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4"/>
  </p:sldMasterIdLst>
  <p:notesMasterIdLst>
    <p:notesMasterId r:id="rId43"/>
  </p:notesMasterIdLst>
  <p:handoutMasterIdLst>
    <p:handoutMasterId r:id="rId44"/>
  </p:handoutMasterIdLst>
  <p:sldIdLst>
    <p:sldId id="879" r:id="rId5"/>
    <p:sldId id="880" r:id="rId6"/>
    <p:sldId id="881" r:id="rId7"/>
    <p:sldId id="882" r:id="rId8"/>
    <p:sldId id="883" r:id="rId9"/>
    <p:sldId id="884" r:id="rId10"/>
    <p:sldId id="885" r:id="rId11"/>
    <p:sldId id="886" r:id="rId12"/>
    <p:sldId id="841" r:id="rId13"/>
    <p:sldId id="887" r:id="rId14"/>
    <p:sldId id="888" r:id="rId15"/>
    <p:sldId id="889" r:id="rId16"/>
    <p:sldId id="890" r:id="rId17"/>
    <p:sldId id="891" r:id="rId18"/>
    <p:sldId id="892" r:id="rId19"/>
    <p:sldId id="845" r:id="rId20"/>
    <p:sldId id="846" r:id="rId21"/>
    <p:sldId id="847" r:id="rId22"/>
    <p:sldId id="893" r:id="rId23"/>
    <p:sldId id="894" r:id="rId24"/>
    <p:sldId id="895" r:id="rId25"/>
    <p:sldId id="897" r:id="rId26"/>
    <p:sldId id="896" r:id="rId27"/>
    <p:sldId id="898" r:id="rId28"/>
    <p:sldId id="899" r:id="rId29"/>
    <p:sldId id="900" r:id="rId30"/>
    <p:sldId id="901" r:id="rId31"/>
    <p:sldId id="902" r:id="rId32"/>
    <p:sldId id="903" r:id="rId33"/>
    <p:sldId id="904" r:id="rId34"/>
    <p:sldId id="905" r:id="rId35"/>
    <p:sldId id="908" r:id="rId36"/>
    <p:sldId id="906" r:id="rId37"/>
    <p:sldId id="907" r:id="rId38"/>
    <p:sldId id="912" r:id="rId39"/>
    <p:sldId id="909" r:id="rId40"/>
    <p:sldId id="913" r:id="rId41"/>
    <p:sldId id="910" r:id="rId42"/>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CC"/>
    <a:srgbClr val="993366"/>
    <a:srgbClr val="33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69953" autoAdjust="0"/>
  </p:normalViewPr>
  <p:slideViewPr>
    <p:cSldViewPr>
      <p:cViewPr varScale="1">
        <p:scale>
          <a:sx n="53" d="100"/>
          <a:sy n="53" d="100"/>
        </p:scale>
        <p:origin x="1644" y="52"/>
      </p:cViewPr>
      <p:guideLst>
        <p:guide orient="horz" pos="2160"/>
        <p:guide pos="2880"/>
      </p:guideLst>
    </p:cSldViewPr>
  </p:slideViewPr>
  <p:notesTextViewPr>
    <p:cViewPr>
      <p:scale>
        <a:sx n="3" d="2"/>
        <a:sy n="3" d="2"/>
      </p:scale>
      <p:origin x="0" y="-692"/>
    </p:cViewPr>
  </p:notesTextViewPr>
  <p:sorterViewPr>
    <p:cViewPr>
      <p:scale>
        <a:sx n="66" d="100"/>
        <a:sy n="66" d="100"/>
      </p:scale>
      <p:origin x="0" y="0"/>
    </p:cViewPr>
  </p:sorterViewPr>
  <p:gridSpacing cx="38405" cy="38405"/>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eaLnBrk="1" hangingPunct="1">
              <a:defRPr sz="1300">
                <a:latin typeface="Arial" charset="0"/>
              </a:defRPr>
            </a:lvl1pPr>
          </a:lstStyle>
          <a:p>
            <a:pPr>
              <a:defRPr/>
            </a:pPr>
            <a:endParaRPr lang="en-US"/>
          </a:p>
        </p:txBody>
      </p:sp>
      <p:sp>
        <p:nvSpPr>
          <p:cNvPr id="24579" name="Rectangle 3"/>
          <p:cNvSpPr>
            <a:spLocks noGrp="1" noChangeArrowheads="1"/>
          </p:cNvSpPr>
          <p:nvPr>
            <p:ph type="dt" sz="quarter" idx="1"/>
          </p:nvPr>
        </p:nvSpPr>
        <p:spPr bwMode="auto">
          <a:xfrm>
            <a:off x="4021138" y="0"/>
            <a:ext cx="3076575" cy="51117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algn="r" eaLnBrk="1" hangingPunct="1">
              <a:defRPr sz="1300">
                <a:latin typeface="Arial" charset="0"/>
              </a:defRPr>
            </a:lvl1pPr>
          </a:lstStyle>
          <a:p>
            <a:pPr>
              <a:defRPr/>
            </a:pPr>
            <a:endParaRPr lang="en-US"/>
          </a:p>
        </p:txBody>
      </p:sp>
      <p:sp>
        <p:nvSpPr>
          <p:cNvPr id="24580" name="Rectangle 4"/>
          <p:cNvSpPr>
            <a:spLocks noGrp="1" noChangeArrowheads="1"/>
          </p:cNvSpPr>
          <p:nvPr>
            <p:ph type="ftr" sz="quarter" idx="2"/>
          </p:nvPr>
        </p:nvSpPr>
        <p:spPr bwMode="auto">
          <a:xfrm>
            <a:off x="0" y="9721850"/>
            <a:ext cx="3076575" cy="511175"/>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eaLnBrk="1" hangingPunct="1">
              <a:defRPr sz="1300">
                <a:latin typeface="Arial" charset="0"/>
              </a:defRPr>
            </a:lvl1pPr>
          </a:lstStyle>
          <a:p>
            <a:pPr>
              <a:defRPr/>
            </a:pPr>
            <a:endParaRPr lang="en-US"/>
          </a:p>
        </p:txBody>
      </p:sp>
      <p:sp>
        <p:nvSpPr>
          <p:cNvPr id="24581" name="Rectangle 5"/>
          <p:cNvSpPr>
            <a:spLocks noGrp="1" noChangeArrowheads="1"/>
          </p:cNvSpPr>
          <p:nvPr>
            <p:ph type="sldNum" sz="quarter" idx="3"/>
          </p:nvPr>
        </p:nvSpPr>
        <p:spPr bwMode="auto">
          <a:xfrm>
            <a:off x="4021138" y="9721850"/>
            <a:ext cx="3076575" cy="511175"/>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algn="r" eaLnBrk="1" hangingPunct="1">
              <a:defRPr sz="1300"/>
            </a:lvl1pPr>
          </a:lstStyle>
          <a:p>
            <a:pPr>
              <a:defRPr/>
            </a:pPr>
            <a:fld id="{77E50B8E-F93F-41F9-A655-DFB0C3C76729}" type="slidenum">
              <a:rPr lang="en-US"/>
              <a:pPr>
                <a:defRPr/>
              </a:pPr>
              <a:t>‹#›</a:t>
            </a:fld>
            <a:endParaRPr lang="en-US"/>
          </a:p>
        </p:txBody>
      </p:sp>
    </p:spTree>
    <p:extLst>
      <p:ext uri="{BB962C8B-B14F-4D97-AF65-F5344CB8AC3E}">
        <p14:creationId xmlns:p14="http://schemas.microsoft.com/office/powerpoint/2010/main" val="274694638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eaLnBrk="1" hangingPunct="1">
              <a:defRPr sz="1300">
                <a:latin typeface="Arial" charset="0"/>
              </a:defRPr>
            </a:lvl1pPr>
          </a:lstStyle>
          <a:p>
            <a:pPr>
              <a:defRPr/>
            </a:pPr>
            <a:endParaRPr lang="en-US"/>
          </a:p>
        </p:txBody>
      </p:sp>
      <p:sp>
        <p:nvSpPr>
          <p:cNvPr id="6147" name="Rectangle 3"/>
          <p:cNvSpPr>
            <a:spLocks noGrp="1" noChangeArrowheads="1"/>
          </p:cNvSpPr>
          <p:nvPr>
            <p:ph type="dt" idx="1"/>
          </p:nvPr>
        </p:nvSpPr>
        <p:spPr bwMode="auto">
          <a:xfrm>
            <a:off x="4021138" y="0"/>
            <a:ext cx="3076575" cy="51117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algn="r" eaLnBrk="1" hangingPunct="1">
              <a:defRPr sz="1300">
                <a:latin typeface="Arial" charset="0"/>
              </a:defRPr>
            </a:lvl1pPr>
          </a:lstStyle>
          <a:p>
            <a:pPr>
              <a:defRPr/>
            </a:pPr>
            <a:endParaRPr lang="en-US"/>
          </a:p>
        </p:txBody>
      </p:sp>
      <p:sp>
        <p:nvSpPr>
          <p:cNvPr id="2052" name="Rectangle 4"/>
          <p:cNvSpPr>
            <a:spLocks noGrp="1" noRot="1" noChangeAspect="1" noChangeArrowheads="1" noTextEdit="1"/>
          </p:cNvSpPr>
          <p:nvPr>
            <p:ph type="sldImg" idx="2"/>
          </p:nvPr>
        </p:nvSpPr>
        <p:spPr bwMode="auto">
          <a:xfrm>
            <a:off x="992188" y="768350"/>
            <a:ext cx="5114925" cy="38369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p:cNvSpPr>
            <a:spLocks noGrp="1" noChangeArrowheads="1"/>
          </p:cNvSpPr>
          <p:nvPr>
            <p:ph type="body" sz="quarter" idx="3"/>
          </p:nvPr>
        </p:nvSpPr>
        <p:spPr bwMode="auto">
          <a:xfrm>
            <a:off x="709613" y="4860925"/>
            <a:ext cx="5680075" cy="4605338"/>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p:cNvSpPr>
            <a:spLocks noGrp="1" noChangeArrowheads="1"/>
          </p:cNvSpPr>
          <p:nvPr>
            <p:ph type="ftr" sz="quarter" idx="4"/>
          </p:nvPr>
        </p:nvSpPr>
        <p:spPr bwMode="auto">
          <a:xfrm>
            <a:off x="0" y="9721850"/>
            <a:ext cx="3076575" cy="511175"/>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eaLnBrk="1" hangingPunct="1">
              <a:defRPr sz="1300">
                <a:latin typeface="Arial" charset="0"/>
              </a:defRPr>
            </a:lvl1pPr>
          </a:lstStyle>
          <a:p>
            <a:pPr>
              <a:defRPr/>
            </a:pPr>
            <a:endParaRPr lang="en-US"/>
          </a:p>
        </p:txBody>
      </p:sp>
      <p:sp>
        <p:nvSpPr>
          <p:cNvPr id="6151" name="Rectangle 7"/>
          <p:cNvSpPr>
            <a:spLocks noGrp="1" noChangeArrowheads="1"/>
          </p:cNvSpPr>
          <p:nvPr>
            <p:ph type="sldNum" sz="quarter" idx="5"/>
          </p:nvPr>
        </p:nvSpPr>
        <p:spPr bwMode="auto">
          <a:xfrm>
            <a:off x="4021138" y="9721850"/>
            <a:ext cx="3076575" cy="511175"/>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algn="r" eaLnBrk="1" hangingPunct="1">
              <a:defRPr sz="1300"/>
            </a:lvl1pPr>
          </a:lstStyle>
          <a:p>
            <a:pPr>
              <a:defRPr/>
            </a:pPr>
            <a:fld id="{105FC705-5F52-4357-8602-6AAE5B6DAA19}" type="slidenum">
              <a:rPr lang="en-US"/>
              <a:pPr>
                <a:defRPr/>
              </a:pPr>
              <a:t>‹#›</a:t>
            </a:fld>
            <a:endParaRPr lang="en-US"/>
          </a:p>
        </p:txBody>
      </p:sp>
    </p:spTree>
    <p:extLst>
      <p:ext uri="{BB962C8B-B14F-4D97-AF65-F5344CB8AC3E}">
        <p14:creationId xmlns:p14="http://schemas.microsoft.com/office/powerpoint/2010/main" val="334497830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2A1EFC-81C5-DBF8-1E0C-498D5649F7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02DB6D-E573-35ED-5FE5-D520BF60EE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2E2C4D-14DD-8899-9A0D-1A09D81D4B89}"/>
              </a:ext>
            </a:extLst>
          </p:cNvPr>
          <p:cNvSpPr>
            <a:spLocks noGrp="1"/>
          </p:cNvSpPr>
          <p:nvPr>
            <p:ph type="body" idx="1"/>
          </p:nvPr>
        </p:nvSpPr>
        <p:spPr/>
        <p:txBody>
          <a:bodyPr/>
          <a:lstStyle/>
          <a:p>
            <a:r>
              <a:rPr lang="en-IN" dirty="0"/>
              <a:t>Similar to array we have </a:t>
            </a:r>
            <a:r>
              <a:rPr lang="en-IN" dirty="0" err="1"/>
              <a:t>arraylist</a:t>
            </a:r>
            <a:r>
              <a:rPr lang="en-IN" dirty="0"/>
              <a:t>; </a:t>
            </a:r>
            <a:r>
              <a:rPr lang="en-IN" dirty="0" err="1"/>
              <a:t>arraylist</a:t>
            </a:r>
            <a:r>
              <a:rPr lang="en-IN" dirty="0"/>
              <a:t> is dynamic.</a:t>
            </a:r>
          </a:p>
          <a:p>
            <a:endParaRPr lang="en-IN" dirty="0"/>
          </a:p>
          <a:p>
            <a:r>
              <a:rPr lang="en-IN" dirty="0"/>
              <a:t>https://youtu.be/UypoeUL4T_U?si=HbJUOpANxUJfXulj</a:t>
            </a:r>
          </a:p>
        </p:txBody>
      </p:sp>
      <p:sp>
        <p:nvSpPr>
          <p:cNvPr id="4" name="Slide Number Placeholder 3">
            <a:extLst>
              <a:ext uri="{FF2B5EF4-FFF2-40B4-BE49-F238E27FC236}">
                <a16:creationId xmlns:a16="http://schemas.microsoft.com/office/drawing/2014/main" id="{988D648A-8DD1-C10F-5ED0-020C55EB45B7}"/>
              </a:ext>
            </a:extLst>
          </p:cNvPr>
          <p:cNvSpPr>
            <a:spLocks noGrp="1"/>
          </p:cNvSpPr>
          <p:nvPr>
            <p:ph type="sldNum" sz="quarter" idx="5"/>
          </p:nvPr>
        </p:nvSpPr>
        <p:spPr/>
        <p:txBody>
          <a:bodyPr/>
          <a:lstStyle/>
          <a:p>
            <a:pPr>
              <a:defRPr/>
            </a:pPr>
            <a:fld id="{105FC705-5F52-4357-8602-6AAE5B6DAA19}" type="slidenum">
              <a:rPr lang="en-US" smtClean="0"/>
              <a:pPr>
                <a:defRPr/>
              </a:pPr>
              <a:t>1</a:t>
            </a:fld>
            <a:endParaRPr lang="en-US"/>
          </a:p>
        </p:txBody>
      </p:sp>
    </p:spTree>
    <p:extLst>
      <p:ext uri="{BB962C8B-B14F-4D97-AF65-F5344CB8AC3E}">
        <p14:creationId xmlns:p14="http://schemas.microsoft.com/office/powerpoint/2010/main" val="19072735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8456F4-CF04-0B2F-ABC1-AD13C61967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78FBB4-1CB9-5D77-B90A-DA37478220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DA1F88-1F98-716A-FFF5-63CE62FC0683}"/>
              </a:ext>
            </a:extLst>
          </p:cNvPr>
          <p:cNvSpPr>
            <a:spLocks noGrp="1"/>
          </p:cNvSpPr>
          <p:nvPr>
            <p:ph type="body" idx="1"/>
          </p:nvPr>
        </p:nvSpPr>
        <p:spPr/>
        <p:txBody>
          <a:bodyPr/>
          <a:lstStyle/>
          <a:p>
            <a:r>
              <a:rPr lang="en-IN" dirty="0"/>
              <a:t>Here, we have to manually cast the type; This results in Type safety </a:t>
            </a:r>
            <a:r>
              <a:rPr lang="en-IN" dirty="0" err="1"/>
              <a:t>issue.Henece</a:t>
            </a:r>
            <a:r>
              <a:rPr lang="en-IN" dirty="0"/>
              <a:t> Generics introduced.</a:t>
            </a:r>
          </a:p>
          <a:p>
            <a:r>
              <a:rPr lang="en-IN" dirty="0"/>
              <a:t>As soon as you have store the string value; it will create string array; Hence manual casting requirement is not required.</a:t>
            </a:r>
          </a:p>
        </p:txBody>
      </p:sp>
      <p:sp>
        <p:nvSpPr>
          <p:cNvPr id="4" name="Slide Number Placeholder 3">
            <a:extLst>
              <a:ext uri="{FF2B5EF4-FFF2-40B4-BE49-F238E27FC236}">
                <a16:creationId xmlns:a16="http://schemas.microsoft.com/office/drawing/2014/main" id="{C4C57FBD-36B0-3131-9B7C-E4D899C9217D}"/>
              </a:ext>
            </a:extLst>
          </p:cNvPr>
          <p:cNvSpPr>
            <a:spLocks noGrp="1"/>
          </p:cNvSpPr>
          <p:nvPr>
            <p:ph type="sldNum" sz="quarter" idx="5"/>
          </p:nvPr>
        </p:nvSpPr>
        <p:spPr/>
        <p:txBody>
          <a:bodyPr/>
          <a:lstStyle/>
          <a:p>
            <a:pPr>
              <a:defRPr/>
            </a:pPr>
            <a:fld id="{105FC705-5F52-4357-8602-6AAE5B6DAA19}" type="slidenum">
              <a:rPr lang="en-US" smtClean="0"/>
              <a:pPr>
                <a:defRPr/>
              </a:pPr>
              <a:t>2</a:t>
            </a:fld>
            <a:endParaRPr lang="en-US"/>
          </a:p>
        </p:txBody>
      </p:sp>
    </p:spTree>
    <p:extLst>
      <p:ext uri="{BB962C8B-B14F-4D97-AF65-F5344CB8AC3E}">
        <p14:creationId xmlns:p14="http://schemas.microsoft.com/office/powerpoint/2010/main" val="26412365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B61F33-A237-1234-7CFD-56C2E73232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BE0385-69B6-E2C8-04BD-6B73586FD2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828002-70F8-1CAF-4955-48E32A8F2EBB}"/>
              </a:ext>
            </a:extLst>
          </p:cNvPr>
          <p:cNvSpPr>
            <a:spLocks noGrp="1"/>
          </p:cNvSpPr>
          <p:nvPr>
            <p:ph type="body" idx="1"/>
          </p:nvPr>
        </p:nvSpPr>
        <p:spPr/>
        <p:txBody>
          <a:bodyPr/>
          <a:lstStyle/>
          <a:p>
            <a:r>
              <a:rPr lang="en-IN" dirty="0" err="1"/>
              <a:t>ArrayList</a:t>
            </a:r>
            <a:r>
              <a:rPr lang="en-IN" dirty="0"/>
              <a:t>&lt;String&gt;</a:t>
            </a:r>
          </a:p>
        </p:txBody>
      </p:sp>
      <p:sp>
        <p:nvSpPr>
          <p:cNvPr id="4" name="Slide Number Placeholder 3">
            <a:extLst>
              <a:ext uri="{FF2B5EF4-FFF2-40B4-BE49-F238E27FC236}">
                <a16:creationId xmlns:a16="http://schemas.microsoft.com/office/drawing/2014/main" id="{9ABBA042-63D7-E154-67C6-F646D505EC1D}"/>
              </a:ext>
            </a:extLst>
          </p:cNvPr>
          <p:cNvSpPr>
            <a:spLocks noGrp="1"/>
          </p:cNvSpPr>
          <p:nvPr>
            <p:ph type="sldNum" sz="quarter" idx="5"/>
          </p:nvPr>
        </p:nvSpPr>
        <p:spPr/>
        <p:txBody>
          <a:bodyPr/>
          <a:lstStyle/>
          <a:p>
            <a:pPr>
              <a:defRPr/>
            </a:pPr>
            <a:fld id="{105FC705-5F52-4357-8602-6AAE5B6DAA19}" type="slidenum">
              <a:rPr lang="en-US" smtClean="0"/>
              <a:pPr>
                <a:defRPr/>
              </a:pPr>
              <a:t>3</a:t>
            </a:fld>
            <a:endParaRPr lang="en-US"/>
          </a:p>
        </p:txBody>
      </p:sp>
    </p:spTree>
    <p:extLst>
      <p:ext uri="{BB962C8B-B14F-4D97-AF65-F5344CB8AC3E}">
        <p14:creationId xmlns:p14="http://schemas.microsoft.com/office/powerpoint/2010/main" val="18692809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0110C9-DF8A-804B-A089-EFB53E940F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2CDBA5-08D6-B1D8-5EEA-20CD5AAC4A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A9DA7D-0520-F53D-A256-50F17C5B0C55}"/>
              </a:ext>
            </a:extLst>
          </p:cNvPr>
          <p:cNvSpPr>
            <a:spLocks noGrp="1"/>
          </p:cNvSpPr>
          <p:nvPr>
            <p:ph type="body" idx="1"/>
          </p:nvPr>
        </p:nvSpPr>
        <p:spPr/>
        <p:txBody>
          <a:bodyPr/>
          <a:lstStyle/>
          <a:p>
            <a:r>
              <a:rPr lang="en-IN" dirty="0"/>
              <a:t>Suppose, we accidently write integer, this will throw an error.</a:t>
            </a:r>
          </a:p>
        </p:txBody>
      </p:sp>
      <p:sp>
        <p:nvSpPr>
          <p:cNvPr id="4" name="Slide Number Placeholder 3">
            <a:extLst>
              <a:ext uri="{FF2B5EF4-FFF2-40B4-BE49-F238E27FC236}">
                <a16:creationId xmlns:a16="http://schemas.microsoft.com/office/drawing/2014/main" id="{DD1410D1-140B-2A2E-B260-0ECC060B58D3}"/>
              </a:ext>
            </a:extLst>
          </p:cNvPr>
          <p:cNvSpPr>
            <a:spLocks noGrp="1"/>
          </p:cNvSpPr>
          <p:nvPr>
            <p:ph type="sldNum" sz="quarter" idx="5"/>
          </p:nvPr>
        </p:nvSpPr>
        <p:spPr/>
        <p:txBody>
          <a:bodyPr/>
          <a:lstStyle/>
          <a:p>
            <a:pPr>
              <a:defRPr/>
            </a:pPr>
            <a:fld id="{105FC705-5F52-4357-8602-6AAE5B6DAA19}" type="slidenum">
              <a:rPr lang="en-US" smtClean="0"/>
              <a:pPr>
                <a:defRPr/>
              </a:pPr>
              <a:t>5</a:t>
            </a:fld>
            <a:endParaRPr lang="en-US"/>
          </a:p>
        </p:txBody>
      </p:sp>
    </p:spTree>
    <p:extLst>
      <p:ext uri="{BB962C8B-B14F-4D97-AF65-F5344CB8AC3E}">
        <p14:creationId xmlns:p14="http://schemas.microsoft.com/office/powerpoint/2010/main" val="6172799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F224C0-CAC9-F76A-9525-BC0C92F3AA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616C63-CDB7-896C-2C88-2E067A6526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72BF4E-ECB8-B910-DBE4-78C7964C409E}"/>
              </a:ext>
            </a:extLst>
          </p:cNvPr>
          <p:cNvSpPr>
            <a:spLocks noGrp="1"/>
          </p:cNvSpPr>
          <p:nvPr>
            <p:ph type="body" idx="1"/>
          </p:nvPr>
        </p:nvSpPr>
        <p:spPr/>
        <p:txBody>
          <a:bodyPr/>
          <a:lstStyle/>
          <a:p>
            <a:r>
              <a:rPr lang="en-IN" dirty="0"/>
              <a:t>Now Box is become Generic Type</a:t>
            </a:r>
          </a:p>
        </p:txBody>
      </p:sp>
      <p:sp>
        <p:nvSpPr>
          <p:cNvPr id="4" name="Slide Number Placeholder 3">
            <a:extLst>
              <a:ext uri="{FF2B5EF4-FFF2-40B4-BE49-F238E27FC236}">
                <a16:creationId xmlns:a16="http://schemas.microsoft.com/office/drawing/2014/main" id="{02320C8B-C7CD-5A22-3628-BF6EECC30278}"/>
              </a:ext>
            </a:extLst>
          </p:cNvPr>
          <p:cNvSpPr>
            <a:spLocks noGrp="1"/>
          </p:cNvSpPr>
          <p:nvPr>
            <p:ph type="sldNum" sz="quarter" idx="5"/>
          </p:nvPr>
        </p:nvSpPr>
        <p:spPr/>
        <p:txBody>
          <a:bodyPr/>
          <a:lstStyle/>
          <a:p>
            <a:pPr>
              <a:defRPr/>
            </a:pPr>
            <a:fld id="{105FC705-5F52-4357-8602-6AAE5B6DAA19}" type="slidenum">
              <a:rPr lang="en-US" smtClean="0"/>
              <a:pPr>
                <a:defRPr/>
              </a:pPr>
              <a:t>6</a:t>
            </a:fld>
            <a:endParaRPr lang="en-US"/>
          </a:p>
        </p:txBody>
      </p:sp>
    </p:spTree>
    <p:extLst>
      <p:ext uri="{BB962C8B-B14F-4D97-AF65-F5344CB8AC3E}">
        <p14:creationId xmlns:p14="http://schemas.microsoft.com/office/powerpoint/2010/main" val="6438030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7</a:t>
            </a:fld>
            <a:endParaRPr lang="en-US"/>
          </a:p>
        </p:txBody>
      </p:sp>
    </p:spTree>
    <p:extLst>
      <p:ext uri="{BB962C8B-B14F-4D97-AF65-F5344CB8AC3E}">
        <p14:creationId xmlns:p14="http://schemas.microsoft.com/office/powerpoint/2010/main" val="37976602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625355-33A0-FF04-D71C-890C0EE8CE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8ADCAF-BE38-4F44-A8D4-75EDCBFEC5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224C16-019B-4839-09F2-45A888A133C8}"/>
              </a:ext>
            </a:extLst>
          </p:cNvPr>
          <p:cNvSpPr>
            <a:spLocks noGrp="1"/>
          </p:cNvSpPr>
          <p:nvPr>
            <p:ph type="body" idx="1"/>
          </p:nvPr>
        </p:nvSpPr>
        <p:spPr/>
        <p:txBody>
          <a:bodyPr/>
          <a:lstStyle/>
          <a:p>
            <a:r>
              <a:rPr lang="en-IN" dirty="0"/>
              <a:t>We will get the error during compile time.</a:t>
            </a:r>
          </a:p>
          <a:p>
            <a:endParaRPr lang="en-IN" dirty="0"/>
          </a:p>
          <a:p>
            <a:r>
              <a:rPr lang="en-IN" dirty="0"/>
              <a:t>Box is now type safe.</a:t>
            </a:r>
          </a:p>
          <a:p>
            <a:r>
              <a:rPr lang="en-IN" dirty="0"/>
              <a:t>Generic will allow to play with any type of the data.</a:t>
            </a:r>
          </a:p>
        </p:txBody>
      </p:sp>
      <p:sp>
        <p:nvSpPr>
          <p:cNvPr id="4" name="Slide Number Placeholder 3">
            <a:extLst>
              <a:ext uri="{FF2B5EF4-FFF2-40B4-BE49-F238E27FC236}">
                <a16:creationId xmlns:a16="http://schemas.microsoft.com/office/drawing/2014/main" id="{55F951C7-5526-B3AA-8204-E112F0E193ED}"/>
              </a:ext>
            </a:extLst>
          </p:cNvPr>
          <p:cNvSpPr>
            <a:spLocks noGrp="1"/>
          </p:cNvSpPr>
          <p:nvPr>
            <p:ph type="sldNum" sz="quarter" idx="5"/>
          </p:nvPr>
        </p:nvSpPr>
        <p:spPr/>
        <p:txBody>
          <a:bodyPr/>
          <a:lstStyle/>
          <a:p>
            <a:pPr>
              <a:defRPr/>
            </a:pPr>
            <a:fld id="{105FC705-5F52-4357-8602-6AAE5B6DAA19}" type="slidenum">
              <a:rPr lang="en-US" smtClean="0"/>
              <a:pPr>
                <a:defRPr/>
              </a:pPr>
              <a:t>8</a:t>
            </a:fld>
            <a:endParaRPr lang="en-US"/>
          </a:p>
        </p:txBody>
      </p:sp>
    </p:spTree>
    <p:extLst>
      <p:ext uri="{BB962C8B-B14F-4D97-AF65-F5344CB8AC3E}">
        <p14:creationId xmlns:p14="http://schemas.microsoft.com/office/powerpoint/2010/main" val="26559551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generics were introduced in Java (Java 5), the entire Java Collections Framework was redesigned to use generic types.</a:t>
            </a:r>
          </a:p>
          <a:p>
            <a:r>
              <a:rPr lang="en-US" b="1" dirty="0"/>
              <a:t>Before generics:</a:t>
            </a:r>
          </a:p>
          <a:p>
            <a:r>
              <a:rPr lang="en-US" dirty="0"/>
              <a:t>Collections stored objects as </a:t>
            </a:r>
            <a:r>
              <a:rPr lang="en-US" sz="1200" kern="1200" dirty="0">
                <a:solidFill>
                  <a:schemeClr val="tx1"/>
                </a:solidFill>
                <a:latin typeface="Arial" charset="0"/>
                <a:ea typeface="+mn-ea"/>
                <a:cs typeface="+mn-cs"/>
              </a:rPr>
              <a:t>Object</a:t>
            </a:r>
            <a:r>
              <a:rPr lang="en-US" dirty="0"/>
              <a:t>.</a:t>
            </a:r>
          </a:p>
          <a:p>
            <a:r>
              <a:rPr lang="en-US" dirty="0"/>
              <a:t>Required </a:t>
            </a:r>
            <a:r>
              <a:rPr lang="en-US" b="1" dirty="0"/>
              <a:t>explicit type casting</a:t>
            </a:r>
            <a:r>
              <a:rPr lang="en-US" dirty="0"/>
              <a:t> when retrieving elements.</a:t>
            </a:r>
          </a:p>
          <a:p>
            <a:r>
              <a:rPr lang="en-US" dirty="0"/>
              <a:t>Increased risk of </a:t>
            </a:r>
            <a:r>
              <a:rPr lang="en-US" b="1" dirty="0" err="1"/>
              <a:t>ClassCastException</a:t>
            </a:r>
            <a:r>
              <a:rPr lang="en-US" dirty="0"/>
              <a:t> at runtime.</a:t>
            </a:r>
          </a:p>
          <a:p>
            <a:r>
              <a:rPr lang="en-US" b="1" dirty="0"/>
              <a:t>After generics:</a:t>
            </a:r>
          </a:p>
          <a:p>
            <a:r>
              <a:rPr lang="en-US" dirty="0"/>
              <a:t>Type safety at </a:t>
            </a:r>
            <a:r>
              <a:rPr lang="en-US" b="1" dirty="0"/>
              <a:t>compile time</a:t>
            </a:r>
            <a:endParaRPr lang="en-US" dirty="0"/>
          </a:p>
          <a:p>
            <a:r>
              <a:rPr lang="en-US" dirty="0"/>
              <a:t>No explicit casting required</a:t>
            </a:r>
          </a:p>
          <a:p>
            <a:r>
              <a:rPr lang="en-US" dirty="0"/>
              <a:t>Cleaner and safer code</a:t>
            </a:r>
          </a:p>
          <a:p>
            <a:endParaRPr lang="en-US" dirty="0"/>
          </a:p>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9</a:t>
            </a:fld>
            <a:endParaRPr lang="en-US"/>
          </a:p>
        </p:txBody>
      </p:sp>
    </p:spTree>
    <p:extLst>
      <p:ext uri="{BB962C8B-B14F-4D97-AF65-F5344CB8AC3E}">
        <p14:creationId xmlns:p14="http://schemas.microsoft.com/office/powerpoint/2010/main" val="27340497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It is not necessary we need to have only one value. We can have 2 values as well.</a:t>
            </a:r>
          </a:p>
          <a:p>
            <a:endParaRPr lang="en-IN" dirty="0"/>
          </a:p>
          <a:p>
            <a:r>
              <a:rPr lang="en-IN" dirty="0"/>
              <a:t>Till now we have seen about the class.</a:t>
            </a:r>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10</a:t>
            </a:fld>
            <a:endParaRPr lang="en-US"/>
          </a:p>
        </p:txBody>
      </p:sp>
    </p:spTree>
    <p:extLst>
      <p:ext uri="{BB962C8B-B14F-4D97-AF65-F5344CB8AC3E}">
        <p14:creationId xmlns:p14="http://schemas.microsoft.com/office/powerpoint/2010/main" val="30885333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Once it is done, we can make </a:t>
            </a:r>
            <a:r>
              <a:rPr lang="en-IN" dirty="0" err="1"/>
              <a:t>StringContainer</a:t>
            </a:r>
            <a:r>
              <a:rPr lang="en-IN" dirty="0"/>
              <a:t> to be generic.</a:t>
            </a:r>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12</a:t>
            </a:fld>
            <a:endParaRPr lang="en-US"/>
          </a:p>
        </p:txBody>
      </p:sp>
    </p:spTree>
    <p:extLst>
      <p:ext uri="{BB962C8B-B14F-4D97-AF65-F5344CB8AC3E}">
        <p14:creationId xmlns:p14="http://schemas.microsoft.com/office/powerpoint/2010/main" val="9037601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13</a:t>
            </a:fld>
            <a:endParaRPr lang="en-US"/>
          </a:p>
        </p:txBody>
      </p:sp>
    </p:spTree>
    <p:extLst>
      <p:ext uri="{BB962C8B-B14F-4D97-AF65-F5344CB8AC3E}">
        <p14:creationId xmlns:p14="http://schemas.microsoft.com/office/powerpoint/2010/main" val="7814735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18</a:t>
            </a:fld>
            <a:endParaRPr lang="en-US"/>
          </a:p>
        </p:txBody>
      </p:sp>
    </p:spTree>
    <p:extLst>
      <p:ext uri="{BB962C8B-B14F-4D97-AF65-F5344CB8AC3E}">
        <p14:creationId xmlns:p14="http://schemas.microsoft.com/office/powerpoint/2010/main" val="21752514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  we have extended from the Number class.  Number is a </a:t>
            </a:r>
            <a:r>
              <a:rPr lang="en-IN" dirty="0" err="1"/>
              <a:t>supperclass</a:t>
            </a:r>
            <a:r>
              <a:rPr lang="en-IN" dirty="0"/>
              <a:t> for the int, float….</a:t>
            </a:r>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19</a:t>
            </a:fld>
            <a:endParaRPr lang="en-US"/>
          </a:p>
        </p:txBody>
      </p:sp>
    </p:spTree>
    <p:extLst>
      <p:ext uri="{BB962C8B-B14F-4D97-AF65-F5344CB8AC3E}">
        <p14:creationId xmlns:p14="http://schemas.microsoft.com/office/powerpoint/2010/main" val="20449828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If u write String, there will be an error. Because  number class extends integer not the string;</a:t>
            </a:r>
          </a:p>
          <a:p>
            <a:endParaRPr lang="en-IN" dirty="0"/>
          </a:p>
          <a:p>
            <a:r>
              <a:rPr lang="en-IN" dirty="0"/>
              <a:t>T is called as the bounded type parameter.</a:t>
            </a:r>
          </a:p>
          <a:p>
            <a:endParaRPr lang="en-IN" dirty="0"/>
          </a:p>
          <a:p>
            <a:r>
              <a:rPr lang="en-IN" dirty="0"/>
              <a:t>I am applying the bounds only to the integer</a:t>
            </a:r>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20</a:t>
            </a:fld>
            <a:endParaRPr lang="en-US"/>
          </a:p>
        </p:txBody>
      </p:sp>
    </p:spTree>
    <p:extLst>
      <p:ext uri="{BB962C8B-B14F-4D97-AF65-F5344CB8AC3E}">
        <p14:creationId xmlns:p14="http://schemas.microsoft.com/office/powerpoint/2010/main" val="31780010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Here, </a:t>
            </a:r>
            <a:r>
              <a:rPr lang="en-IN" dirty="0" err="1"/>
              <a:t>MuNumber</a:t>
            </a:r>
            <a:r>
              <a:rPr lang="en-IN" dirty="0"/>
              <a:t> extends Number, but implements Printable.</a:t>
            </a:r>
          </a:p>
          <a:p>
            <a:endParaRPr lang="en-IN" dirty="0"/>
          </a:p>
          <a:p>
            <a:r>
              <a:rPr lang="en-IN" dirty="0"/>
              <a:t>There is one filed, and the constructor. And there is one method, it will print.</a:t>
            </a:r>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21</a:t>
            </a:fld>
            <a:endParaRPr lang="en-US"/>
          </a:p>
        </p:txBody>
      </p:sp>
    </p:spTree>
    <p:extLst>
      <p:ext uri="{BB962C8B-B14F-4D97-AF65-F5344CB8AC3E}">
        <p14:creationId xmlns:p14="http://schemas.microsoft.com/office/powerpoint/2010/main" val="26835103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These are the overriding methods. Where we are returning the value.</a:t>
            </a:r>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22</a:t>
            </a:fld>
            <a:endParaRPr lang="en-US"/>
          </a:p>
        </p:txBody>
      </p:sp>
    </p:spTree>
    <p:extLst>
      <p:ext uri="{BB962C8B-B14F-4D97-AF65-F5344CB8AC3E}">
        <p14:creationId xmlns:p14="http://schemas.microsoft.com/office/powerpoint/2010/main" val="32495114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Here, first we have to write the class name </a:t>
            </a:r>
            <a:r>
              <a:rPr lang="en-IN" dirty="0" err="1"/>
              <a:t>i.e</a:t>
            </a:r>
            <a:r>
              <a:rPr lang="en-IN" dirty="0"/>
              <a:t> Number and then the interface Printable.</a:t>
            </a:r>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23</a:t>
            </a:fld>
            <a:endParaRPr lang="en-US"/>
          </a:p>
        </p:txBody>
      </p:sp>
    </p:spTree>
    <p:extLst>
      <p:ext uri="{BB962C8B-B14F-4D97-AF65-F5344CB8AC3E}">
        <p14:creationId xmlns:p14="http://schemas.microsoft.com/office/powerpoint/2010/main" val="31715204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24</a:t>
            </a:fld>
            <a:endParaRPr lang="en-US"/>
          </a:p>
        </p:txBody>
      </p:sp>
    </p:spTree>
    <p:extLst>
      <p:ext uri="{BB962C8B-B14F-4D97-AF65-F5344CB8AC3E}">
        <p14:creationId xmlns:p14="http://schemas.microsoft.com/office/powerpoint/2010/main" val="22934462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Here class is generic and constructor is also generic.</a:t>
            </a:r>
          </a:p>
          <a:p>
            <a:endParaRPr lang="en-IN" dirty="0"/>
          </a:p>
          <a:p>
            <a:r>
              <a:rPr lang="en-IN" dirty="0"/>
              <a:t>Can we create only constructor is generic, but not the class.  </a:t>
            </a:r>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25</a:t>
            </a:fld>
            <a:endParaRPr lang="en-US"/>
          </a:p>
        </p:txBody>
      </p:sp>
    </p:spTree>
    <p:extLst>
      <p:ext uri="{BB962C8B-B14F-4D97-AF65-F5344CB8AC3E}">
        <p14:creationId xmlns:p14="http://schemas.microsoft.com/office/powerpoint/2010/main" val="17892556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This is called as the Generic Type constructor.</a:t>
            </a:r>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26</a:t>
            </a:fld>
            <a:endParaRPr lang="en-US"/>
          </a:p>
        </p:txBody>
      </p:sp>
    </p:spTree>
    <p:extLst>
      <p:ext uri="{BB962C8B-B14F-4D97-AF65-F5344CB8AC3E}">
        <p14:creationId xmlns:p14="http://schemas.microsoft.com/office/powerpoint/2010/main" val="7951450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Further, we can also extend the Number class as well.  Here class is not Generic, but the constructor is Generic.</a:t>
            </a:r>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27</a:t>
            </a:fld>
            <a:endParaRPr lang="en-US"/>
          </a:p>
        </p:txBody>
      </p:sp>
    </p:spTree>
    <p:extLst>
      <p:ext uri="{BB962C8B-B14F-4D97-AF65-F5344CB8AC3E}">
        <p14:creationId xmlns:p14="http://schemas.microsoft.com/office/powerpoint/2010/main" val="39810670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Now we will see, Generic internally how it works??</a:t>
            </a:r>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28</a:t>
            </a:fld>
            <a:endParaRPr lang="en-US"/>
          </a:p>
        </p:txBody>
      </p:sp>
    </p:spTree>
    <p:extLst>
      <p:ext uri="{BB962C8B-B14F-4D97-AF65-F5344CB8AC3E}">
        <p14:creationId xmlns:p14="http://schemas.microsoft.com/office/powerpoint/2010/main" val="128241635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Now compiler will check, it’s a string;</a:t>
            </a:r>
          </a:p>
          <a:p>
            <a:endParaRPr lang="en-IN" dirty="0"/>
          </a:p>
          <a:p>
            <a:r>
              <a:rPr lang="en-IN" dirty="0"/>
              <a:t>Here I have created Box type  ka object and I have place string in it.</a:t>
            </a:r>
          </a:p>
          <a:p>
            <a:r>
              <a:rPr lang="en-IN" dirty="0"/>
              <a:t>Byte code</a:t>
            </a:r>
          </a:p>
          <a:p>
            <a:endParaRPr lang="en-IN" dirty="0"/>
          </a:p>
          <a:p>
            <a:r>
              <a:rPr lang="en-IN" dirty="0"/>
              <a:t>After compilation, </a:t>
            </a:r>
          </a:p>
          <a:p>
            <a:r>
              <a:rPr lang="en-IN" dirty="0"/>
              <a:t>compiler will just delete the generic information.</a:t>
            </a:r>
          </a:p>
          <a:p>
            <a:endParaRPr lang="en-IN" dirty="0"/>
          </a:p>
          <a:p>
            <a:r>
              <a:rPr lang="en-IN" dirty="0"/>
              <a:t>Type means String erased after compilation.</a:t>
            </a:r>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33</a:t>
            </a:fld>
            <a:endParaRPr lang="en-US"/>
          </a:p>
        </p:txBody>
      </p:sp>
    </p:spTree>
    <p:extLst>
      <p:ext uri="{BB962C8B-B14F-4D97-AF65-F5344CB8AC3E}">
        <p14:creationId xmlns:p14="http://schemas.microsoft.com/office/powerpoint/2010/main" val="157306578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Compiler does this. Box like this.; its not visible for us. This happens during object code creation.</a:t>
            </a:r>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34</a:t>
            </a:fld>
            <a:endParaRPr lang="en-US"/>
          </a:p>
        </p:txBody>
      </p:sp>
    </p:spTree>
    <p:extLst>
      <p:ext uri="{BB962C8B-B14F-4D97-AF65-F5344CB8AC3E}">
        <p14:creationId xmlns:p14="http://schemas.microsoft.com/office/powerpoint/2010/main" val="399775729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Solution is we need to create Type specific classes. Meas for integer </a:t>
            </a:r>
            <a:r>
              <a:rPr lang="en-IN" dirty="0" err="1"/>
              <a:t>IntegerProcessing</a:t>
            </a:r>
            <a:r>
              <a:rPr lang="en-IN" dirty="0"/>
              <a:t> Exception etc…..</a:t>
            </a:r>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38</a:t>
            </a:fld>
            <a:endParaRPr lang="en-US"/>
          </a:p>
        </p:txBody>
      </p:sp>
    </p:spTree>
    <p:extLst>
      <p:ext uri="{BB962C8B-B14F-4D97-AF65-F5344CB8AC3E}">
        <p14:creationId xmlns:p14="http://schemas.microsoft.com/office/powerpoint/2010/main" val="16826053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7A730-9904-2AD7-D570-72ABC585A4F9}"/>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9FD0AEAD-508E-2467-2E1C-44424C102F5B}"/>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28312F2-412E-82A3-53A1-E8B946C6F9AD}"/>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9A1BCE75-1151-E41A-DD55-27CFF702DE0E}"/>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E4DE3C45-EE9A-D739-2A92-9A8464518191}"/>
              </a:ext>
            </a:extLst>
          </p:cNvPr>
          <p:cNvSpPr>
            <a:spLocks noGrp="1"/>
          </p:cNvSpPr>
          <p:nvPr>
            <p:ph type="sldNum" sz="quarter" idx="12"/>
          </p:nvPr>
        </p:nvSpPr>
        <p:spPr/>
        <p:txBody>
          <a:bodyPr/>
          <a:lstStyle/>
          <a:p>
            <a:pPr>
              <a:defRPr/>
            </a:pPr>
            <a:fld id="{4F7DA2C5-2BB8-4522-9A47-076A7DD0C497}" type="slidenum">
              <a:rPr lang="en-US" smtClean="0"/>
              <a:pPr>
                <a:defRPr/>
              </a:pPr>
              <a:t>‹#›</a:t>
            </a:fld>
            <a:endParaRPr lang="en-US"/>
          </a:p>
        </p:txBody>
      </p:sp>
    </p:spTree>
    <p:extLst>
      <p:ext uri="{BB962C8B-B14F-4D97-AF65-F5344CB8AC3E}">
        <p14:creationId xmlns:p14="http://schemas.microsoft.com/office/powerpoint/2010/main" val="29654336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9980D2-2104-B4F8-5372-25F0596D50C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25CA7D5-8E0F-A95F-1DAA-280EF06BD7D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DBF2234-42C2-E894-E8B9-18F7B00F8B6E}"/>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F7345F01-2DD3-0DED-64E1-9482D64B23E2}"/>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3CFE9333-A1B1-8CB2-EAA4-B038F70C53FC}"/>
              </a:ext>
            </a:extLst>
          </p:cNvPr>
          <p:cNvSpPr>
            <a:spLocks noGrp="1"/>
          </p:cNvSpPr>
          <p:nvPr>
            <p:ph type="sldNum" sz="quarter" idx="12"/>
          </p:nvPr>
        </p:nvSpPr>
        <p:spPr/>
        <p:txBody>
          <a:bodyPr/>
          <a:lstStyle/>
          <a:p>
            <a:pPr>
              <a:defRPr/>
            </a:pPr>
            <a:fld id="{A9C960E8-E978-4BEA-9D97-7036CF6E680C}" type="slidenum">
              <a:rPr lang="en-US" smtClean="0"/>
              <a:pPr>
                <a:defRPr/>
              </a:pPr>
              <a:t>‹#›</a:t>
            </a:fld>
            <a:endParaRPr lang="en-US"/>
          </a:p>
        </p:txBody>
      </p:sp>
    </p:spTree>
    <p:extLst>
      <p:ext uri="{BB962C8B-B14F-4D97-AF65-F5344CB8AC3E}">
        <p14:creationId xmlns:p14="http://schemas.microsoft.com/office/powerpoint/2010/main" val="29962209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D6EE7-D831-110C-759E-A73DD953B7A1}"/>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112AE32-4B9C-D6F9-4A48-99F7B712E142}"/>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DB1A5B0-8568-5D87-9E8A-676483240198}"/>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24B08A98-0EA0-6D06-AEBE-31397D11F481}"/>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CCD1FE23-4C6E-65A0-5CB2-F65143E95398}"/>
              </a:ext>
            </a:extLst>
          </p:cNvPr>
          <p:cNvSpPr>
            <a:spLocks noGrp="1"/>
          </p:cNvSpPr>
          <p:nvPr>
            <p:ph type="sldNum" sz="quarter" idx="12"/>
          </p:nvPr>
        </p:nvSpPr>
        <p:spPr/>
        <p:txBody>
          <a:bodyPr/>
          <a:lstStyle/>
          <a:p>
            <a:pPr>
              <a:defRPr/>
            </a:pPr>
            <a:fld id="{43B0D6B6-BFB5-4194-836E-CD650205B770}" type="slidenum">
              <a:rPr lang="en-US" smtClean="0"/>
              <a:pPr>
                <a:defRPr/>
              </a:pPr>
              <a:t>‹#›</a:t>
            </a:fld>
            <a:endParaRPr lang="en-US"/>
          </a:p>
        </p:txBody>
      </p:sp>
    </p:spTree>
    <p:extLst>
      <p:ext uri="{BB962C8B-B14F-4D97-AF65-F5344CB8AC3E}">
        <p14:creationId xmlns:p14="http://schemas.microsoft.com/office/powerpoint/2010/main" val="39277271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ED73D-9889-BD3C-F42E-3DF40239775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C850F2A-2B64-F8AE-2496-4070053E2D30}"/>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9245449-A1C6-1744-784A-A5C70D23EE0B}"/>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59F12BB-7CEE-1FAE-CCDB-FA0626D85BF5}"/>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C2B40616-590F-97E2-3728-0E78D1DEFFA2}"/>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49CD91AB-CE61-5A49-7C48-53110EC65F9F}"/>
              </a:ext>
            </a:extLst>
          </p:cNvPr>
          <p:cNvSpPr>
            <a:spLocks noGrp="1"/>
          </p:cNvSpPr>
          <p:nvPr>
            <p:ph type="sldNum" sz="quarter" idx="12"/>
          </p:nvPr>
        </p:nvSpPr>
        <p:spPr/>
        <p:txBody>
          <a:bodyPr/>
          <a:lstStyle/>
          <a:p>
            <a:pPr>
              <a:defRPr/>
            </a:pPr>
            <a:fld id="{3E25BD93-F1CB-4E8F-80E9-0A43E107C8EF}" type="slidenum">
              <a:rPr lang="en-US" smtClean="0"/>
              <a:pPr>
                <a:defRPr/>
              </a:pPr>
              <a:t>‹#›</a:t>
            </a:fld>
            <a:endParaRPr lang="en-US"/>
          </a:p>
        </p:txBody>
      </p:sp>
    </p:spTree>
    <p:extLst>
      <p:ext uri="{BB962C8B-B14F-4D97-AF65-F5344CB8AC3E}">
        <p14:creationId xmlns:p14="http://schemas.microsoft.com/office/powerpoint/2010/main" val="16927934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E57ED-008A-B56F-06BF-94F18CA32F11}"/>
              </a:ext>
            </a:extLst>
          </p:cNvPr>
          <p:cNvSpPr>
            <a:spLocks noGrp="1"/>
          </p:cNvSpPr>
          <p:nvPr>
            <p:ph type="title"/>
          </p:nvPr>
        </p:nvSpPr>
        <p:spPr>
          <a:xfrm>
            <a:off x="629841" y="365126"/>
            <a:ext cx="78867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BD1D5FD-A237-6BED-048E-350C83C17BA0}"/>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B6EB0F4F-CFBE-8BBF-6CEB-18922A75E63F}"/>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D9B8C09-80EF-55DF-5457-AF6860C0D388}"/>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A871CD6F-6654-0395-EFB7-4D953C171637}"/>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921D1BF-0E56-BCA5-08C8-55F55BEC850C}"/>
              </a:ext>
            </a:extLst>
          </p:cNvPr>
          <p:cNvSpPr>
            <a:spLocks noGrp="1"/>
          </p:cNvSpPr>
          <p:nvPr>
            <p:ph type="dt" sz="half" idx="10"/>
          </p:nvPr>
        </p:nvSpPr>
        <p:spPr/>
        <p:txBody>
          <a:bodyPr/>
          <a:lstStyle/>
          <a:p>
            <a:pPr>
              <a:defRPr/>
            </a:pPr>
            <a:endParaRPr lang="en-US"/>
          </a:p>
        </p:txBody>
      </p:sp>
      <p:sp>
        <p:nvSpPr>
          <p:cNvPr id="8" name="Footer Placeholder 7">
            <a:extLst>
              <a:ext uri="{FF2B5EF4-FFF2-40B4-BE49-F238E27FC236}">
                <a16:creationId xmlns:a16="http://schemas.microsoft.com/office/drawing/2014/main" id="{B7AA6B77-D87F-832C-6300-D03B19929405}"/>
              </a:ext>
            </a:extLst>
          </p:cNvPr>
          <p:cNvSpPr>
            <a:spLocks noGrp="1"/>
          </p:cNvSpPr>
          <p:nvPr>
            <p:ph type="ftr" sz="quarter" idx="11"/>
          </p:nvPr>
        </p:nvSpPr>
        <p:spPr/>
        <p:txBody>
          <a:bodyPr/>
          <a:lstStyle/>
          <a:p>
            <a:pPr>
              <a:defRPr/>
            </a:pPr>
            <a:endParaRPr lang="en-US"/>
          </a:p>
        </p:txBody>
      </p:sp>
      <p:sp>
        <p:nvSpPr>
          <p:cNvPr id="9" name="Slide Number Placeholder 8">
            <a:extLst>
              <a:ext uri="{FF2B5EF4-FFF2-40B4-BE49-F238E27FC236}">
                <a16:creationId xmlns:a16="http://schemas.microsoft.com/office/drawing/2014/main" id="{CF597BFD-0F6B-5AFB-A122-25B6EFEA099A}"/>
              </a:ext>
            </a:extLst>
          </p:cNvPr>
          <p:cNvSpPr>
            <a:spLocks noGrp="1"/>
          </p:cNvSpPr>
          <p:nvPr>
            <p:ph type="sldNum" sz="quarter" idx="12"/>
          </p:nvPr>
        </p:nvSpPr>
        <p:spPr/>
        <p:txBody>
          <a:bodyPr/>
          <a:lstStyle/>
          <a:p>
            <a:pPr>
              <a:defRPr/>
            </a:pPr>
            <a:fld id="{24E45889-D3CE-4D62-91D5-BEA0F8918102}" type="slidenum">
              <a:rPr lang="en-US" smtClean="0"/>
              <a:pPr>
                <a:defRPr/>
              </a:pPr>
              <a:t>‹#›</a:t>
            </a:fld>
            <a:endParaRPr lang="en-US"/>
          </a:p>
        </p:txBody>
      </p:sp>
    </p:spTree>
    <p:extLst>
      <p:ext uri="{BB962C8B-B14F-4D97-AF65-F5344CB8AC3E}">
        <p14:creationId xmlns:p14="http://schemas.microsoft.com/office/powerpoint/2010/main" val="27969988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B6F9A-B72C-A4F2-1F06-7244E92AAF6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98A040D-4A86-1395-CBB6-511EEF5E693D}"/>
              </a:ext>
            </a:extLst>
          </p:cNvPr>
          <p:cNvSpPr>
            <a:spLocks noGrp="1"/>
          </p:cNvSpPr>
          <p:nvPr>
            <p:ph type="dt" sz="half" idx="10"/>
          </p:nvPr>
        </p:nvSpPr>
        <p:spPr/>
        <p:txBody>
          <a:bodyPr/>
          <a:lstStyle/>
          <a:p>
            <a:pPr>
              <a:defRPr/>
            </a:pPr>
            <a:endParaRPr lang="en-US"/>
          </a:p>
        </p:txBody>
      </p:sp>
      <p:sp>
        <p:nvSpPr>
          <p:cNvPr id="4" name="Footer Placeholder 3">
            <a:extLst>
              <a:ext uri="{FF2B5EF4-FFF2-40B4-BE49-F238E27FC236}">
                <a16:creationId xmlns:a16="http://schemas.microsoft.com/office/drawing/2014/main" id="{AF0EE93A-8C4A-65C0-A17C-A4A5978E7E87}"/>
              </a:ext>
            </a:extLst>
          </p:cNvPr>
          <p:cNvSpPr>
            <a:spLocks noGrp="1"/>
          </p:cNvSpPr>
          <p:nvPr>
            <p:ph type="ftr" sz="quarter" idx="11"/>
          </p:nvPr>
        </p:nvSpPr>
        <p:spPr/>
        <p:txBody>
          <a:bodyPr/>
          <a:lstStyle/>
          <a:p>
            <a:pPr>
              <a:defRPr/>
            </a:pPr>
            <a:endParaRPr lang="en-US"/>
          </a:p>
        </p:txBody>
      </p:sp>
      <p:sp>
        <p:nvSpPr>
          <p:cNvPr id="5" name="Slide Number Placeholder 4">
            <a:extLst>
              <a:ext uri="{FF2B5EF4-FFF2-40B4-BE49-F238E27FC236}">
                <a16:creationId xmlns:a16="http://schemas.microsoft.com/office/drawing/2014/main" id="{EFA862C2-C5F4-96D2-374A-3AB0B2FCFD1C}"/>
              </a:ext>
            </a:extLst>
          </p:cNvPr>
          <p:cNvSpPr>
            <a:spLocks noGrp="1"/>
          </p:cNvSpPr>
          <p:nvPr>
            <p:ph type="sldNum" sz="quarter" idx="12"/>
          </p:nvPr>
        </p:nvSpPr>
        <p:spPr/>
        <p:txBody>
          <a:bodyPr/>
          <a:lstStyle/>
          <a:p>
            <a:pPr>
              <a:defRPr/>
            </a:pPr>
            <a:fld id="{2C7CD2AD-4955-400B-8C57-3ABE06FC16E8}" type="slidenum">
              <a:rPr lang="en-US" smtClean="0"/>
              <a:pPr>
                <a:defRPr/>
              </a:pPr>
              <a:t>‹#›</a:t>
            </a:fld>
            <a:endParaRPr lang="en-US"/>
          </a:p>
        </p:txBody>
      </p:sp>
    </p:spTree>
    <p:extLst>
      <p:ext uri="{BB962C8B-B14F-4D97-AF65-F5344CB8AC3E}">
        <p14:creationId xmlns:p14="http://schemas.microsoft.com/office/powerpoint/2010/main" val="30040248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25A47C6-A159-C612-8B12-ADACF758AE07}"/>
              </a:ext>
            </a:extLst>
          </p:cNvPr>
          <p:cNvSpPr>
            <a:spLocks noGrp="1"/>
          </p:cNvSpPr>
          <p:nvPr>
            <p:ph type="dt" sz="half" idx="10"/>
          </p:nvPr>
        </p:nvSpPr>
        <p:spPr/>
        <p:txBody>
          <a:bodyPr/>
          <a:lstStyle/>
          <a:p>
            <a:pPr>
              <a:defRPr/>
            </a:pPr>
            <a:endParaRPr lang="en-US"/>
          </a:p>
        </p:txBody>
      </p:sp>
      <p:sp>
        <p:nvSpPr>
          <p:cNvPr id="3" name="Footer Placeholder 2">
            <a:extLst>
              <a:ext uri="{FF2B5EF4-FFF2-40B4-BE49-F238E27FC236}">
                <a16:creationId xmlns:a16="http://schemas.microsoft.com/office/drawing/2014/main" id="{7B7AE193-A1DD-AB31-2C35-7AC6CFF9B3F0}"/>
              </a:ext>
            </a:extLst>
          </p:cNvPr>
          <p:cNvSpPr>
            <a:spLocks noGrp="1"/>
          </p:cNvSpPr>
          <p:nvPr>
            <p:ph type="ftr" sz="quarter" idx="11"/>
          </p:nvPr>
        </p:nvSpPr>
        <p:spPr/>
        <p:txBody>
          <a:bodyPr/>
          <a:lstStyle/>
          <a:p>
            <a:pPr>
              <a:defRPr/>
            </a:pPr>
            <a:endParaRPr lang="en-US"/>
          </a:p>
        </p:txBody>
      </p:sp>
      <p:sp>
        <p:nvSpPr>
          <p:cNvPr id="4" name="Slide Number Placeholder 3">
            <a:extLst>
              <a:ext uri="{FF2B5EF4-FFF2-40B4-BE49-F238E27FC236}">
                <a16:creationId xmlns:a16="http://schemas.microsoft.com/office/drawing/2014/main" id="{7FA1F020-C747-3308-E59E-80A8538F4D45}"/>
              </a:ext>
            </a:extLst>
          </p:cNvPr>
          <p:cNvSpPr>
            <a:spLocks noGrp="1"/>
          </p:cNvSpPr>
          <p:nvPr>
            <p:ph type="sldNum" sz="quarter" idx="12"/>
          </p:nvPr>
        </p:nvSpPr>
        <p:spPr/>
        <p:txBody>
          <a:bodyPr/>
          <a:lstStyle/>
          <a:p>
            <a:pPr>
              <a:defRPr/>
            </a:pPr>
            <a:fld id="{8021CD6F-4286-4527-A08C-4D3E10FE5C9F}" type="slidenum">
              <a:rPr lang="en-US" smtClean="0"/>
              <a:pPr>
                <a:defRPr/>
              </a:pPr>
              <a:t>‹#›</a:t>
            </a:fld>
            <a:endParaRPr lang="en-US"/>
          </a:p>
        </p:txBody>
      </p:sp>
    </p:spTree>
    <p:extLst>
      <p:ext uri="{BB962C8B-B14F-4D97-AF65-F5344CB8AC3E}">
        <p14:creationId xmlns:p14="http://schemas.microsoft.com/office/powerpoint/2010/main" val="17870160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B94B1-D716-7270-266D-AEA5CD591308}"/>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5632AB0-1B32-DFB9-4914-70114084CF95}"/>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781736D-4DDD-B7E8-4252-520D10CB21B1}"/>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54311926-BA3C-2AAA-3DD7-86E4CDB4CBFE}"/>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FE7320C1-A101-FD9C-794D-7BE3ADB8DF15}"/>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E67E43D7-C9EE-C9BE-5731-877C275AE997}"/>
              </a:ext>
            </a:extLst>
          </p:cNvPr>
          <p:cNvSpPr>
            <a:spLocks noGrp="1"/>
          </p:cNvSpPr>
          <p:nvPr>
            <p:ph type="sldNum" sz="quarter" idx="12"/>
          </p:nvPr>
        </p:nvSpPr>
        <p:spPr/>
        <p:txBody>
          <a:bodyPr/>
          <a:lstStyle/>
          <a:p>
            <a:pPr>
              <a:defRPr/>
            </a:pPr>
            <a:fld id="{0C4E226B-D5DB-4065-B5DE-97FD057F8E85}" type="slidenum">
              <a:rPr lang="en-US" smtClean="0"/>
              <a:pPr>
                <a:defRPr/>
              </a:pPr>
              <a:t>‹#›</a:t>
            </a:fld>
            <a:endParaRPr lang="en-US"/>
          </a:p>
        </p:txBody>
      </p:sp>
    </p:spTree>
    <p:extLst>
      <p:ext uri="{BB962C8B-B14F-4D97-AF65-F5344CB8AC3E}">
        <p14:creationId xmlns:p14="http://schemas.microsoft.com/office/powerpoint/2010/main" val="37417094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90B97-C641-F00F-2C28-1382797A312F}"/>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AA6A849-149D-7D28-0915-A56AF40D01EA}"/>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IN"/>
          </a:p>
        </p:txBody>
      </p:sp>
      <p:sp>
        <p:nvSpPr>
          <p:cNvPr id="4" name="Text Placeholder 3">
            <a:extLst>
              <a:ext uri="{FF2B5EF4-FFF2-40B4-BE49-F238E27FC236}">
                <a16:creationId xmlns:a16="http://schemas.microsoft.com/office/drawing/2014/main" id="{52E9F361-3D11-20DD-8241-3FCAE4A46D86}"/>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08EF19EF-7D8B-5754-41AC-83A7DED0378B}"/>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B2E26B0B-A88B-92FB-A105-FD3CCDF57C73}"/>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691DD99C-70D4-6DB3-6807-CF68F39E4755}"/>
              </a:ext>
            </a:extLst>
          </p:cNvPr>
          <p:cNvSpPr>
            <a:spLocks noGrp="1"/>
          </p:cNvSpPr>
          <p:nvPr>
            <p:ph type="sldNum" sz="quarter" idx="12"/>
          </p:nvPr>
        </p:nvSpPr>
        <p:spPr/>
        <p:txBody>
          <a:bodyPr/>
          <a:lstStyle/>
          <a:p>
            <a:pPr>
              <a:defRPr/>
            </a:pPr>
            <a:fld id="{03177C91-4FF9-4713-9602-F1BC26582132}" type="slidenum">
              <a:rPr lang="en-US" smtClean="0"/>
              <a:pPr>
                <a:defRPr/>
              </a:pPr>
              <a:t>‹#›</a:t>
            </a:fld>
            <a:endParaRPr lang="en-US"/>
          </a:p>
        </p:txBody>
      </p:sp>
    </p:spTree>
    <p:extLst>
      <p:ext uri="{BB962C8B-B14F-4D97-AF65-F5344CB8AC3E}">
        <p14:creationId xmlns:p14="http://schemas.microsoft.com/office/powerpoint/2010/main" val="13864632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88A52-F321-ADFF-B443-5FE6D6A9E43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F98F5F5-7E1A-D164-C05C-9D69B8D613A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292AD9E-8E64-296E-C8CB-B7CA3C55EB2C}"/>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E16960E1-0285-8C47-8655-A6D860A37737}"/>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EC57C3EF-0AF8-E027-07EE-2D5E946A6524}"/>
              </a:ext>
            </a:extLst>
          </p:cNvPr>
          <p:cNvSpPr>
            <a:spLocks noGrp="1"/>
          </p:cNvSpPr>
          <p:nvPr>
            <p:ph type="sldNum" sz="quarter" idx="12"/>
          </p:nvPr>
        </p:nvSpPr>
        <p:spPr/>
        <p:txBody>
          <a:bodyPr/>
          <a:lstStyle/>
          <a:p>
            <a:pPr>
              <a:defRPr/>
            </a:pPr>
            <a:fld id="{1028BCE2-90CC-4814-B65E-DCF8DBC50354}" type="slidenum">
              <a:rPr lang="en-US" smtClean="0"/>
              <a:pPr>
                <a:defRPr/>
              </a:pPr>
              <a:t>‹#›</a:t>
            </a:fld>
            <a:endParaRPr lang="en-US"/>
          </a:p>
        </p:txBody>
      </p:sp>
    </p:spTree>
    <p:extLst>
      <p:ext uri="{BB962C8B-B14F-4D97-AF65-F5344CB8AC3E}">
        <p14:creationId xmlns:p14="http://schemas.microsoft.com/office/powerpoint/2010/main" val="447006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BD0206E-6B44-1E45-4CE3-F8AB533D4E50}"/>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EC46A0E-948A-A6CB-BEF4-05255EACC088}"/>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3BE1760-10E6-50C2-6718-30EE8AC834FC}"/>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6718B169-9A1E-F795-7548-39B40F4AA44F}"/>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9704D328-977E-AA38-920E-9D3F45F066F2}"/>
              </a:ext>
            </a:extLst>
          </p:cNvPr>
          <p:cNvSpPr>
            <a:spLocks noGrp="1"/>
          </p:cNvSpPr>
          <p:nvPr>
            <p:ph type="sldNum" sz="quarter" idx="12"/>
          </p:nvPr>
        </p:nvSpPr>
        <p:spPr/>
        <p:txBody>
          <a:bodyPr/>
          <a:lstStyle/>
          <a:p>
            <a:pPr>
              <a:defRPr/>
            </a:pPr>
            <a:fld id="{CCDA8E0B-6A8F-4DCF-AEF1-3E21DF7AC6E5}" type="slidenum">
              <a:rPr lang="en-US" smtClean="0"/>
              <a:pPr>
                <a:defRPr/>
              </a:pPr>
              <a:t>‹#›</a:t>
            </a:fld>
            <a:endParaRPr lang="en-US"/>
          </a:p>
        </p:txBody>
      </p:sp>
    </p:spTree>
    <p:extLst>
      <p:ext uri="{BB962C8B-B14F-4D97-AF65-F5344CB8AC3E}">
        <p14:creationId xmlns:p14="http://schemas.microsoft.com/office/powerpoint/2010/main" val="16794717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8DF4C6F-46BE-C765-FD5B-1E997D350BDD}"/>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1628E95-3970-8EC5-93F4-88A2996F7393}"/>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08D38BE-875A-3A1C-94FB-439045E7AA88}"/>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endParaRPr lang="en-US"/>
          </a:p>
        </p:txBody>
      </p:sp>
      <p:sp>
        <p:nvSpPr>
          <p:cNvPr id="5" name="Footer Placeholder 4">
            <a:extLst>
              <a:ext uri="{FF2B5EF4-FFF2-40B4-BE49-F238E27FC236}">
                <a16:creationId xmlns:a16="http://schemas.microsoft.com/office/drawing/2014/main" id="{98BC94FB-EFB2-6641-808B-FB84C503A28F}"/>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endParaRPr lang="en-US"/>
          </a:p>
        </p:txBody>
      </p:sp>
      <p:sp>
        <p:nvSpPr>
          <p:cNvPr id="6" name="Slide Number Placeholder 5">
            <a:extLst>
              <a:ext uri="{FF2B5EF4-FFF2-40B4-BE49-F238E27FC236}">
                <a16:creationId xmlns:a16="http://schemas.microsoft.com/office/drawing/2014/main" id="{6DD5D862-92C0-92C0-F50A-3AB8CE8B14B1}"/>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159FF940-99A9-44A3-9649-F974F07A955B}" type="slidenum">
              <a:rPr lang="en-US" smtClean="0"/>
              <a:pPr>
                <a:defRPr/>
              </a:pPr>
              <a:t>‹#›</a:t>
            </a:fld>
            <a:endParaRPr lang="en-US"/>
          </a:p>
        </p:txBody>
      </p:sp>
    </p:spTree>
    <p:extLst>
      <p:ext uri="{BB962C8B-B14F-4D97-AF65-F5344CB8AC3E}">
        <p14:creationId xmlns:p14="http://schemas.microsoft.com/office/powerpoint/2010/main" val="2270506419"/>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24F4DC-BCB5-E07A-C498-61583EBE0B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37C266-21E9-944D-62D9-DE004867C720}"/>
              </a:ext>
            </a:extLst>
          </p:cNvPr>
          <p:cNvSpPr>
            <a:spLocks noGrp="1"/>
          </p:cNvSpPr>
          <p:nvPr>
            <p:ph type="title"/>
          </p:nvPr>
        </p:nvSpPr>
        <p:spPr/>
        <p:txBody>
          <a:bodyPr/>
          <a:lstStyle/>
          <a:p>
            <a:endParaRPr lang="en-IN" dirty="0"/>
          </a:p>
        </p:txBody>
      </p:sp>
      <p:pic>
        <p:nvPicPr>
          <p:cNvPr id="7" name="Content Placeholder 6">
            <a:extLst>
              <a:ext uri="{FF2B5EF4-FFF2-40B4-BE49-F238E27FC236}">
                <a16:creationId xmlns:a16="http://schemas.microsoft.com/office/drawing/2014/main" id="{66A56BDC-D3F7-3539-1DA7-E31F5729C2CD}"/>
              </a:ext>
            </a:extLst>
          </p:cNvPr>
          <p:cNvPicPr>
            <a:picLocks noGrp="1" noChangeAspect="1"/>
          </p:cNvPicPr>
          <p:nvPr>
            <p:ph idx="1"/>
          </p:nvPr>
        </p:nvPicPr>
        <p:blipFill>
          <a:blip r:embed="rId3"/>
          <a:stretch>
            <a:fillRect/>
          </a:stretch>
        </p:blipFill>
        <p:spPr>
          <a:xfrm>
            <a:off x="629682" y="2392065"/>
            <a:ext cx="8244710" cy="3766789"/>
          </a:xfrm>
          <a:prstGeom prst="rect">
            <a:avLst/>
          </a:prstGeom>
        </p:spPr>
      </p:pic>
      <p:pic>
        <p:nvPicPr>
          <p:cNvPr id="5" name="Picture 4">
            <a:extLst>
              <a:ext uri="{FF2B5EF4-FFF2-40B4-BE49-F238E27FC236}">
                <a16:creationId xmlns:a16="http://schemas.microsoft.com/office/drawing/2014/main" id="{CBC050BE-8773-2537-22CA-77820C7F05C4}"/>
              </a:ext>
            </a:extLst>
          </p:cNvPr>
          <p:cNvPicPr>
            <a:picLocks noChangeAspect="1"/>
          </p:cNvPicPr>
          <p:nvPr/>
        </p:nvPicPr>
        <p:blipFill>
          <a:blip r:embed="rId4"/>
          <a:stretch>
            <a:fillRect/>
          </a:stretch>
        </p:blipFill>
        <p:spPr>
          <a:xfrm>
            <a:off x="628650" y="365126"/>
            <a:ext cx="7436232" cy="1206562"/>
          </a:xfrm>
          <a:prstGeom prst="rect">
            <a:avLst/>
          </a:prstGeom>
        </p:spPr>
      </p:pic>
    </p:spTree>
    <p:extLst>
      <p:ext uri="{BB962C8B-B14F-4D97-AF65-F5344CB8AC3E}">
        <p14:creationId xmlns:p14="http://schemas.microsoft.com/office/powerpoint/2010/main" val="17309780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97E50-7FD2-9FC1-A88A-791C2D986C2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D7AB4D5-095D-C493-1551-4C2E9EBF4ECD}"/>
              </a:ext>
            </a:extLst>
          </p:cNvPr>
          <p:cNvPicPr>
            <a:picLocks noChangeAspect="1"/>
          </p:cNvPicPr>
          <p:nvPr/>
        </p:nvPicPr>
        <p:blipFill>
          <a:blip r:embed="rId3"/>
          <a:stretch>
            <a:fillRect/>
          </a:stretch>
        </p:blipFill>
        <p:spPr>
          <a:xfrm>
            <a:off x="424260" y="980329"/>
            <a:ext cx="8552962" cy="4897341"/>
          </a:xfrm>
          <a:prstGeom prst="rect">
            <a:avLst/>
          </a:prstGeom>
        </p:spPr>
      </p:pic>
    </p:spTree>
    <p:extLst>
      <p:ext uri="{BB962C8B-B14F-4D97-AF65-F5344CB8AC3E}">
        <p14:creationId xmlns:p14="http://schemas.microsoft.com/office/powerpoint/2010/main" val="5097632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D09F2-47D3-9D84-99C9-19FA9ECE1A4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A0FA5ED-ACF4-0B88-C1C7-BBCE88AC4A35}"/>
              </a:ext>
            </a:extLst>
          </p:cNvPr>
          <p:cNvPicPr>
            <a:picLocks noChangeAspect="1"/>
          </p:cNvPicPr>
          <p:nvPr/>
        </p:nvPicPr>
        <p:blipFill>
          <a:blip r:embed="rId3"/>
          <a:stretch>
            <a:fillRect/>
          </a:stretch>
        </p:blipFill>
        <p:spPr>
          <a:xfrm>
            <a:off x="501070" y="228435"/>
            <a:ext cx="8082297" cy="4698359"/>
          </a:xfrm>
          <a:prstGeom prst="rect">
            <a:avLst/>
          </a:prstGeom>
        </p:spPr>
      </p:pic>
    </p:spTree>
    <p:extLst>
      <p:ext uri="{BB962C8B-B14F-4D97-AF65-F5344CB8AC3E}">
        <p14:creationId xmlns:p14="http://schemas.microsoft.com/office/powerpoint/2010/main" val="24760025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862D2-8EF1-60BC-1C0B-8D1CC919DF9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066EDCD-7B79-B12A-E864-48F2BF143605}"/>
              </a:ext>
            </a:extLst>
          </p:cNvPr>
          <p:cNvPicPr>
            <a:picLocks noChangeAspect="1"/>
          </p:cNvPicPr>
          <p:nvPr/>
        </p:nvPicPr>
        <p:blipFill>
          <a:blip r:embed="rId2"/>
          <a:stretch>
            <a:fillRect/>
          </a:stretch>
        </p:blipFill>
        <p:spPr>
          <a:xfrm>
            <a:off x="424260" y="1278319"/>
            <a:ext cx="8425444" cy="3802095"/>
          </a:xfrm>
          <a:prstGeom prst="rect">
            <a:avLst/>
          </a:prstGeom>
        </p:spPr>
      </p:pic>
    </p:spTree>
    <p:extLst>
      <p:ext uri="{BB962C8B-B14F-4D97-AF65-F5344CB8AC3E}">
        <p14:creationId xmlns:p14="http://schemas.microsoft.com/office/powerpoint/2010/main" val="29752278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EF43C-FC81-CE34-C69C-74825BB381B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619BD5A-BC82-D27F-0887-AEA0671A3F01}"/>
              </a:ext>
            </a:extLst>
          </p:cNvPr>
          <p:cNvPicPr>
            <a:picLocks noChangeAspect="1"/>
          </p:cNvPicPr>
          <p:nvPr/>
        </p:nvPicPr>
        <p:blipFill>
          <a:blip r:embed="rId3"/>
          <a:stretch>
            <a:fillRect/>
          </a:stretch>
        </p:blipFill>
        <p:spPr>
          <a:xfrm>
            <a:off x="15505" y="356600"/>
            <a:ext cx="4572235" cy="3219615"/>
          </a:xfrm>
          <a:prstGeom prst="rect">
            <a:avLst/>
          </a:prstGeom>
        </p:spPr>
      </p:pic>
      <p:pic>
        <p:nvPicPr>
          <p:cNvPr id="5" name="Picture 4">
            <a:extLst>
              <a:ext uri="{FF2B5EF4-FFF2-40B4-BE49-F238E27FC236}">
                <a16:creationId xmlns:a16="http://schemas.microsoft.com/office/drawing/2014/main" id="{376DC7C0-1886-C33A-C3D7-F20BC7224DB5}"/>
              </a:ext>
            </a:extLst>
          </p:cNvPr>
          <p:cNvPicPr>
            <a:picLocks noChangeAspect="1"/>
          </p:cNvPicPr>
          <p:nvPr/>
        </p:nvPicPr>
        <p:blipFill>
          <a:blip r:embed="rId4"/>
          <a:stretch>
            <a:fillRect/>
          </a:stretch>
        </p:blipFill>
        <p:spPr>
          <a:xfrm>
            <a:off x="4614019" y="348096"/>
            <a:ext cx="4540483" cy="2254366"/>
          </a:xfrm>
          <a:prstGeom prst="rect">
            <a:avLst/>
          </a:prstGeom>
        </p:spPr>
      </p:pic>
      <p:pic>
        <p:nvPicPr>
          <p:cNvPr id="7" name="Picture 6">
            <a:extLst>
              <a:ext uri="{FF2B5EF4-FFF2-40B4-BE49-F238E27FC236}">
                <a16:creationId xmlns:a16="http://schemas.microsoft.com/office/drawing/2014/main" id="{C1D7A095-D463-5F24-CF89-1FA72A062098}"/>
              </a:ext>
            </a:extLst>
          </p:cNvPr>
          <p:cNvPicPr>
            <a:picLocks noChangeAspect="1"/>
          </p:cNvPicPr>
          <p:nvPr/>
        </p:nvPicPr>
        <p:blipFill>
          <a:blip r:embed="rId5"/>
          <a:stretch>
            <a:fillRect/>
          </a:stretch>
        </p:blipFill>
        <p:spPr>
          <a:xfrm>
            <a:off x="923525" y="4081884"/>
            <a:ext cx="6951305" cy="2766007"/>
          </a:xfrm>
          <a:prstGeom prst="rect">
            <a:avLst/>
          </a:prstGeom>
        </p:spPr>
      </p:pic>
    </p:spTree>
    <p:extLst>
      <p:ext uri="{BB962C8B-B14F-4D97-AF65-F5344CB8AC3E}">
        <p14:creationId xmlns:p14="http://schemas.microsoft.com/office/powerpoint/2010/main" val="8384992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8B350-57F5-843C-59C5-B36D4A5E157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8BF50CF-A19A-886E-1067-8F07D28EFFB5}"/>
              </a:ext>
            </a:extLst>
          </p:cNvPr>
          <p:cNvPicPr>
            <a:picLocks noChangeAspect="1"/>
          </p:cNvPicPr>
          <p:nvPr/>
        </p:nvPicPr>
        <p:blipFill>
          <a:blip r:embed="rId3"/>
          <a:stretch>
            <a:fillRect/>
          </a:stretch>
        </p:blipFill>
        <p:spPr>
          <a:xfrm>
            <a:off x="347450" y="471814"/>
            <a:ext cx="8141860" cy="5465549"/>
          </a:xfrm>
          <a:prstGeom prst="rect">
            <a:avLst/>
          </a:prstGeom>
        </p:spPr>
      </p:pic>
    </p:spTree>
    <p:extLst>
      <p:ext uri="{BB962C8B-B14F-4D97-AF65-F5344CB8AC3E}">
        <p14:creationId xmlns:p14="http://schemas.microsoft.com/office/powerpoint/2010/main" val="3385583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9D7C59-4DC4-CC01-22C6-EB27C435918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C746F4A-5BF2-EC8F-3164-DA6034E49B05}"/>
              </a:ext>
            </a:extLst>
          </p:cNvPr>
          <p:cNvPicPr>
            <a:picLocks noChangeAspect="1"/>
          </p:cNvPicPr>
          <p:nvPr/>
        </p:nvPicPr>
        <p:blipFill>
          <a:blip r:embed="rId3"/>
          <a:stretch>
            <a:fillRect/>
          </a:stretch>
        </p:blipFill>
        <p:spPr>
          <a:xfrm>
            <a:off x="539475" y="471814"/>
            <a:ext cx="7834620" cy="6163393"/>
          </a:xfrm>
          <a:prstGeom prst="rect">
            <a:avLst/>
          </a:prstGeom>
        </p:spPr>
      </p:pic>
    </p:spTree>
    <p:extLst>
      <p:ext uri="{BB962C8B-B14F-4D97-AF65-F5344CB8AC3E}">
        <p14:creationId xmlns:p14="http://schemas.microsoft.com/office/powerpoint/2010/main" val="40665786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F013F0-7730-70C5-9A3F-5EF8925DB9D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868C37F-225B-79E5-D0B0-D556A742B3FD}"/>
              </a:ext>
            </a:extLst>
          </p:cNvPr>
          <p:cNvPicPr>
            <a:picLocks noChangeAspect="1"/>
          </p:cNvPicPr>
          <p:nvPr/>
        </p:nvPicPr>
        <p:blipFill>
          <a:blip r:embed="rId3"/>
          <a:stretch>
            <a:fillRect/>
          </a:stretch>
        </p:blipFill>
        <p:spPr>
          <a:xfrm>
            <a:off x="309045" y="471815"/>
            <a:ext cx="8369182" cy="3840500"/>
          </a:xfrm>
          <a:prstGeom prst="rect">
            <a:avLst/>
          </a:prstGeom>
        </p:spPr>
      </p:pic>
    </p:spTree>
    <p:extLst>
      <p:ext uri="{BB962C8B-B14F-4D97-AF65-F5344CB8AC3E}">
        <p14:creationId xmlns:p14="http://schemas.microsoft.com/office/powerpoint/2010/main" val="25518429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3" name="TextBox 2">
            <a:extLst>
              <a:ext uri="{FF2B5EF4-FFF2-40B4-BE49-F238E27FC236}">
                <a16:creationId xmlns:a16="http://schemas.microsoft.com/office/drawing/2014/main" id="{8356558D-B9C7-6CF9-24F5-01D95DD69E9B}"/>
              </a:ext>
            </a:extLst>
          </p:cNvPr>
          <p:cNvSpPr txBox="1"/>
          <p:nvPr/>
        </p:nvSpPr>
        <p:spPr>
          <a:xfrm>
            <a:off x="462665" y="1337330"/>
            <a:ext cx="7988240" cy="4247317"/>
          </a:xfrm>
          <a:prstGeom prst="rect">
            <a:avLst/>
          </a:prstGeom>
          <a:noFill/>
        </p:spPr>
        <p:txBody>
          <a:bodyPr wrap="square">
            <a:spAutoFit/>
          </a:bodyPr>
          <a:lstStyle/>
          <a:p>
            <a:pPr algn="just"/>
            <a:r>
              <a:rPr lang="en-US" sz="1800" b="0" i="0" u="none" strike="noStrike" baseline="0" dirty="0">
                <a:latin typeface="+mn-lt"/>
              </a:rPr>
              <a:t>Through the use </a:t>
            </a:r>
            <a:r>
              <a:rPr lang="en-US" sz="1800" b="1" i="0" u="none" strike="noStrike" baseline="0" dirty="0">
                <a:latin typeface="+mn-lt"/>
              </a:rPr>
              <a:t>of generics</a:t>
            </a:r>
            <a:r>
              <a:rPr lang="en-US" sz="1800" b="0" i="0" u="none" strike="noStrike" baseline="0" dirty="0">
                <a:latin typeface="+mn-lt"/>
              </a:rPr>
              <a:t>, it is possible to </a:t>
            </a:r>
            <a:r>
              <a:rPr lang="en-US" sz="1800" b="1" i="0" u="none" strike="noStrike" baseline="0" dirty="0">
                <a:latin typeface="+mn-lt"/>
              </a:rPr>
              <a:t>create classes, interfaces, and methods </a:t>
            </a:r>
            <a:r>
              <a:rPr lang="en-US" sz="1800" b="0" i="0" u="none" strike="noStrike" baseline="0" dirty="0">
                <a:latin typeface="+mn-lt"/>
              </a:rPr>
              <a:t>that will work in a type-safe manner with various kinds of data.</a:t>
            </a:r>
          </a:p>
          <a:p>
            <a:pPr algn="just"/>
            <a:endParaRPr lang="en-US" sz="1800" dirty="0">
              <a:latin typeface="+mn-lt"/>
            </a:endParaRPr>
          </a:p>
          <a:p>
            <a:pPr algn="just"/>
            <a:r>
              <a:rPr lang="en-US" sz="1800" b="0" i="0" u="none" strike="noStrike" baseline="0" dirty="0">
                <a:latin typeface="+mn-lt"/>
              </a:rPr>
              <a:t>With generics, you can define an algorithm once, independently of any specific type of data, and then apply that algorithm to a wide variety of data types without any additional </a:t>
            </a:r>
            <a:r>
              <a:rPr lang="en-IN" sz="1800" b="0" i="0" u="none" strike="noStrike" baseline="0" dirty="0">
                <a:latin typeface="+mn-lt"/>
              </a:rPr>
              <a:t>effort.</a:t>
            </a:r>
          </a:p>
          <a:p>
            <a:pPr algn="just"/>
            <a:endParaRPr lang="en-IN" sz="1800" dirty="0">
              <a:latin typeface="+mn-lt"/>
            </a:endParaRPr>
          </a:p>
          <a:p>
            <a:pPr algn="just"/>
            <a:r>
              <a:rPr lang="en-US" sz="1800" b="0" i="0" u="none" strike="noStrike" baseline="0" dirty="0">
                <a:latin typeface="Palatino-Roman"/>
              </a:rPr>
              <a:t>Perhaps the one feature of Java that has been most significantly affected by generics is </a:t>
            </a:r>
            <a:r>
              <a:rPr lang="en-IN" sz="1800" b="0" i="0" u="none" strike="noStrike" baseline="0" dirty="0">
                <a:latin typeface="Palatino-Roman"/>
              </a:rPr>
              <a:t>the </a:t>
            </a:r>
            <a:r>
              <a:rPr lang="en-IN" sz="1800" b="0" i="1" u="none" strike="noStrike" baseline="0" dirty="0">
                <a:latin typeface="Palatino-Italic"/>
              </a:rPr>
              <a:t>Collections Framework.</a:t>
            </a:r>
          </a:p>
          <a:p>
            <a:pPr algn="just"/>
            <a:endParaRPr lang="en-IN" i="1" dirty="0">
              <a:latin typeface="Palatino-Italic"/>
            </a:endParaRPr>
          </a:p>
          <a:p>
            <a:pPr algn="just"/>
            <a:endParaRPr lang="en-IN" sz="1800" i="1" dirty="0">
              <a:latin typeface="Palatino-Italic"/>
            </a:endParaRPr>
          </a:p>
          <a:p>
            <a:pPr algn="just"/>
            <a:r>
              <a:rPr lang="en-US" dirty="0">
                <a:latin typeface="Palatino-Roman"/>
              </a:rPr>
              <a:t>With generics, all casts are automatic and implicit.</a:t>
            </a:r>
          </a:p>
          <a:p>
            <a:pPr algn="just"/>
            <a:r>
              <a:rPr lang="en-US" dirty="0">
                <a:solidFill>
                  <a:srgbClr val="FF0000"/>
                </a:solidFill>
                <a:latin typeface="Palatino-Roman"/>
              </a:rPr>
              <a:t>Thus, generics expand your ability to reuse code and let you do so safely and easily.</a:t>
            </a:r>
            <a:endParaRPr lang="en-IN" dirty="0">
              <a:solidFill>
                <a:srgbClr val="FF0000"/>
              </a:solidFill>
            </a:endParaRPr>
          </a:p>
          <a:p>
            <a:pPr algn="just"/>
            <a:endParaRPr lang="en-IN" sz="1800" dirty="0">
              <a:latin typeface="+mn-lt"/>
            </a:endParaRPr>
          </a:p>
        </p:txBody>
      </p:sp>
    </p:spTree>
    <p:extLst>
      <p:ext uri="{BB962C8B-B14F-4D97-AF65-F5344CB8AC3E}">
        <p14:creationId xmlns:p14="http://schemas.microsoft.com/office/powerpoint/2010/main" val="16320270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63DF633-A0F6-BEE3-0EEC-5F7ECED38668}"/>
              </a:ext>
            </a:extLst>
          </p:cNvPr>
          <p:cNvPicPr>
            <a:picLocks noChangeAspect="1"/>
          </p:cNvPicPr>
          <p:nvPr/>
        </p:nvPicPr>
        <p:blipFill>
          <a:blip r:embed="rId3"/>
          <a:stretch>
            <a:fillRect/>
          </a:stretch>
        </p:blipFill>
        <p:spPr>
          <a:xfrm>
            <a:off x="193830" y="202979"/>
            <a:ext cx="5453510" cy="3968943"/>
          </a:xfrm>
          <a:prstGeom prst="rect">
            <a:avLst/>
          </a:prstGeom>
        </p:spPr>
      </p:pic>
      <p:pic>
        <p:nvPicPr>
          <p:cNvPr id="7" name="Picture 6">
            <a:extLst>
              <a:ext uri="{FF2B5EF4-FFF2-40B4-BE49-F238E27FC236}">
                <a16:creationId xmlns:a16="http://schemas.microsoft.com/office/drawing/2014/main" id="{F8EA66C5-D57F-91CD-D60D-39DC20716B13}"/>
              </a:ext>
            </a:extLst>
          </p:cNvPr>
          <p:cNvPicPr>
            <a:picLocks noChangeAspect="1"/>
          </p:cNvPicPr>
          <p:nvPr/>
        </p:nvPicPr>
        <p:blipFill>
          <a:blip r:embed="rId4"/>
          <a:stretch>
            <a:fillRect/>
          </a:stretch>
        </p:blipFill>
        <p:spPr>
          <a:xfrm>
            <a:off x="1269170" y="4504340"/>
            <a:ext cx="7888642" cy="2353660"/>
          </a:xfrm>
          <a:prstGeom prst="rect">
            <a:avLst/>
          </a:prstGeom>
        </p:spPr>
      </p:pic>
    </p:spTree>
    <p:extLst>
      <p:ext uri="{BB962C8B-B14F-4D97-AF65-F5344CB8AC3E}">
        <p14:creationId xmlns:p14="http://schemas.microsoft.com/office/powerpoint/2010/main" val="31401912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3854874-3D25-C9FC-8937-AC25533AE4EC}"/>
              </a:ext>
            </a:extLst>
          </p:cNvPr>
          <p:cNvPicPr>
            <a:picLocks noChangeAspect="1"/>
          </p:cNvPicPr>
          <p:nvPr/>
        </p:nvPicPr>
        <p:blipFill>
          <a:blip r:embed="rId2"/>
          <a:stretch>
            <a:fillRect/>
          </a:stretch>
        </p:blipFill>
        <p:spPr>
          <a:xfrm>
            <a:off x="193830" y="1355130"/>
            <a:ext cx="8410695" cy="3463925"/>
          </a:xfrm>
          <a:prstGeom prst="rect">
            <a:avLst/>
          </a:prstGeom>
        </p:spPr>
      </p:pic>
    </p:spTree>
    <p:extLst>
      <p:ext uri="{BB962C8B-B14F-4D97-AF65-F5344CB8AC3E}">
        <p14:creationId xmlns:p14="http://schemas.microsoft.com/office/powerpoint/2010/main" val="34590054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3769A7-C668-206A-FC1E-643B16F4D1BE}"/>
              </a:ext>
            </a:extLst>
          </p:cNvPr>
          <p:cNvPicPr>
            <a:picLocks noChangeAspect="1"/>
          </p:cNvPicPr>
          <p:nvPr/>
        </p:nvPicPr>
        <p:blipFill>
          <a:blip r:embed="rId3"/>
          <a:stretch>
            <a:fillRect/>
          </a:stretch>
        </p:blipFill>
        <p:spPr>
          <a:xfrm>
            <a:off x="309045" y="202980"/>
            <a:ext cx="8378784" cy="5299890"/>
          </a:xfrm>
          <a:prstGeom prst="rect">
            <a:avLst/>
          </a:prstGeom>
        </p:spPr>
      </p:pic>
    </p:spTree>
    <p:extLst>
      <p:ext uri="{BB962C8B-B14F-4D97-AF65-F5344CB8AC3E}">
        <p14:creationId xmlns:p14="http://schemas.microsoft.com/office/powerpoint/2010/main" val="33488080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5B11A64-4660-0BC4-F825-6B0D96313057}"/>
              </a:ext>
            </a:extLst>
          </p:cNvPr>
          <p:cNvPicPr>
            <a:picLocks noChangeAspect="1"/>
          </p:cNvPicPr>
          <p:nvPr/>
        </p:nvPicPr>
        <p:blipFill>
          <a:blip r:embed="rId3"/>
          <a:stretch>
            <a:fillRect/>
          </a:stretch>
        </p:blipFill>
        <p:spPr>
          <a:xfrm>
            <a:off x="385854" y="548625"/>
            <a:ext cx="7664299" cy="3802095"/>
          </a:xfrm>
          <a:prstGeom prst="rect">
            <a:avLst/>
          </a:prstGeom>
        </p:spPr>
      </p:pic>
    </p:spTree>
    <p:extLst>
      <p:ext uri="{BB962C8B-B14F-4D97-AF65-F5344CB8AC3E}">
        <p14:creationId xmlns:p14="http://schemas.microsoft.com/office/powerpoint/2010/main" val="18176377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ABBF8AB-337B-A0AF-CF5D-7DA801735A2C}"/>
              </a:ext>
            </a:extLst>
          </p:cNvPr>
          <p:cNvPicPr>
            <a:picLocks noChangeAspect="1"/>
          </p:cNvPicPr>
          <p:nvPr/>
        </p:nvPicPr>
        <p:blipFill>
          <a:blip r:embed="rId2"/>
          <a:stretch>
            <a:fillRect/>
          </a:stretch>
        </p:blipFill>
        <p:spPr>
          <a:xfrm>
            <a:off x="385855" y="318195"/>
            <a:ext cx="8380669" cy="4647005"/>
          </a:xfrm>
          <a:prstGeom prst="rect">
            <a:avLst/>
          </a:prstGeom>
        </p:spPr>
      </p:pic>
    </p:spTree>
    <p:extLst>
      <p:ext uri="{BB962C8B-B14F-4D97-AF65-F5344CB8AC3E}">
        <p14:creationId xmlns:p14="http://schemas.microsoft.com/office/powerpoint/2010/main" val="691872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47CBBE2-77B4-0861-ADD2-AB204CEBB073}"/>
              </a:ext>
            </a:extLst>
          </p:cNvPr>
          <p:cNvPicPr>
            <a:picLocks noChangeAspect="1"/>
          </p:cNvPicPr>
          <p:nvPr/>
        </p:nvPicPr>
        <p:blipFill>
          <a:blip r:embed="rId2"/>
          <a:stretch>
            <a:fillRect/>
          </a:stretch>
        </p:blipFill>
        <p:spPr>
          <a:xfrm>
            <a:off x="961930" y="932675"/>
            <a:ext cx="7875978" cy="2381110"/>
          </a:xfrm>
          <a:prstGeom prst="rect">
            <a:avLst/>
          </a:prstGeom>
        </p:spPr>
      </p:pic>
    </p:spTree>
    <p:extLst>
      <p:ext uri="{BB962C8B-B14F-4D97-AF65-F5344CB8AC3E}">
        <p14:creationId xmlns:p14="http://schemas.microsoft.com/office/powerpoint/2010/main" val="25594895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3" name="TextBox 2">
            <a:extLst>
              <a:ext uri="{FF2B5EF4-FFF2-40B4-BE49-F238E27FC236}">
                <a16:creationId xmlns:a16="http://schemas.microsoft.com/office/drawing/2014/main" id="{8356558D-B9C7-6CF9-24F5-01D95DD69E9B}"/>
              </a:ext>
            </a:extLst>
          </p:cNvPr>
          <p:cNvSpPr txBox="1"/>
          <p:nvPr/>
        </p:nvSpPr>
        <p:spPr>
          <a:xfrm>
            <a:off x="443462" y="779055"/>
            <a:ext cx="8257075" cy="3970318"/>
          </a:xfrm>
          <a:prstGeom prst="rect">
            <a:avLst/>
          </a:prstGeom>
          <a:noFill/>
        </p:spPr>
        <p:txBody>
          <a:bodyPr wrap="square">
            <a:spAutoFit/>
          </a:bodyPr>
          <a:lstStyle/>
          <a:p>
            <a:pPr algn="l"/>
            <a:r>
              <a:rPr lang="en-IN" sz="1800" b="1" i="0" u="none" strike="noStrike" baseline="0" dirty="0">
                <a:latin typeface="FranklinGothic-DemiCnd"/>
              </a:rPr>
              <a:t>Bounded Types</a:t>
            </a:r>
          </a:p>
          <a:p>
            <a:pPr algn="just"/>
            <a:r>
              <a:rPr lang="en-US" sz="1800" b="0" i="0" u="none" strike="noStrike" baseline="0" dirty="0">
                <a:latin typeface="Palatino-Roman"/>
              </a:rPr>
              <a:t>In the preceding examples, the type parameters could be replaced by any class type. This is fine for many purposes, but sometimes it is useful to limit the types that can be passed to a type parameter. </a:t>
            </a:r>
          </a:p>
          <a:p>
            <a:pPr algn="just"/>
            <a:endParaRPr lang="en-US" sz="1800" dirty="0">
              <a:latin typeface="Palatino-Roman"/>
            </a:endParaRPr>
          </a:p>
          <a:p>
            <a:pPr algn="just"/>
            <a:r>
              <a:rPr lang="en-US" sz="1800" b="0" i="0" u="none" strike="noStrike" baseline="0" dirty="0">
                <a:solidFill>
                  <a:srgbClr val="EE0000"/>
                </a:solidFill>
                <a:latin typeface="Palatino-Roman"/>
              </a:rPr>
              <a:t>For example, assume that you want to create a generic class that contains a method that returns the average of an array of numbers. </a:t>
            </a:r>
          </a:p>
          <a:p>
            <a:pPr algn="just"/>
            <a:endParaRPr lang="en-US" sz="1800" dirty="0">
              <a:latin typeface="Palatino-Roman"/>
            </a:endParaRPr>
          </a:p>
          <a:p>
            <a:pPr algn="just"/>
            <a:r>
              <a:rPr lang="en-US" sz="1800" b="0" i="0" u="none" strike="noStrike" baseline="0" dirty="0">
                <a:latin typeface="Palatino-Roman"/>
              </a:rPr>
              <a:t>Furthermore, you want to use the class to obtain the average of an array of any type of number, including integers, floats, and doubles. </a:t>
            </a:r>
          </a:p>
          <a:p>
            <a:pPr algn="just"/>
            <a:endParaRPr lang="en-US" sz="1800" dirty="0">
              <a:latin typeface="Palatino-Roman"/>
            </a:endParaRPr>
          </a:p>
          <a:p>
            <a:pPr algn="just"/>
            <a:r>
              <a:rPr lang="en-US" sz="1800" b="0" i="0" u="none" strike="noStrike" baseline="0" dirty="0">
                <a:latin typeface="Palatino-Roman"/>
              </a:rPr>
              <a:t>Thus, you want to specify the type of the numbers generically, using a type parameter.</a:t>
            </a:r>
          </a:p>
          <a:p>
            <a:pPr algn="just"/>
            <a:r>
              <a:rPr lang="en-US" sz="1800" b="0" i="0" u="none" strike="noStrike" baseline="0" dirty="0">
                <a:latin typeface="Palatino-Roman"/>
              </a:rPr>
              <a:t>To create such a class, you might try something like this:</a:t>
            </a:r>
            <a:endParaRPr lang="en-IN" sz="1800" dirty="0">
              <a:solidFill>
                <a:srgbClr val="FF0000"/>
              </a:solidFill>
              <a:latin typeface="+mn-lt"/>
            </a:endParaRPr>
          </a:p>
        </p:txBody>
      </p:sp>
    </p:spTree>
    <p:extLst>
      <p:ext uri="{BB962C8B-B14F-4D97-AF65-F5344CB8AC3E}">
        <p14:creationId xmlns:p14="http://schemas.microsoft.com/office/powerpoint/2010/main" val="24023573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3" name="TextBox 2">
            <a:extLst>
              <a:ext uri="{FF2B5EF4-FFF2-40B4-BE49-F238E27FC236}">
                <a16:creationId xmlns:a16="http://schemas.microsoft.com/office/drawing/2014/main" id="{8356558D-B9C7-6CF9-24F5-01D95DD69E9B}"/>
              </a:ext>
            </a:extLst>
          </p:cNvPr>
          <p:cNvSpPr txBox="1"/>
          <p:nvPr/>
        </p:nvSpPr>
        <p:spPr>
          <a:xfrm>
            <a:off x="443462" y="779055"/>
            <a:ext cx="8257075" cy="3693319"/>
          </a:xfrm>
          <a:prstGeom prst="rect">
            <a:avLst/>
          </a:prstGeom>
          <a:noFill/>
        </p:spPr>
        <p:txBody>
          <a:bodyPr wrap="square">
            <a:spAutoFit/>
          </a:bodyPr>
          <a:lstStyle/>
          <a:p>
            <a:pPr algn="just"/>
            <a:r>
              <a:rPr lang="en-US" sz="1800" b="0" i="0" u="none" strike="noStrike" baseline="0" dirty="0">
                <a:latin typeface="Palatino-Roman"/>
              </a:rPr>
              <a:t>To handle such situations, Java provides </a:t>
            </a:r>
            <a:r>
              <a:rPr lang="en-US" sz="1800" b="0" i="1" u="none" strike="noStrike" baseline="0" dirty="0">
                <a:latin typeface="Palatino-Italic"/>
              </a:rPr>
              <a:t>bounded types. </a:t>
            </a:r>
            <a:r>
              <a:rPr lang="en-US" sz="1800" b="0" i="0" u="none" strike="noStrike" baseline="0" dirty="0">
                <a:latin typeface="Palatino-Roman"/>
              </a:rPr>
              <a:t>When specifying a type parameter, you can create an upper bound that declares the superclass from which all type arguments must be derived. </a:t>
            </a:r>
          </a:p>
          <a:p>
            <a:pPr algn="just"/>
            <a:endParaRPr lang="en-US" sz="1800" dirty="0">
              <a:latin typeface="Palatino-Roman"/>
            </a:endParaRPr>
          </a:p>
          <a:p>
            <a:pPr algn="just"/>
            <a:r>
              <a:rPr lang="en-US" sz="1800" b="0" i="0" u="none" strike="noStrike" baseline="0" dirty="0">
                <a:latin typeface="Palatino-Roman"/>
              </a:rPr>
              <a:t>This is accomplished through the use of an </a:t>
            </a:r>
            <a:r>
              <a:rPr lang="en-US" sz="1800" b="1" i="0" u="none" strike="noStrike" baseline="0" dirty="0">
                <a:latin typeface="Palatino-Bold"/>
              </a:rPr>
              <a:t>extends </a:t>
            </a:r>
            <a:r>
              <a:rPr lang="en-US" sz="1800" b="0" i="0" u="none" strike="noStrike" baseline="0" dirty="0">
                <a:latin typeface="Palatino-Roman"/>
              </a:rPr>
              <a:t>clause when specifying the type parameter, as shown here:</a:t>
            </a:r>
          </a:p>
          <a:p>
            <a:pPr algn="l"/>
            <a:endParaRPr lang="en-US" sz="1800" b="0" i="0" u="none" strike="noStrike" baseline="0" dirty="0">
              <a:latin typeface="Palatino-Roman"/>
            </a:endParaRPr>
          </a:p>
          <a:p>
            <a:pPr algn="l"/>
            <a:r>
              <a:rPr lang="en-IN" sz="1800" b="0" i="0" u="none" strike="noStrike" baseline="0" dirty="0">
                <a:latin typeface="Palatino-Roman"/>
              </a:rPr>
              <a:t>&lt;</a:t>
            </a:r>
            <a:r>
              <a:rPr lang="en-IN" sz="1800" b="0" i="1" u="none" strike="noStrike" baseline="0" dirty="0">
                <a:latin typeface="Palatino-Italic"/>
              </a:rPr>
              <a:t>T </a:t>
            </a:r>
            <a:r>
              <a:rPr lang="en-IN" sz="1800" b="0" i="0" u="none" strike="noStrike" baseline="0" dirty="0">
                <a:latin typeface="Palatino-Roman"/>
              </a:rPr>
              <a:t>extends </a:t>
            </a:r>
            <a:r>
              <a:rPr lang="en-IN" sz="1800" b="0" i="1" u="none" strike="noStrike" baseline="0" dirty="0">
                <a:latin typeface="Palatino-Italic"/>
              </a:rPr>
              <a:t>superclass</a:t>
            </a:r>
            <a:r>
              <a:rPr lang="en-IN" sz="1800" b="0" i="0" u="none" strike="noStrike" baseline="0" dirty="0">
                <a:latin typeface="Palatino-Roman"/>
              </a:rPr>
              <a:t>&gt;</a:t>
            </a:r>
          </a:p>
          <a:p>
            <a:pPr algn="l"/>
            <a:endParaRPr lang="en-IN" sz="1800" b="0" i="0" u="none" strike="noStrike" baseline="0" dirty="0">
              <a:latin typeface="Palatino-Roman"/>
            </a:endParaRPr>
          </a:p>
          <a:p>
            <a:pPr algn="just"/>
            <a:r>
              <a:rPr lang="en-US" sz="1800" b="0" i="0" u="none" strike="noStrike" baseline="0" dirty="0">
                <a:latin typeface="Palatino-Roman"/>
              </a:rPr>
              <a:t>This specifies that </a:t>
            </a:r>
            <a:r>
              <a:rPr lang="en-US" sz="1800" b="0" i="1" u="none" strike="noStrike" baseline="0" dirty="0">
                <a:latin typeface="Palatino-Italic"/>
              </a:rPr>
              <a:t>T </a:t>
            </a:r>
            <a:r>
              <a:rPr lang="en-US" sz="1800" b="0" i="0" u="none" strike="noStrike" baseline="0" dirty="0">
                <a:latin typeface="Palatino-Roman"/>
              </a:rPr>
              <a:t>can only be replaced by </a:t>
            </a:r>
            <a:r>
              <a:rPr lang="en-US" sz="1800" b="0" i="1" u="none" strike="noStrike" baseline="0" dirty="0">
                <a:latin typeface="Palatino-Italic"/>
              </a:rPr>
              <a:t>superclass, </a:t>
            </a:r>
            <a:r>
              <a:rPr lang="en-US" sz="1800" b="0" i="0" u="none" strike="noStrike" baseline="0" dirty="0">
                <a:latin typeface="Palatino-Roman"/>
              </a:rPr>
              <a:t>or subclasses of </a:t>
            </a:r>
            <a:r>
              <a:rPr lang="en-US" sz="1800" b="0" i="1" u="none" strike="noStrike" baseline="0" dirty="0">
                <a:latin typeface="Palatino-Italic"/>
              </a:rPr>
              <a:t>superclass. </a:t>
            </a:r>
          </a:p>
          <a:p>
            <a:pPr algn="just"/>
            <a:endParaRPr lang="en-US" sz="1800" i="1" dirty="0">
              <a:latin typeface="Palatino-Italic"/>
            </a:endParaRPr>
          </a:p>
          <a:p>
            <a:pPr algn="just"/>
            <a:r>
              <a:rPr lang="en-US" sz="1800" b="0" i="0" u="none" strike="noStrike" baseline="0" dirty="0">
                <a:latin typeface="Palatino-Roman"/>
              </a:rPr>
              <a:t>Thus, </a:t>
            </a:r>
            <a:r>
              <a:rPr lang="en-US" sz="1800" b="0" i="1" u="none" strike="noStrike" baseline="0" dirty="0">
                <a:latin typeface="Palatino-Italic"/>
              </a:rPr>
              <a:t>superclass </a:t>
            </a:r>
            <a:r>
              <a:rPr lang="en-US" sz="1800" b="0" i="0" u="none" strike="noStrike" baseline="0" dirty="0">
                <a:latin typeface="Palatino-Roman"/>
              </a:rPr>
              <a:t>defines an inclusive, upper limit.</a:t>
            </a:r>
            <a:endParaRPr lang="en-IN" sz="1800" dirty="0">
              <a:solidFill>
                <a:srgbClr val="FF0000"/>
              </a:solidFill>
              <a:latin typeface="+mn-lt"/>
            </a:endParaRPr>
          </a:p>
        </p:txBody>
      </p:sp>
    </p:spTree>
    <p:extLst>
      <p:ext uri="{BB962C8B-B14F-4D97-AF65-F5344CB8AC3E}">
        <p14:creationId xmlns:p14="http://schemas.microsoft.com/office/powerpoint/2010/main" val="17236028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3" name="TextBox 2">
            <a:extLst>
              <a:ext uri="{FF2B5EF4-FFF2-40B4-BE49-F238E27FC236}">
                <a16:creationId xmlns:a16="http://schemas.microsoft.com/office/drawing/2014/main" id="{8356558D-B9C7-6CF9-24F5-01D95DD69E9B}"/>
              </a:ext>
            </a:extLst>
          </p:cNvPr>
          <p:cNvSpPr txBox="1"/>
          <p:nvPr/>
        </p:nvSpPr>
        <p:spPr>
          <a:xfrm>
            <a:off x="443462" y="779055"/>
            <a:ext cx="8257075" cy="923330"/>
          </a:xfrm>
          <a:prstGeom prst="rect">
            <a:avLst/>
          </a:prstGeom>
          <a:noFill/>
        </p:spPr>
        <p:txBody>
          <a:bodyPr wrap="square">
            <a:spAutoFit/>
          </a:bodyPr>
          <a:lstStyle/>
          <a:p>
            <a:pPr algn="just"/>
            <a:r>
              <a:rPr lang="en-US" sz="1800" b="0" i="0" u="none" strike="noStrike" baseline="0" dirty="0">
                <a:latin typeface="Courier"/>
              </a:rPr>
              <a:t>class Stats&lt;T extends Number&gt; {</a:t>
            </a:r>
          </a:p>
          <a:p>
            <a:pPr algn="just"/>
            <a:endParaRPr lang="en-US" sz="1800" dirty="0">
              <a:solidFill>
                <a:srgbClr val="FF0000"/>
              </a:solidFill>
              <a:latin typeface="Courier"/>
            </a:endParaRPr>
          </a:p>
          <a:p>
            <a:pPr algn="just"/>
            <a:r>
              <a:rPr lang="en-US" sz="1800" b="0" i="0" u="none" strike="noStrike" baseline="0" dirty="0">
                <a:latin typeface="Courier"/>
              </a:rPr>
              <a:t>class Gen&lt;T extends </a:t>
            </a:r>
            <a:r>
              <a:rPr lang="en-US" sz="1800" b="0" i="0" u="none" strike="noStrike" baseline="0" dirty="0" err="1">
                <a:latin typeface="Courier"/>
              </a:rPr>
              <a:t>MyClass</a:t>
            </a:r>
            <a:r>
              <a:rPr lang="en-US" sz="1800" b="0" i="0" u="none" strike="noStrike" baseline="0" dirty="0">
                <a:latin typeface="Courier"/>
              </a:rPr>
              <a:t> &amp; </a:t>
            </a:r>
            <a:r>
              <a:rPr lang="en-US" sz="1800" b="0" i="0" u="none" strike="noStrike" baseline="0" dirty="0" err="1">
                <a:latin typeface="Courier"/>
              </a:rPr>
              <a:t>MyInterface</a:t>
            </a:r>
            <a:r>
              <a:rPr lang="en-US" sz="1800" b="0" i="0" u="none" strike="noStrike" baseline="0" dirty="0">
                <a:latin typeface="Courier"/>
              </a:rPr>
              <a:t>&gt; { // ...</a:t>
            </a:r>
            <a:endParaRPr lang="en-IN" sz="1800" dirty="0">
              <a:solidFill>
                <a:srgbClr val="FF0000"/>
              </a:solidFill>
              <a:latin typeface="+mn-lt"/>
            </a:endParaRPr>
          </a:p>
        </p:txBody>
      </p:sp>
    </p:spTree>
    <p:extLst>
      <p:ext uri="{BB962C8B-B14F-4D97-AF65-F5344CB8AC3E}">
        <p14:creationId xmlns:p14="http://schemas.microsoft.com/office/powerpoint/2010/main" val="27273923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035316A-AB9E-5E95-5538-9E003CD3CA13}"/>
              </a:ext>
            </a:extLst>
          </p:cNvPr>
          <p:cNvPicPr>
            <a:picLocks noChangeAspect="1"/>
          </p:cNvPicPr>
          <p:nvPr/>
        </p:nvPicPr>
        <p:blipFill>
          <a:blip r:embed="rId3"/>
          <a:stretch>
            <a:fillRect/>
          </a:stretch>
        </p:blipFill>
        <p:spPr>
          <a:xfrm>
            <a:off x="750702" y="241385"/>
            <a:ext cx="7642595" cy="6167103"/>
          </a:xfrm>
          <a:prstGeom prst="rect">
            <a:avLst/>
          </a:prstGeom>
        </p:spPr>
      </p:pic>
    </p:spTree>
    <p:extLst>
      <p:ext uri="{BB962C8B-B14F-4D97-AF65-F5344CB8AC3E}">
        <p14:creationId xmlns:p14="http://schemas.microsoft.com/office/powerpoint/2010/main" val="6548505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E54D7A7-A87F-0E89-8D05-28CD8E7E5D49}"/>
              </a:ext>
            </a:extLst>
          </p:cNvPr>
          <p:cNvPicPr>
            <a:picLocks noChangeAspect="1"/>
          </p:cNvPicPr>
          <p:nvPr/>
        </p:nvPicPr>
        <p:blipFill>
          <a:blip r:embed="rId3"/>
          <a:stretch>
            <a:fillRect/>
          </a:stretch>
        </p:blipFill>
        <p:spPr>
          <a:xfrm>
            <a:off x="616285" y="318195"/>
            <a:ext cx="8067583" cy="3110805"/>
          </a:xfrm>
          <a:prstGeom prst="rect">
            <a:avLst/>
          </a:prstGeom>
        </p:spPr>
      </p:pic>
      <p:pic>
        <p:nvPicPr>
          <p:cNvPr id="5" name="Picture 4">
            <a:extLst>
              <a:ext uri="{FF2B5EF4-FFF2-40B4-BE49-F238E27FC236}">
                <a16:creationId xmlns:a16="http://schemas.microsoft.com/office/drawing/2014/main" id="{DB9C1C38-5769-A08C-1CD0-907B3B6D6F8D}"/>
              </a:ext>
            </a:extLst>
          </p:cNvPr>
          <p:cNvPicPr>
            <a:picLocks noChangeAspect="1"/>
          </p:cNvPicPr>
          <p:nvPr/>
        </p:nvPicPr>
        <p:blipFill>
          <a:blip r:embed="rId4"/>
          <a:stretch>
            <a:fillRect/>
          </a:stretch>
        </p:blipFill>
        <p:spPr>
          <a:xfrm>
            <a:off x="309044" y="3813050"/>
            <a:ext cx="8641125" cy="2854269"/>
          </a:xfrm>
          <a:prstGeom prst="rect">
            <a:avLst/>
          </a:prstGeom>
        </p:spPr>
      </p:pic>
    </p:spTree>
    <p:extLst>
      <p:ext uri="{BB962C8B-B14F-4D97-AF65-F5344CB8AC3E}">
        <p14:creationId xmlns:p14="http://schemas.microsoft.com/office/powerpoint/2010/main" val="21441442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7FA3BA5-407C-843F-1340-778EAF09C33C}"/>
              </a:ext>
            </a:extLst>
          </p:cNvPr>
          <p:cNvPicPr>
            <a:picLocks noChangeAspect="1"/>
          </p:cNvPicPr>
          <p:nvPr/>
        </p:nvPicPr>
        <p:blipFill>
          <a:blip r:embed="rId3"/>
          <a:stretch>
            <a:fillRect/>
          </a:stretch>
        </p:blipFill>
        <p:spPr>
          <a:xfrm>
            <a:off x="309045" y="433410"/>
            <a:ext cx="8640158" cy="5146270"/>
          </a:xfrm>
          <a:prstGeom prst="rect">
            <a:avLst/>
          </a:prstGeom>
        </p:spPr>
      </p:pic>
      <p:pic>
        <p:nvPicPr>
          <p:cNvPr id="5" name="Picture 4">
            <a:extLst>
              <a:ext uri="{FF2B5EF4-FFF2-40B4-BE49-F238E27FC236}">
                <a16:creationId xmlns:a16="http://schemas.microsoft.com/office/drawing/2014/main" id="{13A620D5-694B-FA6A-7188-1DB9780C0C99}"/>
              </a:ext>
            </a:extLst>
          </p:cNvPr>
          <p:cNvPicPr>
            <a:picLocks noChangeAspect="1"/>
          </p:cNvPicPr>
          <p:nvPr/>
        </p:nvPicPr>
        <p:blipFill>
          <a:blip r:embed="rId4"/>
          <a:stretch>
            <a:fillRect/>
          </a:stretch>
        </p:blipFill>
        <p:spPr>
          <a:xfrm>
            <a:off x="313185" y="5272440"/>
            <a:ext cx="6140660" cy="1543288"/>
          </a:xfrm>
          <a:prstGeom prst="rect">
            <a:avLst/>
          </a:prstGeom>
        </p:spPr>
      </p:pic>
    </p:spTree>
    <p:extLst>
      <p:ext uri="{BB962C8B-B14F-4D97-AF65-F5344CB8AC3E}">
        <p14:creationId xmlns:p14="http://schemas.microsoft.com/office/powerpoint/2010/main" val="32134069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CBB55D2-0627-3450-DAC9-653B7D6B8FFF}"/>
              </a:ext>
            </a:extLst>
          </p:cNvPr>
          <p:cNvPicPr>
            <a:picLocks noChangeAspect="1"/>
          </p:cNvPicPr>
          <p:nvPr/>
        </p:nvPicPr>
        <p:blipFill>
          <a:blip r:embed="rId3"/>
          <a:stretch>
            <a:fillRect/>
          </a:stretch>
        </p:blipFill>
        <p:spPr>
          <a:xfrm>
            <a:off x="347449" y="395005"/>
            <a:ext cx="6490445" cy="6250526"/>
          </a:xfrm>
          <a:prstGeom prst="rect">
            <a:avLst/>
          </a:prstGeom>
        </p:spPr>
      </p:pic>
    </p:spTree>
    <p:extLst>
      <p:ext uri="{BB962C8B-B14F-4D97-AF65-F5344CB8AC3E}">
        <p14:creationId xmlns:p14="http://schemas.microsoft.com/office/powerpoint/2010/main" val="34261667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9EB1084-2DE9-7C5D-F089-5114865F4B2C}"/>
              </a:ext>
            </a:extLst>
          </p:cNvPr>
          <p:cNvPicPr>
            <a:picLocks noChangeAspect="1"/>
          </p:cNvPicPr>
          <p:nvPr/>
        </p:nvPicPr>
        <p:blipFill>
          <a:blip r:embed="rId3"/>
          <a:stretch>
            <a:fillRect/>
          </a:stretch>
        </p:blipFill>
        <p:spPr>
          <a:xfrm>
            <a:off x="270639" y="587030"/>
            <a:ext cx="11192317" cy="2304300"/>
          </a:xfrm>
          <a:prstGeom prst="rect">
            <a:avLst/>
          </a:prstGeom>
        </p:spPr>
      </p:pic>
      <p:pic>
        <p:nvPicPr>
          <p:cNvPr id="5" name="Picture 4">
            <a:extLst>
              <a:ext uri="{FF2B5EF4-FFF2-40B4-BE49-F238E27FC236}">
                <a16:creationId xmlns:a16="http://schemas.microsoft.com/office/drawing/2014/main" id="{6AF9C0B7-7E79-57FC-A3C5-B828646CBDBC}"/>
              </a:ext>
            </a:extLst>
          </p:cNvPr>
          <p:cNvPicPr>
            <a:picLocks noChangeAspect="1"/>
          </p:cNvPicPr>
          <p:nvPr/>
        </p:nvPicPr>
        <p:blipFill>
          <a:blip r:embed="rId4"/>
          <a:stretch>
            <a:fillRect/>
          </a:stretch>
        </p:blipFill>
        <p:spPr>
          <a:xfrm>
            <a:off x="0" y="3659429"/>
            <a:ext cx="9482295" cy="2880375"/>
          </a:xfrm>
          <a:prstGeom prst="rect">
            <a:avLst/>
          </a:prstGeom>
        </p:spPr>
      </p:pic>
    </p:spTree>
    <p:extLst>
      <p:ext uri="{BB962C8B-B14F-4D97-AF65-F5344CB8AC3E}">
        <p14:creationId xmlns:p14="http://schemas.microsoft.com/office/powerpoint/2010/main" val="29561410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C854D1E-61C0-022E-7244-19F6E6AC2B73}"/>
              </a:ext>
            </a:extLst>
          </p:cNvPr>
          <p:cNvPicPr>
            <a:picLocks noChangeAspect="1"/>
          </p:cNvPicPr>
          <p:nvPr/>
        </p:nvPicPr>
        <p:blipFill>
          <a:blip r:embed="rId3"/>
          <a:stretch>
            <a:fillRect/>
          </a:stretch>
        </p:blipFill>
        <p:spPr>
          <a:xfrm>
            <a:off x="1682601" y="2466925"/>
            <a:ext cx="5778797" cy="1924149"/>
          </a:xfrm>
          <a:prstGeom prst="rect">
            <a:avLst/>
          </a:prstGeom>
        </p:spPr>
      </p:pic>
    </p:spTree>
    <p:extLst>
      <p:ext uri="{BB962C8B-B14F-4D97-AF65-F5344CB8AC3E}">
        <p14:creationId xmlns:p14="http://schemas.microsoft.com/office/powerpoint/2010/main" val="3354169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65922D5-0E8E-6B87-02A0-D4476810627C}"/>
              </a:ext>
            </a:extLst>
          </p:cNvPr>
          <p:cNvPicPr>
            <a:picLocks noChangeAspect="1"/>
          </p:cNvPicPr>
          <p:nvPr/>
        </p:nvPicPr>
        <p:blipFill>
          <a:blip r:embed="rId3"/>
          <a:stretch>
            <a:fillRect/>
          </a:stretch>
        </p:blipFill>
        <p:spPr>
          <a:xfrm>
            <a:off x="270640" y="356600"/>
            <a:ext cx="8449100" cy="6007639"/>
          </a:xfrm>
          <a:prstGeom prst="rect">
            <a:avLst/>
          </a:prstGeom>
        </p:spPr>
      </p:pic>
    </p:spTree>
    <p:extLst>
      <p:ext uri="{BB962C8B-B14F-4D97-AF65-F5344CB8AC3E}">
        <p14:creationId xmlns:p14="http://schemas.microsoft.com/office/powerpoint/2010/main" val="17947844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78C30AC-B7A7-D66A-3F02-C83A97422D75}"/>
              </a:ext>
            </a:extLst>
          </p:cNvPr>
          <p:cNvPicPr>
            <a:picLocks noChangeAspect="1"/>
          </p:cNvPicPr>
          <p:nvPr/>
        </p:nvPicPr>
        <p:blipFill>
          <a:blip r:embed="rId3"/>
          <a:stretch>
            <a:fillRect/>
          </a:stretch>
        </p:blipFill>
        <p:spPr>
          <a:xfrm>
            <a:off x="347450" y="587030"/>
            <a:ext cx="8776765" cy="3840500"/>
          </a:xfrm>
          <a:prstGeom prst="rect">
            <a:avLst/>
          </a:prstGeom>
        </p:spPr>
      </p:pic>
    </p:spTree>
    <p:extLst>
      <p:ext uri="{BB962C8B-B14F-4D97-AF65-F5344CB8AC3E}">
        <p14:creationId xmlns:p14="http://schemas.microsoft.com/office/powerpoint/2010/main" val="13111623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5A8EAF6-7B55-F051-A5F0-133461DB3714}"/>
              </a:ext>
            </a:extLst>
          </p:cNvPr>
          <p:cNvPicPr>
            <a:picLocks noChangeAspect="1"/>
          </p:cNvPicPr>
          <p:nvPr/>
        </p:nvPicPr>
        <p:blipFill>
          <a:blip r:embed="rId3"/>
          <a:stretch>
            <a:fillRect/>
          </a:stretch>
        </p:blipFill>
        <p:spPr>
          <a:xfrm>
            <a:off x="385855" y="395005"/>
            <a:ext cx="8598179" cy="3610070"/>
          </a:xfrm>
          <a:prstGeom prst="rect">
            <a:avLst/>
          </a:prstGeom>
        </p:spPr>
      </p:pic>
    </p:spTree>
    <p:extLst>
      <p:ext uri="{BB962C8B-B14F-4D97-AF65-F5344CB8AC3E}">
        <p14:creationId xmlns:p14="http://schemas.microsoft.com/office/powerpoint/2010/main" val="24539495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82D7A54-B64A-2389-E0F8-BE861A2956F5}"/>
              </a:ext>
            </a:extLst>
          </p:cNvPr>
          <p:cNvPicPr>
            <a:picLocks noChangeAspect="1"/>
          </p:cNvPicPr>
          <p:nvPr/>
        </p:nvPicPr>
        <p:blipFill>
          <a:blip r:embed="rId3"/>
          <a:stretch>
            <a:fillRect/>
          </a:stretch>
        </p:blipFill>
        <p:spPr>
          <a:xfrm>
            <a:off x="2282707" y="2559005"/>
            <a:ext cx="4578585" cy="1739989"/>
          </a:xfrm>
          <a:prstGeom prst="rect">
            <a:avLst/>
          </a:prstGeom>
        </p:spPr>
      </p:pic>
    </p:spTree>
    <p:extLst>
      <p:ext uri="{BB962C8B-B14F-4D97-AF65-F5344CB8AC3E}">
        <p14:creationId xmlns:p14="http://schemas.microsoft.com/office/powerpoint/2010/main" val="8687153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4ECB3B1-BB39-806D-E2E1-CB364269D4A8}"/>
              </a:ext>
            </a:extLst>
          </p:cNvPr>
          <p:cNvPicPr>
            <a:picLocks noChangeAspect="1"/>
          </p:cNvPicPr>
          <p:nvPr/>
        </p:nvPicPr>
        <p:blipFill>
          <a:blip r:embed="rId2"/>
          <a:stretch>
            <a:fillRect/>
          </a:stretch>
        </p:blipFill>
        <p:spPr>
          <a:xfrm>
            <a:off x="232235" y="587030"/>
            <a:ext cx="8525910" cy="3633004"/>
          </a:xfrm>
          <a:prstGeom prst="rect">
            <a:avLst/>
          </a:prstGeom>
        </p:spPr>
      </p:pic>
    </p:spTree>
    <p:extLst>
      <p:ext uri="{BB962C8B-B14F-4D97-AF65-F5344CB8AC3E}">
        <p14:creationId xmlns:p14="http://schemas.microsoft.com/office/powerpoint/2010/main" val="29725329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EFC70F8-FD70-92EE-9DE0-CDAD606C0A35}"/>
              </a:ext>
            </a:extLst>
          </p:cNvPr>
          <p:cNvPicPr>
            <a:picLocks noChangeAspect="1"/>
          </p:cNvPicPr>
          <p:nvPr/>
        </p:nvPicPr>
        <p:blipFill>
          <a:blip r:embed="rId2"/>
          <a:stretch>
            <a:fillRect/>
          </a:stretch>
        </p:blipFill>
        <p:spPr>
          <a:xfrm>
            <a:off x="309045" y="356599"/>
            <a:ext cx="8660294" cy="5722345"/>
          </a:xfrm>
          <a:prstGeom prst="rect">
            <a:avLst/>
          </a:prstGeom>
        </p:spPr>
      </p:pic>
    </p:spTree>
    <p:extLst>
      <p:ext uri="{BB962C8B-B14F-4D97-AF65-F5344CB8AC3E}">
        <p14:creationId xmlns:p14="http://schemas.microsoft.com/office/powerpoint/2010/main" val="14327879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7B80375-C70D-C4B8-B562-33A9CCE52FEE}"/>
              </a:ext>
            </a:extLst>
          </p:cNvPr>
          <p:cNvPicPr>
            <a:picLocks noChangeAspect="1"/>
          </p:cNvPicPr>
          <p:nvPr/>
        </p:nvPicPr>
        <p:blipFill>
          <a:blip r:embed="rId2"/>
          <a:stretch>
            <a:fillRect/>
          </a:stretch>
        </p:blipFill>
        <p:spPr>
          <a:xfrm>
            <a:off x="126771" y="855865"/>
            <a:ext cx="8654799" cy="4339765"/>
          </a:xfrm>
          <a:prstGeom prst="rect">
            <a:avLst/>
          </a:prstGeom>
        </p:spPr>
      </p:pic>
    </p:spTree>
    <p:extLst>
      <p:ext uri="{BB962C8B-B14F-4D97-AF65-F5344CB8AC3E}">
        <p14:creationId xmlns:p14="http://schemas.microsoft.com/office/powerpoint/2010/main" val="24779855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4725996-7CFF-9360-BF5F-21C6ABBEC3F0}"/>
              </a:ext>
            </a:extLst>
          </p:cNvPr>
          <p:cNvPicPr>
            <a:picLocks noChangeAspect="1"/>
          </p:cNvPicPr>
          <p:nvPr/>
        </p:nvPicPr>
        <p:blipFill>
          <a:blip r:embed="rId2"/>
          <a:stretch>
            <a:fillRect/>
          </a:stretch>
        </p:blipFill>
        <p:spPr>
          <a:xfrm>
            <a:off x="347450" y="817460"/>
            <a:ext cx="8722670" cy="4608600"/>
          </a:xfrm>
          <a:prstGeom prst="rect">
            <a:avLst/>
          </a:prstGeom>
        </p:spPr>
      </p:pic>
    </p:spTree>
    <p:extLst>
      <p:ext uri="{BB962C8B-B14F-4D97-AF65-F5344CB8AC3E}">
        <p14:creationId xmlns:p14="http://schemas.microsoft.com/office/powerpoint/2010/main" val="32193278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C6FDAB0-9271-CEDD-F79B-1B74EB310B7D}"/>
              </a:ext>
            </a:extLst>
          </p:cNvPr>
          <p:cNvPicPr>
            <a:picLocks noChangeAspect="1"/>
          </p:cNvPicPr>
          <p:nvPr/>
        </p:nvPicPr>
        <p:blipFill>
          <a:blip r:embed="rId3"/>
          <a:stretch>
            <a:fillRect/>
          </a:stretch>
        </p:blipFill>
        <p:spPr>
          <a:xfrm>
            <a:off x="270640" y="510220"/>
            <a:ext cx="8596072" cy="4339765"/>
          </a:xfrm>
          <a:prstGeom prst="rect">
            <a:avLst/>
          </a:prstGeom>
        </p:spPr>
      </p:pic>
    </p:spTree>
    <p:extLst>
      <p:ext uri="{BB962C8B-B14F-4D97-AF65-F5344CB8AC3E}">
        <p14:creationId xmlns:p14="http://schemas.microsoft.com/office/powerpoint/2010/main" val="2016459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D65E7CC-FCF3-BED2-1D84-07848FE03874}"/>
              </a:ext>
            </a:extLst>
          </p:cNvPr>
          <p:cNvPicPr>
            <a:picLocks noChangeAspect="1"/>
          </p:cNvPicPr>
          <p:nvPr/>
        </p:nvPicPr>
        <p:blipFill>
          <a:blip r:embed="rId3"/>
          <a:stretch>
            <a:fillRect/>
          </a:stretch>
        </p:blipFill>
        <p:spPr>
          <a:xfrm>
            <a:off x="616285" y="202980"/>
            <a:ext cx="8191026" cy="6174390"/>
          </a:xfrm>
          <a:prstGeom prst="rect">
            <a:avLst/>
          </a:prstGeom>
        </p:spPr>
      </p:pic>
    </p:spTree>
    <p:extLst>
      <p:ext uri="{BB962C8B-B14F-4D97-AF65-F5344CB8AC3E}">
        <p14:creationId xmlns:p14="http://schemas.microsoft.com/office/powerpoint/2010/main" val="22006613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06E551A-4573-571C-0EBE-93CE85D53FC5}"/>
              </a:ext>
            </a:extLst>
          </p:cNvPr>
          <p:cNvPicPr>
            <a:picLocks noChangeAspect="1"/>
          </p:cNvPicPr>
          <p:nvPr/>
        </p:nvPicPr>
        <p:blipFill>
          <a:blip r:embed="rId2"/>
          <a:stretch>
            <a:fillRect/>
          </a:stretch>
        </p:blipFill>
        <p:spPr>
          <a:xfrm>
            <a:off x="462664" y="318195"/>
            <a:ext cx="8344005" cy="4647005"/>
          </a:xfrm>
          <a:prstGeom prst="rect">
            <a:avLst/>
          </a:prstGeom>
        </p:spPr>
      </p:pic>
    </p:spTree>
    <p:extLst>
      <p:ext uri="{BB962C8B-B14F-4D97-AF65-F5344CB8AC3E}">
        <p14:creationId xmlns:p14="http://schemas.microsoft.com/office/powerpoint/2010/main" val="14994090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8DCABDD-CF6E-2634-C2C8-05B53D59C603}"/>
              </a:ext>
            </a:extLst>
          </p:cNvPr>
          <p:cNvPicPr>
            <a:picLocks noChangeAspect="1"/>
          </p:cNvPicPr>
          <p:nvPr/>
        </p:nvPicPr>
        <p:blipFill>
          <a:blip r:embed="rId2"/>
          <a:stretch>
            <a:fillRect/>
          </a:stretch>
        </p:blipFill>
        <p:spPr>
          <a:xfrm>
            <a:off x="18184" y="1505039"/>
            <a:ext cx="9018722" cy="2807275"/>
          </a:xfrm>
          <a:prstGeom prst="rect">
            <a:avLst/>
          </a:prstGeom>
        </p:spPr>
      </p:pic>
    </p:spTree>
    <p:extLst>
      <p:ext uri="{BB962C8B-B14F-4D97-AF65-F5344CB8AC3E}">
        <p14:creationId xmlns:p14="http://schemas.microsoft.com/office/powerpoint/2010/main" val="41031465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FA27878-6E63-C7DD-9A5F-88596D63AB70}"/>
              </a:ext>
            </a:extLst>
          </p:cNvPr>
          <p:cNvPicPr>
            <a:picLocks noChangeAspect="1"/>
          </p:cNvPicPr>
          <p:nvPr/>
        </p:nvPicPr>
        <p:blipFill>
          <a:blip r:embed="rId2"/>
          <a:stretch>
            <a:fillRect/>
          </a:stretch>
        </p:blipFill>
        <p:spPr>
          <a:xfrm>
            <a:off x="232235" y="433410"/>
            <a:ext cx="8827136" cy="4224550"/>
          </a:xfrm>
          <a:prstGeom prst="rect">
            <a:avLst/>
          </a:prstGeom>
        </p:spPr>
      </p:pic>
    </p:spTree>
    <p:extLst>
      <p:ext uri="{BB962C8B-B14F-4D97-AF65-F5344CB8AC3E}">
        <p14:creationId xmlns:p14="http://schemas.microsoft.com/office/powerpoint/2010/main" val="420341490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A8F9AE5-A71F-5C40-9344-A3FDFC183CEC}"/>
              </a:ext>
            </a:extLst>
          </p:cNvPr>
          <p:cNvPicPr>
            <a:picLocks noChangeAspect="1"/>
          </p:cNvPicPr>
          <p:nvPr/>
        </p:nvPicPr>
        <p:blipFill>
          <a:blip r:embed="rId3"/>
          <a:stretch>
            <a:fillRect/>
          </a:stretch>
        </p:blipFill>
        <p:spPr>
          <a:xfrm>
            <a:off x="385855" y="702244"/>
            <a:ext cx="8373136" cy="4493385"/>
          </a:xfrm>
          <a:prstGeom prst="rect">
            <a:avLst/>
          </a:prstGeom>
        </p:spPr>
      </p:pic>
    </p:spTree>
    <p:extLst>
      <p:ext uri="{BB962C8B-B14F-4D97-AF65-F5344CB8AC3E}">
        <p14:creationId xmlns:p14="http://schemas.microsoft.com/office/powerpoint/2010/main" val="22979237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8F7E4FCB1512840BAD4581AEB2993C3" ma:contentTypeVersion="3" ma:contentTypeDescription="Create a new document." ma:contentTypeScope="" ma:versionID="324425fce7a942132883d4f789ce0353">
  <xsd:schema xmlns:xsd="http://www.w3.org/2001/XMLSchema" xmlns:xs="http://www.w3.org/2001/XMLSchema" xmlns:p="http://schemas.microsoft.com/office/2006/metadata/properties" xmlns:ns2="e8abe1e0-1045-4bfa-861e-7a9dbaef2821" targetNamespace="http://schemas.microsoft.com/office/2006/metadata/properties" ma:root="true" ma:fieldsID="38e4dca0b9b8fb153f01297bae77524f" ns2:_="">
    <xsd:import namespace="e8abe1e0-1045-4bfa-861e-7a9dbaef2821"/>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8abe1e0-1045-4bfa-861e-7a9dbaef282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0FC044D-4988-4277-B463-EF551C5586A5}">
  <ds:schemaRefs>
    <ds:schemaRef ds:uri="http://schemas.microsoft.com/sharepoint/v3/contenttype/forms"/>
  </ds:schemaRefs>
</ds:datastoreItem>
</file>

<file path=customXml/itemProps2.xml><?xml version="1.0" encoding="utf-8"?>
<ds:datastoreItem xmlns:ds="http://schemas.openxmlformats.org/officeDocument/2006/customXml" ds:itemID="{FBBD05DA-FCB5-43C6-8F6E-18F224C58E4C}">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DAB1E47D-6129-40ED-98CC-A292B837BC4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8abe1e0-1045-4bfa-861e-7a9dbaef282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generics-RA-23</Template>
  <TotalTime>20366</TotalTime>
  <Words>866</Words>
  <Application>Microsoft Office PowerPoint</Application>
  <PresentationFormat>On-screen Show (4:3)</PresentationFormat>
  <Paragraphs>108</Paragraphs>
  <Slides>38</Slides>
  <Notes>25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38</vt:i4>
      </vt:variant>
    </vt:vector>
  </HeadingPairs>
  <TitlesOfParts>
    <vt:vector size="47" baseType="lpstr">
      <vt:lpstr>Arial</vt:lpstr>
      <vt:lpstr>Calibri</vt:lpstr>
      <vt:lpstr>Calibri Light</vt:lpstr>
      <vt:lpstr>Courier</vt:lpstr>
      <vt:lpstr>FranklinGothic-DemiCnd</vt:lpstr>
      <vt:lpstr>Palatino-Bold</vt:lpstr>
      <vt:lpstr>Palatino-Italic</vt:lpstr>
      <vt:lpstr>Palatino-Roman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SJEC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DEMIAN</dc:creator>
  <cp:lastModifiedBy>Ramya D Shetty [MAHE-MIT]</cp:lastModifiedBy>
  <cp:revision>2124</cp:revision>
  <dcterms:created xsi:type="dcterms:W3CDTF">2009-06-28T04:21:19Z</dcterms:created>
  <dcterms:modified xsi:type="dcterms:W3CDTF">2026-03-03T10:15:26Z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0x010100C8F7E4FCB1512840BAD4581AEB2993C3</vt:lpwstr>
  </property>
</Properties>
</file>