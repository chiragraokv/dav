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2"/>
  </p:notesMasterIdLst>
  <p:sldIdLst>
    <p:sldId id="256" r:id="rId3"/>
    <p:sldId id="318" r:id="rId4"/>
    <p:sldId id="320" r:id="rId5"/>
    <p:sldId id="319" r:id="rId6"/>
    <p:sldId id="257" r:id="rId7"/>
    <p:sldId id="305" r:id="rId8"/>
    <p:sldId id="306" r:id="rId9"/>
    <p:sldId id="308" r:id="rId10"/>
    <p:sldId id="309" r:id="rId11"/>
    <p:sldId id="310" r:id="rId12"/>
    <p:sldId id="311" r:id="rId13"/>
    <p:sldId id="312" r:id="rId14"/>
    <p:sldId id="313" r:id="rId15"/>
    <p:sldId id="1377" r:id="rId16"/>
    <p:sldId id="334" r:id="rId17"/>
    <p:sldId id="314" r:id="rId18"/>
    <p:sldId id="327" r:id="rId19"/>
    <p:sldId id="288" r:id="rId20"/>
    <p:sldId id="268" r:id="rId21"/>
    <p:sldId id="269" r:id="rId22"/>
    <p:sldId id="270" r:id="rId23"/>
    <p:sldId id="325" r:id="rId24"/>
    <p:sldId id="272" r:id="rId25"/>
    <p:sldId id="274" r:id="rId26"/>
    <p:sldId id="275" r:id="rId27"/>
    <p:sldId id="276" r:id="rId28"/>
    <p:sldId id="328" r:id="rId29"/>
    <p:sldId id="1376" r:id="rId30"/>
    <p:sldId id="356" r:id="rId31"/>
    <p:sldId id="333" r:id="rId32"/>
    <p:sldId id="316" r:id="rId33"/>
    <p:sldId id="1378" r:id="rId34"/>
    <p:sldId id="1379" r:id="rId35"/>
    <p:sldId id="1380" r:id="rId36"/>
    <p:sldId id="1373" r:id="rId37"/>
    <p:sldId id="1385" r:id="rId38"/>
    <p:sldId id="1386" r:id="rId39"/>
    <p:sldId id="265" r:id="rId40"/>
    <p:sldId id="1381" r:id="rId41"/>
    <p:sldId id="1384" r:id="rId42"/>
    <p:sldId id="1391" r:id="rId43"/>
    <p:sldId id="1387" r:id="rId44"/>
    <p:sldId id="1388" r:id="rId45"/>
    <p:sldId id="1389" r:id="rId46"/>
    <p:sldId id="1390" r:id="rId47"/>
    <p:sldId id="330" r:id="rId48"/>
    <p:sldId id="1394" r:id="rId49"/>
    <p:sldId id="1392" r:id="rId50"/>
    <p:sldId id="387"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39:28.049"/>
    </inkml:context>
    <inkml:brush xml:id="br0">
      <inkml:brushProperty name="width" value="0.05" units="cm"/>
      <inkml:brushProperty name="height" value="0.05" units="cm"/>
    </inkml:brush>
  </inkml:definitions>
  <inkml:trace contextRef="#ctx0" brushRef="#br0">298 1 24575,'-7'6'0,"-8"10"0,-3 14 0,3 10 0,-3 4 0,-6 28 0,-11 15-6784,-6 19 6784,3-1 0,2-20 0,6-16 0,9-21-1407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39:51.843"/>
    </inkml:context>
    <inkml:brush xml:id="br0">
      <inkml:brushProperty name="width" value="0.05" units="cm"/>
      <inkml:brushProperty name="height" value="0.05" units="cm"/>
    </inkml:brush>
  </inkml:definitions>
  <inkml:trace contextRef="#ctx0" brushRef="#br0">1 0 24575,'12'12'0,"0"1"0,0 0 0,-1 1 0,-1 0 0,-1 1 0,0 0 0,0 0 0,-2 1 0,0 0 0,9 31 0,-5-12 0,-2 1 0,0 0 0,-3 0 0,3 63 0,-10 86-1365,1-146-5461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40:01.490"/>
    </inkml:context>
    <inkml:brush xml:id="br0">
      <inkml:brushProperty name="width" value="0.05" units="cm"/>
      <inkml:brushProperty name="height" value="0.05" units="cm"/>
    </inkml:brush>
  </inkml:definitions>
  <inkml:trace contextRef="#ctx0" brushRef="#br0">1 0 24575,'7'0'0,"8"0"0,8 0 0,8 0 0,4 0 0,4 0 0,1 0 0,1 0 0,0 0 0,-7 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40:03.365"/>
    </inkml:context>
    <inkml:brush xml:id="br0">
      <inkml:brushProperty name="width" value="0.05" units="cm"/>
      <inkml:brushProperty name="height" value="0.0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40:35.421"/>
    </inkml:context>
    <inkml:brush xml:id="br0">
      <inkml:brushProperty name="width" value="0.05" units="cm"/>
      <inkml:brushProperty name="height" value="0.05" units="cm"/>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40:36.343"/>
    </inkml:context>
    <inkml:brush xml:id="br0">
      <inkml:brushProperty name="width" value="0.05" units="cm"/>
      <inkml:brushProperty name="height" value="0.05" units="cm"/>
    </inkml:brush>
  </inkml:definitions>
  <inkml:trace contextRef="#ctx0" brushRef="#br0">0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40:40.265"/>
    </inkml:context>
    <inkml:brush xml:id="br0">
      <inkml:brushProperty name="width" value="0.05" units="cm"/>
      <inkml:brushProperty name="height" value="0.05" units="cm"/>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40:46.359"/>
    </inkml:context>
    <inkml:brush xml:id="br0">
      <inkml:brushProperty name="width" value="0.05" units="cm"/>
      <inkml:brushProperty name="height" value="0.05" units="cm"/>
    </inkml:brush>
  </inkml:definitions>
  <inkml:trace contextRef="#ctx0" brushRef="#br0">1 0 24575,'0'7'0,"0"16"0,0 9 0,0 14 0,0 5 0,0 1 0,0-2 0,0-2 0,0-4 0,0-2 0,0-2 0,0 0 0,0-8-8191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41:00.715"/>
    </inkml:context>
    <inkml:brush xml:id="br0">
      <inkml:brushProperty name="width" value="0.05" units="cm"/>
      <inkml:brushProperty name="height" value="0.05" units="cm"/>
    </inkml:brush>
  </inkml:definitions>
  <inkml:trace contextRef="#ctx0" brushRef="#br0">0 2 24575,'100'-1'0,"112"4"0,-206-3 0,0 0 0,-1 1 0,1 0 0,0 0 0,-1 1 0,1-1 0,-1 1 0,1 1 0,-1-1 0,0 1 0,0-1 0,0 2 0,0-1 0,4 5 0,-4-3 0,-1 0 0,0 0 0,0 1 0,-1 0 0,0 0 0,0 0 0,0 0 0,-1 0 0,0 1 0,0-1 0,1 11 0,4 13 0,1 4 0,-1 0 0,-1 1 0,-3 0 0,0 0 0,-3 37 0,-1-65 0,-1-1 0,0 0 0,0 0 0,0 0 0,-1 0 0,1 0 0,-2 0 0,1-1 0,0 1 0,-1-1 0,0 0 0,-1 0 0,-7 7 0,-8 7 0,-42 27 0,58-42 0,-5 1-151,0 1-1,-1-1 0,1 0 0,-1-1 1,0 0-1,0-1 0,-1 0 1,-12 2-1,-9-1-6674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41:25.457"/>
    </inkml:context>
    <inkml:brush xml:id="br0">
      <inkml:brushProperty name="width" value="0.05" units="cm"/>
      <inkml:brushProperty name="height" value="0.05" units="cm"/>
    </inkml:brush>
  </inkml:definitions>
  <inkml:trace contextRef="#ctx0" brushRef="#br0">4 1 24575,'-1'101'0,"-2"-24"0,5-1 0,15 117 0,-8-138-106,-7-35-34,1 0 0,1-1 0,1 1 0,0-1 0,1 1 1,2-2-1,0 1 0,13 23 0,-8-23-6686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41:34.288"/>
    </inkml:context>
    <inkml:brush xml:id="br0">
      <inkml:brushProperty name="width" value="0.05" units="cm"/>
      <inkml:brushProperty name="height" value="0.05" units="cm"/>
    </inkml:brush>
  </inkml:definitions>
  <inkml:trace contextRef="#ctx0" brushRef="#br0">0 42 24575,'7'0'0,"9"-7"0,8-2 0,6 0 0,6 2 0,3 2 0,1 2 0,1 2 0,0 0 0,-1 1 0,-6 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41:38.058"/>
    </inkml:context>
    <inkml:brush xml:id="br0">
      <inkml:brushProperty name="width" value="0.05" units="cm"/>
      <inkml:brushProperty name="height" value="0.05" units="cm"/>
    </inkml:brush>
  </inkml:definitions>
  <inkml:trace contextRef="#ctx0" brushRef="#br0">1 40 24575,'6'0'0,"17"0"0,9-6 0,7-3 0,10 1 0,3 1 0,0 2 0,-3 2 0,-2 2 0,-4 0 0,-1 1 0,-2 0 0,-1 1 0,-1-1 0,-6 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07T08:41:42.124"/>
    </inkml:context>
    <inkml:brush xml:id="br0">
      <inkml:brushProperty name="width" value="0.05" units="cm"/>
      <inkml:brushProperty name="height" value="0.05" units="cm"/>
    </inkml:brush>
  </inkml:definitions>
  <inkml:trace contextRef="#ctx0" brushRef="#br0">1 39 24575,'6'0'0,"10"0"0,8 0 0,7 0 0,4 0 0,4 0 0,1 0 0,1 0 0,-1 0 0,1 0 0,-1 0 0,-7-6 0,-2-3 0,0 0 0,1 2 0,2 2 0,-4 2-8191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07T08:43:38.48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07T08:43:39.804"/>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07T08:43:50.48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229 0,'-7'0,"-8"0,-9 0,-7 0,-5 0,-2 0,-3 0,14 0,17 0,17 0,15 0,2 0,-2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07T08:43:54.06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07T08:43:54.604"/>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07T08:43:54.93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07T08:44:08.61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144 0,'-6'0,"-10"0,-7 0,-8 0,-5 0,5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07T08:44:12.77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187 0,'-6'0,"-10"7,-7 8,-8 3,-5-3,-2-4,11-3,17-3,17-3,8-1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68CFE5-5912-4829-94CC-350A02CB5507}" type="datetimeFigureOut">
              <a:rPr lang="en-IN" smtClean="0"/>
              <a:t>04-02-2026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C329E2-DA7D-429E-80A1-9206804A7F82}" type="slidenum">
              <a:rPr lang="en-IN" smtClean="0"/>
              <a:t>‹#›</a:t>
            </a:fld>
            <a:endParaRPr lang="en-IN"/>
          </a:p>
        </p:txBody>
      </p:sp>
    </p:spTree>
    <p:extLst>
      <p:ext uri="{BB962C8B-B14F-4D97-AF65-F5344CB8AC3E}">
        <p14:creationId xmlns:p14="http://schemas.microsoft.com/office/powerpoint/2010/main" val="1251867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B0F63956-4170-7062-FFC5-B48C9887C8F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400">
                <a:solidFill>
                  <a:schemeClr val="tx1"/>
                </a:solidFill>
                <a:latin typeface="Times New Roman" panose="02020603050405020304" pitchFamily="18" charset="0"/>
              </a:defRPr>
            </a:lvl1pPr>
            <a:lvl2pPr marL="742950" indent="-285750" defTabSz="966788">
              <a:defRPr sz="2400">
                <a:solidFill>
                  <a:schemeClr val="tx1"/>
                </a:solidFill>
                <a:latin typeface="Times New Roman" panose="02020603050405020304" pitchFamily="18" charset="0"/>
              </a:defRPr>
            </a:lvl2pPr>
            <a:lvl3pPr marL="1143000" indent="-228600" defTabSz="966788">
              <a:defRPr sz="2400">
                <a:solidFill>
                  <a:schemeClr val="tx1"/>
                </a:solidFill>
                <a:latin typeface="Times New Roman" panose="02020603050405020304" pitchFamily="18" charset="0"/>
              </a:defRPr>
            </a:lvl3pPr>
            <a:lvl4pPr marL="1600200" indent="-228600" defTabSz="966788">
              <a:defRPr sz="2400">
                <a:solidFill>
                  <a:schemeClr val="tx1"/>
                </a:solidFill>
                <a:latin typeface="Times New Roman" panose="02020603050405020304" pitchFamily="18" charset="0"/>
              </a:defRPr>
            </a:lvl4pPr>
            <a:lvl5pPr marL="2057400" indent="-228600" defTabSz="966788">
              <a:defRPr sz="2400">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66788" rtl="0" eaLnBrk="0" fontAlgn="base" latinLnBrk="0" hangingPunct="0">
              <a:lnSpc>
                <a:spcPct val="100000"/>
              </a:lnSpc>
              <a:spcBef>
                <a:spcPct val="0"/>
              </a:spcBef>
              <a:spcAft>
                <a:spcPct val="0"/>
              </a:spcAft>
              <a:buClrTx/>
              <a:buSzTx/>
              <a:buFontTx/>
              <a:buNone/>
              <a:tabLst/>
              <a:defRPr/>
            </a:pPr>
            <a:fld id="{B1F45B7A-AF90-4C63-A5A5-A912F5E6C49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66788" rtl="0" eaLnBrk="0" fontAlgn="base" latinLnBrk="0" hangingPunct="0">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3011" name="Rectangle 2">
            <a:extLst>
              <a:ext uri="{FF2B5EF4-FFF2-40B4-BE49-F238E27FC236}">
                <a16:creationId xmlns:a16="http://schemas.microsoft.com/office/drawing/2014/main" id="{C462091D-EAF8-C2AA-601D-B7C9DC6468AB}"/>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CB786464-814C-FC05-5E31-0E2202BA01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Notes Placeholder">
            <a:extLst>
              <a:ext uri="{FF2B5EF4-FFF2-40B4-BE49-F238E27FC236}">
                <a16:creationId xmlns:a16="http://schemas.microsoft.com/office/drawing/2014/main" id="{795D7C34-7F5E-4A71-86BC-CBCEFDA2BB43}"/>
              </a:ext>
            </a:extLst>
          </p:cNvPr>
          <p:cNvSpPr>
            <a:spLocks noGrp="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C329E2-DA7D-429E-80A1-9206804A7F82}" type="slidenum">
              <a:rPr lang="en-IN" smtClean="0"/>
              <a:t>44</a:t>
            </a:fld>
            <a:endParaRPr lang="en-IN"/>
          </a:p>
        </p:txBody>
      </p:sp>
    </p:spTree>
    <p:extLst>
      <p:ext uri="{BB962C8B-B14F-4D97-AF65-F5344CB8AC3E}">
        <p14:creationId xmlns:p14="http://schemas.microsoft.com/office/powerpoint/2010/main" val="2373785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F8795-094B-4E33-8BA9-0148E05135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B744439-D5D7-4182-87E8-9C4BB7FC32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DE35C7-0389-4831-AA8D-504A2CDC0205}"/>
              </a:ext>
            </a:extLst>
          </p:cNvPr>
          <p:cNvSpPr>
            <a:spLocks noGrp="1"/>
          </p:cNvSpPr>
          <p:nvPr>
            <p:ph type="dt" sz="half" idx="10"/>
          </p:nvPr>
        </p:nvSpPr>
        <p:spPr/>
        <p:txBody>
          <a:bodyPr/>
          <a:lstStyle/>
          <a:p>
            <a:fld id="{13694389-7BA1-42DB-9C83-6B9EE0EDDB22}" type="datetimeFigureOut">
              <a:rPr lang="en-IN" smtClean="0"/>
              <a:t>04-02-2026</a:t>
            </a:fld>
            <a:endParaRPr lang="en-IN"/>
          </a:p>
        </p:txBody>
      </p:sp>
      <p:sp>
        <p:nvSpPr>
          <p:cNvPr id="5" name="Footer Placeholder 4">
            <a:extLst>
              <a:ext uri="{FF2B5EF4-FFF2-40B4-BE49-F238E27FC236}">
                <a16:creationId xmlns:a16="http://schemas.microsoft.com/office/drawing/2014/main" id="{65E05F89-ED55-4EB1-A890-A52C965F80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3589C0-5A27-47D0-BC7D-935C539742F0}"/>
              </a:ext>
            </a:extLst>
          </p:cNvPr>
          <p:cNvSpPr>
            <a:spLocks noGrp="1"/>
          </p:cNvSpPr>
          <p:nvPr>
            <p:ph type="sldNum" sz="quarter" idx="12"/>
          </p:nvPr>
        </p:nvSpPr>
        <p:spPr/>
        <p:txBody>
          <a:bodyPr/>
          <a:lstStyle/>
          <a:p>
            <a:fld id="{F3EAB55B-E7A7-4152-8F36-4C337124586E}" type="slidenum">
              <a:rPr lang="en-IN" smtClean="0"/>
              <a:t>‹#›</a:t>
            </a:fld>
            <a:endParaRPr lang="en-IN"/>
          </a:p>
        </p:txBody>
      </p:sp>
    </p:spTree>
    <p:extLst>
      <p:ext uri="{BB962C8B-B14F-4D97-AF65-F5344CB8AC3E}">
        <p14:creationId xmlns:p14="http://schemas.microsoft.com/office/powerpoint/2010/main" val="3555442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698CF-9E49-4313-9CE2-3FDAB0B17A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8C4528-2EF3-44C6-8978-84B1D54118E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3C5F60-23C2-40A6-AEDC-FBBAB49C24AC}"/>
              </a:ext>
            </a:extLst>
          </p:cNvPr>
          <p:cNvSpPr>
            <a:spLocks noGrp="1"/>
          </p:cNvSpPr>
          <p:nvPr>
            <p:ph type="dt" sz="half" idx="10"/>
          </p:nvPr>
        </p:nvSpPr>
        <p:spPr/>
        <p:txBody>
          <a:bodyPr/>
          <a:lstStyle/>
          <a:p>
            <a:fld id="{13694389-7BA1-42DB-9C83-6B9EE0EDDB22}" type="datetimeFigureOut">
              <a:rPr lang="en-IN" smtClean="0"/>
              <a:t>04-02-2026</a:t>
            </a:fld>
            <a:endParaRPr lang="en-IN"/>
          </a:p>
        </p:txBody>
      </p:sp>
      <p:sp>
        <p:nvSpPr>
          <p:cNvPr id="5" name="Footer Placeholder 4">
            <a:extLst>
              <a:ext uri="{FF2B5EF4-FFF2-40B4-BE49-F238E27FC236}">
                <a16:creationId xmlns:a16="http://schemas.microsoft.com/office/drawing/2014/main" id="{C74EE7AD-B5EC-4E54-B332-3E147C169F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851311-49E5-43B5-B2CB-0E25F05107C6}"/>
              </a:ext>
            </a:extLst>
          </p:cNvPr>
          <p:cNvSpPr>
            <a:spLocks noGrp="1"/>
          </p:cNvSpPr>
          <p:nvPr>
            <p:ph type="sldNum" sz="quarter" idx="12"/>
          </p:nvPr>
        </p:nvSpPr>
        <p:spPr/>
        <p:txBody>
          <a:bodyPr/>
          <a:lstStyle/>
          <a:p>
            <a:fld id="{F3EAB55B-E7A7-4152-8F36-4C337124586E}" type="slidenum">
              <a:rPr lang="en-IN" smtClean="0"/>
              <a:t>‹#›</a:t>
            </a:fld>
            <a:endParaRPr lang="en-IN"/>
          </a:p>
        </p:txBody>
      </p:sp>
    </p:spTree>
    <p:extLst>
      <p:ext uri="{BB962C8B-B14F-4D97-AF65-F5344CB8AC3E}">
        <p14:creationId xmlns:p14="http://schemas.microsoft.com/office/powerpoint/2010/main" val="272104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335B8-C7D2-46F6-B802-75D8A7A0C4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7AA91D-33D2-4DFF-8D13-B4472EEFD5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B38E1DF-3D2C-4D1B-84B6-AB31598C1073}"/>
              </a:ext>
            </a:extLst>
          </p:cNvPr>
          <p:cNvSpPr>
            <a:spLocks noGrp="1"/>
          </p:cNvSpPr>
          <p:nvPr>
            <p:ph type="dt" sz="half" idx="10"/>
          </p:nvPr>
        </p:nvSpPr>
        <p:spPr/>
        <p:txBody>
          <a:bodyPr/>
          <a:lstStyle/>
          <a:p>
            <a:fld id="{13694389-7BA1-42DB-9C83-6B9EE0EDDB22}" type="datetimeFigureOut">
              <a:rPr lang="en-IN" smtClean="0"/>
              <a:t>04-02-2026</a:t>
            </a:fld>
            <a:endParaRPr lang="en-IN"/>
          </a:p>
        </p:txBody>
      </p:sp>
      <p:sp>
        <p:nvSpPr>
          <p:cNvPr id="5" name="Footer Placeholder 4">
            <a:extLst>
              <a:ext uri="{FF2B5EF4-FFF2-40B4-BE49-F238E27FC236}">
                <a16:creationId xmlns:a16="http://schemas.microsoft.com/office/drawing/2014/main" id="{0888DE88-7343-4590-9B82-02EDF4682A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FA851B-E76D-4E1A-8BE0-A2DC0760E940}"/>
              </a:ext>
            </a:extLst>
          </p:cNvPr>
          <p:cNvSpPr>
            <a:spLocks noGrp="1"/>
          </p:cNvSpPr>
          <p:nvPr>
            <p:ph type="sldNum" sz="quarter" idx="12"/>
          </p:nvPr>
        </p:nvSpPr>
        <p:spPr/>
        <p:txBody>
          <a:bodyPr/>
          <a:lstStyle/>
          <a:p>
            <a:fld id="{F3EAB55B-E7A7-4152-8F36-4C337124586E}" type="slidenum">
              <a:rPr lang="en-IN" smtClean="0"/>
              <a:t>‹#›</a:t>
            </a:fld>
            <a:endParaRPr lang="en-IN"/>
          </a:p>
        </p:txBody>
      </p:sp>
    </p:spTree>
    <p:extLst>
      <p:ext uri="{BB962C8B-B14F-4D97-AF65-F5344CB8AC3E}">
        <p14:creationId xmlns:p14="http://schemas.microsoft.com/office/powerpoint/2010/main" val="3181948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17F3F-0F78-41C4-B929-FC97EEE0D4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3398A5-73DE-4D20-AEEF-0A61961116F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73448A-2145-49EF-AA58-FFA2AE8A4EA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E79C0DC-C1B4-4349-947F-E0CBF2956EF1}"/>
              </a:ext>
            </a:extLst>
          </p:cNvPr>
          <p:cNvSpPr>
            <a:spLocks noGrp="1"/>
          </p:cNvSpPr>
          <p:nvPr>
            <p:ph type="dt" sz="half" idx="10"/>
          </p:nvPr>
        </p:nvSpPr>
        <p:spPr/>
        <p:txBody>
          <a:bodyPr/>
          <a:lstStyle/>
          <a:p>
            <a:fld id="{13694389-7BA1-42DB-9C83-6B9EE0EDDB22}" type="datetimeFigureOut">
              <a:rPr lang="en-IN" smtClean="0"/>
              <a:t>04-02-2026</a:t>
            </a:fld>
            <a:endParaRPr lang="en-IN"/>
          </a:p>
        </p:txBody>
      </p:sp>
      <p:sp>
        <p:nvSpPr>
          <p:cNvPr id="6" name="Footer Placeholder 5">
            <a:extLst>
              <a:ext uri="{FF2B5EF4-FFF2-40B4-BE49-F238E27FC236}">
                <a16:creationId xmlns:a16="http://schemas.microsoft.com/office/drawing/2014/main" id="{98793DBA-733F-4D89-BA6C-07D906028B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F81E51-72A2-4484-872C-5A4AA82231CC}"/>
              </a:ext>
            </a:extLst>
          </p:cNvPr>
          <p:cNvSpPr>
            <a:spLocks noGrp="1"/>
          </p:cNvSpPr>
          <p:nvPr>
            <p:ph type="sldNum" sz="quarter" idx="12"/>
          </p:nvPr>
        </p:nvSpPr>
        <p:spPr/>
        <p:txBody>
          <a:bodyPr/>
          <a:lstStyle/>
          <a:p>
            <a:fld id="{F3EAB55B-E7A7-4152-8F36-4C337124586E}" type="slidenum">
              <a:rPr lang="en-IN" smtClean="0"/>
              <a:t>‹#›</a:t>
            </a:fld>
            <a:endParaRPr lang="en-IN"/>
          </a:p>
        </p:txBody>
      </p:sp>
    </p:spTree>
    <p:extLst>
      <p:ext uri="{BB962C8B-B14F-4D97-AF65-F5344CB8AC3E}">
        <p14:creationId xmlns:p14="http://schemas.microsoft.com/office/powerpoint/2010/main" val="631697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8CFD1-9E85-4753-B2C4-B97E1E954B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6AF7B5-918A-46DE-BBED-18D917DFD3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71C1941-F372-4BA6-BC2E-D63B1937A09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E7DE4F-8221-429A-BD4E-D8E1FFCB4E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CE636A6-18FE-49F4-ABDB-B7EE8FA8C9C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1CCACA0-4F5B-4148-AAB8-48F9850C1F49}"/>
              </a:ext>
            </a:extLst>
          </p:cNvPr>
          <p:cNvSpPr>
            <a:spLocks noGrp="1"/>
          </p:cNvSpPr>
          <p:nvPr>
            <p:ph type="dt" sz="half" idx="10"/>
          </p:nvPr>
        </p:nvSpPr>
        <p:spPr/>
        <p:txBody>
          <a:bodyPr/>
          <a:lstStyle/>
          <a:p>
            <a:fld id="{13694389-7BA1-42DB-9C83-6B9EE0EDDB22}" type="datetimeFigureOut">
              <a:rPr lang="en-IN" smtClean="0"/>
              <a:t>04-02-2026</a:t>
            </a:fld>
            <a:endParaRPr lang="en-IN"/>
          </a:p>
        </p:txBody>
      </p:sp>
      <p:sp>
        <p:nvSpPr>
          <p:cNvPr id="8" name="Footer Placeholder 7">
            <a:extLst>
              <a:ext uri="{FF2B5EF4-FFF2-40B4-BE49-F238E27FC236}">
                <a16:creationId xmlns:a16="http://schemas.microsoft.com/office/drawing/2014/main" id="{1D7D9DD9-BAD6-4654-AAA7-830F8730DA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B4ACCEE-1687-4A09-A8B9-A7F2A15886B5}"/>
              </a:ext>
            </a:extLst>
          </p:cNvPr>
          <p:cNvSpPr>
            <a:spLocks noGrp="1"/>
          </p:cNvSpPr>
          <p:nvPr>
            <p:ph type="sldNum" sz="quarter" idx="12"/>
          </p:nvPr>
        </p:nvSpPr>
        <p:spPr/>
        <p:txBody>
          <a:bodyPr/>
          <a:lstStyle/>
          <a:p>
            <a:fld id="{F3EAB55B-E7A7-4152-8F36-4C337124586E}" type="slidenum">
              <a:rPr lang="en-IN" smtClean="0"/>
              <a:t>‹#›</a:t>
            </a:fld>
            <a:endParaRPr lang="en-IN"/>
          </a:p>
        </p:txBody>
      </p:sp>
    </p:spTree>
    <p:extLst>
      <p:ext uri="{BB962C8B-B14F-4D97-AF65-F5344CB8AC3E}">
        <p14:creationId xmlns:p14="http://schemas.microsoft.com/office/powerpoint/2010/main" val="1647458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AEE74-F312-4B05-B6A2-6D9BBBB18F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55EF2E-4154-465E-91E1-D968BDFCE1D0}"/>
              </a:ext>
            </a:extLst>
          </p:cNvPr>
          <p:cNvSpPr>
            <a:spLocks noGrp="1"/>
          </p:cNvSpPr>
          <p:nvPr>
            <p:ph type="dt" sz="half" idx="10"/>
          </p:nvPr>
        </p:nvSpPr>
        <p:spPr/>
        <p:txBody>
          <a:bodyPr/>
          <a:lstStyle/>
          <a:p>
            <a:fld id="{13694389-7BA1-42DB-9C83-6B9EE0EDDB22}" type="datetimeFigureOut">
              <a:rPr lang="en-IN" smtClean="0"/>
              <a:t>04-02-2026</a:t>
            </a:fld>
            <a:endParaRPr lang="en-IN"/>
          </a:p>
        </p:txBody>
      </p:sp>
      <p:sp>
        <p:nvSpPr>
          <p:cNvPr id="4" name="Footer Placeholder 3">
            <a:extLst>
              <a:ext uri="{FF2B5EF4-FFF2-40B4-BE49-F238E27FC236}">
                <a16:creationId xmlns:a16="http://schemas.microsoft.com/office/drawing/2014/main" id="{4CB85BA1-57F7-4E84-9ED0-5B51DAB9B3C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31A5734-3993-4D34-A8DC-788DDD3BEC25}"/>
              </a:ext>
            </a:extLst>
          </p:cNvPr>
          <p:cNvSpPr>
            <a:spLocks noGrp="1"/>
          </p:cNvSpPr>
          <p:nvPr>
            <p:ph type="sldNum" sz="quarter" idx="12"/>
          </p:nvPr>
        </p:nvSpPr>
        <p:spPr/>
        <p:txBody>
          <a:bodyPr/>
          <a:lstStyle/>
          <a:p>
            <a:fld id="{F3EAB55B-E7A7-4152-8F36-4C337124586E}" type="slidenum">
              <a:rPr lang="en-IN" smtClean="0"/>
              <a:t>‹#›</a:t>
            </a:fld>
            <a:endParaRPr lang="en-IN"/>
          </a:p>
        </p:txBody>
      </p:sp>
    </p:spTree>
    <p:extLst>
      <p:ext uri="{BB962C8B-B14F-4D97-AF65-F5344CB8AC3E}">
        <p14:creationId xmlns:p14="http://schemas.microsoft.com/office/powerpoint/2010/main" val="3362771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78AF62-8990-49C0-8592-51AF502BD78B}"/>
              </a:ext>
            </a:extLst>
          </p:cNvPr>
          <p:cNvSpPr>
            <a:spLocks noGrp="1"/>
          </p:cNvSpPr>
          <p:nvPr>
            <p:ph type="dt" sz="half" idx="10"/>
          </p:nvPr>
        </p:nvSpPr>
        <p:spPr/>
        <p:txBody>
          <a:bodyPr/>
          <a:lstStyle/>
          <a:p>
            <a:fld id="{13694389-7BA1-42DB-9C83-6B9EE0EDDB22}" type="datetimeFigureOut">
              <a:rPr lang="en-IN" smtClean="0"/>
              <a:t>04-02-2026</a:t>
            </a:fld>
            <a:endParaRPr lang="en-IN"/>
          </a:p>
        </p:txBody>
      </p:sp>
      <p:sp>
        <p:nvSpPr>
          <p:cNvPr id="3" name="Footer Placeholder 2">
            <a:extLst>
              <a:ext uri="{FF2B5EF4-FFF2-40B4-BE49-F238E27FC236}">
                <a16:creationId xmlns:a16="http://schemas.microsoft.com/office/drawing/2014/main" id="{60782839-7ABA-4249-B82C-2C41824684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43131-85E8-4E19-BBD4-CC99EB9447D6}"/>
              </a:ext>
            </a:extLst>
          </p:cNvPr>
          <p:cNvSpPr>
            <a:spLocks noGrp="1"/>
          </p:cNvSpPr>
          <p:nvPr>
            <p:ph type="sldNum" sz="quarter" idx="12"/>
          </p:nvPr>
        </p:nvSpPr>
        <p:spPr/>
        <p:txBody>
          <a:bodyPr/>
          <a:lstStyle/>
          <a:p>
            <a:fld id="{F3EAB55B-E7A7-4152-8F36-4C337124586E}" type="slidenum">
              <a:rPr lang="en-IN" smtClean="0"/>
              <a:t>‹#›</a:t>
            </a:fld>
            <a:endParaRPr lang="en-IN"/>
          </a:p>
        </p:txBody>
      </p:sp>
    </p:spTree>
    <p:extLst>
      <p:ext uri="{BB962C8B-B14F-4D97-AF65-F5344CB8AC3E}">
        <p14:creationId xmlns:p14="http://schemas.microsoft.com/office/powerpoint/2010/main" val="1120081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811B9-32EB-439C-BC17-88157B0365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9AE212-5F9C-4932-B73F-73B5FA2669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8134AC8-CC8A-47C8-9728-F712C74E47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8E61E51-69A1-4268-BA59-189B9CA0A210}"/>
              </a:ext>
            </a:extLst>
          </p:cNvPr>
          <p:cNvSpPr>
            <a:spLocks noGrp="1"/>
          </p:cNvSpPr>
          <p:nvPr>
            <p:ph type="dt" sz="half" idx="10"/>
          </p:nvPr>
        </p:nvSpPr>
        <p:spPr/>
        <p:txBody>
          <a:bodyPr/>
          <a:lstStyle/>
          <a:p>
            <a:fld id="{13694389-7BA1-42DB-9C83-6B9EE0EDDB22}" type="datetimeFigureOut">
              <a:rPr lang="en-IN" smtClean="0"/>
              <a:t>04-02-2026</a:t>
            </a:fld>
            <a:endParaRPr lang="en-IN"/>
          </a:p>
        </p:txBody>
      </p:sp>
      <p:sp>
        <p:nvSpPr>
          <p:cNvPr id="6" name="Footer Placeholder 5">
            <a:extLst>
              <a:ext uri="{FF2B5EF4-FFF2-40B4-BE49-F238E27FC236}">
                <a16:creationId xmlns:a16="http://schemas.microsoft.com/office/drawing/2014/main" id="{64D7C11E-5064-4669-8EE8-80E52594CF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8FD069-E1F7-4A7A-BFFF-C2F1D6CC9DA7}"/>
              </a:ext>
            </a:extLst>
          </p:cNvPr>
          <p:cNvSpPr>
            <a:spLocks noGrp="1"/>
          </p:cNvSpPr>
          <p:nvPr>
            <p:ph type="sldNum" sz="quarter" idx="12"/>
          </p:nvPr>
        </p:nvSpPr>
        <p:spPr/>
        <p:txBody>
          <a:bodyPr/>
          <a:lstStyle/>
          <a:p>
            <a:fld id="{F3EAB55B-E7A7-4152-8F36-4C337124586E}" type="slidenum">
              <a:rPr lang="en-IN" smtClean="0"/>
              <a:t>‹#›</a:t>
            </a:fld>
            <a:endParaRPr lang="en-IN"/>
          </a:p>
        </p:txBody>
      </p:sp>
    </p:spTree>
    <p:extLst>
      <p:ext uri="{BB962C8B-B14F-4D97-AF65-F5344CB8AC3E}">
        <p14:creationId xmlns:p14="http://schemas.microsoft.com/office/powerpoint/2010/main" val="116883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F931-BFE6-40D8-9AC1-3417C0F7CB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45E79A-70AF-417C-A9A1-A4139898A1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7D2F13-7350-4E34-967F-4D185C2D4F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9CEA92D-0F0A-4941-9CDF-281D40EB8BB9}"/>
              </a:ext>
            </a:extLst>
          </p:cNvPr>
          <p:cNvSpPr>
            <a:spLocks noGrp="1"/>
          </p:cNvSpPr>
          <p:nvPr>
            <p:ph type="dt" sz="half" idx="10"/>
          </p:nvPr>
        </p:nvSpPr>
        <p:spPr/>
        <p:txBody>
          <a:bodyPr/>
          <a:lstStyle/>
          <a:p>
            <a:fld id="{13694389-7BA1-42DB-9C83-6B9EE0EDDB22}" type="datetimeFigureOut">
              <a:rPr lang="en-IN" smtClean="0"/>
              <a:t>04-02-2026</a:t>
            </a:fld>
            <a:endParaRPr lang="en-IN"/>
          </a:p>
        </p:txBody>
      </p:sp>
      <p:sp>
        <p:nvSpPr>
          <p:cNvPr id="6" name="Footer Placeholder 5">
            <a:extLst>
              <a:ext uri="{FF2B5EF4-FFF2-40B4-BE49-F238E27FC236}">
                <a16:creationId xmlns:a16="http://schemas.microsoft.com/office/drawing/2014/main" id="{8F8D1469-5B0D-4C74-9536-192CFA4A3E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543D5E-5F3E-451F-A28A-6BBD5EECE2F5}"/>
              </a:ext>
            </a:extLst>
          </p:cNvPr>
          <p:cNvSpPr>
            <a:spLocks noGrp="1"/>
          </p:cNvSpPr>
          <p:nvPr>
            <p:ph type="sldNum" sz="quarter" idx="12"/>
          </p:nvPr>
        </p:nvSpPr>
        <p:spPr/>
        <p:txBody>
          <a:bodyPr/>
          <a:lstStyle/>
          <a:p>
            <a:fld id="{F3EAB55B-E7A7-4152-8F36-4C337124586E}" type="slidenum">
              <a:rPr lang="en-IN" smtClean="0"/>
              <a:t>‹#›</a:t>
            </a:fld>
            <a:endParaRPr lang="en-IN"/>
          </a:p>
        </p:txBody>
      </p:sp>
    </p:spTree>
    <p:extLst>
      <p:ext uri="{BB962C8B-B14F-4D97-AF65-F5344CB8AC3E}">
        <p14:creationId xmlns:p14="http://schemas.microsoft.com/office/powerpoint/2010/main" val="3740368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297B6-1674-4A16-B7E8-382EFEC3475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C68A87-9A13-434E-AD4F-5F09A05D550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1DA9C9-D440-4A50-A2F3-30E5E206011C}"/>
              </a:ext>
            </a:extLst>
          </p:cNvPr>
          <p:cNvSpPr>
            <a:spLocks noGrp="1"/>
          </p:cNvSpPr>
          <p:nvPr>
            <p:ph type="dt" sz="half" idx="10"/>
          </p:nvPr>
        </p:nvSpPr>
        <p:spPr/>
        <p:txBody>
          <a:bodyPr/>
          <a:lstStyle/>
          <a:p>
            <a:fld id="{13694389-7BA1-42DB-9C83-6B9EE0EDDB22}" type="datetimeFigureOut">
              <a:rPr lang="en-IN" smtClean="0"/>
              <a:t>04-02-2026</a:t>
            </a:fld>
            <a:endParaRPr lang="en-IN"/>
          </a:p>
        </p:txBody>
      </p:sp>
      <p:sp>
        <p:nvSpPr>
          <p:cNvPr id="5" name="Footer Placeholder 4">
            <a:extLst>
              <a:ext uri="{FF2B5EF4-FFF2-40B4-BE49-F238E27FC236}">
                <a16:creationId xmlns:a16="http://schemas.microsoft.com/office/drawing/2014/main" id="{7FAEA60A-7A6A-49CD-AA7C-6937F08B80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6A9F6B-CE71-4578-A036-B1716C510C84}"/>
              </a:ext>
            </a:extLst>
          </p:cNvPr>
          <p:cNvSpPr>
            <a:spLocks noGrp="1"/>
          </p:cNvSpPr>
          <p:nvPr>
            <p:ph type="sldNum" sz="quarter" idx="12"/>
          </p:nvPr>
        </p:nvSpPr>
        <p:spPr/>
        <p:txBody>
          <a:bodyPr/>
          <a:lstStyle/>
          <a:p>
            <a:fld id="{F3EAB55B-E7A7-4152-8F36-4C337124586E}" type="slidenum">
              <a:rPr lang="en-IN" smtClean="0"/>
              <a:t>‹#›</a:t>
            </a:fld>
            <a:endParaRPr lang="en-IN"/>
          </a:p>
        </p:txBody>
      </p:sp>
    </p:spTree>
    <p:extLst>
      <p:ext uri="{BB962C8B-B14F-4D97-AF65-F5344CB8AC3E}">
        <p14:creationId xmlns:p14="http://schemas.microsoft.com/office/powerpoint/2010/main" val="3414687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BCDF8F-9C22-4D12-9E44-EB4CDA105E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FDBB89-1FD4-4E97-9818-59ECDA99C38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9F9CF0-D176-42C7-9A60-A7775F4948C5}"/>
              </a:ext>
            </a:extLst>
          </p:cNvPr>
          <p:cNvSpPr>
            <a:spLocks noGrp="1"/>
          </p:cNvSpPr>
          <p:nvPr>
            <p:ph type="dt" sz="half" idx="10"/>
          </p:nvPr>
        </p:nvSpPr>
        <p:spPr/>
        <p:txBody>
          <a:bodyPr/>
          <a:lstStyle/>
          <a:p>
            <a:fld id="{13694389-7BA1-42DB-9C83-6B9EE0EDDB22}" type="datetimeFigureOut">
              <a:rPr lang="en-IN" smtClean="0"/>
              <a:t>04-02-2026</a:t>
            </a:fld>
            <a:endParaRPr lang="en-IN"/>
          </a:p>
        </p:txBody>
      </p:sp>
      <p:sp>
        <p:nvSpPr>
          <p:cNvPr id="5" name="Footer Placeholder 4">
            <a:extLst>
              <a:ext uri="{FF2B5EF4-FFF2-40B4-BE49-F238E27FC236}">
                <a16:creationId xmlns:a16="http://schemas.microsoft.com/office/drawing/2014/main" id="{CE7B671F-EC0E-480A-BACC-9229F3277C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70A906-E352-4807-9D94-6F1C73B882D6}"/>
              </a:ext>
            </a:extLst>
          </p:cNvPr>
          <p:cNvSpPr>
            <a:spLocks noGrp="1"/>
          </p:cNvSpPr>
          <p:nvPr>
            <p:ph type="sldNum" sz="quarter" idx="12"/>
          </p:nvPr>
        </p:nvSpPr>
        <p:spPr/>
        <p:txBody>
          <a:bodyPr/>
          <a:lstStyle/>
          <a:p>
            <a:fld id="{F3EAB55B-E7A7-4152-8F36-4C337124586E}" type="slidenum">
              <a:rPr lang="en-IN" smtClean="0"/>
              <a:t>‹#›</a:t>
            </a:fld>
            <a:endParaRPr lang="en-IN"/>
          </a:p>
        </p:txBody>
      </p:sp>
    </p:spTree>
    <p:extLst>
      <p:ext uri="{BB962C8B-B14F-4D97-AF65-F5344CB8AC3E}">
        <p14:creationId xmlns:p14="http://schemas.microsoft.com/office/powerpoint/2010/main" val="3990649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10561" y="456529"/>
            <a:ext cx="10972800" cy="1372464"/>
          </a:xfrm>
        </p:spPr>
        <p:txBody>
          <a:bodyPr/>
          <a:lstStyle/>
          <a:p>
            <a:r>
              <a:rPr lang="en-US"/>
              <a:t>Click to edit Master title style</a:t>
            </a:r>
          </a:p>
        </p:txBody>
      </p:sp>
      <p:sp>
        <p:nvSpPr>
          <p:cNvPr id="3" name="Content Placeholder 2"/>
          <p:cNvSpPr>
            <a:spLocks noGrp="1"/>
          </p:cNvSpPr>
          <p:nvPr>
            <p:ph sz="quarter" idx="1"/>
          </p:nvPr>
        </p:nvSpPr>
        <p:spPr>
          <a:xfrm>
            <a:off x="610560" y="1981649"/>
            <a:ext cx="5393280" cy="1873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88161" y="1981649"/>
            <a:ext cx="5395200" cy="1873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0560" y="3993540"/>
            <a:ext cx="5393280" cy="1873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88161" y="3993540"/>
            <a:ext cx="5395200" cy="1873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5D1F6875-5ABE-4094-A38E-C1E9FDDDB81A}"/>
              </a:ext>
            </a:extLst>
          </p:cNvPr>
          <p:cNvSpPr>
            <a:spLocks noGrp="1" noChangeArrowheads="1"/>
          </p:cNvSpPr>
          <p:nvPr>
            <p:ph type="ftr" sz="quarter" idx="10"/>
          </p:nvPr>
        </p:nvSpPr>
        <p:spPr>
          <a:xfrm>
            <a:off x="4165600" y="6248400"/>
            <a:ext cx="3860800" cy="457200"/>
          </a:xfrm>
          <a:prstGeom prst="rect">
            <a:avLst/>
          </a:prstGeom>
        </p:spPr>
        <p:txBody>
          <a:bodyPr lIns="82945" tIns="41473" rIns="82945" bIns="41473"/>
          <a:lstStyle>
            <a:lvl1pPr>
              <a:defRPr/>
            </a:lvl1pPr>
          </a:lstStyle>
          <a:p>
            <a:pPr>
              <a:defRPr/>
            </a:pPr>
            <a:r>
              <a:rPr lang="en-US"/>
              <a:t>P.P.Chakrabarti, IIT Kharagpur </a:t>
            </a:r>
          </a:p>
        </p:txBody>
      </p:sp>
      <p:sp>
        <p:nvSpPr>
          <p:cNvPr id="8" name="Rectangle 3">
            <a:extLst>
              <a:ext uri="{FF2B5EF4-FFF2-40B4-BE49-F238E27FC236}">
                <a16:creationId xmlns:a16="http://schemas.microsoft.com/office/drawing/2014/main" id="{AE828027-DFC4-4DBD-B5D7-0F809295F519}"/>
              </a:ext>
            </a:extLst>
          </p:cNvPr>
          <p:cNvSpPr>
            <a:spLocks noGrp="1" noChangeArrowheads="1"/>
          </p:cNvSpPr>
          <p:nvPr>
            <p:ph type="sldNum" sz="quarter" idx="11"/>
          </p:nvPr>
        </p:nvSpPr>
        <p:spPr/>
        <p:txBody>
          <a:bodyPr/>
          <a:lstStyle>
            <a:lvl1pPr>
              <a:defRPr/>
            </a:lvl1pPr>
          </a:lstStyle>
          <a:p>
            <a:fld id="{EBD20068-495B-45F0-A1AF-DAD491D33303}" type="slidenum">
              <a:rPr lang="en-US" altLang="en-US"/>
              <a:pPr/>
              <a:t>‹#›</a:t>
            </a:fld>
            <a:endParaRPr lang="en-US" altLang="en-US"/>
          </a:p>
        </p:txBody>
      </p:sp>
      <p:sp>
        <p:nvSpPr>
          <p:cNvPr id="9" name="Rectangle 16">
            <a:extLst>
              <a:ext uri="{FF2B5EF4-FFF2-40B4-BE49-F238E27FC236}">
                <a16:creationId xmlns:a16="http://schemas.microsoft.com/office/drawing/2014/main" id="{207A9A39-EC22-418F-90FC-8E0BE8202EFF}"/>
              </a:ext>
            </a:extLst>
          </p:cNvPr>
          <p:cNvSpPr>
            <a:spLocks noGrp="1" noChangeArrowheads="1"/>
          </p:cNvSpPr>
          <p:nvPr>
            <p:ph type="dt" sz="half" idx="12"/>
          </p:nvPr>
        </p:nvSpPr>
        <p:spPr>
          <a:xfrm>
            <a:off x="609600" y="6245225"/>
            <a:ext cx="2844800" cy="476250"/>
          </a:xfrm>
          <a:prstGeom prst="rect">
            <a:avLst/>
          </a:prstGeom>
        </p:spPr>
        <p:txBody>
          <a:bodyPr lIns="82945" tIns="41473" rIns="82945" bIns="41473"/>
          <a:lstStyle>
            <a:lvl1pPr>
              <a:defRPr/>
            </a:lvl1pPr>
          </a:lstStyle>
          <a:p>
            <a:pPr>
              <a:defRPr/>
            </a:pPr>
            <a:r>
              <a:rPr lang="en-US"/>
              <a:t>13-01-03</a:t>
            </a:r>
          </a:p>
        </p:txBody>
      </p:sp>
    </p:spTree>
    <p:extLst>
      <p:ext uri="{BB962C8B-B14F-4D97-AF65-F5344CB8AC3E}">
        <p14:creationId xmlns:p14="http://schemas.microsoft.com/office/powerpoint/2010/main" val="639246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F92D083-ED36-306F-17E6-A9980BFB29FB}"/>
              </a:ext>
            </a:extLst>
          </p:cNvPr>
          <p:cNvGrpSpPr>
            <a:grpSpLocks/>
          </p:cNvGrpSpPr>
          <p:nvPr/>
        </p:nvGrpSpPr>
        <p:grpSpPr bwMode="auto">
          <a:xfrm>
            <a:off x="0" y="0"/>
            <a:ext cx="12192000" cy="6858000"/>
            <a:chOff x="0" y="0"/>
            <a:chExt cx="5760" cy="4320"/>
          </a:xfrm>
        </p:grpSpPr>
        <p:sp>
          <p:nvSpPr>
            <p:cNvPr id="3" name="Rectangle 3">
              <a:extLst>
                <a:ext uri="{FF2B5EF4-FFF2-40B4-BE49-F238E27FC236}">
                  <a16:creationId xmlns:a16="http://schemas.microsoft.com/office/drawing/2014/main" id="{3CE76834-F3A1-9A2F-4D26-C66C683918FA}"/>
                </a:ext>
              </a:extLst>
            </p:cNvPr>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sp>
          <p:nvSpPr>
            <p:cNvPr id="4" name="Rectangle 4">
              <a:extLst>
                <a:ext uri="{FF2B5EF4-FFF2-40B4-BE49-F238E27FC236}">
                  <a16:creationId xmlns:a16="http://schemas.microsoft.com/office/drawing/2014/main" id="{1A370D7A-628B-BB7E-94EA-490B51B97E75}"/>
                </a:ext>
              </a:extLst>
            </p:cNvPr>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a:noFill/>
            </a:ln>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grpSp>
      <p:sp>
        <p:nvSpPr>
          <p:cNvPr id="5" name="Rectangle 10">
            <a:extLst>
              <a:ext uri="{FF2B5EF4-FFF2-40B4-BE49-F238E27FC236}">
                <a16:creationId xmlns:a16="http://schemas.microsoft.com/office/drawing/2014/main" id="{D60F1801-8810-03F4-9E46-4AD39C989D0C}"/>
              </a:ext>
            </a:extLst>
          </p:cNvPr>
          <p:cNvSpPr>
            <a:spLocks noChangeArrowheads="1"/>
          </p:cNvSpPr>
          <p:nvPr/>
        </p:nvSpPr>
        <p:spPr bwMode="auto">
          <a:xfrm>
            <a:off x="618067" y="2700338"/>
            <a:ext cx="215900" cy="4157662"/>
          </a:xfrm>
          <a:prstGeom prst="rect">
            <a:avLst/>
          </a:prstGeom>
          <a:noFill/>
          <a:ln>
            <a:noFill/>
          </a:ln>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sp>
        <p:nvSpPr>
          <p:cNvPr id="6" name="Rectangle 7">
            <a:extLst>
              <a:ext uri="{FF2B5EF4-FFF2-40B4-BE49-F238E27FC236}">
                <a16:creationId xmlns:a16="http://schemas.microsoft.com/office/drawing/2014/main" id="{0E1F5B40-CBC5-6C05-6DBE-64E9F3233D74}"/>
              </a:ext>
            </a:extLst>
          </p:cNvPr>
          <p:cNvSpPr>
            <a:spLocks noGrp="1" noChangeArrowheads="1"/>
          </p:cNvSpPr>
          <p:nvPr>
            <p:ph type="dt" sz="half" idx="10"/>
          </p:nvPr>
        </p:nvSpPr>
        <p:spPr>
          <a:xfrm>
            <a:off x="1727200" y="6248400"/>
            <a:ext cx="2540000" cy="457200"/>
          </a:xfrm>
        </p:spPr>
        <p:txBody>
          <a:bodyPr/>
          <a:lstStyle>
            <a:lvl1pPr>
              <a:defRPr>
                <a:solidFill>
                  <a:srgbClr val="FFFFFF"/>
                </a:solidFill>
              </a:defRPr>
            </a:lvl1pPr>
          </a:lstStyle>
          <a:p>
            <a:pPr>
              <a:defRPr/>
            </a:pPr>
            <a:endParaRPr lang="en-US" altLang="en-US"/>
          </a:p>
        </p:txBody>
      </p:sp>
      <p:sp>
        <p:nvSpPr>
          <p:cNvPr id="7" name="Rectangle 8">
            <a:extLst>
              <a:ext uri="{FF2B5EF4-FFF2-40B4-BE49-F238E27FC236}">
                <a16:creationId xmlns:a16="http://schemas.microsoft.com/office/drawing/2014/main" id="{1DFBCEE3-F29F-49D9-3602-6AB8EC1BE2C1}"/>
              </a:ext>
            </a:extLst>
          </p:cNvPr>
          <p:cNvSpPr>
            <a:spLocks noGrp="1" noChangeArrowheads="1"/>
          </p:cNvSpPr>
          <p:nvPr>
            <p:ph type="ftr" sz="quarter" idx="11"/>
          </p:nvPr>
        </p:nvSpPr>
        <p:spPr bwMode="auto">
          <a:xfrm>
            <a:off x="4978400" y="6248400"/>
            <a:ext cx="3860800" cy="457200"/>
          </a:xfrm>
          <a:prstGeom prst="rect">
            <a:avLst/>
          </a:prstGeom>
        </p:spPr>
        <p:txBody>
          <a:bodyPr vert="horz" wrap="square" lIns="91440" tIns="45720" rIns="91440" bIns="45720" numCol="1" anchor="t" anchorCtr="0" compatLnSpc="1">
            <a:prstTxWarp prst="textNoShape">
              <a:avLst/>
            </a:prstTxWarp>
          </a:bodyPr>
          <a:lstStyle>
            <a:lvl1pPr algn="ctr">
              <a:spcBef>
                <a:spcPct val="50000"/>
              </a:spcBef>
              <a:defRPr sz="1400">
                <a:solidFill>
                  <a:srgbClr val="FFFFFF"/>
                </a:solidFill>
                <a:latin typeface="Arial Narrow" panose="020B0606020202030204" pitchFamily="34" charset="0"/>
              </a:defRPr>
            </a:lvl1pPr>
          </a:lstStyle>
          <a:p>
            <a:pPr>
              <a:defRPr/>
            </a:pPr>
            <a:r>
              <a:rPr lang="en-US" altLang="en-US"/>
              <a:t>Design and Analysis of Algorithms - Chapter 4</a:t>
            </a:r>
          </a:p>
        </p:txBody>
      </p:sp>
      <p:sp>
        <p:nvSpPr>
          <p:cNvPr id="8" name="Rectangle 9">
            <a:extLst>
              <a:ext uri="{FF2B5EF4-FFF2-40B4-BE49-F238E27FC236}">
                <a16:creationId xmlns:a16="http://schemas.microsoft.com/office/drawing/2014/main" id="{E8E372A8-9308-FE09-9B46-2C5FC8BF5610}"/>
              </a:ext>
            </a:extLst>
          </p:cNvPr>
          <p:cNvSpPr>
            <a:spLocks noGrp="1" noChangeArrowheads="1"/>
          </p:cNvSpPr>
          <p:nvPr>
            <p:ph type="sldNum" sz="quarter" idx="12"/>
          </p:nvPr>
        </p:nvSpPr>
        <p:spPr bwMode="auto">
          <a:xfrm>
            <a:off x="9550400" y="6248400"/>
            <a:ext cx="2540000" cy="457200"/>
          </a:xfrm>
          <a:prstGeom prst="rect">
            <a:avLst/>
          </a:prstGeom>
        </p:spPr>
        <p:txBody>
          <a:bodyPr vert="horz" wrap="square" lIns="91440" tIns="45720" rIns="91440" bIns="45720" numCol="1" anchor="t" anchorCtr="0" compatLnSpc="1">
            <a:prstTxWarp prst="textNoShape">
              <a:avLst/>
            </a:prstTxWarp>
          </a:bodyPr>
          <a:lstStyle>
            <a:lvl1pPr algn="r">
              <a:spcBef>
                <a:spcPct val="50000"/>
              </a:spcBef>
              <a:defRPr sz="1400">
                <a:solidFill>
                  <a:srgbClr val="FFFFFF"/>
                </a:solidFill>
                <a:latin typeface="Arial Narrow" panose="020B0606020202030204" pitchFamily="34" charset="0"/>
              </a:defRPr>
            </a:lvl1pPr>
          </a:lstStyle>
          <a:p>
            <a:pPr>
              <a:defRPr/>
            </a:pPr>
            <a:fld id="{92E0F989-F338-4108-85BD-8CFBA8E35449}" type="slidenum">
              <a:rPr lang="en-US" altLang="en-US"/>
              <a:pPr>
                <a:defRPr/>
              </a:pPr>
              <a:t>‹#›</a:t>
            </a:fld>
            <a:endParaRPr lang="en-US" altLang="en-US"/>
          </a:p>
        </p:txBody>
      </p:sp>
    </p:spTree>
    <p:extLst>
      <p:ext uri="{BB962C8B-B14F-4D97-AF65-F5344CB8AC3E}">
        <p14:creationId xmlns:p14="http://schemas.microsoft.com/office/powerpoint/2010/main" val="1444674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9E20C86B-A8AE-B943-8876-D579C6AC52FE}"/>
              </a:ext>
            </a:extLst>
          </p:cNvPr>
          <p:cNvSpPr>
            <a:spLocks noGrp="1" noChangeArrowheads="1"/>
          </p:cNvSpPr>
          <p:nvPr>
            <p:ph type="dt" sz="half" idx="10"/>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493716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2">
            <a:extLst>
              <a:ext uri="{FF2B5EF4-FFF2-40B4-BE49-F238E27FC236}">
                <a16:creationId xmlns:a16="http://schemas.microsoft.com/office/drawing/2014/main" id="{08F8EAF4-C60F-E19A-BBAE-78F0727BA036}"/>
              </a:ext>
            </a:extLst>
          </p:cNvPr>
          <p:cNvSpPr>
            <a:spLocks noGrp="1" noChangeArrowheads="1"/>
          </p:cNvSpPr>
          <p:nvPr>
            <p:ph type="dt" sz="half" idx="10"/>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210656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266825"/>
            <a:ext cx="5435600" cy="490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51600" y="1266825"/>
            <a:ext cx="5435600" cy="490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E75E50EF-1C51-5776-495C-95B880EB6D55}"/>
              </a:ext>
            </a:extLst>
          </p:cNvPr>
          <p:cNvSpPr>
            <a:spLocks noGrp="1" noChangeArrowheads="1"/>
          </p:cNvSpPr>
          <p:nvPr>
            <p:ph type="dt" sz="half" idx="10"/>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28123859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a:extLst>
              <a:ext uri="{FF2B5EF4-FFF2-40B4-BE49-F238E27FC236}">
                <a16:creationId xmlns:a16="http://schemas.microsoft.com/office/drawing/2014/main" id="{CEE7490B-4FFE-1538-6075-A0BC2005BA10}"/>
              </a:ext>
            </a:extLst>
          </p:cNvPr>
          <p:cNvSpPr>
            <a:spLocks noGrp="1" noChangeArrowheads="1"/>
          </p:cNvSpPr>
          <p:nvPr>
            <p:ph type="dt" sz="half" idx="10"/>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7907144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a:extLst>
              <a:ext uri="{FF2B5EF4-FFF2-40B4-BE49-F238E27FC236}">
                <a16:creationId xmlns:a16="http://schemas.microsoft.com/office/drawing/2014/main" id="{87C5561D-BB0D-1573-7A13-575E99FF747B}"/>
              </a:ext>
            </a:extLst>
          </p:cNvPr>
          <p:cNvSpPr>
            <a:spLocks noGrp="1" noChangeArrowheads="1"/>
          </p:cNvSpPr>
          <p:nvPr>
            <p:ph type="dt" sz="half" idx="10"/>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42360056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F94804A3-A08D-825D-98BD-C70893F2679F}"/>
              </a:ext>
            </a:extLst>
          </p:cNvPr>
          <p:cNvSpPr>
            <a:spLocks noGrp="1" noChangeArrowheads="1"/>
          </p:cNvSpPr>
          <p:nvPr>
            <p:ph type="dt" sz="half" idx="10"/>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1718705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2">
            <a:extLst>
              <a:ext uri="{FF2B5EF4-FFF2-40B4-BE49-F238E27FC236}">
                <a16:creationId xmlns:a16="http://schemas.microsoft.com/office/drawing/2014/main" id="{57B772B3-3AB1-914C-1D2E-6BD3D59C0FE8}"/>
              </a:ext>
            </a:extLst>
          </p:cNvPr>
          <p:cNvSpPr>
            <a:spLocks noGrp="1" noChangeArrowheads="1"/>
          </p:cNvSpPr>
          <p:nvPr>
            <p:ph type="dt" sz="half" idx="10"/>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20538064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2">
            <a:extLst>
              <a:ext uri="{FF2B5EF4-FFF2-40B4-BE49-F238E27FC236}">
                <a16:creationId xmlns:a16="http://schemas.microsoft.com/office/drawing/2014/main" id="{EC9E1F49-E5FC-35A1-CDC3-3CD43F1580A5}"/>
              </a:ext>
            </a:extLst>
          </p:cNvPr>
          <p:cNvSpPr>
            <a:spLocks noGrp="1" noChangeArrowheads="1"/>
          </p:cNvSpPr>
          <p:nvPr>
            <p:ph type="dt" sz="half" idx="10"/>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7610635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46782A32-D137-FA2B-C8BF-F93864333A5E}"/>
              </a:ext>
            </a:extLst>
          </p:cNvPr>
          <p:cNvSpPr>
            <a:spLocks noGrp="1" noChangeArrowheads="1"/>
          </p:cNvSpPr>
          <p:nvPr>
            <p:ph type="dt" sz="half" idx="10"/>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10347700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18600" y="152400"/>
            <a:ext cx="27686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81026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4D195895-678A-4D77-CA90-64473937488F}"/>
              </a:ext>
            </a:extLst>
          </p:cNvPr>
          <p:cNvSpPr>
            <a:spLocks noGrp="1" noChangeArrowheads="1"/>
          </p:cNvSpPr>
          <p:nvPr>
            <p:ph type="dt" sz="half" idx="10"/>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39794685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152400"/>
            <a:ext cx="10117667" cy="685800"/>
          </a:xfrm>
        </p:spPr>
        <p:txBody>
          <a:bodyPr/>
          <a:lstStyle/>
          <a:p>
            <a:r>
              <a:rPr lang="en-US"/>
              <a:t>Click to edit Master title style</a:t>
            </a:r>
          </a:p>
        </p:txBody>
      </p:sp>
      <p:sp>
        <p:nvSpPr>
          <p:cNvPr id="3" name="Text Placeholder 2"/>
          <p:cNvSpPr>
            <a:spLocks noGrp="1"/>
          </p:cNvSpPr>
          <p:nvPr>
            <p:ph type="body" sz="half" idx="1"/>
          </p:nvPr>
        </p:nvSpPr>
        <p:spPr>
          <a:xfrm>
            <a:off x="812800" y="1266825"/>
            <a:ext cx="5435600" cy="490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51600" y="1266825"/>
            <a:ext cx="5435600" cy="490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19D682E0-C228-FCB4-1D01-073535B500F4}"/>
              </a:ext>
            </a:extLst>
          </p:cNvPr>
          <p:cNvSpPr>
            <a:spLocks noGrp="1" noChangeArrowheads="1"/>
          </p:cNvSpPr>
          <p:nvPr>
            <p:ph type="dt" sz="half" idx="10"/>
          </p:nvPr>
        </p:nvSpPr>
        <p:spPr>
          <a:ln/>
        </p:spPr>
        <p:txBody>
          <a:bodyPr/>
          <a:lstStyle>
            <a:lvl1pPr>
              <a:defRPr/>
            </a:lvl1pPr>
          </a:lstStyle>
          <a:p>
            <a:pPr>
              <a:defRPr/>
            </a:pPr>
            <a:endParaRPr lang="en-US" altLang="en-US"/>
          </a:p>
        </p:txBody>
      </p:sp>
    </p:spTree>
    <p:extLst>
      <p:ext uri="{BB962C8B-B14F-4D97-AF65-F5344CB8AC3E}">
        <p14:creationId xmlns:p14="http://schemas.microsoft.com/office/powerpoint/2010/main" val="842004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6CB3C0-9711-4902-BC1C-B08C936E1E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719CDA-C446-4A55-B2FD-9D1ADF5842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41246A-F8BA-4AC0-A3AA-98355B6432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694389-7BA1-42DB-9C83-6B9EE0EDDB22}" type="datetimeFigureOut">
              <a:rPr lang="en-IN" smtClean="0"/>
              <a:t>04-02-2026</a:t>
            </a:fld>
            <a:endParaRPr lang="en-IN"/>
          </a:p>
        </p:txBody>
      </p:sp>
      <p:sp>
        <p:nvSpPr>
          <p:cNvPr id="5" name="Footer Placeholder 4">
            <a:extLst>
              <a:ext uri="{FF2B5EF4-FFF2-40B4-BE49-F238E27FC236}">
                <a16:creationId xmlns:a16="http://schemas.microsoft.com/office/drawing/2014/main" id="{053ABC57-7FA6-43D3-8601-9D2354A9E1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FFA901C-D590-47AA-873C-8F0ED1FE75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EAB55B-E7A7-4152-8F36-4C337124586E}" type="slidenum">
              <a:rPr lang="en-IN" smtClean="0"/>
              <a:t>‹#›</a:t>
            </a:fld>
            <a:endParaRPr lang="en-IN"/>
          </a:p>
        </p:txBody>
      </p:sp>
    </p:spTree>
    <p:extLst>
      <p:ext uri="{BB962C8B-B14F-4D97-AF65-F5344CB8AC3E}">
        <p14:creationId xmlns:p14="http://schemas.microsoft.com/office/powerpoint/2010/main" val="1580202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3">
            <a:extLst>
              <a:ext uri="{FF2B5EF4-FFF2-40B4-BE49-F238E27FC236}">
                <a16:creationId xmlns:a16="http://schemas.microsoft.com/office/drawing/2014/main" id="{D1B8385A-753A-D7BE-8D11-1E91C06C7D2D}"/>
              </a:ext>
            </a:extLst>
          </p:cNvPr>
          <p:cNvGrpSpPr>
            <a:grpSpLocks/>
          </p:cNvGrpSpPr>
          <p:nvPr/>
        </p:nvGrpSpPr>
        <p:grpSpPr bwMode="auto">
          <a:xfrm>
            <a:off x="11106151" y="733426"/>
            <a:ext cx="960967" cy="531813"/>
            <a:chOff x="5247" y="462"/>
            <a:chExt cx="454" cy="335"/>
          </a:xfrm>
        </p:grpSpPr>
        <p:sp>
          <p:nvSpPr>
            <p:cNvPr id="1048" name="AutoShape 4">
              <a:extLst>
                <a:ext uri="{FF2B5EF4-FFF2-40B4-BE49-F238E27FC236}">
                  <a16:creationId xmlns:a16="http://schemas.microsoft.com/office/drawing/2014/main" id="{F919C99D-66FA-98C6-36F6-85AB4D945CD0}"/>
                </a:ext>
              </a:extLst>
            </p:cNvPr>
            <p:cNvSpPr>
              <a:spLocks noChangeArrowheads="1"/>
            </p:cNvSpPr>
            <p:nvPr/>
          </p:nvSpPr>
          <p:spPr bwMode="auto">
            <a:xfrm rot="10800000" flipH="1">
              <a:off x="5564" y="462"/>
              <a:ext cx="137" cy="335"/>
            </a:xfrm>
            <a:prstGeom prst="parallelogram">
              <a:avLst>
                <a:gd name="adj" fmla="val 52954"/>
              </a:avLst>
            </a:prstGeom>
            <a:gradFill rotWithShape="0">
              <a:gsLst>
                <a:gs pos="0">
                  <a:schemeClr val="accent2"/>
                </a:gs>
                <a:gs pos="100000">
                  <a:schemeClr val="accent1"/>
                </a:gs>
              </a:gsLst>
              <a:lin ang="540000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sp>
          <p:nvSpPr>
            <p:cNvPr id="1049" name="AutoShape 5">
              <a:extLst>
                <a:ext uri="{FF2B5EF4-FFF2-40B4-BE49-F238E27FC236}">
                  <a16:creationId xmlns:a16="http://schemas.microsoft.com/office/drawing/2014/main" id="{49396817-78AF-5EFD-9266-233BC99E470D}"/>
                </a:ext>
              </a:extLst>
            </p:cNvPr>
            <p:cNvSpPr>
              <a:spLocks noChangeArrowheads="1"/>
            </p:cNvSpPr>
            <p:nvPr/>
          </p:nvSpPr>
          <p:spPr bwMode="auto">
            <a:xfrm rot="10800000" flipH="1">
              <a:off x="5407" y="462"/>
              <a:ext cx="138" cy="335"/>
            </a:xfrm>
            <a:prstGeom prst="parallelogram">
              <a:avLst>
                <a:gd name="adj" fmla="val 52954"/>
              </a:avLst>
            </a:prstGeom>
            <a:gradFill rotWithShape="0">
              <a:gsLst>
                <a:gs pos="0">
                  <a:schemeClr val="accent2"/>
                </a:gs>
                <a:gs pos="100000">
                  <a:schemeClr val="accent1"/>
                </a:gs>
              </a:gsLst>
              <a:lin ang="540000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sp>
          <p:nvSpPr>
            <p:cNvPr id="1050" name="AutoShape 6">
              <a:extLst>
                <a:ext uri="{FF2B5EF4-FFF2-40B4-BE49-F238E27FC236}">
                  <a16:creationId xmlns:a16="http://schemas.microsoft.com/office/drawing/2014/main" id="{9334D824-7A0C-4D1B-5D7A-D5D59A101F72}"/>
                </a:ext>
              </a:extLst>
            </p:cNvPr>
            <p:cNvSpPr>
              <a:spLocks noChangeArrowheads="1"/>
            </p:cNvSpPr>
            <p:nvPr/>
          </p:nvSpPr>
          <p:spPr bwMode="auto">
            <a:xfrm rot="10800000" flipH="1">
              <a:off x="5247" y="462"/>
              <a:ext cx="138" cy="335"/>
            </a:xfrm>
            <a:prstGeom prst="parallelogram">
              <a:avLst>
                <a:gd name="adj" fmla="val 52954"/>
              </a:avLst>
            </a:prstGeom>
            <a:gradFill rotWithShape="0">
              <a:gsLst>
                <a:gs pos="0">
                  <a:schemeClr val="accent2"/>
                </a:gs>
                <a:gs pos="100000">
                  <a:schemeClr val="accent1"/>
                </a:gs>
              </a:gsLst>
              <a:lin ang="540000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grpSp>
      <p:grpSp>
        <p:nvGrpSpPr>
          <p:cNvPr id="1027" name="Group 7">
            <a:extLst>
              <a:ext uri="{FF2B5EF4-FFF2-40B4-BE49-F238E27FC236}">
                <a16:creationId xmlns:a16="http://schemas.microsoft.com/office/drawing/2014/main" id="{4DACF090-1158-C723-5686-AFCFB35206E5}"/>
              </a:ext>
            </a:extLst>
          </p:cNvPr>
          <p:cNvGrpSpPr>
            <a:grpSpLocks/>
          </p:cNvGrpSpPr>
          <p:nvPr/>
        </p:nvGrpSpPr>
        <p:grpSpPr bwMode="auto">
          <a:xfrm>
            <a:off x="103717" y="6040439"/>
            <a:ext cx="709083" cy="727075"/>
            <a:chOff x="49" y="3805"/>
            <a:chExt cx="335" cy="458"/>
          </a:xfrm>
        </p:grpSpPr>
        <p:sp>
          <p:nvSpPr>
            <p:cNvPr id="1045" name="AutoShape 8">
              <a:extLst>
                <a:ext uri="{FF2B5EF4-FFF2-40B4-BE49-F238E27FC236}">
                  <a16:creationId xmlns:a16="http://schemas.microsoft.com/office/drawing/2014/main" id="{45E25568-8ACC-4444-3FC7-6423ECC64E5C}"/>
                </a:ext>
              </a:extLst>
            </p:cNvPr>
            <p:cNvSpPr>
              <a:spLocks noChangeArrowheads="1"/>
            </p:cNvSpPr>
            <p:nvPr/>
          </p:nvSpPr>
          <p:spPr bwMode="auto">
            <a:xfrm rot="5400000" flipH="1">
              <a:off x="148" y="3706"/>
              <a:ext cx="137" cy="335"/>
            </a:xfrm>
            <a:prstGeom prst="parallelogram">
              <a:avLst>
                <a:gd name="adj" fmla="val 52954"/>
              </a:avLst>
            </a:prstGeom>
            <a:gradFill rotWithShape="0">
              <a:gsLst>
                <a:gs pos="0">
                  <a:schemeClr val="accent1"/>
                </a:gs>
                <a:gs pos="100000">
                  <a:schemeClr val="accent2"/>
                </a:gs>
              </a:gsLst>
              <a:lin ang="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sp>
          <p:nvSpPr>
            <p:cNvPr id="1046" name="AutoShape 9">
              <a:extLst>
                <a:ext uri="{FF2B5EF4-FFF2-40B4-BE49-F238E27FC236}">
                  <a16:creationId xmlns:a16="http://schemas.microsoft.com/office/drawing/2014/main" id="{8CA7EEA7-6202-2820-BD5B-BEA324A93748}"/>
                </a:ext>
              </a:extLst>
            </p:cNvPr>
            <p:cNvSpPr>
              <a:spLocks noChangeArrowheads="1"/>
            </p:cNvSpPr>
            <p:nvPr/>
          </p:nvSpPr>
          <p:spPr bwMode="auto">
            <a:xfrm rot="5400000" flipH="1">
              <a:off x="132" y="3869"/>
              <a:ext cx="138" cy="335"/>
            </a:xfrm>
            <a:prstGeom prst="parallelogram">
              <a:avLst>
                <a:gd name="adj" fmla="val 52954"/>
              </a:avLst>
            </a:prstGeom>
            <a:gradFill rotWithShape="0">
              <a:gsLst>
                <a:gs pos="0">
                  <a:schemeClr val="accent1"/>
                </a:gs>
                <a:gs pos="100000">
                  <a:schemeClr val="accent2"/>
                </a:gs>
              </a:gsLst>
              <a:lin ang="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sp>
          <p:nvSpPr>
            <p:cNvPr id="1047" name="AutoShape 10">
              <a:extLst>
                <a:ext uri="{FF2B5EF4-FFF2-40B4-BE49-F238E27FC236}">
                  <a16:creationId xmlns:a16="http://schemas.microsoft.com/office/drawing/2014/main" id="{0274E2A2-56CA-F32E-B5BE-96DEFA3E140F}"/>
                </a:ext>
              </a:extLst>
            </p:cNvPr>
            <p:cNvSpPr>
              <a:spLocks noChangeArrowheads="1"/>
            </p:cNvSpPr>
            <p:nvPr/>
          </p:nvSpPr>
          <p:spPr bwMode="auto">
            <a:xfrm rot="5400000" flipH="1">
              <a:off x="132" y="4034"/>
              <a:ext cx="138" cy="335"/>
            </a:xfrm>
            <a:prstGeom prst="parallelogram">
              <a:avLst>
                <a:gd name="adj" fmla="val 52954"/>
              </a:avLst>
            </a:prstGeom>
            <a:gradFill rotWithShape="0">
              <a:gsLst>
                <a:gs pos="0">
                  <a:schemeClr val="accent1"/>
                </a:gs>
                <a:gs pos="100000">
                  <a:schemeClr val="accent2"/>
                </a:gs>
              </a:gsLst>
              <a:lin ang="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grpSp>
      <p:sp>
        <p:nvSpPr>
          <p:cNvPr id="3083" name="Rectangle 11">
            <a:extLst>
              <a:ext uri="{FF2B5EF4-FFF2-40B4-BE49-F238E27FC236}">
                <a16:creationId xmlns:a16="http://schemas.microsoft.com/office/drawing/2014/main" id="{64C5D3BD-42DD-D227-74F5-E2E5AEC610BF}"/>
              </a:ext>
            </a:extLst>
          </p:cNvPr>
          <p:cNvSpPr>
            <a:spLocks noGrp="1" noChangeArrowheads="1"/>
          </p:cNvSpPr>
          <p:nvPr>
            <p:ph type="body" idx="1"/>
          </p:nvPr>
        </p:nvSpPr>
        <p:spPr bwMode="auto">
          <a:xfrm>
            <a:off x="812800" y="1266825"/>
            <a:ext cx="11074400" cy="4905375"/>
          </a:xfrm>
          <a:prstGeom prst="rect">
            <a:avLst/>
          </a:prstGeom>
          <a:noFill/>
          <a:ln>
            <a:noFill/>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84" name="Rectangle 12">
            <a:extLst>
              <a:ext uri="{FF2B5EF4-FFF2-40B4-BE49-F238E27FC236}">
                <a16:creationId xmlns:a16="http://schemas.microsoft.com/office/drawing/2014/main" id="{0471AAFE-B588-3986-4D81-0B1FBAEB4B90}"/>
              </a:ext>
            </a:extLst>
          </p:cNvPr>
          <p:cNvSpPr>
            <a:spLocks noGrp="1" noChangeArrowheads="1"/>
          </p:cNvSpPr>
          <p:nvPr>
            <p:ph type="dt" sz="half" idx="2"/>
          </p:nvPr>
        </p:nvSpPr>
        <p:spPr bwMode="auto">
          <a:xfrm>
            <a:off x="1634067" y="6248400"/>
            <a:ext cx="2540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a:spcBef>
                <a:spcPct val="50000"/>
              </a:spcBef>
              <a:defRPr sz="1400">
                <a:latin typeface="Arial Narrow" panose="020B0606020202030204" pitchFamily="34" charset="0"/>
              </a:defRPr>
            </a:lvl1pPr>
          </a:lstStyle>
          <a:p>
            <a:pPr>
              <a:defRPr/>
            </a:pPr>
            <a:endParaRPr lang="en-US" altLang="en-US"/>
          </a:p>
        </p:txBody>
      </p:sp>
      <p:sp>
        <p:nvSpPr>
          <p:cNvPr id="3087" name="Rectangle 15">
            <a:extLst>
              <a:ext uri="{FF2B5EF4-FFF2-40B4-BE49-F238E27FC236}">
                <a16:creationId xmlns:a16="http://schemas.microsoft.com/office/drawing/2014/main" id="{18FC8B79-F241-92EC-184C-F3EB597F7C95}"/>
              </a:ext>
            </a:extLst>
          </p:cNvPr>
          <p:cNvSpPr>
            <a:spLocks noChangeArrowheads="1"/>
          </p:cNvSpPr>
          <p:nvPr/>
        </p:nvSpPr>
        <p:spPr bwMode="auto">
          <a:xfrm>
            <a:off x="302684" y="0"/>
            <a:ext cx="304800" cy="6858000"/>
          </a:xfrm>
          <a:prstGeom prst="rect">
            <a:avLst/>
          </a:prstGeom>
          <a:gradFill rotWithShape="0">
            <a:gsLst>
              <a:gs pos="0">
                <a:schemeClr val="bg2"/>
              </a:gs>
              <a:gs pos="50000">
                <a:schemeClr val="folHlink"/>
              </a:gs>
              <a:gs pos="100000">
                <a:schemeClr val="bg2"/>
              </a:gs>
            </a:gsLst>
            <a:lin ang="0" scaled="1"/>
          </a:gradFill>
          <a:ln>
            <a:noFill/>
          </a:ln>
        </p:spPr>
        <p:txBody>
          <a:bodyPr wrap="none" anchor="ctr"/>
          <a:lstStyle/>
          <a:p>
            <a:pPr algn="ctr">
              <a:defRPr/>
            </a:pPr>
            <a:endParaRPr lang="en-US" sz="1800"/>
          </a:p>
        </p:txBody>
      </p:sp>
      <p:sp>
        <p:nvSpPr>
          <p:cNvPr id="3088" name="AutoShape 16">
            <a:extLst>
              <a:ext uri="{FF2B5EF4-FFF2-40B4-BE49-F238E27FC236}">
                <a16:creationId xmlns:a16="http://schemas.microsoft.com/office/drawing/2014/main" id="{7B0018EF-BEA7-8F4B-9030-6F3839C90FE7}"/>
              </a:ext>
            </a:extLst>
          </p:cNvPr>
          <p:cNvSpPr>
            <a:spLocks noChangeArrowheads="1"/>
          </p:cNvSpPr>
          <p:nvPr/>
        </p:nvSpPr>
        <p:spPr bwMode="auto">
          <a:xfrm flipH="1">
            <a:off x="406400" y="914400"/>
            <a:ext cx="11785600" cy="228600"/>
          </a:xfrm>
          <a:prstGeom prst="homePlate">
            <a:avLst>
              <a:gd name="adj" fmla="val 67846"/>
            </a:avLst>
          </a:prstGeom>
          <a:gradFill rotWithShape="0">
            <a:gsLst>
              <a:gs pos="0">
                <a:schemeClr val="bg2"/>
              </a:gs>
              <a:gs pos="50000">
                <a:schemeClr val="folHlink"/>
              </a:gs>
              <a:gs pos="100000">
                <a:schemeClr val="bg2"/>
              </a:gs>
            </a:gsLst>
            <a:lin ang="5400000" scaled="1"/>
          </a:gradFill>
          <a:ln>
            <a:noFill/>
          </a:ln>
          <a:effectLst/>
        </p:spPr>
        <p:txBody>
          <a:bodyPr wrap="none" anchor="ctr"/>
          <a:lstStyle/>
          <a:p>
            <a:pPr algn="ctr">
              <a:defRPr/>
            </a:pPr>
            <a:endParaRPr lang="en-US" sz="1800"/>
          </a:p>
        </p:txBody>
      </p:sp>
      <p:sp>
        <p:nvSpPr>
          <p:cNvPr id="1032" name="Rectangle 17">
            <a:extLst>
              <a:ext uri="{FF2B5EF4-FFF2-40B4-BE49-F238E27FC236}">
                <a16:creationId xmlns:a16="http://schemas.microsoft.com/office/drawing/2014/main" id="{2F0448A0-F391-1FF6-D124-45CA096D13C8}"/>
              </a:ext>
            </a:extLst>
          </p:cNvPr>
          <p:cNvSpPr>
            <a:spLocks noChangeArrowheads="1"/>
          </p:cNvSpPr>
          <p:nvPr/>
        </p:nvSpPr>
        <p:spPr bwMode="auto">
          <a:xfrm>
            <a:off x="2641600" y="2179638"/>
            <a:ext cx="254000" cy="4678362"/>
          </a:xfrm>
          <a:prstGeom prst="rect">
            <a:avLst/>
          </a:prstGeom>
          <a:noFill/>
          <a:ln>
            <a:noFill/>
          </a:ln>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grpSp>
        <p:nvGrpSpPr>
          <p:cNvPr id="1033" name="Group 18">
            <a:extLst>
              <a:ext uri="{FF2B5EF4-FFF2-40B4-BE49-F238E27FC236}">
                <a16:creationId xmlns:a16="http://schemas.microsoft.com/office/drawing/2014/main" id="{CBB7FE3C-1020-5889-F28B-BC531AEE551C}"/>
              </a:ext>
            </a:extLst>
          </p:cNvPr>
          <p:cNvGrpSpPr>
            <a:grpSpLocks/>
          </p:cNvGrpSpPr>
          <p:nvPr/>
        </p:nvGrpSpPr>
        <p:grpSpPr bwMode="auto">
          <a:xfrm>
            <a:off x="103717" y="5903913"/>
            <a:ext cx="711200" cy="749300"/>
            <a:chOff x="49" y="3719"/>
            <a:chExt cx="336" cy="472"/>
          </a:xfrm>
        </p:grpSpPr>
        <p:sp>
          <p:nvSpPr>
            <p:cNvPr id="1042" name="AutoShape 19">
              <a:extLst>
                <a:ext uri="{FF2B5EF4-FFF2-40B4-BE49-F238E27FC236}">
                  <a16:creationId xmlns:a16="http://schemas.microsoft.com/office/drawing/2014/main" id="{769245BA-7F5A-EE34-7900-E3E8BA6248CD}"/>
                </a:ext>
              </a:extLst>
            </p:cNvPr>
            <p:cNvSpPr>
              <a:spLocks noChangeArrowheads="1"/>
            </p:cNvSpPr>
            <p:nvPr/>
          </p:nvSpPr>
          <p:spPr bwMode="auto">
            <a:xfrm rot="-5400000">
              <a:off x="127" y="3634"/>
              <a:ext cx="150" cy="335"/>
            </a:xfrm>
            <a:prstGeom prst="parallelogram">
              <a:avLst>
                <a:gd name="adj" fmla="val 52954"/>
              </a:avLst>
            </a:prstGeom>
            <a:gradFill rotWithShape="0">
              <a:gsLst>
                <a:gs pos="0">
                  <a:schemeClr val="accent2"/>
                </a:gs>
                <a:gs pos="100000">
                  <a:schemeClr val="accent1"/>
                </a:gs>
              </a:gsLst>
              <a:lin ang="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sp>
          <p:nvSpPr>
            <p:cNvPr id="1043" name="AutoShape 20">
              <a:extLst>
                <a:ext uri="{FF2B5EF4-FFF2-40B4-BE49-F238E27FC236}">
                  <a16:creationId xmlns:a16="http://schemas.microsoft.com/office/drawing/2014/main" id="{9CC69BAF-2597-5235-A962-561B42C2733F}"/>
                </a:ext>
              </a:extLst>
            </p:cNvPr>
            <p:cNvSpPr>
              <a:spLocks noChangeArrowheads="1"/>
            </p:cNvSpPr>
            <p:nvPr/>
          </p:nvSpPr>
          <p:spPr bwMode="auto">
            <a:xfrm rot="-5400000">
              <a:off x="141" y="3786"/>
              <a:ext cx="151" cy="335"/>
            </a:xfrm>
            <a:prstGeom prst="parallelogram">
              <a:avLst>
                <a:gd name="adj" fmla="val 52954"/>
              </a:avLst>
            </a:prstGeom>
            <a:gradFill rotWithShape="0">
              <a:gsLst>
                <a:gs pos="0">
                  <a:schemeClr val="accent2"/>
                </a:gs>
                <a:gs pos="100000">
                  <a:schemeClr val="accent1"/>
                </a:gs>
              </a:gsLst>
              <a:lin ang="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sp>
          <p:nvSpPr>
            <p:cNvPr id="1044" name="AutoShape 21">
              <a:extLst>
                <a:ext uri="{FF2B5EF4-FFF2-40B4-BE49-F238E27FC236}">
                  <a16:creationId xmlns:a16="http://schemas.microsoft.com/office/drawing/2014/main" id="{50EF015B-158C-EBF2-68BC-5839739AD685}"/>
                </a:ext>
              </a:extLst>
            </p:cNvPr>
            <p:cNvSpPr>
              <a:spLocks noChangeArrowheads="1"/>
            </p:cNvSpPr>
            <p:nvPr/>
          </p:nvSpPr>
          <p:spPr bwMode="auto">
            <a:xfrm rot="-5400000">
              <a:off x="142" y="3948"/>
              <a:ext cx="150" cy="336"/>
            </a:xfrm>
            <a:prstGeom prst="parallelogram">
              <a:avLst>
                <a:gd name="adj" fmla="val 52954"/>
              </a:avLst>
            </a:prstGeom>
            <a:gradFill rotWithShape="0">
              <a:gsLst>
                <a:gs pos="0">
                  <a:schemeClr val="accent2"/>
                </a:gs>
                <a:gs pos="100000">
                  <a:schemeClr val="accent1"/>
                </a:gs>
              </a:gsLst>
              <a:lin ang="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grpSp>
      <p:sp>
        <p:nvSpPr>
          <p:cNvPr id="3094" name="Rectangle 22">
            <a:extLst>
              <a:ext uri="{FF2B5EF4-FFF2-40B4-BE49-F238E27FC236}">
                <a16:creationId xmlns:a16="http://schemas.microsoft.com/office/drawing/2014/main" id="{868B9C70-1CDB-2173-2867-DB38112D2076}"/>
              </a:ext>
            </a:extLst>
          </p:cNvPr>
          <p:cNvSpPr>
            <a:spLocks noGrp="1" noChangeArrowheads="1"/>
          </p:cNvSpPr>
          <p:nvPr>
            <p:ph type="title"/>
          </p:nvPr>
        </p:nvSpPr>
        <p:spPr bwMode="auto">
          <a:xfrm>
            <a:off x="812800" y="152400"/>
            <a:ext cx="10117667" cy="685800"/>
          </a:xfrm>
          <a:prstGeom prst="rect">
            <a:avLst/>
          </a:prstGeom>
          <a:noFill/>
          <a:ln>
            <a:noFill/>
          </a:ln>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grpSp>
        <p:nvGrpSpPr>
          <p:cNvPr id="1035" name="Group 23">
            <a:extLst>
              <a:ext uri="{FF2B5EF4-FFF2-40B4-BE49-F238E27FC236}">
                <a16:creationId xmlns:a16="http://schemas.microsoft.com/office/drawing/2014/main" id="{A394966E-1A84-4731-8635-662DE08B03DF}"/>
              </a:ext>
            </a:extLst>
          </p:cNvPr>
          <p:cNvGrpSpPr>
            <a:grpSpLocks/>
          </p:cNvGrpSpPr>
          <p:nvPr/>
        </p:nvGrpSpPr>
        <p:grpSpPr bwMode="auto">
          <a:xfrm>
            <a:off x="10919885" y="731838"/>
            <a:ext cx="986367" cy="533400"/>
            <a:chOff x="5159" y="461"/>
            <a:chExt cx="466" cy="336"/>
          </a:xfrm>
        </p:grpSpPr>
        <p:sp>
          <p:nvSpPr>
            <p:cNvPr id="1039" name="AutoShape 24">
              <a:extLst>
                <a:ext uri="{FF2B5EF4-FFF2-40B4-BE49-F238E27FC236}">
                  <a16:creationId xmlns:a16="http://schemas.microsoft.com/office/drawing/2014/main" id="{390C8EE0-CD1A-ACA8-458A-8D47D778152E}"/>
                </a:ext>
              </a:extLst>
            </p:cNvPr>
            <p:cNvSpPr>
              <a:spLocks noChangeArrowheads="1"/>
            </p:cNvSpPr>
            <p:nvPr/>
          </p:nvSpPr>
          <p:spPr bwMode="auto">
            <a:xfrm>
              <a:off x="5475" y="462"/>
              <a:ext cx="150" cy="335"/>
            </a:xfrm>
            <a:prstGeom prst="parallelogram">
              <a:avLst>
                <a:gd name="adj" fmla="val 52954"/>
              </a:avLst>
            </a:prstGeom>
            <a:gradFill rotWithShape="0">
              <a:gsLst>
                <a:gs pos="0">
                  <a:schemeClr val="accent1"/>
                </a:gs>
                <a:gs pos="100000">
                  <a:schemeClr val="accent2"/>
                </a:gs>
              </a:gsLst>
              <a:lin ang="540000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sp>
          <p:nvSpPr>
            <p:cNvPr id="1040" name="AutoShape 25">
              <a:extLst>
                <a:ext uri="{FF2B5EF4-FFF2-40B4-BE49-F238E27FC236}">
                  <a16:creationId xmlns:a16="http://schemas.microsoft.com/office/drawing/2014/main" id="{1DF77487-0233-BE7A-631A-DA4B95C43BDB}"/>
                </a:ext>
              </a:extLst>
            </p:cNvPr>
            <p:cNvSpPr>
              <a:spLocks noChangeArrowheads="1"/>
            </p:cNvSpPr>
            <p:nvPr/>
          </p:nvSpPr>
          <p:spPr bwMode="auto">
            <a:xfrm>
              <a:off x="5318" y="462"/>
              <a:ext cx="151" cy="335"/>
            </a:xfrm>
            <a:prstGeom prst="parallelogram">
              <a:avLst>
                <a:gd name="adj" fmla="val 52954"/>
              </a:avLst>
            </a:prstGeom>
            <a:gradFill rotWithShape="0">
              <a:gsLst>
                <a:gs pos="0">
                  <a:schemeClr val="accent1"/>
                </a:gs>
                <a:gs pos="100000">
                  <a:schemeClr val="accent2"/>
                </a:gs>
              </a:gsLst>
              <a:lin ang="540000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sp>
          <p:nvSpPr>
            <p:cNvPr id="1041" name="AutoShape 26">
              <a:extLst>
                <a:ext uri="{FF2B5EF4-FFF2-40B4-BE49-F238E27FC236}">
                  <a16:creationId xmlns:a16="http://schemas.microsoft.com/office/drawing/2014/main" id="{1DD84F20-25B3-5CD5-8CC4-35B0A047BF4A}"/>
                </a:ext>
              </a:extLst>
            </p:cNvPr>
            <p:cNvSpPr>
              <a:spLocks noChangeArrowheads="1"/>
            </p:cNvSpPr>
            <p:nvPr/>
          </p:nvSpPr>
          <p:spPr bwMode="auto">
            <a:xfrm>
              <a:off x="5159" y="461"/>
              <a:ext cx="150" cy="336"/>
            </a:xfrm>
            <a:prstGeom prst="parallelogram">
              <a:avLst>
                <a:gd name="adj" fmla="val 52954"/>
              </a:avLst>
            </a:prstGeom>
            <a:gradFill rotWithShape="0">
              <a:gsLst>
                <a:gs pos="0">
                  <a:schemeClr val="accent1"/>
                </a:gs>
                <a:gs pos="100000">
                  <a:schemeClr val="accent2"/>
                </a:gs>
              </a:gsLst>
              <a:lin ang="5400000" scaled="1"/>
            </a:gradFill>
            <a:ln>
              <a:noFill/>
            </a:ln>
            <a:effectLst/>
          </p:spPr>
          <p:txBody>
            <a:bodyPr wrap="none" anchor="ct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endParaRPr lang="en-US" altLang="en-US" sz="2400"/>
            </a:p>
          </p:txBody>
        </p:sp>
      </p:grpSp>
      <p:sp>
        <p:nvSpPr>
          <p:cNvPr id="1036" name="Rectangle 27">
            <a:extLst>
              <a:ext uri="{FF2B5EF4-FFF2-40B4-BE49-F238E27FC236}">
                <a16:creationId xmlns:a16="http://schemas.microsoft.com/office/drawing/2014/main" id="{E80C12CD-DD33-DDD2-FA37-F7ECB04F0649}"/>
              </a:ext>
            </a:extLst>
          </p:cNvPr>
          <p:cNvSpPr>
            <a:spLocks noGrp="1" noChangeArrowheads="1"/>
          </p:cNvSpPr>
          <p:nvPr userDrawn="1"/>
        </p:nvSpPr>
        <p:spPr bwMode="auto">
          <a:xfrm>
            <a:off x="9211733" y="6400800"/>
            <a:ext cx="2540000" cy="304800"/>
          </a:xfrm>
          <a:prstGeom prst="rect">
            <a:avLst/>
          </a:prstGeom>
          <a:noFill/>
          <a:ln>
            <a:noFill/>
          </a:ln>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a:defRPr/>
            </a:pPr>
            <a:r>
              <a:rPr lang="en-US" altLang="en-US" sz="1400">
                <a:latin typeface="Arial Narrow" panose="020B0606020202030204" pitchFamily="34" charset="0"/>
                <a:ea typeface="ヒラギノ角ゴ Pro W3" pitchFamily="84" charset="-128"/>
              </a:rPr>
              <a:t>4-</a:t>
            </a:r>
            <a:fld id="{40AF2C8C-4332-40CD-8E49-F5E858906B8D}" type="slidenum">
              <a:rPr lang="en-US" altLang="en-US" sz="1400">
                <a:latin typeface="Arial Narrow" panose="020B0606020202030204" pitchFamily="34" charset="0"/>
                <a:ea typeface="ヒラギノ角ゴ Pro W3" pitchFamily="84" charset="-128"/>
              </a:rPr>
              <a:pPr algn="r">
                <a:defRPr/>
              </a:pPr>
              <a:t>‹#›</a:t>
            </a:fld>
            <a:endParaRPr lang="en-US" altLang="en-US" sz="1400">
              <a:latin typeface="Arial Narrow" panose="020B0606020202030204" pitchFamily="34" charset="0"/>
              <a:ea typeface="ヒラギノ角ゴ Pro W3" pitchFamily="84" charset="-128"/>
            </a:endParaRPr>
          </a:p>
        </p:txBody>
      </p:sp>
      <p:sp>
        <p:nvSpPr>
          <p:cNvPr id="1037" name="Rectangle 28">
            <a:extLst>
              <a:ext uri="{FF2B5EF4-FFF2-40B4-BE49-F238E27FC236}">
                <a16:creationId xmlns:a16="http://schemas.microsoft.com/office/drawing/2014/main" id="{6C64C949-7579-96EC-E203-6FB380836D8B}"/>
              </a:ext>
            </a:extLst>
          </p:cNvPr>
          <p:cNvSpPr>
            <a:spLocks noChangeArrowheads="1"/>
          </p:cNvSpPr>
          <p:nvPr userDrawn="1"/>
        </p:nvSpPr>
        <p:spPr bwMode="auto">
          <a:xfrm>
            <a:off x="812800" y="6172200"/>
            <a:ext cx="5181600" cy="533400"/>
          </a:xfrm>
          <a:prstGeom prst="rect">
            <a:avLst/>
          </a:prstGeom>
          <a:noFill/>
          <a:ln>
            <a:noFill/>
          </a:ln>
          <a:effectLst/>
        </p:spPr>
        <p:txBody>
          <a:bodyPr anchor="b"/>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defRPr/>
            </a:pPr>
            <a:r>
              <a:rPr lang="en-US" altLang="en-US" sz="800">
                <a:latin typeface="Arial" panose="020B0604020202020204" pitchFamily="34" charset="0"/>
                <a:ea typeface="ヒラギノ角ゴ Pro W3" pitchFamily="84" charset="-128"/>
              </a:rPr>
              <a:t>Copyright © 2007 Pearson Addison-Wesley. All rights reserved.</a:t>
            </a:r>
            <a:endParaRPr lang="en-US" altLang="en-US" sz="900">
              <a:latin typeface="Arial" panose="020B0604020202020204" pitchFamily="34" charset="0"/>
              <a:ea typeface="ヒラギノ角ゴ Pro W3" pitchFamily="84" charset="-128"/>
            </a:endParaRPr>
          </a:p>
        </p:txBody>
      </p:sp>
      <p:sp>
        <p:nvSpPr>
          <p:cNvPr id="1038" name="Rectangle 29">
            <a:extLst>
              <a:ext uri="{FF2B5EF4-FFF2-40B4-BE49-F238E27FC236}">
                <a16:creationId xmlns:a16="http://schemas.microsoft.com/office/drawing/2014/main" id="{5F797223-FBC2-E036-F512-5F04911AFB7D}"/>
              </a:ext>
            </a:extLst>
          </p:cNvPr>
          <p:cNvSpPr>
            <a:spLocks noGrp="1" noChangeArrowheads="1"/>
          </p:cNvSpPr>
          <p:nvPr userDrawn="1"/>
        </p:nvSpPr>
        <p:spPr bwMode="auto">
          <a:xfrm>
            <a:off x="3556000" y="6462713"/>
            <a:ext cx="8534400" cy="304800"/>
          </a:xfrm>
          <a:prstGeom prst="rect">
            <a:avLst/>
          </a:prstGeom>
          <a:noFill/>
          <a:ln>
            <a:noFill/>
          </a:ln>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en-US" altLang="en-US" sz="1000">
                <a:latin typeface="Arial Narrow" panose="020B0606020202030204" pitchFamily="34" charset="0"/>
                <a:ea typeface="ヒラギノ角ゴ Pro W3" pitchFamily="84" charset="-128"/>
              </a:rPr>
              <a:t>A. Levitin </a:t>
            </a:r>
            <a:r>
              <a:rPr lang="en-US" altLang="en-US" sz="1000">
                <a:latin typeface="Arial" panose="020B0604020202020204" pitchFamily="34" charset="0"/>
                <a:ea typeface="ヒラギノ角ゴ Pro W3" pitchFamily="84" charset="-128"/>
              </a:rPr>
              <a:t>“</a:t>
            </a:r>
            <a:r>
              <a:rPr lang="en-US" altLang="en-US" sz="1000">
                <a:latin typeface="Arial Narrow" panose="020B0606020202030204" pitchFamily="34" charset="0"/>
                <a:ea typeface="ヒラギノ角ゴ Pro W3" pitchFamily="84" charset="-128"/>
              </a:rPr>
              <a:t>Introduction to the Design &amp; Analysis of Algorithms,</a:t>
            </a:r>
            <a:r>
              <a:rPr lang="en-US" altLang="en-US" sz="1000">
                <a:latin typeface="Arial" panose="020B0604020202020204" pitchFamily="34" charset="0"/>
                <a:ea typeface="ヒラギノ角ゴ Pro W3" pitchFamily="84" charset="-128"/>
              </a:rPr>
              <a:t>”</a:t>
            </a:r>
            <a:r>
              <a:rPr lang="en-US" altLang="en-US" sz="1000">
                <a:latin typeface="Arial Narrow" panose="020B0606020202030204" pitchFamily="34" charset="0"/>
                <a:ea typeface="ヒラギノ角ゴ Pro W3" pitchFamily="84" charset="-128"/>
              </a:rPr>
              <a:t> 2</a:t>
            </a:r>
            <a:r>
              <a:rPr lang="en-US" altLang="en-US" sz="1000" baseline="30000">
                <a:latin typeface="Arial Narrow" panose="020B0606020202030204" pitchFamily="34" charset="0"/>
                <a:ea typeface="ヒラギノ角ゴ Pro W3" pitchFamily="84" charset="-128"/>
              </a:rPr>
              <a:t>nd</a:t>
            </a:r>
            <a:r>
              <a:rPr lang="en-US" altLang="en-US" sz="1000">
                <a:latin typeface="Arial Narrow" panose="020B0606020202030204" pitchFamily="34" charset="0"/>
                <a:ea typeface="ヒラギノ角ゴ Pro W3" pitchFamily="84" charset="-128"/>
              </a:rPr>
              <a:t> ed., Ch. 4</a:t>
            </a:r>
          </a:p>
        </p:txBody>
      </p:sp>
    </p:spTree>
    <p:extLst>
      <p:ext uri="{BB962C8B-B14F-4D97-AF65-F5344CB8AC3E}">
        <p14:creationId xmlns:p14="http://schemas.microsoft.com/office/powerpoint/2010/main" val="2889769640"/>
      </p:ext>
    </p:extLst>
  </p:cSld>
  <p:clrMap bg1="dk2" tx1="lt1" bg2="dk1"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0" fontAlgn="base" hangingPunct="0">
        <a:spcBef>
          <a:spcPct val="0"/>
        </a:spcBef>
        <a:spcAft>
          <a:spcPct val="0"/>
        </a:spcAft>
        <a:defRPr kumimoji="1" sz="3600" b="1" kern="1200">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anose="02020603050405020304" pitchFamily="18" charset="0"/>
        </a:defRPr>
      </a:lvl2pPr>
      <a:lvl3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anose="02020603050405020304" pitchFamily="18" charset="0"/>
        </a:defRPr>
      </a:lvl3pPr>
      <a:lvl4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anose="02020603050405020304" pitchFamily="18" charset="0"/>
        </a:defRPr>
      </a:lvl4pPr>
      <a:lvl5pPr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anose="02020603050405020304" pitchFamily="18" charset="0"/>
        </a:defRPr>
      </a:lvl5pPr>
      <a:lvl6pPr marL="4572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anose="02020603050405020304" pitchFamily="18" charset="0"/>
        </a:defRPr>
      </a:lvl6pPr>
      <a:lvl7pPr marL="9144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anose="02020603050405020304" pitchFamily="18" charset="0"/>
        </a:defRPr>
      </a:lvl7pPr>
      <a:lvl8pPr marL="13716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anose="02020603050405020304" pitchFamily="18" charset="0"/>
        </a:defRPr>
      </a:lvl8pPr>
      <a:lvl9pPr marL="1828800" algn="l" rtl="0" eaLnBrk="0" fontAlgn="base" hangingPunct="0">
        <a:spcBef>
          <a:spcPct val="0"/>
        </a:spcBef>
        <a:spcAft>
          <a:spcPct val="0"/>
        </a:spcAft>
        <a:defRPr kumimoji="1" sz="3600" b="1">
          <a:solidFill>
            <a:schemeClr val="tx2"/>
          </a:solidFill>
          <a:effectLst>
            <a:outerShdw blurRad="38100" dist="38100" dir="2700000" algn="tl">
              <a:srgbClr val="000000"/>
            </a:outerShdw>
          </a:effectLst>
          <a:latin typeface="Times New Roman" panose="02020603050405020304" pitchFamily="18" charset="0"/>
        </a:defRPr>
      </a:lvl9pPr>
    </p:titleStyle>
    <p:bodyStyle>
      <a:lvl1pPr marL="342900" indent="-342900" algn="l" rtl="0" eaLnBrk="0" fontAlgn="base" hangingPunct="0">
        <a:spcBef>
          <a:spcPct val="20000"/>
        </a:spcBef>
        <a:spcAft>
          <a:spcPct val="0"/>
        </a:spcAft>
        <a:buClr>
          <a:srgbClr val="A50021"/>
        </a:buClr>
        <a:buSzPct val="75000"/>
        <a:buFont typeface="Monotype Sorts"/>
        <a:buChar char="b"/>
        <a:defRPr kumimoji="1" sz="2400" b="1" kern="1200">
          <a:solidFill>
            <a:srgbClr val="FFFF99"/>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rgbClr val="A50021"/>
        </a:buClr>
        <a:buChar char="•"/>
        <a:defRPr kumimoji="1" sz="2000" b="1" kern="1200">
          <a:solidFill>
            <a:srgbClr val="FFFF99"/>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rgbClr val="A50021"/>
        </a:buClr>
        <a:buChar char="–"/>
        <a:defRPr kumimoji="1" b="1" kern="1200">
          <a:solidFill>
            <a:srgbClr val="FFFF99"/>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lr>
          <a:srgbClr val="A50021"/>
        </a:buClr>
        <a:buChar char="–"/>
        <a:defRPr kumimoji="1" b="1" kern="1200">
          <a:solidFill>
            <a:srgbClr val="FFFF99"/>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rgbClr val="A50021"/>
        </a:buClr>
        <a:buChar char="»"/>
        <a:defRPr kumimoji="1" b="1" kern="1200">
          <a:solidFill>
            <a:srgbClr val="FFFF99"/>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3" Type="http://schemas.openxmlformats.org/officeDocument/2006/relationships/customXml" Target="../ink/ink7.xml"/><Relationship Id="rId18" Type="http://schemas.openxmlformats.org/officeDocument/2006/relationships/customXml" Target="../ink/ink10.xml"/><Relationship Id="rId26" Type="http://schemas.openxmlformats.org/officeDocument/2006/relationships/customXml" Target="../ink/ink14.xml"/><Relationship Id="rId21" Type="http://schemas.openxmlformats.org/officeDocument/2006/relationships/image" Target="../media/image15.png"/><Relationship Id="rId34" Type="http://schemas.openxmlformats.org/officeDocument/2006/relationships/customXml" Target="../ink/ink20.xml"/><Relationship Id="rId7" Type="http://schemas.openxmlformats.org/officeDocument/2006/relationships/customXml" Target="../ink/ink3.xml"/><Relationship Id="rId12" Type="http://schemas.openxmlformats.org/officeDocument/2006/relationships/customXml" Target="../ink/ink6.xml"/><Relationship Id="rId17" Type="http://schemas.openxmlformats.org/officeDocument/2006/relationships/image" Target="../media/image13.png"/><Relationship Id="rId25" Type="http://schemas.openxmlformats.org/officeDocument/2006/relationships/image" Target="../media/image17.png"/><Relationship Id="rId33" Type="http://schemas.openxmlformats.org/officeDocument/2006/relationships/customXml" Target="../ink/ink19.xml"/><Relationship Id="rId2" Type="http://schemas.openxmlformats.org/officeDocument/2006/relationships/image" Target="../media/image7.png"/><Relationship Id="rId16" Type="http://schemas.openxmlformats.org/officeDocument/2006/relationships/customXml" Target="../ink/ink9.xml"/><Relationship Id="rId20" Type="http://schemas.openxmlformats.org/officeDocument/2006/relationships/customXml" Target="../ink/ink11.xml"/><Relationship Id="rId29" Type="http://schemas.openxmlformats.org/officeDocument/2006/relationships/customXml" Target="../ink/ink16.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customXml" Target="../ink/ink5.xml"/><Relationship Id="rId24" Type="http://schemas.openxmlformats.org/officeDocument/2006/relationships/customXml" Target="../ink/ink13.xml"/><Relationship Id="rId32" Type="http://schemas.openxmlformats.org/officeDocument/2006/relationships/customXml" Target="../ink/ink18.xml"/><Relationship Id="rId37" Type="http://schemas.openxmlformats.org/officeDocument/2006/relationships/image" Target="../media/image21.png"/><Relationship Id="rId5" Type="http://schemas.openxmlformats.org/officeDocument/2006/relationships/customXml" Target="../ink/ink2.xml"/><Relationship Id="rId15" Type="http://schemas.openxmlformats.org/officeDocument/2006/relationships/image" Target="../media/image12.png"/><Relationship Id="rId23" Type="http://schemas.openxmlformats.org/officeDocument/2006/relationships/image" Target="../media/image16.png"/><Relationship Id="rId28" Type="http://schemas.openxmlformats.org/officeDocument/2006/relationships/customXml" Target="../ink/ink15.xml"/><Relationship Id="rId36" Type="http://schemas.openxmlformats.org/officeDocument/2006/relationships/customXml" Target="../ink/ink21.xml"/><Relationship Id="rId10" Type="http://schemas.openxmlformats.org/officeDocument/2006/relationships/image" Target="../media/image11.png"/><Relationship Id="rId19" Type="http://schemas.openxmlformats.org/officeDocument/2006/relationships/image" Target="../media/image14.png"/><Relationship Id="rId31" Type="http://schemas.openxmlformats.org/officeDocument/2006/relationships/customXml" Target="../ink/ink17.xml"/><Relationship Id="rId4" Type="http://schemas.openxmlformats.org/officeDocument/2006/relationships/image" Target="../media/image8.png"/><Relationship Id="rId9" Type="http://schemas.openxmlformats.org/officeDocument/2006/relationships/customXml" Target="../ink/ink4.xml"/><Relationship Id="rId14" Type="http://schemas.openxmlformats.org/officeDocument/2006/relationships/customXml" Target="../ink/ink8.xml"/><Relationship Id="rId22" Type="http://schemas.openxmlformats.org/officeDocument/2006/relationships/customXml" Target="../ink/ink12.xml"/><Relationship Id="rId27" Type="http://schemas.openxmlformats.org/officeDocument/2006/relationships/image" Target="../media/image18.png"/><Relationship Id="rId30" Type="http://schemas.openxmlformats.org/officeDocument/2006/relationships/image" Target="../media/image19.png"/><Relationship Id="rId35" Type="http://schemas.openxmlformats.org/officeDocument/2006/relationships/image" Target="../media/image20.png"/><Relationship Id="rId8" Type="http://schemas.openxmlformats.org/officeDocument/2006/relationships/image" Target="../media/image10.png"/><Relationship Id="rId3" Type="http://schemas.openxmlformats.org/officeDocument/2006/relationships/customXml" Target="../ink/ink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2.xml"/><Relationship Id="rId5" Type="http://schemas.openxmlformats.org/officeDocument/2006/relationships/hyperlink" Target="https://iq.opengenus.org/topological-sorting-dfs/" TargetMode="External"/><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4298C-792D-40EA-BBDD-F5F5B615669A}"/>
              </a:ext>
            </a:extLst>
          </p:cNvPr>
          <p:cNvSpPr>
            <a:spLocks noGrp="1"/>
          </p:cNvSpPr>
          <p:nvPr>
            <p:ph type="ctrTitle"/>
          </p:nvPr>
        </p:nvSpPr>
        <p:spPr/>
        <p:txBody>
          <a:bodyPr/>
          <a:lstStyle/>
          <a:p>
            <a:r>
              <a:rPr lang="en-US" dirty="0"/>
              <a:t>Decrease and Conquer</a:t>
            </a:r>
            <a:endParaRPr lang="en-IN" dirty="0"/>
          </a:p>
        </p:txBody>
      </p:sp>
      <p:sp>
        <p:nvSpPr>
          <p:cNvPr id="3" name="Subtitle 2">
            <a:extLst>
              <a:ext uri="{FF2B5EF4-FFF2-40B4-BE49-F238E27FC236}">
                <a16:creationId xmlns:a16="http://schemas.microsoft.com/office/drawing/2014/main" id="{870B22E7-DDC2-4EA0-AFF7-707C87BE71C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78827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90D97-0D9C-43D3-AB7D-2DB4CFE39BDC}"/>
              </a:ext>
            </a:extLst>
          </p:cNvPr>
          <p:cNvSpPr>
            <a:spLocks noGrp="1"/>
          </p:cNvSpPr>
          <p:nvPr>
            <p:ph type="title"/>
          </p:nvPr>
        </p:nvSpPr>
        <p:spPr/>
        <p:txBody>
          <a:bodyPr>
            <a:normAutofit/>
          </a:bodyPr>
          <a:lstStyle/>
          <a:p>
            <a:r>
              <a:rPr lang="en-US" sz="3600" dirty="0"/>
              <a:t>Three major variations of decrease and conquer </a:t>
            </a:r>
            <a:endParaRPr lang="en-IN" sz="3600" dirty="0"/>
          </a:p>
        </p:txBody>
      </p:sp>
      <p:sp>
        <p:nvSpPr>
          <p:cNvPr id="3" name="Content Placeholder 2">
            <a:extLst>
              <a:ext uri="{FF2B5EF4-FFF2-40B4-BE49-F238E27FC236}">
                <a16:creationId xmlns:a16="http://schemas.microsoft.com/office/drawing/2014/main" id="{8144F612-AADC-405A-9D53-CB103BF92464}"/>
              </a:ext>
            </a:extLst>
          </p:cNvPr>
          <p:cNvSpPr>
            <a:spLocks noGrp="1"/>
          </p:cNvSpPr>
          <p:nvPr>
            <p:ph idx="1"/>
          </p:nvPr>
        </p:nvSpPr>
        <p:spPr/>
        <p:txBody>
          <a:bodyPr/>
          <a:lstStyle/>
          <a:p>
            <a:r>
              <a:rPr lang="en-US" dirty="0"/>
              <a:t>Decrease by a Constant</a:t>
            </a:r>
          </a:p>
          <a:p>
            <a:endParaRPr lang="en-US" dirty="0"/>
          </a:p>
          <a:p>
            <a:r>
              <a:rPr lang="en-US" dirty="0"/>
              <a:t>Decrease by a Constant factor</a:t>
            </a:r>
          </a:p>
          <a:p>
            <a:endParaRPr lang="en-US" dirty="0"/>
          </a:p>
          <a:p>
            <a:r>
              <a:rPr lang="en-US" dirty="0"/>
              <a:t>Variable size Decrease</a:t>
            </a:r>
          </a:p>
          <a:p>
            <a:endParaRPr lang="en-IN" dirty="0"/>
          </a:p>
        </p:txBody>
      </p:sp>
    </p:spTree>
    <p:extLst>
      <p:ext uri="{BB962C8B-B14F-4D97-AF65-F5344CB8AC3E}">
        <p14:creationId xmlns:p14="http://schemas.microsoft.com/office/powerpoint/2010/main" val="483072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2DAC-1454-4953-907E-95848187AA7A}"/>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436F64FA-6C6E-4E2B-9286-48B9C53BD9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2298" y="370932"/>
            <a:ext cx="4763386" cy="6038623"/>
          </a:xfrm>
        </p:spPr>
      </p:pic>
    </p:spTree>
    <p:extLst>
      <p:ext uri="{BB962C8B-B14F-4D97-AF65-F5344CB8AC3E}">
        <p14:creationId xmlns:p14="http://schemas.microsoft.com/office/powerpoint/2010/main" val="3562017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2419-CC6E-4F48-BE01-5465F18289B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C002779-EDE7-4C3C-9A7F-4EB1A5E991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57869" y="239811"/>
            <a:ext cx="4859079" cy="6220740"/>
          </a:xfrm>
        </p:spPr>
      </p:pic>
    </p:spTree>
    <p:extLst>
      <p:ext uri="{BB962C8B-B14F-4D97-AF65-F5344CB8AC3E}">
        <p14:creationId xmlns:p14="http://schemas.microsoft.com/office/powerpoint/2010/main" val="653141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CC1F3-DC97-4772-8383-CE6C35017A81}"/>
              </a:ext>
            </a:extLst>
          </p:cNvPr>
          <p:cNvSpPr>
            <a:spLocks noGrp="1"/>
          </p:cNvSpPr>
          <p:nvPr>
            <p:ph type="title"/>
          </p:nvPr>
        </p:nvSpPr>
        <p:spPr/>
        <p:txBody>
          <a:bodyPr/>
          <a:lstStyle/>
          <a:p>
            <a:r>
              <a:rPr lang="en-US" dirty="0"/>
              <a:t>Topics Cover</a:t>
            </a:r>
            <a:endParaRPr lang="en-IN" dirty="0"/>
          </a:p>
        </p:txBody>
      </p:sp>
      <p:sp>
        <p:nvSpPr>
          <p:cNvPr id="3" name="Content Placeholder 2">
            <a:extLst>
              <a:ext uri="{FF2B5EF4-FFF2-40B4-BE49-F238E27FC236}">
                <a16:creationId xmlns:a16="http://schemas.microsoft.com/office/drawing/2014/main" id="{1A96EE24-0A0E-42BA-803C-151C4B8C8338}"/>
              </a:ext>
            </a:extLst>
          </p:cNvPr>
          <p:cNvSpPr>
            <a:spLocks noGrp="1"/>
          </p:cNvSpPr>
          <p:nvPr>
            <p:ph idx="1"/>
          </p:nvPr>
        </p:nvSpPr>
        <p:spPr/>
        <p:txBody>
          <a:bodyPr/>
          <a:lstStyle/>
          <a:p>
            <a:r>
              <a:rPr lang="en-US" dirty="0"/>
              <a:t>Insertion Sort</a:t>
            </a:r>
          </a:p>
          <a:p>
            <a:pPr marL="0" indent="0">
              <a:buNone/>
            </a:pPr>
            <a:endParaRPr lang="en-US" dirty="0"/>
          </a:p>
          <a:p>
            <a:r>
              <a:rPr lang="en-US" dirty="0"/>
              <a:t>Binary Search</a:t>
            </a:r>
          </a:p>
          <a:p>
            <a:endParaRPr lang="en-US" dirty="0"/>
          </a:p>
          <a:p>
            <a:r>
              <a:rPr lang="en-US" dirty="0"/>
              <a:t>Topological Sorting</a:t>
            </a:r>
          </a:p>
          <a:p>
            <a:endParaRPr lang="en-IN" dirty="0"/>
          </a:p>
        </p:txBody>
      </p:sp>
    </p:spTree>
    <p:extLst>
      <p:ext uri="{BB962C8B-B14F-4D97-AF65-F5344CB8AC3E}">
        <p14:creationId xmlns:p14="http://schemas.microsoft.com/office/powerpoint/2010/main" val="2792815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FD878B32-5377-4380-A357-5C7685557050}"/>
              </a:ext>
            </a:extLst>
          </p:cNvPr>
          <p:cNvSpPr>
            <a:spLocks noGrp="1"/>
          </p:cNvSpPr>
          <p:nvPr>
            <p:ph type="sldNum" sz="quarter" idx="10"/>
          </p:nvPr>
        </p:nvSpPr>
        <p:spPr>
          <a:xfrm>
            <a:off x="8077200" y="6248400"/>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82945" tIns="41473" rIns="82945" bIns="41473" rtlCol="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fld id="{389DFA22-A611-442C-8521-2460A4DA5BF0}" type="slidenum">
              <a:rPr lang="en-US" altLang="en-US" sz="800">
                <a:latin typeface="Arial Black" panose="020B0A04020102020204" pitchFamily="34" charset="0"/>
              </a:rPr>
              <a:pPr/>
              <a:t>6</a:t>
            </a:fld>
            <a:endParaRPr lang="en-US" altLang="en-US" sz="800">
              <a:latin typeface="Arial Black" panose="020B0A04020102020204" pitchFamily="34" charset="0"/>
            </a:endParaRPr>
          </a:p>
        </p:txBody>
      </p:sp>
      <p:sp>
        <p:nvSpPr>
          <p:cNvPr id="26627" name="Rectangle 2">
            <a:extLst>
              <a:ext uri="{FF2B5EF4-FFF2-40B4-BE49-F238E27FC236}">
                <a16:creationId xmlns:a16="http://schemas.microsoft.com/office/drawing/2014/main" id="{65A62EFF-63EF-44D1-B26F-8C62AA548BB6}"/>
              </a:ext>
            </a:extLst>
          </p:cNvPr>
          <p:cNvSpPr>
            <a:spLocks noGrp="1" noChangeArrowheads="1"/>
          </p:cNvSpPr>
          <p:nvPr>
            <p:ph type="title"/>
          </p:nvPr>
        </p:nvSpPr>
        <p:spPr>
          <a:xfrm>
            <a:off x="2155825" y="2668589"/>
            <a:ext cx="8229600" cy="1373187"/>
          </a:xfrm>
        </p:spPr>
        <p:txBody>
          <a:bodyPr/>
          <a:lstStyle/>
          <a:p>
            <a:pPr eaLnBrk="1" hangingPunct="1"/>
            <a:r>
              <a:rPr lang="en-US" altLang="en-US" sz="4900" b="1" dirty="0"/>
              <a:t>Insertion Sort  - Already covered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792E5F70-9B83-49F4-8405-30585CA77A38}"/>
              </a:ext>
            </a:extLst>
          </p:cNvPr>
          <p:cNvSpPr>
            <a:spLocks noGrp="1"/>
          </p:cNvSpPr>
          <p:nvPr>
            <p:ph type="sldNum" sz="quarter" idx="10"/>
          </p:nvPr>
        </p:nvSpPr>
        <p:spPr>
          <a:xfrm>
            <a:off x="8077200" y="6248400"/>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82945" tIns="41473" rIns="82945" bIns="41473" rtlCol="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fld id="{072364D3-219E-4DC2-863E-D2B7E3EF456C}" type="slidenum">
              <a:rPr lang="en-US" altLang="en-US" sz="800">
                <a:latin typeface="Arial Black" panose="020B0A04020102020204" pitchFamily="34" charset="0"/>
              </a:rPr>
              <a:pPr/>
              <a:t>7</a:t>
            </a:fld>
            <a:endParaRPr lang="en-US" altLang="en-US" sz="800">
              <a:latin typeface="Arial Black" panose="020B0A04020102020204" pitchFamily="34" charset="0"/>
            </a:endParaRPr>
          </a:p>
        </p:txBody>
      </p:sp>
      <p:sp>
        <p:nvSpPr>
          <p:cNvPr id="27651" name="Rectangle 2">
            <a:extLst>
              <a:ext uri="{FF2B5EF4-FFF2-40B4-BE49-F238E27FC236}">
                <a16:creationId xmlns:a16="http://schemas.microsoft.com/office/drawing/2014/main" id="{0031DDAE-06B7-4863-81B6-001E20200AEF}"/>
              </a:ext>
            </a:extLst>
          </p:cNvPr>
          <p:cNvSpPr>
            <a:spLocks noGrp="1" noChangeArrowheads="1"/>
          </p:cNvSpPr>
          <p:nvPr>
            <p:ph type="title"/>
          </p:nvPr>
        </p:nvSpPr>
        <p:spPr>
          <a:xfrm>
            <a:off x="2017713" y="317500"/>
            <a:ext cx="8229600" cy="1373188"/>
          </a:xfrm>
        </p:spPr>
        <p:txBody>
          <a:bodyPr/>
          <a:lstStyle/>
          <a:p>
            <a:pPr eaLnBrk="1" hangingPunct="1"/>
            <a:r>
              <a:rPr lang="en-US" altLang="en-US"/>
              <a:t>Insertion Sort</a:t>
            </a:r>
          </a:p>
        </p:txBody>
      </p:sp>
      <p:sp>
        <p:nvSpPr>
          <p:cNvPr id="27652" name="Rectangle 3">
            <a:extLst>
              <a:ext uri="{FF2B5EF4-FFF2-40B4-BE49-F238E27FC236}">
                <a16:creationId xmlns:a16="http://schemas.microsoft.com/office/drawing/2014/main" id="{44D33FDB-FC1C-47A5-9DF9-3AEC61C3719D}"/>
              </a:ext>
            </a:extLst>
          </p:cNvPr>
          <p:cNvSpPr>
            <a:spLocks noGrp="1" noChangeArrowheads="1"/>
          </p:cNvSpPr>
          <p:nvPr>
            <p:ph type="body" idx="1"/>
          </p:nvPr>
        </p:nvSpPr>
        <p:spPr>
          <a:xfrm>
            <a:off x="2017714" y="1562100"/>
            <a:ext cx="8156575" cy="4908550"/>
          </a:xfrm>
        </p:spPr>
        <p:txBody>
          <a:bodyPr/>
          <a:lstStyle/>
          <a:p>
            <a:pPr eaLnBrk="1" hangingPunct="1">
              <a:lnSpc>
                <a:spcPct val="90000"/>
              </a:lnSpc>
            </a:pPr>
            <a:r>
              <a:rPr lang="en-US" altLang="en-US" sz="2200">
                <a:cs typeface="Arial" panose="020B0604020202020204" pitchFamily="34" charset="0"/>
              </a:rPr>
              <a:t>Suppose we know how to insert a new element x in its proper place in an already sorted array A of size k, to get a new sorted array of size k+1</a:t>
            </a:r>
          </a:p>
          <a:p>
            <a:pPr eaLnBrk="1" hangingPunct="1">
              <a:lnSpc>
                <a:spcPct val="90000"/>
              </a:lnSpc>
            </a:pPr>
            <a:r>
              <a:rPr lang="en-US" altLang="en-US" sz="2200">
                <a:cs typeface="Arial" panose="020B0604020202020204" pitchFamily="34" charset="0"/>
              </a:rPr>
              <a:t>Use this to sort the given array A of size n as follows:</a:t>
            </a:r>
          </a:p>
          <a:p>
            <a:pPr lvl="1" eaLnBrk="1" hangingPunct="1">
              <a:lnSpc>
                <a:spcPct val="90000"/>
              </a:lnSpc>
            </a:pPr>
            <a:r>
              <a:rPr lang="en-US" altLang="en-US" sz="2200">
                <a:cs typeface="Arial" panose="020B0604020202020204" pitchFamily="34" charset="0"/>
              </a:rPr>
              <a:t>Insert A[1] in the sorted array A[0]. So now A[0],A[1] are sorted</a:t>
            </a:r>
          </a:p>
          <a:p>
            <a:pPr lvl="1" eaLnBrk="1" hangingPunct="1">
              <a:lnSpc>
                <a:spcPct val="90000"/>
              </a:lnSpc>
            </a:pPr>
            <a:r>
              <a:rPr lang="en-US" altLang="en-US" sz="2200">
                <a:cs typeface="Arial" panose="020B0604020202020204" pitchFamily="34" charset="0"/>
              </a:rPr>
              <a:t>Insert A[2] in the sorted array A[0],A[1]. So now A[0],A[1],A[2] are sorted</a:t>
            </a:r>
          </a:p>
          <a:p>
            <a:pPr lvl="1" eaLnBrk="1" hangingPunct="1">
              <a:lnSpc>
                <a:spcPct val="90000"/>
              </a:lnSpc>
            </a:pPr>
            <a:r>
              <a:rPr lang="en-US" altLang="en-US" sz="2200">
                <a:cs typeface="Arial" panose="020B0604020202020204" pitchFamily="34" charset="0"/>
              </a:rPr>
              <a:t>Insert A[3] in the sorted array A[0],A[1],A[2]. So now A[0],A[1],A[2],A[3] are sorted</a:t>
            </a:r>
          </a:p>
          <a:p>
            <a:pPr lvl="1" eaLnBrk="1" hangingPunct="1">
              <a:lnSpc>
                <a:spcPct val="90000"/>
              </a:lnSpc>
            </a:pPr>
            <a:r>
              <a:rPr lang="en-US" altLang="en-US" sz="2200">
                <a:cs typeface="Arial" panose="020B0604020202020204" pitchFamily="34" charset="0"/>
              </a:rPr>
              <a:t>…..</a:t>
            </a:r>
          </a:p>
          <a:p>
            <a:pPr lvl="1" eaLnBrk="1" hangingPunct="1">
              <a:lnSpc>
                <a:spcPct val="90000"/>
              </a:lnSpc>
            </a:pPr>
            <a:r>
              <a:rPr lang="en-US" altLang="en-US" sz="2200">
                <a:cs typeface="Arial" panose="020B0604020202020204" pitchFamily="34" charset="0"/>
              </a:rPr>
              <a:t>Insert A[i] in the sorted array A[0],A[1],…,A[i-1]. So now A[0],A[1],…A[i] are sorted</a:t>
            </a:r>
          </a:p>
          <a:p>
            <a:pPr lvl="1" eaLnBrk="1" hangingPunct="1">
              <a:lnSpc>
                <a:spcPct val="90000"/>
              </a:lnSpc>
            </a:pPr>
            <a:r>
              <a:rPr lang="en-US" altLang="en-US" sz="2200">
                <a:cs typeface="Arial" panose="020B0604020202020204" pitchFamily="34" charset="0"/>
              </a:rPr>
              <a:t>Continue until i = n-1  </a:t>
            </a:r>
            <a:r>
              <a:rPr lang="en-US" altLang="en-US" sz="2200">
                <a:solidFill>
                  <a:srgbClr val="0000FF"/>
                </a:solidFill>
                <a:cs typeface="Arial" panose="020B0604020202020204" pitchFamily="34" charset="0"/>
              </a:rPr>
              <a:t>(outer loop)</a:t>
            </a:r>
          </a:p>
          <a:p>
            <a:pPr lvl="1" eaLnBrk="1" hangingPunct="1">
              <a:lnSpc>
                <a:spcPct val="90000"/>
              </a:lnSpc>
            </a:pPr>
            <a:endParaRPr lang="en-US" altLang="en-US" sz="2200">
              <a:solidFill>
                <a:srgbClr val="0000FF"/>
              </a:solidFill>
              <a:cs typeface="Arial" panose="020B0604020202020204" pitchFamily="34" charset="0"/>
            </a:endParaRPr>
          </a:p>
          <a:p>
            <a:pPr lvl="1" eaLnBrk="1" hangingPunct="1">
              <a:lnSpc>
                <a:spcPct val="90000"/>
              </a:lnSpc>
            </a:pPr>
            <a:endParaRPr lang="en-US" altLang="en-US">
              <a:cs typeface="Arial" panose="020B0604020202020204" pitchFamily="34" charset="0"/>
            </a:endParaRPr>
          </a:p>
          <a:p>
            <a:pPr lvl="1" eaLnBrk="1" hangingPunct="1">
              <a:lnSpc>
                <a:spcPct val="90000"/>
              </a:lnSpc>
            </a:pPr>
            <a:endParaRPr lang="en-US" altLang="en-US">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7">
            <a:extLst>
              <a:ext uri="{FF2B5EF4-FFF2-40B4-BE49-F238E27FC236}">
                <a16:creationId xmlns:a16="http://schemas.microsoft.com/office/drawing/2014/main" id="{F604DD6E-8E2A-4173-86BA-1F3E72D5866A}"/>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fld id="{92A2D53A-0B3A-4D92-BA33-E8E21E3456DA}" type="slidenum">
              <a:rPr lang="en-US" altLang="en-US" sz="800">
                <a:latin typeface="Arial Black" panose="020B0A04020102020204" pitchFamily="34" charset="0"/>
              </a:rPr>
              <a:pPr/>
              <a:t>8</a:t>
            </a:fld>
            <a:endParaRPr lang="en-US" altLang="en-US" sz="800">
              <a:latin typeface="Arial Black" panose="020B0A04020102020204" pitchFamily="34" charset="0"/>
            </a:endParaRPr>
          </a:p>
        </p:txBody>
      </p:sp>
      <p:sp>
        <p:nvSpPr>
          <p:cNvPr id="29699" name="Rectangle 2">
            <a:extLst>
              <a:ext uri="{FF2B5EF4-FFF2-40B4-BE49-F238E27FC236}">
                <a16:creationId xmlns:a16="http://schemas.microsoft.com/office/drawing/2014/main" id="{59E170CB-978B-4F70-89C5-4EE872A73226}"/>
              </a:ext>
            </a:extLst>
          </p:cNvPr>
          <p:cNvSpPr>
            <a:spLocks noGrp="1" noChangeArrowheads="1"/>
          </p:cNvSpPr>
          <p:nvPr>
            <p:ph type="title" sz="quarter"/>
          </p:nvPr>
        </p:nvSpPr>
        <p:spPr>
          <a:xfrm>
            <a:off x="1949450" y="0"/>
            <a:ext cx="8229600" cy="1373188"/>
          </a:xfrm>
        </p:spPr>
        <p:txBody>
          <a:bodyPr/>
          <a:lstStyle/>
          <a:p>
            <a:pPr eaLnBrk="1" hangingPunct="1"/>
            <a:r>
              <a:rPr lang="en-US" altLang="en-US"/>
              <a:t>Example of first step</a:t>
            </a:r>
          </a:p>
        </p:txBody>
      </p:sp>
      <p:graphicFrame>
        <p:nvGraphicFramePr>
          <p:cNvPr id="506926" name="Group 46">
            <a:extLst>
              <a:ext uri="{FF2B5EF4-FFF2-40B4-BE49-F238E27FC236}">
                <a16:creationId xmlns:a16="http://schemas.microsoft.com/office/drawing/2014/main" id="{B4072AB7-A98D-408E-9BED-7EAE7F9C3D56}"/>
              </a:ext>
            </a:extLst>
          </p:cNvPr>
          <p:cNvGraphicFramePr>
            <a:graphicFrameLocks noGrp="1"/>
          </p:cNvGraphicFramePr>
          <p:nvPr>
            <p:ph sz="quarter" idx="1"/>
          </p:nvPr>
        </p:nvGraphicFramePr>
        <p:xfrm>
          <a:off x="2293939" y="1355725"/>
          <a:ext cx="4010025" cy="482600"/>
        </p:xfrm>
        <a:graphic>
          <a:graphicData uri="http://schemas.openxmlformats.org/drawingml/2006/table">
            <a:tbl>
              <a:tblPr/>
              <a:tblGrid>
                <a:gridCol w="573272">
                  <a:extLst>
                    <a:ext uri="{9D8B030D-6E8A-4147-A177-3AD203B41FA5}">
                      <a16:colId xmlns:a16="http://schemas.microsoft.com/office/drawing/2014/main" val="20000"/>
                    </a:ext>
                  </a:extLst>
                </a:gridCol>
                <a:gridCol w="571832">
                  <a:extLst>
                    <a:ext uri="{9D8B030D-6E8A-4147-A177-3AD203B41FA5}">
                      <a16:colId xmlns:a16="http://schemas.microsoft.com/office/drawing/2014/main" val="20001"/>
                    </a:ext>
                  </a:extLst>
                </a:gridCol>
                <a:gridCol w="574713">
                  <a:extLst>
                    <a:ext uri="{9D8B030D-6E8A-4147-A177-3AD203B41FA5}">
                      <a16:colId xmlns:a16="http://schemas.microsoft.com/office/drawing/2014/main" val="20002"/>
                    </a:ext>
                  </a:extLst>
                </a:gridCol>
                <a:gridCol w="571832">
                  <a:extLst>
                    <a:ext uri="{9D8B030D-6E8A-4147-A177-3AD203B41FA5}">
                      <a16:colId xmlns:a16="http://schemas.microsoft.com/office/drawing/2014/main" val="20003"/>
                    </a:ext>
                  </a:extLst>
                </a:gridCol>
                <a:gridCol w="573272">
                  <a:extLst>
                    <a:ext uri="{9D8B030D-6E8A-4147-A177-3AD203B41FA5}">
                      <a16:colId xmlns:a16="http://schemas.microsoft.com/office/drawing/2014/main" val="20004"/>
                    </a:ext>
                  </a:extLst>
                </a:gridCol>
                <a:gridCol w="571832">
                  <a:extLst>
                    <a:ext uri="{9D8B030D-6E8A-4147-A177-3AD203B41FA5}">
                      <a16:colId xmlns:a16="http://schemas.microsoft.com/office/drawing/2014/main" val="20005"/>
                    </a:ext>
                  </a:extLst>
                </a:gridCol>
                <a:gridCol w="573272">
                  <a:extLst>
                    <a:ext uri="{9D8B030D-6E8A-4147-A177-3AD203B41FA5}">
                      <a16:colId xmlns:a16="http://schemas.microsoft.com/office/drawing/2014/main" val="20006"/>
                    </a:ext>
                  </a:extLst>
                </a:gridCol>
              </a:tblGrid>
              <a:tr h="482600">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Arial" pitchFamily="34"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sp>
        <p:nvSpPr>
          <p:cNvPr id="29718" name="Text Box 106">
            <a:extLst>
              <a:ext uri="{FF2B5EF4-FFF2-40B4-BE49-F238E27FC236}">
                <a16:creationId xmlns:a16="http://schemas.microsoft.com/office/drawing/2014/main" id="{FD6786C5-62BF-4D9B-9576-D7F09D17DB3B}"/>
              </a:ext>
            </a:extLst>
          </p:cNvPr>
          <p:cNvSpPr txBox="1">
            <a:spLocks noChangeArrowheads="1"/>
          </p:cNvSpPr>
          <p:nvPr/>
        </p:nvSpPr>
        <p:spPr bwMode="auto">
          <a:xfrm>
            <a:off x="1879601" y="1355725"/>
            <a:ext cx="2698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r>
              <a:rPr lang="en-US" altLang="en-US" sz="2900" b="1">
                <a:solidFill>
                  <a:srgbClr val="0000FF"/>
                </a:solidFill>
                <a:latin typeface="Arial" panose="020B0604020202020204" pitchFamily="34" charset="0"/>
              </a:rPr>
              <a:t>A</a:t>
            </a:r>
          </a:p>
        </p:txBody>
      </p:sp>
      <p:sp>
        <p:nvSpPr>
          <p:cNvPr id="29719" name="Text Box 107">
            <a:extLst>
              <a:ext uri="{FF2B5EF4-FFF2-40B4-BE49-F238E27FC236}">
                <a16:creationId xmlns:a16="http://schemas.microsoft.com/office/drawing/2014/main" id="{89818D29-94DC-4E5F-A0FB-ADCF7CB347AB}"/>
              </a:ext>
            </a:extLst>
          </p:cNvPr>
          <p:cNvSpPr txBox="1">
            <a:spLocks noChangeArrowheads="1"/>
          </p:cNvSpPr>
          <p:nvPr/>
        </p:nvSpPr>
        <p:spPr bwMode="auto">
          <a:xfrm>
            <a:off x="6924675" y="1355725"/>
            <a:ext cx="241935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900">
                <a:latin typeface="Arial" panose="020B0604020202020204" pitchFamily="34" charset="0"/>
              </a:rPr>
              <a:t>Insert </a:t>
            </a:r>
            <a:r>
              <a:rPr lang="en-US" altLang="en-US" sz="2900">
                <a:solidFill>
                  <a:srgbClr val="FF0000"/>
                </a:solidFill>
                <a:latin typeface="Arial" panose="020B0604020202020204" pitchFamily="34" charset="0"/>
              </a:rPr>
              <a:t>x = 15</a:t>
            </a:r>
          </a:p>
        </p:txBody>
      </p:sp>
      <p:sp>
        <p:nvSpPr>
          <p:cNvPr id="29720" name="Rectangle 114">
            <a:extLst>
              <a:ext uri="{FF2B5EF4-FFF2-40B4-BE49-F238E27FC236}">
                <a16:creationId xmlns:a16="http://schemas.microsoft.com/office/drawing/2014/main" id="{AA94633A-201A-4682-838C-FE3A5215A112}"/>
              </a:ext>
            </a:extLst>
          </p:cNvPr>
          <p:cNvSpPr>
            <a:spLocks noGrp="1" noChangeArrowheads="1"/>
          </p:cNvSpPr>
          <p:nvPr>
            <p:ph sz="quarter" idx="4"/>
          </p:nvPr>
        </p:nvSpPr>
        <p:spPr>
          <a:xfrm>
            <a:off x="6165850" y="3994150"/>
            <a:ext cx="4044950" cy="1873250"/>
          </a:xfrm>
        </p:spPr>
        <p:txBody>
          <a:bodyPr/>
          <a:lstStyle/>
          <a:p>
            <a:pPr marL="0" indent="0"/>
            <a:endParaRPr lang="en-US" alt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7">
            <a:extLst>
              <a:ext uri="{FF2B5EF4-FFF2-40B4-BE49-F238E27FC236}">
                <a16:creationId xmlns:a16="http://schemas.microsoft.com/office/drawing/2014/main" id="{5D3E1137-E865-49DA-887D-FE9870E6205C}"/>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fld id="{62968116-BE22-49A2-9E6D-277DED7725FA}" type="slidenum">
              <a:rPr lang="en-US" altLang="en-US" sz="800">
                <a:latin typeface="Arial Black" panose="020B0A04020102020204" pitchFamily="34" charset="0"/>
              </a:rPr>
              <a:pPr/>
              <a:t>9</a:t>
            </a:fld>
            <a:endParaRPr lang="en-US" altLang="en-US" sz="800">
              <a:latin typeface="Arial Black" panose="020B0A04020102020204" pitchFamily="34" charset="0"/>
            </a:endParaRPr>
          </a:p>
        </p:txBody>
      </p:sp>
      <p:sp>
        <p:nvSpPr>
          <p:cNvPr id="30723" name="Rectangle 2">
            <a:extLst>
              <a:ext uri="{FF2B5EF4-FFF2-40B4-BE49-F238E27FC236}">
                <a16:creationId xmlns:a16="http://schemas.microsoft.com/office/drawing/2014/main" id="{FFF0345E-8C9D-4EC1-8C4F-D04046FF3A98}"/>
              </a:ext>
            </a:extLst>
          </p:cNvPr>
          <p:cNvSpPr>
            <a:spLocks noGrp="1" noChangeArrowheads="1"/>
          </p:cNvSpPr>
          <p:nvPr>
            <p:ph type="title" sz="quarter"/>
          </p:nvPr>
        </p:nvSpPr>
        <p:spPr>
          <a:xfrm>
            <a:off x="1949450" y="0"/>
            <a:ext cx="8229600" cy="1373188"/>
          </a:xfrm>
        </p:spPr>
        <p:txBody>
          <a:bodyPr/>
          <a:lstStyle/>
          <a:p>
            <a:pPr eaLnBrk="1" hangingPunct="1"/>
            <a:r>
              <a:rPr lang="en-US" altLang="en-US"/>
              <a:t>Example of first step</a:t>
            </a:r>
          </a:p>
        </p:txBody>
      </p:sp>
      <p:graphicFrame>
        <p:nvGraphicFramePr>
          <p:cNvPr id="519171" name="Group 3">
            <a:extLst>
              <a:ext uri="{FF2B5EF4-FFF2-40B4-BE49-F238E27FC236}">
                <a16:creationId xmlns:a16="http://schemas.microsoft.com/office/drawing/2014/main" id="{5CEC2656-E819-4966-9BB0-82F7610BBDB3}"/>
              </a:ext>
            </a:extLst>
          </p:cNvPr>
          <p:cNvGraphicFramePr>
            <a:graphicFrameLocks noGrp="1"/>
          </p:cNvGraphicFramePr>
          <p:nvPr>
            <p:ph sz="quarter" idx="1"/>
          </p:nvPr>
        </p:nvGraphicFramePr>
        <p:xfrm>
          <a:off x="2293939" y="1355725"/>
          <a:ext cx="4010025" cy="482600"/>
        </p:xfrm>
        <a:graphic>
          <a:graphicData uri="http://schemas.openxmlformats.org/drawingml/2006/table">
            <a:tbl>
              <a:tblPr/>
              <a:tblGrid>
                <a:gridCol w="573272">
                  <a:extLst>
                    <a:ext uri="{9D8B030D-6E8A-4147-A177-3AD203B41FA5}">
                      <a16:colId xmlns:a16="http://schemas.microsoft.com/office/drawing/2014/main" val="20000"/>
                    </a:ext>
                  </a:extLst>
                </a:gridCol>
                <a:gridCol w="571832">
                  <a:extLst>
                    <a:ext uri="{9D8B030D-6E8A-4147-A177-3AD203B41FA5}">
                      <a16:colId xmlns:a16="http://schemas.microsoft.com/office/drawing/2014/main" val="20001"/>
                    </a:ext>
                  </a:extLst>
                </a:gridCol>
                <a:gridCol w="574713">
                  <a:extLst>
                    <a:ext uri="{9D8B030D-6E8A-4147-A177-3AD203B41FA5}">
                      <a16:colId xmlns:a16="http://schemas.microsoft.com/office/drawing/2014/main" val="20002"/>
                    </a:ext>
                  </a:extLst>
                </a:gridCol>
                <a:gridCol w="571832">
                  <a:extLst>
                    <a:ext uri="{9D8B030D-6E8A-4147-A177-3AD203B41FA5}">
                      <a16:colId xmlns:a16="http://schemas.microsoft.com/office/drawing/2014/main" val="20003"/>
                    </a:ext>
                  </a:extLst>
                </a:gridCol>
                <a:gridCol w="573272">
                  <a:extLst>
                    <a:ext uri="{9D8B030D-6E8A-4147-A177-3AD203B41FA5}">
                      <a16:colId xmlns:a16="http://schemas.microsoft.com/office/drawing/2014/main" val="20004"/>
                    </a:ext>
                  </a:extLst>
                </a:gridCol>
                <a:gridCol w="571832">
                  <a:extLst>
                    <a:ext uri="{9D8B030D-6E8A-4147-A177-3AD203B41FA5}">
                      <a16:colId xmlns:a16="http://schemas.microsoft.com/office/drawing/2014/main" val="20005"/>
                    </a:ext>
                  </a:extLst>
                </a:gridCol>
                <a:gridCol w="573272">
                  <a:extLst>
                    <a:ext uri="{9D8B030D-6E8A-4147-A177-3AD203B41FA5}">
                      <a16:colId xmlns:a16="http://schemas.microsoft.com/office/drawing/2014/main" val="20006"/>
                    </a:ext>
                  </a:extLst>
                </a:gridCol>
              </a:tblGrid>
              <a:tr h="482600">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Arial" pitchFamily="34"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graphicFrame>
        <p:nvGraphicFramePr>
          <p:cNvPr id="519189" name="Group 21">
            <a:extLst>
              <a:ext uri="{FF2B5EF4-FFF2-40B4-BE49-F238E27FC236}">
                <a16:creationId xmlns:a16="http://schemas.microsoft.com/office/drawing/2014/main" id="{6F43F67F-A6B4-41BB-B741-358BDF6A0C1A}"/>
              </a:ext>
            </a:extLst>
          </p:cNvPr>
          <p:cNvGraphicFramePr>
            <a:graphicFrameLocks noGrp="1"/>
          </p:cNvGraphicFramePr>
          <p:nvPr>
            <p:ph sz="quarter" idx="2"/>
          </p:nvPr>
        </p:nvGraphicFramePr>
        <p:xfrm>
          <a:off x="3124200" y="2944814"/>
          <a:ext cx="4008438" cy="484187"/>
        </p:xfrm>
        <a:graphic>
          <a:graphicData uri="http://schemas.openxmlformats.org/drawingml/2006/table">
            <a:tbl>
              <a:tblPr/>
              <a:tblGrid>
                <a:gridCol w="573045">
                  <a:extLst>
                    <a:ext uri="{9D8B030D-6E8A-4147-A177-3AD203B41FA5}">
                      <a16:colId xmlns:a16="http://schemas.microsoft.com/office/drawing/2014/main" val="20000"/>
                    </a:ext>
                  </a:extLst>
                </a:gridCol>
                <a:gridCol w="571606">
                  <a:extLst>
                    <a:ext uri="{9D8B030D-6E8A-4147-A177-3AD203B41FA5}">
                      <a16:colId xmlns:a16="http://schemas.microsoft.com/office/drawing/2014/main" val="20001"/>
                    </a:ext>
                  </a:extLst>
                </a:gridCol>
                <a:gridCol w="574485">
                  <a:extLst>
                    <a:ext uri="{9D8B030D-6E8A-4147-A177-3AD203B41FA5}">
                      <a16:colId xmlns:a16="http://schemas.microsoft.com/office/drawing/2014/main" val="20002"/>
                    </a:ext>
                  </a:extLst>
                </a:gridCol>
                <a:gridCol w="571606">
                  <a:extLst>
                    <a:ext uri="{9D8B030D-6E8A-4147-A177-3AD203B41FA5}">
                      <a16:colId xmlns:a16="http://schemas.microsoft.com/office/drawing/2014/main" val="20003"/>
                    </a:ext>
                  </a:extLst>
                </a:gridCol>
                <a:gridCol w="573045">
                  <a:extLst>
                    <a:ext uri="{9D8B030D-6E8A-4147-A177-3AD203B41FA5}">
                      <a16:colId xmlns:a16="http://schemas.microsoft.com/office/drawing/2014/main" val="20004"/>
                    </a:ext>
                  </a:extLst>
                </a:gridCol>
                <a:gridCol w="571606">
                  <a:extLst>
                    <a:ext uri="{9D8B030D-6E8A-4147-A177-3AD203B41FA5}">
                      <a16:colId xmlns:a16="http://schemas.microsoft.com/office/drawing/2014/main" val="20005"/>
                    </a:ext>
                  </a:extLst>
                </a:gridCol>
                <a:gridCol w="573045">
                  <a:extLst>
                    <a:ext uri="{9D8B030D-6E8A-4147-A177-3AD203B41FA5}">
                      <a16:colId xmlns:a16="http://schemas.microsoft.com/office/drawing/2014/main" val="20006"/>
                    </a:ext>
                  </a:extLst>
                </a:gridCol>
              </a:tblGrid>
              <a:tr h="484187">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sp>
        <p:nvSpPr>
          <p:cNvPr id="30760" name="Text Box 75">
            <a:extLst>
              <a:ext uri="{FF2B5EF4-FFF2-40B4-BE49-F238E27FC236}">
                <a16:creationId xmlns:a16="http://schemas.microsoft.com/office/drawing/2014/main" id="{7DAD2BAE-CBBC-4B80-8CB2-EFC5FE8D2FE6}"/>
              </a:ext>
            </a:extLst>
          </p:cNvPr>
          <p:cNvSpPr txBox="1">
            <a:spLocks noChangeArrowheads="1"/>
          </p:cNvSpPr>
          <p:nvPr/>
        </p:nvSpPr>
        <p:spPr bwMode="auto">
          <a:xfrm>
            <a:off x="1879601" y="1355725"/>
            <a:ext cx="2698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r>
              <a:rPr lang="en-US" altLang="en-US" sz="2900" b="1">
                <a:solidFill>
                  <a:srgbClr val="0000FF"/>
                </a:solidFill>
                <a:latin typeface="Arial" panose="020B0604020202020204" pitchFamily="34" charset="0"/>
              </a:rPr>
              <a:t>A</a:t>
            </a:r>
          </a:p>
        </p:txBody>
      </p:sp>
      <p:sp>
        <p:nvSpPr>
          <p:cNvPr id="30761" name="Text Box 76">
            <a:extLst>
              <a:ext uri="{FF2B5EF4-FFF2-40B4-BE49-F238E27FC236}">
                <a16:creationId xmlns:a16="http://schemas.microsoft.com/office/drawing/2014/main" id="{44A19C7F-2518-4824-944A-C43F8C2E7B08}"/>
              </a:ext>
            </a:extLst>
          </p:cNvPr>
          <p:cNvSpPr txBox="1">
            <a:spLocks noChangeArrowheads="1"/>
          </p:cNvSpPr>
          <p:nvPr/>
        </p:nvSpPr>
        <p:spPr bwMode="auto">
          <a:xfrm>
            <a:off x="6924675" y="1355725"/>
            <a:ext cx="241935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900">
                <a:latin typeface="Arial" panose="020B0604020202020204" pitchFamily="34" charset="0"/>
              </a:rPr>
              <a:t>Insert </a:t>
            </a:r>
            <a:r>
              <a:rPr lang="en-US" altLang="en-US" sz="2900">
                <a:solidFill>
                  <a:srgbClr val="FF0000"/>
                </a:solidFill>
                <a:latin typeface="Arial" panose="020B0604020202020204" pitchFamily="34" charset="0"/>
              </a:rPr>
              <a:t>x = 15</a:t>
            </a:r>
          </a:p>
        </p:txBody>
      </p:sp>
      <p:sp>
        <p:nvSpPr>
          <p:cNvPr id="30762" name="Text Box 77">
            <a:extLst>
              <a:ext uri="{FF2B5EF4-FFF2-40B4-BE49-F238E27FC236}">
                <a16:creationId xmlns:a16="http://schemas.microsoft.com/office/drawing/2014/main" id="{957068D0-8C5B-48CF-B8DD-2FF107A7CB7E}"/>
              </a:ext>
            </a:extLst>
          </p:cNvPr>
          <p:cNvSpPr txBox="1">
            <a:spLocks noChangeArrowheads="1"/>
          </p:cNvSpPr>
          <p:nvPr/>
        </p:nvSpPr>
        <p:spPr bwMode="auto">
          <a:xfrm>
            <a:off x="2363789" y="2322514"/>
            <a:ext cx="58753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200" b="1">
                <a:latin typeface="Arial" panose="020B0604020202020204" pitchFamily="34" charset="0"/>
              </a:rPr>
              <a:t>Compare with 22. x &lt; 22, so move 22 right</a:t>
            </a:r>
          </a:p>
        </p:txBody>
      </p:sp>
      <p:sp>
        <p:nvSpPr>
          <p:cNvPr id="30763" name="Rectangle 82">
            <a:extLst>
              <a:ext uri="{FF2B5EF4-FFF2-40B4-BE49-F238E27FC236}">
                <a16:creationId xmlns:a16="http://schemas.microsoft.com/office/drawing/2014/main" id="{0B2AE812-47EF-4C11-869E-0960A8406786}"/>
              </a:ext>
            </a:extLst>
          </p:cNvPr>
          <p:cNvSpPr>
            <a:spLocks noGrp="1" noChangeArrowheads="1"/>
          </p:cNvSpPr>
          <p:nvPr>
            <p:ph sz="quarter" idx="4"/>
          </p:nvPr>
        </p:nvSpPr>
        <p:spPr>
          <a:xfrm>
            <a:off x="6165850" y="3994150"/>
            <a:ext cx="4044950" cy="1873250"/>
          </a:xfrm>
        </p:spPr>
        <p:txBody>
          <a:bodyPr/>
          <a:lstStyle/>
          <a:p>
            <a:pPr marL="0" indent="0"/>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7">
            <a:extLst>
              <a:ext uri="{FF2B5EF4-FFF2-40B4-BE49-F238E27FC236}">
                <a16:creationId xmlns:a16="http://schemas.microsoft.com/office/drawing/2014/main" id="{1801DD99-5568-4EA6-A3EF-15A01C89D3B3}"/>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fld id="{2E1AA444-1574-4EA2-8718-77FC8C0F506E}" type="slidenum">
              <a:rPr lang="en-US" altLang="en-US" sz="800">
                <a:latin typeface="Arial Black" panose="020B0A04020102020204" pitchFamily="34" charset="0"/>
              </a:rPr>
              <a:pPr/>
              <a:t>10</a:t>
            </a:fld>
            <a:endParaRPr lang="en-US" altLang="en-US" sz="800">
              <a:latin typeface="Arial Black" panose="020B0A04020102020204" pitchFamily="34" charset="0"/>
            </a:endParaRPr>
          </a:p>
        </p:txBody>
      </p:sp>
      <p:sp>
        <p:nvSpPr>
          <p:cNvPr id="31747" name="Rectangle 2">
            <a:extLst>
              <a:ext uri="{FF2B5EF4-FFF2-40B4-BE49-F238E27FC236}">
                <a16:creationId xmlns:a16="http://schemas.microsoft.com/office/drawing/2014/main" id="{AB1E4B85-EF7A-4EF1-981A-EC530072FC36}"/>
              </a:ext>
            </a:extLst>
          </p:cNvPr>
          <p:cNvSpPr>
            <a:spLocks noGrp="1" noChangeArrowheads="1"/>
          </p:cNvSpPr>
          <p:nvPr>
            <p:ph type="title" sz="quarter"/>
          </p:nvPr>
        </p:nvSpPr>
        <p:spPr>
          <a:xfrm>
            <a:off x="1949450" y="0"/>
            <a:ext cx="8229600" cy="1373188"/>
          </a:xfrm>
        </p:spPr>
        <p:txBody>
          <a:bodyPr/>
          <a:lstStyle/>
          <a:p>
            <a:pPr eaLnBrk="1" hangingPunct="1"/>
            <a:r>
              <a:rPr lang="en-US" altLang="en-US"/>
              <a:t>Example of first step</a:t>
            </a:r>
          </a:p>
        </p:txBody>
      </p:sp>
      <p:graphicFrame>
        <p:nvGraphicFramePr>
          <p:cNvPr id="520195" name="Group 3">
            <a:extLst>
              <a:ext uri="{FF2B5EF4-FFF2-40B4-BE49-F238E27FC236}">
                <a16:creationId xmlns:a16="http://schemas.microsoft.com/office/drawing/2014/main" id="{5A5CFC20-C972-4866-890A-65B3E12E8989}"/>
              </a:ext>
            </a:extLst>
          </p:cNvPr>
          <p:cNvGraphicFramePr>
            <a:graphicFrameLocks noGrp="1"/>
          </p:cNvGraphicFramePr>
          <p:nvPr>
            <p:ph sz="quarter" idx="1"/>
          </p:nvPr>
        </p:nvGraphicFramePr>
        <p:xfrm>
          <a:off x="2293939" y="1355725"/>
          <a:ext cx="4010025" cy="482600"/>
        </p:xfrm>
        <a:graphic>
          <a:graphicData uri="http://schemas.openxmlformats.org/drawingml/2006/table">
            <a:tbl>
              <a:tblPr/>
              <a:tblGrid>
                <a:gridCol w="573272">
                  <a:extLst>
                    <a:ext uri="{9D8B030D-6E8A-4147-A177-3AD203B41FA5}">
                      <a16:colId xmlns:a16="http://schemas.microsoft.com/office/drawing/2014/main" val="20000"/>
                    </a:ext>
                  </a:extLst>
                </a:gridCol>
                <a:gridCol w="571832">
                  <a:extLst>
                    <a:ext uri="{9D8B030D-6E8A-4147-A177-3AD203B41FA5}">
                      <a16:colId xmlns:a16="http://schemas.microsoft.com/office/drawing/2014/main" val="20001"/>
                    </a:ext>
                  </a:extLst>
                </a:gridCol>
                <a:gridCol w="574713">
                  <a:extLst>
                    <a:ext uri="{9D8B030D-6E8A-4147-A177-3AD203B41FA5}">
                      <a16:colId xmlns:a16="http://schemas.microsoft.com/office/drawing/2014/main" val="20002"/>
                    </a:ext>
                  </a:extLst>
                </a:gridCol>
                <a:gridCol w="571832">
                  <a:extLst>
                    <a:ext uri="{9D8B030D-6E8A-4147-A177-3AD203B41FA5}">
                      <a16:colId xmlns:a16="http://schemas.microsoft.com/office/drawing/2014/main" val="20003"/>
                    </a:ext>
                  </a:extLst>
                </a:gridCol>
                <a:gridCol w="573272">
                  <a:extLst>
                    <a:ext uri="{9D8B030D-6E8A-4147-A177-3AD203B41FA5}">
                      <a16:colId xmlns:a16="http://schemas.microsoft.com/office/drawing/2014/main" val="20004"/>
                    </a:ext>
                  </a:extLst>
                </a:gridCol>
                <a:gridCol w="571832">
                  <a:extLst>
                    <a:ext uri="{9D8B030D-6E8A-4147-A177-3AD203B41FA5}">
                      <a16:colId xmlns:a16="http://schemas.microsoft.com/office/drawing/2014/main" val="20005"/>
                    </a:ext>
                  </a:extLst>
                </a:gridCol>
                <a:gridCol w="573272">
                  <a:extLst>
                    <a:ext uri="{9D8B030D-6E8A-4147-A177-3AD203B41FA5}">
                      <a16:colId xmlns:a16="http://schemas.microsoft.com/office/drawing/2014/main" val="20006"/>
                    </a:ext>
                  </a:extLst>
                </a:gridCol>
              </a:tblGrid>
              <a:tr h="482600">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Arial" pitchFamily="34"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graphicFrame>
        <p:nvGraphicFramePr>
          <p:cNvPr id="520213" name="Group 21">
            <a:extLst>
              <a:ext uri="{FF2B5EF4-FFF2-40B4-BE49-F238E27FC236}">
                <a16:creationId xmlns:a16="http://schemas.microsoft.com/office/drawing/2014/main" id="{88102699-46DF-468B-8905-B6A436F6B084}"/>
              </a:ext>
            </a:extLst>
          </p:cNvPr>
          <p:cNvGraphicFramePr>
            <a:graphicFrameLocks noGrp="1"/>
          </p:cNvGraphicFramePr>
          <p:nvPr>
            <p:ph sz="quarter" idx="2"/>
          </p:nvPr>
        </p:nvGraphicFramePr>
        <p:xfrm>
          <a:off x="3124200" y="2944814"/>
          <a:ext cx="4008438" cy="484187"/>
        </p:xfrm>
        <a:graphic>
          <a:graphicData uri="http://schemas.openxmlformats.org/drawingml/2006/table">
            <a:tbl>
              <a:tblPr/>
              <a:tblGrid>
                <a:gridCol w="573045">
                  <a:extLst>
                    <a:ext uri="{9D8B030D-6E8A-4147-A177-3AD203B41FA5}">
                      <a16:colId xmlns:a16="http://schemas.microsoft.com/office/drawing/2014/main" val="20000"/>
                    </a:ext>
                  </a:extLst>
                </a:gridCol>
                <a:gridCol w="571606">
                  <a:extLst>
                    <a:ext uri="{9D8B030D-6E8A-4147-A177-3AD203B41FA5}">
                      <a16:colId xmlns:a16="http://schemas.microsoft.com/office/drawing/2014/main" val="20001"/>
                    </a:ext>
                  </a:extLst>
                </a:gridCol>
                <a:gridCol w="574485">
                  <a:extLst>
                    <a:ext uri="{9D8B030D-6E8A-4147-A177-3AD203B41FA5}">
                      <a16:colId xmlns:a16="http://schemas.microsoft.com/office/drawing/2014/main" val="20002"/>
                    </a:ext>
                  </a:extLst>
                </a:gridCol>
                <a:gridCol w="571606">
                  <a:extLst>
                    <a:ext uri="{9D8B030D-6E8A-4147-A177-3AD203B41FA5}">
                      <a16:colId xmlns:a16="http://schemas.microsoft.com/office/drawing/2014/main" val="20003"/>
                    </a:ext>
                  </a:extLst>
                </a:gridCol>
                <a:gridCol w="573045">
                  <a:extLst>
                    <a:ext uri="{9D8B030D-6E8A-4147-A177-3AD203B41FA5}">
                      <a16:colId xmlns:a16="http://schemas.microsoft.com/office/drawing/2014/main" val="20004"/>
                    </a:ext>
                  </a:extLst>
                </a:gridCol>
                <a:gridCol w="571606">
                  <a:extLst>
                    <a:ext uri="{9D8B030D-6E8A-4147-A177-3AD203B41FA5}">
                      <a16:colId xmlns:a16="http://schemas.microsoft.com/office/drawing/2014/main" val="20005"/>
                    </a:ext>
                  </a:extLst>
                </a:gridCol>
                <a:gridCol w="573045">
                  <a:extLst>
                    <a:ext uri="{9D8B030D-6E8A-4147-A177-3AD203B41FA5}">
                      <a16:colId xmlns:a16="http://schemas.microsoft.com/office/drawing/2014/main" val="20006"/>
                    </a:ext>
                  </a:extLst>
                </a:gridCol>
              </a:tblGrid>
              <a:tr h="484187">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graphicFrame>
        <p:nvGraphicFramePr>
          <p:cNvPr id="520231" name="Group 39">
            <a:extLst>
              <a:ext uri="{FF2B5EF4-FFF2-40B4-BE49-F238E27FC236}">
                <a16:creationId xmlns:a16="http://schemas.microsoft.com/office/drawing/2014/main" id="{52DA196B-6657-434D-9154-C5D9AB8D9E77}"/>
              </a:ext>
            </a:extLst>
          </p:cNvPr>
          <p:cNvGraphicFramePr>
            <a:graphicFrameLocks noGrp="1"/>
          </p:cNvGraphicFramePr>
          <p:nvPr>
            <p:ph sz="quarter" idx="3"/>
          </p:nvPr>
        </p:nvGraphicFramePr>
        <p:xfrm>
          <a:off x="3054350" y="4327525"/>
          <a:ext cx="4078290" cy="484188"/>
        </p:xfrm>
        <a:graphic>
          <a:graphicData uri="http://schemas.openxmlformats.org/drawingml/2006/table">
            <a:tbl>
              <a:tblPr/>
              <a:tblGrid>
                <a:gridCol w="583230">
                  <a:extLst>
                    <a:ext uri="{9D8B030D-6E8A-4147-A177-3AD203B41FA5}">
                      <a16:colId xmlns:a16="http://schemas.microsoft.com/office/drawing/2014/main" val="20000"/>
                    </a:ext>
                  </a:extLst>
                </a:gridCol>
                <a:gridCol w="581790">
                  <a:extLst>
                    <a:ext uri="{9D8B030D-6E8A-4147-A177-3AD203B41FA5}">
                      <a16:colId xmlns:a16="http://schemas.microsoft.com/office/drawing/2014/main" val="20001"/>
                    </a:ext>
                  </a:extLst>
                </a:gridCol>
                <a:gridCol w="583230">
                  <a:extLst>
                    <a:ext uri="{9D8B030D-6E8A-4147-A177-3AD203B41FA5}">
                      <a16:colId xmlns:a16="http://schemas.microsoft.com/office/drawing/2014/main" val="20002"/>
                    </a:ext>
                  </a:extLst>
                </a:gridCol>
                <a:gridCol w="581790">
                  <a:extLst>
                    <a:ext uri="{9D8B030D-6E8A-4147-A177-3AD203B41FA5}">
                      <a16:colId xmlns:a16="http://schemas.microsoft.com/office/drawing/2014/main" val="20003"/>
                    </a:ext>
                  </a:extLst>
                </a:gridCol>
                <a:gridCol w="583230">
                  <a:extLst>
                    <a:ext uri="{9D8B030D-6E8A-4147-A177-3AD203B41FA5}">
                      <a16:colId xmlns:a16="http://schemas.microsoft.com/office/drawing/2014/main" val="20004"/>
                    </a:ext>
                  </a:extLst>
                </a:gridCol>
                <a:gridCol w="583230">
                  <a:extLst>
                    <a:ext uri="{9D8B030D-6E8A-4147-A177-3AD203B41FA5}">
                      <a16:colId xmlns:a16="http://schemas.microsoft.com/office/drawing/2014/main" val="20005"/>
                    </a:ext>
                  </a:extLst>
                </a:gridCol>
                <a:gridCol w="581790">
                  <a:extLst>
                    <a:ext uri="{9D8B030D-6E8A-4147-A177-3AD203B41FA5}">
                      <a16:colId xmlns:a16="http://schemas.microsoft.com/office/drawing/2014/main" val="20006"/>
                    </a:ext>
                  </a:extLst>
                </a:gridCol>
              </a:tblGrid>
              <a:tr h="484188">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sp>
        <p:nvSpPr>
          <p:cNvPr id="31802" name="Text Box 75">
            <a:extLst>
              <a:ext uri="{FF2B5EF4-FFF2-40B4-BE49-F238E27FC236}">
                <a16:creationId xmlns:a16="http://schemas.microsoft.com/office/drawing/2014/main" id="{C4F51C85-357F-4503-A839-3F963F139791}"/>
              </a:ext>
            </a:extLst>
          </p:cNvPr>
          <p:cNvSpPr txBox="1">
            <a:spLocks noChangeArrowheads="1"/>
          </p:cNvSpPr>
          <p:nvPr/>
        </p:nvSpPr>
        <p:spPr bwMode="auto">
          <a:xfrm>
            <a:off x="1879601" y="1355725"/>
            <a:ext cx="2698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r>
              <a:rPr lang="en-US" altLang="en-US" sz="2900" b="1">
                <a:solidFill>
                  <a:srgbClr val="0000FF"/>
                </a:solidFill>
                <a:latin typeface="Arial" panose="020B0604020202020204" pitchFamily="34" charset="0"/>
              </a:rPr>
              <a:t>A</a:t>
            </a:r>
          </a:p>
        </p:txBody>
      </p:sp>
      <p:sp>
        <p:nvSpPr>
          <p:cNvPr id="31803" name="Text Box 76">
            <a:extLst>
              <a:ext uri="{FF2B5EF4-FFF2-40B4-BE49-F238E27FC236}">
                <a16:creationId xmlns:a16="http://schemas.microsoft.com/office/drawing/2014/main" id="{083385D3-0486-43AB-8959-33D41463DD24}"/>
              </a:ext>
            </a:extLst>
          </p:cNvPr>
          <p:cNvSpPr txBox="1">
            <a:spLocks noChangeArrowheads="1"/>
          </p:cNvSpPr>
          <p:nvPr/>
        </p:nvSpPr>
        <p:spPr bwMode="auto">
          <a:xfrm>
            <a:off x="6924675" y="1355725"/>
            <a:ext cx="241935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900">
                <a:latin typeface="Arial" panose="020B0604020202020204" pitchFamily="34" charset="0"/>
              </a:rPr>
              <a:t>Insert </a:t>
            </a:r>
            <a:r>
              <a:rPr lang="en-US" altLang="en-US" sz="2900">
                <a:solidFill>
                  <a:srgbClr val="FF0000"/>
                </a:solidFill>
                <a:latin typeface="Arial" panose="020B0604020202020204" pitchFamily="34" charset="0"/>
              </a:rPr>
              <a:t>x = 15</a:t>
            </a:r>
          </a:p>
        </p:txBody>
      </p:sp>
      <p:sp>
        <p:nvSpPr>
          <p:cNvPr id="31804" name="Text Box 77">
            <a:extLst>
              <a:ext uri="{FF2B5EF4-FFF2-40B4-BE49-F238E27FC236}">
                <a16:creationId xmlns:a16="http://schemas.microsoft.com/office/drawing/2014/main" id="{8C65C579-C4CD-4B85-8CB5-EB3E30BDF436}"/>
              </a:ext>
            </a:extLst>
          </p:cNvPr>
          <p:cNvSpPr txBox="1">
            <a:spLocks noChangeArrowheads="1"/>
          </p:cNvSpPr>
          <p:nvPr/>
        </p:nvSpPr>
        <p:spPr bwMode="auto">
          <a:xfrm>
            <a:off x="2363789" y="2322514"/>
            <a:ext cx="58753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200" b="1">
                <a:latin typeface="Arial" panose="020B0604020202020204" pitchFamily="34" charset="0"/>
              </a:rPr>
              <a:t>Compare with 22. x &lt; 22, so move 22 right</a:t>
            </a:r>
          </a:p>
        </p:txBody>
      </p:sp>
      <p:sp>
        <p:nvSpPr>
          <p:cNvPr id="31805" name="Text Box 78">
            <a:extLst>
              <a:ext uri="{FF2B5EF4-FFF2-40B4-BE49-F238E27FC236}">
                <a16:creationId xmlns:a16="http://schemas.microsoft.com/office/drawing/2014/main" id="{F9F55D82-F10F-4397-BEA9-0A57A7E826E4}"/>
              </a:ext>
            </a:extLst>
          </p:cNvPr>
          <p:cNvSpPr txBox="1">
            <a:spLocks noChangeArrowheads="1"/>
          </p:cNvSpPr>
          <p:nvPr/>
        </p:nvSpPr>
        <p:spPr bwMode="auto">
          <a:xfrm>
            <a:off x="2363789" y="3775075"/>
            <a:ext cx="58753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200" b="1">
                <a:latin typeface="Arial" panose="020B0604020202020204" pitchFamily="34" charset="0"/>
              </a:rPr>
              <a:t>Compare with 20. x &lt; 20, so move 20 right</a:t>
            </a:r>
          </a:p>
        </p:txBody>
      </p:sp>
      <p:sp>
        <p:nvSpPr>
          <p:cNvPr id="31806" name="Rectangle 81">
            <a:extLst>
              <a:ext uri="{FF2B5EF4-FFF2-40B4-BE49-F238E27FC236}">
                <a16:creationId xmlns:a16="http://schemas.microsoft.com/office/drawing/2014/main" id="{5E9675DE-983F-470A-8461-C37DEB5A61BE}"/>
              </a:ext>
            </a:extLst>
          </p:cNvPr>
          <p:cNvSpPr>
            <a:spLocks noGrp="1" noChangeArrowheads="1"/>
          </p:cNvSpPr>
          <p:nvPr>
            <p:ph sz="quarter" idx="4"/>
          </p:nvPr>
        </p:nvSpPr>
        <p:spPr>
          <a:xfrm>
            <a:off x="6165850" y="3994150"/>
            <a:ext cx="4044950" cy="1873250"/>
          </a:xfrm>
        </p:spPr>
        <p:txBody>
          <a:bodyPr/>
          <a:lstStyle/>
          <a:p>
            <a:pPr marL="0" indent="0"/>
            <a:endParaRPr lang="en-US" altLang="en-US" sz="2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7">
            <a:extLst>
              <a:ext uri="{FF2B5EF4-FFF2-40B4-BE49-F238E27FC236}">
                <a16:creationId xmlns:a16="http://schemas.microsoft.com/office/drawing/2014/main" id="{99BC907E-9F23-48C4-9E33-3F4088C5C48B}"/>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fld id="{CDB999D9-9B3C-4E04-BA69-0D4237E13FEB}" type="slidenum">
              <a:rPr lang="en-US" altLang="en-US" sz="800">
                <a:latin typeface="Arial Black" panose="020B0A04020102020204" pitchFamily="34" charset="0"/>
              </a:rPr>
              <a:pPr/>
              <a:t>11</a:t>
            </a:fld>
            <a:endParaRPr lang="en-US" altLang="en-US" sz="800">
              <a:latin typeface="Arial Black" panose="020B0A04020102020204" pitchFamily="34" charset="0"/>
            </a:endParaRPr>
          </a:p>
        </p:txBody>
      </p:sp>
      <p:sp>
        <p:nvSpPr>
          <p:cNvPr id="32771" name="Rectangle 2">
            <a:extLst>
              <a:ext uri="{FF2B5EF4-FFF2-40B4-BE49-F238E27FC236}">
                <a16:creationId xmlns:a16="http://schemas.microsoft.com/office/drawing/2014/main" id="{3B332F30-C85E-46F3-A121-60F486023879}"/>
              </a:ext>
            </a:extLst>
          </p:cNvPr>
          <p:cNvSpPr>
            <a:spLocks noGrp="1" noChangeArrowheads="1"/>
          </p:cNvSpPr>
          <p:nvPr>
            <p:ph type="title" sz="quarter"/>
          </p:nvPr>
        </p:nvSpPr>
        <p:spPr>
          <a:xfrm>
            <a:off x="464235" y="0"/>
            <a:ext cx="11113476" cy="1373188"/>
          </a:xfrm>
        </p:spPr>
        <p:txBody>
          <a:bodyPr/>
          <a:lstStyle/>
          <a:p>
            <a:pPr eaLnBrk="1" hangingPunct="1"/>
            <a:r>
              <a:rPr lang="en-US" altLang="en-US" dirty="0"/>
              <a:t>Example of step: Inserting an element in to sorted array</a:t>
            </a:r>
          </a:p>
        </p:txBody>
      </p:sp>
      <p:graphicFrame>
        <p:nvGraphicFramePr>
          <p:cNvPr id="521219" name="Group 3">
            <a:extLst>
              <a:ext uri="{FF2B5EF4-FFF2-40B4-BE49-F238E27FC236}">
                <a16:creationId xmlns:a16="http://schemas.microsoft.com/office/drawing/2014/main" id="{7B33240D-49C8-48B2-ACE8-6CB63AD4C78C}"/>
              </a:ext>
            </a:extLst>
          </p:cNvPr>
          <p:cNvGraphicFramePr>
            <a:graphicFrameLocks noGrp="1"/>
          </p:cNvGraphicFramePr>
          <p:nvPr>
            <p:ph sz="quarter" idx="1"/>
          </p:nvPr>
        </p:nvGraphicFramePr>
        <p:xfrm>
          <a:off x="2293939" y="1355725"/>
          <a:ext cx="4010025" cy="482600"/>
        </p:xfrm>
        <a:graphic>
          <a:graphicData uri="http://schemas.openxmlformats.org/drawingml/2006/table">
            <a:tbl>
              <a:tblPr/>
              <a:tblGrid>
                <a:gridCol w="573272">
                  <a:extLst>
                    <a:ext uri="{9D8B030D-6E8A-4147-A177-3AD203B41FA5}">
                      <a16:colId xmlns:a16="http://schemas.microsoft.com/office/drawing/2014/main" val="20000"/>
                    </a:ext>
                  </a:extLst>
                </a:gridCol>
                <a:gridCol w="571832">
                  <a:extLst>
                    <a:ext uri="{9D8B030D-6E8A-4147-A177-3AD203B41FA5}">
                      <a16:colId xmlns:a16="http://schemas.microsoft.com/office/drawing/2014/main" val="20001"/>
                    </a:ext>
                  </a:extLst>
                </a:gridCol>
                <a:gridCol w="574713">
                  <a:extLst>
                    <a:ext uri="{9D8B030D-6E8A-4147-A177-3AD203B41FA5}">
                      <a16:colId xmlns:a16="http://schemas.microsoft.com/office/drawing/2014/main" val="20002"/>
                    </a:ext>
                  </a:extLst>
                </a:gridCol>
                <a:gridCol w="571832">
                  <a:extLst>
                    <a:ext uri="{9D8B030D-6E8A-4147-A177-3AD203B41FA5}">
                      <a16:colId xmlns:a16="http://schemas.microsoft.com/office/drawing/2014/main" val="20003"/>
                    </a:ext>
                  </a:extLst>
                </a:gridCol>
                <a:gridCol w="573272">
                  <a:extLst>
                    <a:ext uri="{9D8B030D-6E8A-4147-A177-3AD203B41FA5}">
                      <a16:colId xmlns:a16="http://schemas.microsoft.com/office/drawing/2014/main" val="20004"/>
                    </a:ext>
                  </a:extLst>
                </a:gridCol>
                <a:gridCol w="571832">
                  <a:extLst>
                    <a:ext uri="{9D8B030D-6E8A-4147-A177-3AD203B41FA5}">
                      <a16:colId xmlns:a16="http://schemas.microsoft.com/office/drawing/2014/main" val="20005"/>
                    </a:ext>
                  </a:extLst>
                </a:gridCol>
                <a:gridCol w="573272">
                  <a:extLst>
                    <a:ext uri="{9D8B030D-6E8A-4147-A177-3AD203B41FA5}">
                      <a16:colId xmlns:a16="http://schemas.microsoft.com/office/drawing/2014/main" val="20006"/>
                    </a:ext>
                  </a:extLst>
                </a:gridCol>
              </a:tblGrid>
              <a:tr h="482600">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sz="2800" b="0" i="0" u="none" strike="noStrike" cap="none" normalizeH="0" baseline="0">
                        <a:ln>
                          <a:noFill/>
                        </a:ln>
                        <a:solidFill>
                          <a:schemeClr val="tx1"/>
                        </a:solidFill>
                        <a:effectLst/>
                        <a:latin typeface="Arial" pitchFamily="34"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graphicFrame>
        <p:nvGraphicFramePr>
          <p:cNvPr id="521237" name="Group 21">
            <a:extLst>
              <a:ext uri="{FF2B5EF4-FFF2-40B4-BE49-F238E27FC236}">
                <a16:creationId xmlns:a16="http://schemas.microsoft.com/office/drawing/2014/main" id="{FB095B6C-0C74-4F6D-B294-1BCDDC758A9B}"/>
              </a:ext>
            </a:extLst>
          </p:cNvPr>
          <p:cNvGraphicFramePr>
            <a:graphicFrameLocks noGrp="1"/>
          </p:cNvGraphicFramePr>
          <p:nvPr>
            <p:ph sz="quarter" idx="2"/>
          </p:nvPr>
        </p:nvGraphicFramePr>
        <p:xfrm>
          <a:off x="3124200" y="2944814"/>
          <a:ext cx="4008438" cy="484187"/>
        </p:xfrm>
        <a:graphic>
          <a:graphicData uri="http://schemas.openxmlformats.org/drawingml/2006/table">
            <a:tbl>
              <a:tblPr/>
              <a:tblGrid>
                <a:gridCol w="573045">
                  <a:extLst>
                    <a:ext uri="{9D8B030D-6E8A-4147-A177-3AD203B41FA5}">
                      <a16:colId xmlns:a16="http://schemas.microsoft.com/office/drawing/2014/main" val="20000"/>
                    </a:ext>
                  </a:extLst>
                </a:gridCol>
                <a:gridCol w="571606">
                  <a:extLst>
                    <a:ext uri="{9D8B030D-6E8A-4147-A177-3AD203B41FA5}">
                      <a16:colId xmlns:a16="http://schemas.microsoft.com/office/drawing/2014/main" val="20001"/>
                    </a:ext>
                  </a:extLst>
                </a:gridCol>
                <a:gridCol w="574485">
                  <a:extLst>
                    <a:ext uri="{9D8B030D-6E8A-4147-A177-3AD203B41FA5}">
                      <a16:colId xmlns:a16="http://schemas.microsoft.com/office/drawing/2014/main" val="20002"/>
                    </a:ext>
                  </a:extLst>
                </a:gridCol>
                <a:gridCol w="571606">
                  <a:extLst>
                    <a:ext uri="{9D8B030D-6E8A-4147-A177-3AD203B41FA5}">
                      <a16:colId xmlns:a16="http://schemas.microsoft.com/office/drawing/2014/main" val="20003"/>
                    </a:ext>
                  </a:extLst>
                </a:gridCol>
                <a:gridCol w="573045">
                  <a:extLst>
                    <a:ext uri="{9D8B030D-6E8A-4147-A177-3AD203B41FA5}">
                      <a16:colId xmlns:a16="http://schemas.microsoft.com/office/drawing/2014/main" val="20004"/>
                    </a:ext>
                  </a:extLst>
                </a:gridCol>
                <a:gridCol w="571606">
                  <a:extLst>
                    <a:ext uri="{9D8B030D-6E8A-4147-A177-3AD203B41FA5}">
                      <a16:colId xmlns:a16="http://schemas.microsoft.com/office/drawing/2014/main" val="20005"/>
                    </a:ext>
                  </a:extLst>
                </a:gridCol>
                <a:gridCol w="573045">
                  <a:extLst>
                    <a:ext uri="{9D8B030D-6E8A-4147-A177-3AD203B41FA5}">
                      <a16:colId xmlns:a16="http://schemas.microsoft.com/office/drawing/2014/main" val="20006"/>
                    </a:ext>
                  </a:extLst>
                </a:gridCol>
              </a:tblGrid>
              <a:tr h="484187">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graphicFrame>
        <p:nvGraphicFramePr>
          <p:cNvPr id="521255" name="Group 39">
            <a:extLst>
              <a:ext uri="{FF2B5EF4-FFF2-40B4-BE49-F238E27FC236}">
                <a16:creationId xmlns:a16="http://schemas.microsoft.com/office/drawing/2014/main" id="{D1FC1E6D-80EF-4CC5-B957-749DF13351C3}"/>
              </a:ext>
            </a:extLst>
          </p:cNvPr>
          <p:cNvGraphicFramePr>
            <a:graphicFrameLocks noGrp="1"/>
          </p:cNvGraphicFramePr>
          <p:nvPr>
            <p:ph sz="quarter" idx="3"/>
          </p:nvPr>
        </p:nvGraphicFramePr>
        <p:xfrm>
          <a:off x="3054350" y="4327525"/>
          <a:ext cx="4078290" cy="484188"/>
        </p:xfrm>
        <a:graphic>
          <a:graphicData uri="http://schemas.openxmlformats.org/drawingml/2006/table">
            <a:tbl>
              <a:tblPr/>
              <a:tblGrid>
                <a:gridCol w="583230">
                  <a:extLst>
                    <a:ext uri="{9D8B030D-6E8A-4147-A177-3AD203B41FA5}">
                      <a16:colId xmlns:a16="http://schemas.microsoft.com/office/drawing/2014/main" val="20000"/>
                    </a:ext>
                  </a:extLst>
                </a:gridCol>
                <a:gridCol w="581790">
                  <a:extLst>
                    <a:ext uri="{9D8B030D-6E8A-4147-A177-3AD203B41FA5}">
                      <a16:colId xmlns:a16="http://schemas.microsoft.com/office/drawing/2014/main" val="20001"/>
                    </a:ext>
                  </a:extLst>
                </a:gridCol>
                <a:gridCol w="583230">
                  <a:extLst>
                    <a:ext uri="{9D8B030D-6E8A-4147-A177-3AD203B41FA5}">
                      <a16:colId xmlns:a16="http://schemas.microsoft.com/office/drawing/2014/main" val="20002"/>
                    </a:ext>
                  </a:extLst>
                </a:gridCol>
                <a:gridCol w="581790">
                  <a:extLst>
                    <a:ext uri="{9D8B030D-6E8A-4147-A177-3AD203B41FA5}">
                      <a16:colId xmlns:a16="http://schemas.microsoft.com/office/drawing/2014/main" val="20003"/>
                    </a:ext>
                  </a:extLst>
                </a:gridCol>
                <a:gridCol w="583230">
                  <a:extLst>
                    <a:ext uri="{9D8B030D-6E8A-4147-A177-3AD203B41FA5}">
                      <a16:colId xmlns:a16="http://schemas.microsoft.com/office/drawing/2014/main" val="20004"/>
                    </a:ext>
                  </a:extLst>
                </a:gridCol>
                <a:gridCol w="583230">
                  <a:extLst>
                    <a:ext uri="{9D8B030D-6E8A-4147-A177-3AD203B41FA5}">
                      <a16:colId xmlns:a16="http://schemas.microsoft.com/office/drawing/2014/main" val="20005"/>
                    </a:ext>
                  </a:extLst>
                </a:gridCol>
                <a:gridCol w="581790">
                  <a:extLst>
                    <a:ext uri="{9D8B030D-6E8A-4147-A177-3AD203B41FA5}">
                      <a16:colId xmlns:a16="http://schemas.microsoft.com/office/drawing/2014/main" val="20006"/>
                    </a:ext>
                  </a:extLst>
                </a:gridCol>
              </a:tblGrid>
              <a:tr h="484188">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graphicFrame>
        <p:nvGraphicFramePr>
          <p:cNvPr id="521273" name="Group 57">
            <a:extLst>
              <a:ext uri="{FF2B5EF4-FFF2-40B4-BE49-F238E27FC236}">
                <a16:creationId xmlns:a16="http://schemas.microsoft.com/office/drawing/2014/main" id="{A2D3CF38-F708-47F4-A13E-F9D9CB745A8B}"/>
              </a:ext>
            </a:extLst>
          </p:cNvPr>
          <p:cNvGraphicFramePr>
            <a:graphicFrameLocks noGrp="1"/>
          </p:cNvGraphicFramePr>
          <p:nvPr>
            <p:ph sz="quarter" idx="4"/>
          </p:nvPr>
        </p:nvGraphicFramePr>
        <p:xfrm>
          <a:off x="3124200" y="5640389"/>
          <a:ext cx="3940176" cy="484187"/>
        </p:xfrm>
        <a:graphic>
          <a:graphicData uri="http://schemas.openxmlformats.org/drawingml/2006/table">
            <a:tbl>
              <a:tblPr/>
              <a:tblGrid>
                <a:gridCol w="563088">
                  <a:extLst>
                    <a:ext uri="{9D8B030D-6E8A-4147-A177-3AD203B41FA5}">
                      <a16:colId xmlns:a16="http://schemas.microsoft.com/office/drawing/2014/main" val="20000"/>
                    </a:ext>
                  </a:extLst>
                </a:gridCol>
                <a:gridCol w="563088">
                  <a:extLst>
                    <a:ext uri="{9D8B030D-6E8A-4147-A177-3AD203B41FA5}">
                      <a16:colId xmlns:a16="http://schemas.microsoft.com/office/drawing/2014/main" val="20001"/>
                    </a:ext>
                  </a:extLst>
                </a:gridCol>
                <a:gridCol w="563088">
                  <a:extLst>
                    <a:ext uri="{9D8B030D-6E8A-4147-A177-3AD203B41FA5}">
                      <a16:colId xmlns:a16="http://schemas.microsoft.com/office/drawing/2014/main" val="20002"/>
                    </a:ext>
                  </a:extLst>
                </a:gridCol>
                <a:gridCol w="563088">
                  <a:extLst>
                    <a:ext uri="{9D8B030D-6E8A-4147-A177-3AD203B41FA5}">
                      <a16:colId xmlns:a16="http://schemas.microsoft.com/office/drawing/2014/main" val="20003"/>
                    </a:ext>
                  </a:extLst>
                </a:gridCol>
                <a:gridCol w="561648">
                  <a:extLst>
                    <a:ext uri="{9D8B030D-6E8A-4147-A177-3AD203B41FA5}">
                      <a16:colId xmlns:a16="http://schemas.microsoft.com/office/drawing/2014/main" val="20004"/>
                    </a:ext>
                  </a:extLst>
                </a:gridCol>
                <a:gridCol w="563088">
                  <a:extLst>
                    <a:ext uri="{9D8B030D-6E8A-4147-A177-3AD203B41FA5}">
                      <a16:colId xmlns:a16="http://schemas.microsoft.com/office/drawing/2014/main" val="20005"/>
                    </a:ext>
                  </a:extLst>
                </a:gridCol>
                <a:gridCol w="563088">
                  <a:extLst>
                    <a:ext uri="{9D8B030D-6E8A-4147-A177-3AD203B41FA5}">
                      <a16:colId xmlns:a16="http://schemas.microsoft.com/office/drawing/2014/main" val="20006"/>
                    </a:ext>
                  </a:extLst>
                </a:gridCol>
              </a:tblGrid>
              <a:tr h="484187">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sp>
        <p:nvSpPr>
          <p:cNvPr id="32844" name="Text Box 75">
            <a:extLst>
              <a:ext uri="{FF2B5EF4-FFF2-40B4-BE49-F238E27FC236}">
                <a16:creationId xmlns:a16="http://schemas.microsoft.com/office/drawing/2014/main" id="{5E1147C2-21AB-4283-9A39-A29415BD7F0E}"/>
              </a:ext>
            </a:extLst>
          </p:cNvPr>
          <p:cNvSpPr txBox="1">
            <a:spLocks noChangeArrowheads="1"/>
          </p:cNvSpPr>
          <p:nvPr/>
        </p:nvSpPr>
        <p:spPr bwMode="auto">
          <a:xfrm>
            <a:off x="1879601" y="1355725"/>
            <a:ext cx="2698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r>
              <a:rPr lang="en-US" altLang="en-US" sz="2900" b="1">
                <a:solidFill>
                  <a:srgbClr val="0000FF"/>
                </a:solidFill>
                <a:latin typeface="Arial" panose="020B0604020202020204" pitchFamily="34" charset="0"/>
              </a:rPr>
              <a:t>A</a:t>
            </a:r>
          </a:p>
        </p:txBody>
      </p:sp>
      <p:sp>
        <p:nvSpPr>
          <p:cNvPr id="32845" name="Text Box 76">
            <a:extLst>
              <a:ext uri="{FF2B5EF4-FFF2-40B4-BE49-F238E27FC236}">
                <a16:creationId xmlns:a16="http://schemas.microsoft.com/office/drawing/2014/main" id="{FB495F72-7090-4B35-A515-E1749EDB63E1}"/>
              </a:ext>
            </a:extLst>
          </p:cNvPr>
          <p:cNvSpPr txBox="1">
            <a:spLocks noChangeArrowheads="1"/>
          </p:cNvSpPr>
          <p:nvPr/>
        </p:nvSpPr>
        <p:spPr bwMode="auto">
          <a:xfrm>
            <a:off x="6924675" y="1355725"/>
            <a:ext cx="2419350"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900">
                <a:latin typeface="Arial" panose="020B0604020202020204" pitchFamily="34" charset="0"/>
              </a:rPr>
              <a:t>Insert </a:t>
            </a:r>
            <a:r>
              <a:rPr lang="en-US" altLang="en-US" sz="2900">
                <a:solidFill>
                  <a:srgbClr val="FF0000"/>
                </a:solidFill>
                <a:latin typeface="Arial" panose="020B0604020202020204" pitchFamily="34" charset="0"/>
              </a:rPr>
              <a:t>x = 15</a:t>
            </a:r>
          </a:p>
        </p:txBody>
      </p:sp>
      <p:sp>
        <p:nvSpPr>
          <p:cNvPr id="32846" name="Text Box 77">
            <a:extLst>
              <a:ext uri="{FF2B5EF4-FFF2-40B4-BE49-F238E27FC236}">
                <a16:creationId xmlns:a16="http://schemas.microsoft.com/office/drawing/2014/main" id="{2F97EAE4-0E3B-40FD-9D95-ED9A278B2B1A}"/>
              </a:ext>
            </a:extLst>
          </p:cNvPr>
          <p:cNvSpPr txBox="1">
            <a:spLocks noChangeArrowheads="1"/>
          </p:cNvSpPr>
          <p:nvPr/>
        </p:nvSpPr>
        <p:spPr bwMode="auto">
          <a:xfrm>
            <a:off x="2363789" y="2322514"/>
            <a:ext cx="58753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200" b="1">
                <a:latin typeface="Arial" panose="020B0604020202020204" pitchFamily="34" charset="0"/>
              </a:rPr>
              <a:t>Compare with 22. x &lt; 22, so move 22 right</a:t>
            </a:r>
          </a:p>
        </p:txBody>
      </p:sp>
      <p:sp>
        <p:nvSpPr>
          <p:cNvPr id="32847" name="Text Box 78">
            <a:extLst>
              <a:ext uri="{FF2B5EF4-FFF2-40B4-BE49-F238E27FC236}">
                <a16:creationId xmlns:a16="http://schemas.microsoft.com/office/drawing/2014/main" id="{6B0D52FC-4C2C-44A9-BCCE-23FD5C55F2FB}"/>
              </a:ext>
            </a:extLst>
          </p:cNvPr>
          <p:cNvSpPr txBox="1">
            <a:spLocks noChangeArrowheads="1"/>
          </p:cNvSpPr>
          <p:nvPr/>
        </p:nvSpPr>
        <p:spPr bwMode="auto">
          <a:xfrm>
            <a:off x="2363789" y="3775075"/>
            <a:ext cx="58753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200" b="1">
                <a:latin typeface="Arial" panose="020B0604020202020204" pitchFamily="34" charset="0"/>
              </a:rPr>
              <a:t>Compare with 20. x &lt; 20, so move 20 right</a:t>
            </a:r>
          </a:p>
        </p:txBody>
      </p:sp>
      <p:sp>
        <p:nvSpPr>
          <p:cNvPr id="32848" name="Text Box 79">
            <a:extLst>
              <a:ext uri="{FF2B5EF4-FFF2-40B4-BE49-F238E27FC236}">
                <a16:creationId xmlns:a16="http://schemas.microsoft.com/office/drawing/2014/main" id="{7F7F9E3F-C26B-4894-A6E2-414A3E6EDCF6}"/>
              </a:ext>
            </a:extLst>
          </p:cNvPr>
          <p:cNvSpPr txBox="1">
            <a:spLocks noChangeArrowheads="1"/>
          </p:cNvSpPr>
          <p:nvPr/>
        </p:nvSpPr>
        <p:spPr bwMode="auto">
          <a:xfrm>
            <a:off x="2432050" y="5087939"/>
            <a:ext cx="58753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200" b="1">
                <a:latin typeface="Arial" panose="020B0604020202020204" pitchFamily="34" charset="0"/>
              </a:rPr>
              <a:t>Compare with 13. x &gt; 13, so stop</a:t>
            </a:r>
          </a:p>
        </p:txBody>
      </p:sp>
      <p:sp>
        <p:nvSpPr>
          <p:cNvPr id="32849" name="Text Box 80">
            <a:extLst>
              <a:ext uri="{FF2B5EF4-FFF2-40B4-BE49-F238E27FC236}">
                <a16:creationId xmlns:a16="http://schemas.microsoft.com/office/drawing/2014/main" id="{54E21C27-18A0-4E07-887C-5A6A553977E7}"/>
              </a:ext>
            </a:extLst>
          </p:cNvPr>
          <p:cNvSpPr txBox="1">
            <a:spLocks noChangeArrowheads="1"/>
          </p:cNvSpPr>
          <p:nvPr/>
        </p:nvSpPr>
        <p:spPr bwMode="auto">
          <a:xfrm>
            <a:off x="2501901" y="5640389"/>
            <a:ext cx="2698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r>
              <a:rPr lang="en-US" altLang="en-US" sz="2900" b="1">
                <a:solidFill>
                  <a:srgbClr val="0000FF"/>
                </a:solidFill>
                <a:latin typeface="Arial" panose="020B0604020202020204" pitchFamily="34" charset="0"/>
              </a:rPr>
              <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7">
            <a:extLst>
              <a:ext uri="{FF2B5EF4-FFF2-40B4-BE49-F238E27FC236}">
                <a16:creationId xmlns:a16="http://schemas.microsoft.com/office/drawing/2014/main" id="{18A3EBA0-23CB-40D3-84E9-EC3F66024B50}"/>
              </a:ext>
            </a:extLst>
          </p:cNvPr>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fld id="{829EE269-3819-43C5-B065-678FB9473B59}" type="slidenum">
              <a:rPr lang="en-US" altLang="en-US" sz="800">
                <a:latin typeface="Arial Black" panose="020B0A04020102020204" pitchFamily="34" charset="0"/>
              </a:rPr>
              <a:pPr/>
              <a:t>12</a:t>
            </a:fld>
            <a:endParaRPr lang="en-US" altLang="en-US" sz="800">
              <a:latin typeface="Arial Black" panose="020B0A04020102020204" pitchFamily="34" charset="0"/>
            </a:endParaRPr>
          </a:p>
        </p:txBody>
      </p:sp>
      <p:sp>
        <p:nvSpPr>
          <p:cNvPr id="33795" name="Rectangle 2">
            <a:extLst>
              <a:ext uri="{FF2B5EF4-FFF2-40B4-BE49-F238E27FC236}">
                <a16:creationId xmlns:a16="http://schemas.microsoft.com/office/drawing/2014/main" id="{633B9DD7-452E-4206-983B-0FA440CB39AE}"/>
              </a:ext>
            </a:extLst>
          </p:cNvPr>
          <p:cNvSpPr>
            <a:spLocks noGrp="1" noChangeArrowheads="1"/>
          </p:cNvSpPr>
          <p:nvPr>
            <p:ph type="title" sz="quarter"/>
          </p:nvPr>
        </p:nvSpPr>
        <p:spPr>
          <a:xfrm>
            <a:off x="1949450" y="0"/>
            <a:ext cx="8229600" cy="1373188"/>
          </a:xfrm>
        </p:spPr>
        <p:txBody>
          <a:bodyPr/>
          <a:lstStyle/>
          <a:p>
            <a:pPr eaLnBrk="1" hangingPunct="1"/>
            <a:r>
              <a:rPr lang="en-US" altLang="en-US" dirty="0"/>
              <a:t>Sort using the insertion sort</a:t>
            </a:r>
          </a:p>
        </p:txBody>
      </p:sp>
      <p:graphicFrame>
        <p:nvGraphicFramePr>
          <p:cNvPr id="513105" name="Group 81">
            <a:extLst>
              <a:ext uri="{FF2B5EF4-FFF2-40B4-BE49-F238E27FC236}">
                <a16:creationId xmlns:a16="http://schemas.microsoft.com/office/drawing/2014/main" id="{84C4584E-4C64-4B81-B799-AEC210B3FDD9}"/>
              </a:ext>
            </a:extLst>
          </p:cNvPr>
          <p:cNvGraphicFramePr>
            <a:graphicFrameLocks noGrp="1"/>
          </p:cNvGraphicFramePr>
          <p:nvPr>
            <p:ph sz="quarter" idx="1"/>
          </p:nvPr>
        </p:nvGraphicFramePr>
        <p:xfrm>
          <a:off x="2293938" y="1355725"/>
          <a:ext cx="3436938" cy="482600"/>
        </p:xfrm>
        <a:graphic>
          <a:graphicData uri="http://schemas.openxmlformats.org/drawingml/2006/table">
            <a:tbl>
              <a:tblPr/>
              <a:tblGrid>
                <a:gridCol w="573303">
                  <a:extLst>
                    <a:ext uri="{9D8B030D-6E8A-4147-A177-3AD203B41FA5}">
                      <a16:colId xmlns:a16="http://schemas.microsoft.com/office/drawing/2014/main" val="20000"/>
                    </a:ext>
                  </a:extLst>
                </a:gridCol>
                <a:gridCol w="571863">
                  <a:extLst>
                    <a:ext uri="{9D8B030D-6E8A-4147-A177-3AD203B41FA5}">
                      <a16:colId xmlns:a16="http://schemas.microsoft.com/office/drawing/2014/main" val="20001"/>
                    </a:ext>
                  </a:extLst>
                </a:gridCol>
                <a:gridCol w="574743">
                  <a:extLst>
                    <a:ext uri="{9D8B030D-6E8A-4147-A177-3AD203B41FA5}">
                      <a16:colId xmlns:a16="http://schemas.microsoft.com/office/drawing/2014/main" val="20002"/>
                    </a:ext>
                  </a:extLst>
                </a:gridCol>
                <a:gridCol w="571863">
                  <a:extLst>
                    <a:ext uri="{9D8B030D-6E8A-4147-A177-3AD203B41FA5}">
                      <a16:colId xmlns:a16="http://schemas.microsoft.com/office/drawing/2014/main" val="20003"/>
                    </a:ext>
                  </a:extLst>
                </a:gridCol>
                <a:gridCol w="573303">
                  <a:extLst>
                    <a:ext uri="{9D8B030D-6E8A-4147-A177-3AD203B41FA5}">
                      <a16:colId xmlns:a16="http://schemas.microsoft.com/office/drawing/2014/main" val="20004"/>
                    </a:ext>
                  </a:extLst>
                </a:gridCol>
                <a:gridCol w="571863">
                  <a:extLst>
                    <a:ext uri="{9D8B030D-6E8A-4147-A177-3AD203B41FA5}">
                      <a16:colId xmlns:a16="http://schemas.microsoft.com/office/drawing/2014/main" val="20005"/>
                    </a:ext>
                  </a:extLst>
                </a:gridCol>
              </a:tblGrid>
              <a:tr h="482600">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 </a:t>
                      </a:r>
                      <a:r>
                        <a:rPr kumimoji="0" lang="en-US" sz="2800" b="0" i="0" u="none" strike="noStrike" cap="none" normalizeH="0" baseline="0">
                          <a:ln>
                            <a:noFill/>
                          </a:ln>
                          <a:solidFill>
                            <a:srgbClr val="FF0000"/>
                          </a:solidFill>
                          <a:effectLst/>
                          <a:latin typeface="Arial" pitchFamily="34" charset="0"/>
                        </a:rPr>
                        <a:t>7</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5</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graphicFrame>
        <p:nvGraphicFramePr>
          <p:cNvPr id="513108" name="Group 84">
            <a:extLst>
              <a:ext uri="{FF2B5EF4-FFF2-40B4-BE49-F238E27FC236}">
                <a16:creationId xmlns:a16="http://schemas.microsoft.com/office/drawing/2014/main" id="{F51532E4-F886-462C-9988-F210152ABF93}"/>
              </a:ext>
            </a:extLst>
          </p:cNvPr>
          <p:cNvGraphicFramePr>
            <a:graphicFrameLocks noGrp="1"/>
          </p:cNvGraphicFramePr>
          <p:nvPr>
            <p:ph sz="quarter" idx="2"/>
          </p:nvPr>
        </p:nvGraphicFramePr>
        <p:xfrm>
          <a:off x="2155825" y="2530475"/>
          <a:ext cx="3436938" cy="484188"/>
        </p:xfrm>
        <a:graphic>
          <a:graphicData uri="http://schemas.openxmlformats.org/drawingml/2006/table">
            <a:tbl>
              <a:tblPr/>
              <a:tblGrid>
                <a:gridCol w="573063">
                  <a:extLst>
                    <a:ext uri="{9D8B030D-6E8A-4147-A177-3AD203B41FA5}">
                      <a16:colId xmlns:a16="http://schemas.microsoft.com/office/drawing/2014/main" val="20000"/>
                    </a:ext>
                  </a:extLst>
                </a:gridCol>
                <a:gridCol w="571623">
                  <a:extLst>
                    <a:ext uri="{9D8B030D-6E8A-4147-A177-3AD203B41FA5}">
                      <a16:colId xmlns:a16="http://schemas.microsoft.com/office/drawing/2014/main" val="20001"/>
                    </a:ext>
                  </a:extLst>
                </a:gridCol>
                <a:gridCol w="574503">
                  <a:extLst>
                    <a:ext uri="{9D8B030D-6E8A-4147-A177-3AD203B41FA5}">
                      <a16:colId xmlns:a16="http://schemas.microsoft.com/office/drawing/2014/main" val="20002"/>
                    </a:ext>
                  </a:extLst>
                </a:gridCol>
                <a:gridCol w="571623">
                  <a:extLst>
                    <a:ext uri="{9D8B030D-6E8A-4147-A177-3AD203B41FA5}">
                      <a16:colId xmlns:a16="http://schemas.microsoft.com/office/drawing/2014/main" val="20003"/>
                    </a:ext>
                  </a:extLst>
                </a:gridCol>
                <a:gridCol w="573063">
                  <a:extLst>
                    <a:ext uri="{9D8B030D-6E8A-4147-A177-3AD203B41FA5}">
                      <a16:colId xmlns:a16="http://schemas.microsoft.com/office/drawing/2014/main" val="20004"/>
                    </a:ext>
                  </a:extLst>
                </a:gridCol>
                <a:gridCol w="573063">
                  <a:extLst>
                    <a:ext uri="{9D8B030D-6E8A-4147-A177-3AD203B41FA5}">
                      <a16:colId xmlns:a16="http://schemas.microsoft.com/office/drawing/2014/main" val="20005"/>
                    </a:ext>
                  </a:extLst>
                </a:gridCol>
              </a:tblGrid>
              <a:tr h="484188">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graphicFrame>
        <p:nvGraphicFramePr>
          <p:cNvPr id="513111" name="Group 87">
            <a:extLst>
              <a:ext uri="{FF2B5EF4-FFF2-40B4-BE49-F238E27FC236}">
                <a16:creationId xmlns:a16="http://schemas.microsoft.com/office/drawing/2014/main" id="{B29009F0-4DCC-48E3-BBCE-A1901A515418}"/>
              </a:ext>
            </a:extLst>
          </p:cNvPr>
          <p:cNvGraphicFramePr>
            <a:graphicFrameLocks noGrp="1"/>
          </p:cNvGraphicFramePr>
          <p:nvPr>
            <p:ph sz="quarter" idx="3"/>
          </p:nvPr>
        </p:nvGraphicFramePr>
        <p:xfrm>
          <a:off x="2225675" y="3636963"/>
          <a:ext cx="3494088" cy="482600"/>
        </p:xfrm>
        <a:graphic>
          <a:graphicData uri="http://schemas.openxmlformats.org/drawingml/2006/table">
            <a:tbl>
              <a:tblPr/>
              <a:tblGrid>
                <a:gridCol w="583068">
                  <a:extLst>
                    <a:ext uri="{9D8B030D-6E8A-4147-A177-3AD203B41FA5}">
                      <a16:colId xmlns:a16="http://schemas.microsoft.com/office/drawing/2014/main" val="20000"/>
                    </a:ext>
                  </a:extLst>
                </a:gridCol>
                <a:gridCol w="581628">
                  <a:extLst>
                    <a:ext uri="{9D8B030D-6E8A-4147-A177-3AD203B41FA5}">
                      <a16:colId xmlns:a16="http://schemas.microsoft.com/office/drawing/2014/main" val="20001"/>
                    </a:ext>
                  </a:extLst>
                </a:gridCol>
                <a:gridCol w="583068">
                  <a:extLst>
                    <a:ext uri="{9D8B030D-6E8A-4147-A177-3AD203B41FA5}">
                      <a16:colId xmlns:a16="http://schemas.microsoft.com/office/drawing/2014/main" val="20002"/>
                    </a:ext>
                  </a:extLst>
                </a:gridCol>
                <a:gridCol w="581628">
                  <a:extLst>
                    <a:ext uri="{9D8B030D-6E8A-4147-A177-3AD203B41FA5}">
                      <a16:colId xmlns:a16="http://schemas.microsoft.com/office/drawing/2014/main" val="20003"/>
                    </a:ext>
                  </a:extLst>
                </a:gridCol>
                <a:gridCol w="583068">
                  <a:extLst>
                    <a:ext uri="{9D8B030D-6E8A-4147-A177-3AD203B41FA5}">
                      <a16:colId xmlns:a16="http://schemas.microsoft.com/office/drawing/2014/main" val="20004"/>
                    </a:ext>
                  </a:extLst>
                </a:gridCol>
                <a:gridCol w="581628">
                  <a:extLst>
                    <a:ext uri="{9D8B030D-6E8A-4147-A177-3AD203B41FA5}">
                      <a16:colId xmlns:a16="http://schemas.microsoft.com/office/drawing/2014/main" val="20005"/>
                    </a:ext>
                  </a:extLst>
                </a:gridCol>
              </a:tblGrid>
              <a:tr h="482600">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graphicFrame>
        <p:nvGraphicFramePr>
          <p:cNvPr id="513112" name="Group 88">
            <a:extLst>
              <a:ext uri="{FF2B5EF4-FFF2-40B4-BE49-F238E27FC236}">
                <a16:creationId xmlns:a16="http://schemas.microsoft.com/office/drawing/2014/main" id="{8815A6D5-6966-44C9-BBAF-F0E20B2CECE2}"/>
              </a:ext>
            </a:extLst>
          </p:cNvPr>
          <p:cNvGraphicFramePr>
            <a:graphicFrameLocks noGrp="1"/>
          </p:cNvGraphicFramePr>
          <p:nvPr>
            <p:ph sz="quarter" idx="4"/>
          </p:nvPr>
        </p:nvGraphicFramePr>
        <p:xfrm>
          <a:off x="2225675" y="4741864"/>
          <a:ext cx="3378198" cy="484187"/>
        </p:xfrm>
        <a:graphic>
          <a:graphicData uri="http://schemas.openxmlformats.org/drawingml/2006/table">
            <a:tbl>
              <a:tblPr/>
              <a:tblGrid>
                <a:gridCol w="563033">
                  <a:extLst>
                    <a:ext uri="{9D8B030D-6E8A-4147-A177-3AD203B41FA5}">
                      <a16:colId xmlns:a16="http://schemas.microsoft.com/office/drawing/2014/main" val="20000"/>
                    </a:ext>
                  </a:extLst>
                </a:gridCol>
                <a:gridCol w="563033">
                  <a:extLst>
                    <a:ext uri="{9D8B030D-6E8A-4147-A177-3AD203B41FA5}">
                      <a16:colId xmlns:a16="http://schemas.microsoft.com/office/drawing/2014/main" val="20001"/>
                    </a:ext>
                  </a:extLst>
                </a:gridCol>
                <a:gridCol w="563033">
                  <a:extLst>
                    <a:ext uri="{9D8B030D-6E8A-4147-A177-3AD203B41FA5}">
                      <a16:colId xmlns:a16="http://schemas.microsoft.com/office/drawing/2014/main" val="20002"/>
                    </a:ext>
                  </a:extLst>
                </a:gridCol>
                <a:gridCol w="563033">
                  <a:extLst>
                    <a:ext uri="{9D8B030D-6E8A-4147-A177-3AD203B41FA5}">
                      <a16:colId xmlns:a16="http://schemas.microsoft.com/office/drawing/2014/main" val="20003"/>
                    </a:ext>
                  </a:extLst>
                </a:gridCol>
                <a:gridCol w="563033">
                  <a:extLst>
                    <a:ext uri="{9D8B030D-6E8A-4147-A177-3AD203B41FA5}">
                      <a16:colId xmlns:a16="http://schemas.microsoft.com/office/drawing/2014/main" val="20004"/>
                    </a:ext>
                  </a:extLst>
                </a:gridCol>
                <a:gridCol w="563033">
                  <a:extLst>
                    <a:ext uri="{9D8B030D-6E8A-4147-A177-3AD203B41FA5}">
                      <a16:colId xmlns:a16="http://schemas.microsoft.com/office/drawing/2014/main" val="20005"/>
                    </a:ext>
                  </a:extLst>
                </a:gridCol>
              </a:tblGrid>
              <a:tr h="484187">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sp>
        <p:nvSpPr>
          <p:cNvPr id="33860" name="Text Box 75">
            <a:extLst>
              <a:ext uri="{FF2B5EF4-FFF2-40B4-BE49-F238E27FC236}">
                <a16:creationId xmlns:a16="http://schemas.microsoft.com/office/drawing/2014/main" id="{89CF14D9-73FE-4CA7-9FFE-36B000F0928D}"/>
              </a:ext>
            </a:extLst>
          </p:cNvPr>
          <p:cNvSpPr txBox="1">
            <a:spLocks noChangeArrowheads="1"/>
          </p:cNvSpPr>
          <p:nvPr/>
        </p:nvSpPr>
        <p:spPr bwMode="auto">
          <a:xfrm>
            <a:off x="1879601" y="1355725"/>
            <a:ext cx="2698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r>
              <a:rPr lang="en-US" altLang="en-US" sz="2900" b="1">
                <a:solidFill>
                  <a:srgbClr val="0000FF"/>
                </a:solidFill>
                <a:latin typeface="Arial" panose="020B0604020202020204" pitchFamily="34" charset="0"/>
              </a:rPr>
              <a:t>A</a:t>
            </a:r>
          </a:p>
        </p:txBody>
      </p:sp>
      <p:sp>
        <p:nvSpPr>
          <p:cNvPr id="33861" name="Text Box 77">
            <a:extLst>
              <a:ext uri="{FF2B5EF4-FFF2-40B4-BE49-F238E27FC236}">
                <a16:creationId xmlns:a16="http://schemas.microsoft.com/office/drawing/2014/main" id="{2ECA6364-0F5F-4506-865F-4007150DED2E}"/>
              </a:ext>
            </a:extLst>
          </p:cNvPr>
          <p:cNvSpPr txBox="1">
            <a:spLocks noChangeArrowheads="1"/>
          </p:cNvSpPr>
          <p:nvPr/>
        </p:nvSpPr>
        <p:spPr bwMode="auto">
          <a:xfrm>
            <a:off x="2087563" y="2130425"/>
            <a:ext cx="19351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200" b="1">
                <a:latin typeface="Arial" panose="020B0604020202020204" pitchFamily="34" charset="0"/>
              </a:rPr>
              <a:t>Insert 5 in </a:t>
            </a:r>
            <a:r>
              <a:rPr lang="en-US" altLang="en-US" sz="2200" b="1">
                <a:solidFill>
                  <a:srgbClr val="FF0000"/>
                </a:solidFill>
                <a:latin typeface="Arial" panose="020B0604020202020204" pitchFamily="34" charset="0"/>
              </a:rPr>
              <a:t>7</a:t>
            </a:r>
          </a:p>
        </p:txBody>
      </p:sp>
      <p:sp>
        <p:nvSpPr>
          <p:cNvPr id="33862" name="Text Box 78">
            <a:extLst>
              <a:ext uri="{FF2B5EF4-FFF2-40B4-BE49-F238E27FC236}">
                <a16:creationId xmlns:a16="http://schemas.microsoft.com/office/drawing/2014/main" id="{E429F343-1CA6-4510-9BAF-B243FC5FDF1C}"/>
              </a:ext>
            </a:extLst>
          </p:cNvPr>
          <p:cNvSpPr txBox="1">
            <a:spLocks noChangeArrowheads="1"/>
          </p:cNvSpPr>
          <p:nvPr/>
        </p:nvSpPr>
        <p:spPr bwMode="auto">
          <a:xfrm>
            <a:off x="2087563" y="3221039"/>
            <a:ext cx="24193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200" b="1">
                <a:latin typeface="Arial" panose="020B0604020202020204" pitchFamily="34" charset="0"/>
              </a:rPr>
              <a:t>Insert 13 in </a:t>
            </a:r>
            <a:r>
              <a:rPr lang="en-US" altLang="en-US" sz="2200" b="1">
                <a:solidFill>
                  <a:srgbClr val="FF0000"/>
                </a:solidFill>
                <a:latin typeface="Arial" panose="020B0604020202020204" pitchFamily="34" charset="0"/>
              </a:rPr>
              <a:t>5, 7</a:t>
            </a:r>
          </a:p>
        </p:txBody>
      </p:sp>
      <p:sp>
        <p:nvSpPr>
          <p:cNvPr id="33863" name="Text Box 79">
            <a:extLst>
              <a:ext uri="{FF2B5EF4-FFF2-40B4-BE49-F238E27FC236}">
                <a16:creationId xmlns:a16="http://schemas.microsoft.com/office/drawing/2014/main" id="{81865B6A-9027-449C-926D-7A48DBFEA42F}"/>
              </a:ext>
            </a:extLst>
          </p:cNvPr>
          <p:cNvSpPr txBox="1">
            <a:spLocks noChangeArrowheads="1"/>
          </p:cNvSpPr>
          <p:nvPr/>
        </p:nvSpPr>
        <p:spPr bwMode="auto">
          <a:xfrm>
            <a:off x="2155826" y="4327525"/>
            <a:ext cx="27654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200" b="1">
                <a:latin typeface="Arial" panose="020B0604020202020204" pitchFamily="34" charset="0"/>
              </a:rPr>
              <a:t>Insert 11 in </a:t>
            </a:r>
            <a:r>
              <a:rPr lang="en-US" altLang="en-US" sz="2200" b="1">
                <a:solidFill>
                  <a:srgbClr val="FF0000"/>
                </a:solidFill>
                <a:latin typeface="Arial" panose="020B0604020202020204" pitchFamily="34" charset="0"/>
              </a:rPr>
              <a:t>5, 7, 13</a:t>
            </a:r>
          </a:p>
        </p:txBody>
      </p:sp>
      <p:sp>
        <p:nvSpPr>
          <p:cNvPr id="33864" name="Text Box 90">
            <a:extLst>
              <a:ext uri="{FF2B5EF4-FFF2-40B4-BE49-F238E27FC236}">
                <a16:creationId xmlns:a16="http://schemas.microsoft.com/office/drawing/2014/main" id="{B4A89556-4967-40EF-9EA3-1DD73AE34E84}"/>
              </a:ext>
            </a:extLst>
          </p:cNvPr>
          <p:cNvSpPr txBox="1">
            <a:spLocks noChangeArrowheads="1"/>
          </p:cNvSpPr>
          <p:nvPr/>
        </p:nvSpPr>
        <p:spPr bwMode="auto">
          <a:xfrm>
            <a:off x="2155826" y="5502276"/>
            <a:ext cx="32496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200" b="1">
                <a:latin typeface="Arial" panose="020B0604020202020204" pitchFamily="34" charset="0"/>
              </a:rPr>
              <a:t>Insert 22 in </a:t>
            </a:r>
            <a:r>
              <a:rPr lang="en-US" altLang="en-US" sz="2200" b="1">
                <a:solidFill>
                  <a:srgbClr val="FF0000"/>
                </a:solidFill>
                <a:latin typeface="Arial" panose="020B0604020202020204" pitchFamily="34" charset="0"/>
              </a:rPr>
              <a:t>5, 7, 11, 13</a:t>
            </a:r>
          </a:p>
        </p:txBody>
      </p:sp>
      <p:sp>
        <p:nvSpPr>
          <p:cNvPr id="33865" name="Text Box 91">
            <a:extLst>
              <a:ext uri="{FF2B5EF4-FFF2-40B4-BE49-F238E27FC236}">
                <a16:creationId xmlns:a16="http://schemas.microsoft.com/office/drawing/2014/main" id="{50164AA3-0808-4C8D-A9E1-B5E834D693EC}"/>
              </a:ext>
            </a:extLst>
          </p:cNvPr>
          <p:cNvSpPr txBox="1">
            <a:spLocks noChangeArrowheads="1"/>
          </p:cNvSpPr>
          <p:nvPr/>
        </p:nvSpPr>
        <p:spPr bwMode="auto">
          <a:xfrm>
            <a:off x="6924675" y="2738439"/>
            <a:ext cx="34559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12813">
              <a:defRPr sz="1400">
                <a:solidFill>
                  <a:schemeClr val="tx1"/>
                </a:solidFill>
                <a:latin typeface="Courier New" panose="02070309020205020404" pitchFamily="49" charset="0"/>
                <a:ea typeface="MS PGothic" panose="020B0600070205080204" pitchFamily="34" charset="-128"/>
              </a:defRPr>
            </a:lvl1pPr>
            <a:lvl2pPr marL="742950" indent="-285750" defTabSz="912813">
              <a:defRPr sz="1400">
                <a:solidFill>
                  <a:schemeClr val="tx1"/>
                </a:solidFill>
                <a:latin typeface="Courier New" panose="02070309020205020404" pitchFamily="49" charset="0"/>
                <a:ea typeface="MS PGothic" panose="020B0600070205080204" pitchFamily="34" charset="-128"/>
              </a:defRPr>
            </a:lvl2pPr>
            <a:lvl3pPr marL="1143000" indent="-228600" defTabSz="912813">
              <a:defRPr sz="1400">
                <a:solidFill>
                  <a:schemeClr val="tx1"/>
                </a:solidFill>
                <a:latin typeface="Courier New" panose="02070309020205020404" pitchFamily="49" charset="0"/>
                <a:ea typeface="MS PGothic" panose="020B0600070205080204" pitchFamily="34" charset="-128"/>
              </a:defRPr>
            </a:lvl3pPr>
            <a:lvl4pPr marL="1600200" indent="-228600" defTabSz="912813">
              <a:defRPr sz="1400">
                <a:solidFill>
                  <a:schemeClr val="tx1"/>
                </a:solidFill>
                <a:latin typeface="Courier New" panose="02070309020205020404" pitchFamily="49" charset="0"/>
                <a:ea typeface="MS PGothic" panose="020B0600070205080204" pitchFamily="34" charset="-128"/>
              </a:defRPr>
            </a:lvl4pPr>
            <a:lvl5pPr marL="2057400" indent="-228600" defTabSz="912813">
              <a:defRPr sz="1400">
                <a:solidFill>
                  <a:schemeClr val="tx1"/>
                </a:solidFill>
                <a:latin typeface="Courier New" panose="02070309020205020404" pitchFamily="49" charset="0"/>
                <a:ea typeface="MS PGothic" panose="020B0600070205080204" pitchFamily="34" charset="-128"/>
              </a:defRPr>
            </a:lvl5pPr>
            <a:lvl6pPr marL="25146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defTabSz="912813"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a:spcBef>
                <a:spcPct val="50000"/>
              </a:spcBef>
            </a:pPr>
            <a:r>
              <a:rPr lang="en-US" altLang="en-US" sz="2200" b="1">
                <a:latin typeface="Arial" panose="020B0604020202020204" pitchFamily="34" charset="0"/>
              </a:rPr>
              <a:t>Insert 20 in </a:t>
            </a:r>
            <a:r>
              <a:rPr lang="en-US" altLang="en-US" sz="2200" b="1">
                <a:solidFill>
                  <a:srgbClr val="FF0000"/>
                </a:solidFill>
                <a:latin typeface="Arial" panose="020B0604020202020204" pitchFamily="34" charset="0"/>
              </a:rPr>
              <a:t>5, 7, 11, 13, 22</a:t>
            </a:r>
          </a:p>
        </p:txBody>
      </p:sp>
      <p:graphicFrame>
        <p:nvGraphicFramePr>
          <p:cNvPr id="513117" name="Group 93">
            <a:extLst>
              <a:ext uri="{FF2B5EF4-FFF2-40B4-BE49-F238E27FC236}">
                <a16:creationId xmlns:a16="http://schemas.microsoft.com/office/drawing/2014/main" id="{7FDA7252-DAF9-4A4F-8BE7-6F706CE08D84}"/>
              </a:ext>
            </a:extLst>
          </p:cNvPr>
          <p:cNvGraphicFramePr>
            <a:graphicFrameLocks noGrp="1"/>
          </p:cNvGraphicFramePr>
          <p:nvPr/>
        </p:nvGraphicFramePr>
        <p:xfrm>
          <a:off x="6786563" y="3429000"/>
          <a:ext cx="3378198" cy="484188"/>
        </p:xfrm>
        <a:graphic>
          <a:graphicData uri="http://schemas.openxmlformats.org/drawingml/2006/table">
            <a:tbl>
              <a:tblPr/>
              <a:tblGrid>
                <a:gridCol w="563033">
                  <a:extLst>
                    <a:ext uri="{9D8B030D-6E8A-4147-A177-3AD203B41FA5}">
                      <a16:colId xmlns:a16="http://schemas.microsoft.com/office/drawing/2014/main" val="20000"/>
                    </a:ext>
                  </a:extLst>
                </a:gridCol>
                <a:gridCol w="563033">
                  <a:extLst>
                    <a:ext uri="{9D8B030D-6E8A-4147-A177-3AD203B41FA5}">
                      <a16:colId xmlns:a16="http://schemas.microsoft.com/office/drawing/2014/main" val="20001"/>
                    </a:ext>
                  </a:extLst>
                </a:gridCol>
                <a:gridCol w="563033">
                  <a:extLst>
                    <a:ext uri="{9D8B030D-6E8A-4147-A177-3AD203B41FA5}">
                      <a16:colId xmlns:a16="http://schemas.microsoft.com/office/drawing/2014/main" val="20002"/>
                    </a:ext>
                  </a:extLst>
                </a:gridCol>
                <a:gridCol w="563033">
                  <a:extLst>
                    <a:ext uri="{9D8B030D-6E8A-4147-A177-3AD203B41FA5}">
                      <a16:colId xmlns:a16="http://schemas.microsoft.com/office/drawing/2014/main" val="20003"/>
                    </a:ext>
                  </a:extLst>
                </a:gridCol>
                <a:gridCol w="563033">
                  <a:extLst>
                    <a:ext uri="{9D8B030D-6E8A-4147-A177-3AD203B41FA5}">
                      <a16:colId xmlns:a16="http://schemas.microsoft.com/office/drawing/2014/main" val="20004"/>
                    </a:ext>
                  </a:extLst>
                </a:gridCol>
                <a:gridCol w="563033">
                  <a:extLst>
                    <a:ext uri="{9D8B030D-6E8A-4147-A177-3AD203B41FA5}">
                      <a16:colId xmlns:a16="http://schemas.microsoft.com/office/drawing/2014/main" val="20005"/>
                    </a:ext>
                  </a:extLst>
                </a:gridCol>
              </a:tblGrid>
              <a:tr h="484188">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graphicFrame>
        <p:nvGraphicFramePr>
          <p:cNvPr id="513134" name="Group 110">
            <a:extLst>
              <a:ext uri="{FF2B5EF4-FFF2-40B4-BE49-F238E27FC236}">
                <a16:creationId xmlns:a16="http://schemas.microsoft.com/office/drawing/2014/main" id="{E0C755A0-9664-452A-AD3F-01F2A3F4F430}"/>
              </a:ext>
            </a:extLst>
          </p:cNvPr>
          <p:cNvGraphicFramePr>
            <a:graphicFrameLocks noGrp="1"/>
          </p:cNvGraphicFramePr>
          <p:nvPr/>
        </p:nvGraphicFramePr>
        <p:xfrm>
          <a:off x="2225675" y="5918200"/>
          <a:ext cx="3378198" cy="482600"/>
        </p:xfrm>
        <a:graphic>
          <a:graphicData uri="http://schemas.openxmlformats.org/drawingml/2006/table">
            <a:tbl>
              <a:tblPr/>
              <a:tblGrid>
                <a:gridCol w="563033">
                  <a:extLst>
                    <a:ext uri="{9D8B030D-6E8A-4147-A177-3AD203B41FA5}">
                      <a16:colId xmlns:a16="http://schemas.microsoft.com/office/drawing/2014/main" val="20000"/>
                    </a:ext>
                  </a:extLst>
                </a:gridCol>
                <a:gridCol w="563033">
                  <a:extLst>
                    <a:ext uri="{9D8B030D-6E8A-4147-A177-3AD203B41FA5}">
                      <a16:colId xmlns:a16="http://schemas.microsoft.com/office/drawing/2014/main" val="20001"/>
                    </a:ext>
                  </a:extLst>
                </a:gridCol>
                <a:gridCol w="563033">
                  <a:extLst>
                    <a:ext uri="{9D8B030D-6E8A-4147-A177-3AD203B41FA5}">
                      <a16:colId xmlns:a16="http://schemas.microsoft.com/office/drawing/2014/main" val="20002"/>
                    </a:ext>
                  </a:extLst>
                </a:gridCol>
                <a:gridCol w="563033">
                  <a:extLst>
                    <a:ext uri="{9D8B030D-6E8A-4147-A177-3AD203B41FA5}">
                      <a16:colId xmlns:a16="http://schemas.microsoft.com/office/drawing/2014/main" val="20003"/>
                    </a:ext>
                  </a:extLst>
                </a:gridCol>
                <a:gridCol w="563033">
                  <a:extLst>
                    <a:ext uri="{9D8B030D-6E8A-4147-A177-3AD203B41FA5}">
                      <a16:colId xmlns:a16="http://schemas.microsoft.com/office/drawing/2014/main" val="20004"/>
                    </a:ext>
                  </a:extLst>
                </a:gridCol>
                <a:gridCol w="563033">
                  <a:extLst>
                    <a:ext uri="{9D8B030D-6E8A-4147-A177-3AD203B41FA5}">
                      <a16:colId xmlns:a16="http://schemas.microsoft.com/office/drawing/2014/main" val="20005"/>
                    </a:ext>
                  </a:extLst>
                </a:gridCol>
              </a:tblGrid>
              <a:tr h="482600">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 5</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7</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13</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rgbClr val="FF0000"/>
                          </a:solidFill>
                          <a:effectLst/>
                          <a:latin typeface="Arial" pitchFamily="34" charset="0"/>
                        </a:rPr>
                        <a:t>22</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l" defTabSz="1008063"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0" i="0" u="none" strike="noStrike" cap="none" normalizeH="0" baseline="0">
                          <a:ln>
                            <a:noFill/>
                          </a:ln>
                          <a:solidFill>
                            <a:schemeClr val="tx1"/>
                          </a:solidFill>
                          <a:effectLst/>
                          <a:latin typeface="Arial" pitchFamily="34" charset="0"/>
                        </a:rPr>
                        <a:t>20</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8F8F8"/>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Slide Number Placeholder 4">
            <a:extLst>
              <a:ext uri="{FF2B5EF4-FFF2-40B4-BE49-F238E27FC236}">
                <a16:creationId xmlns:a16="http://schemas.microsoft.com/office/drawing/2014/main" id="{CC82631D-1891-4482-B5EA-3FE929D13FC4}"/>
              </a:ext>
            </a:extLst>
          </p:cNvPr>
          <p:cNvSpPr>
            <a:spLocks noGrp="1"/>
          </p:cNvSpPr>
          <p:nvPr>
            <p:ph type="sldNum" sz="quarter" idx="10"/>
          </p:nvPr>
        </p:nvSpPr>
        <p:spPr>
          <a:xfrm>
            <a:off x="8077200" y="6248400"/>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82945" tIns="41473" rIns="82945" bIns="41473" rtlCol="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fld id="{0688EEDE-3F36-427D-9B6C-4230FAB672AE}" type="slidenum">
              <a:rPr lang="en-US" altLang="en-US" sz="800">
                <a:latin typeface="Arial Black" panose="020B0A04020102020204" pitchFamily="34" charset="0"/>
              </a:rPr>
              <a:pPr/>
              <a:t>13</a:t>
            </a:fld>
            <a:endParaRPr lang="en-US" altLang="en-US" sz="800">
              <a:latin typeface="Arial Black" panose="020B0A04020102020204" pitchFamily="34" charset="0"/>
            </a:endParaRPr>
          </a:p>
        </p:txBody>
      </p:sp>
      <p:sp>
        <p:nvSpPr>
          <p:cNvPr id="34819" name="Rectangle 2">
            <a:extLst>
              <a:ext uri="{FF2B5EF4-FFF2-40B4-BE49-F238E27FC236}">
                <a16:creationId xmlns:a16="http://schemas.microsoft.com/office/drawing/2014/main" id="{49E85CC8-FDAA-4E39-ABFE-FCE5C164327D}"/>
              </a:ext>
            </a:extLst>
          </p:cNvPr>
          <p:cNvSpPr>
            <a:spLocks noGrp="1" noChangeArrowheads="1"/>
          </p:cNvSpPr>
          <p:nvPr>
            <p:ph type="title"/>
          </p:nvPr>
        </p:nvSpPr>
        <p:spPr>
          <a:xfrm>
            <a:off x="1524001" y="177800"/>
            <a:ext cx="8639175" cy="590550"/>
          </a:xfrm>
        </p:spPr>
        <p:txBody>
          <a:bodyPr/>
          <a:lstStyle/>
          <a:p>
            <a:pPr eaLnBrk="1" hangingPunct="1"/>
            <a:r>
              <a:rPr lang="en-US" altLang="en-US" sz="3300" b="1"/>
              <a:t>Insertion Sort Code</a:t>
            </a:r>
          </a:p>
        </p:txBody>
      </p:sp>
      <p:sp>
        <p:nvSpPr>
          <p:cNvPr id="34820" name="Rectangle 3">
            <a:extLst>
              <a:ext uri="{FF2B5EF4-FFF2-40B4-BE49-F238E27FC236}">
                <a16:creationId xmlns:a16="http://schemas.microsoft.com/office/drawing/2014/main" id="{58232754-1DCE-4B54-B111-F1DE769E3188}"/>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en-US"/>
              <a:t>   </a:t>
            </a:r>
          </a:p>
        </p:txBody>
      </p:sp>
      <p:sp>
        <p:nvSpPr>
          <p:cNvPr id="34821" name="Rectangle 4">
            <a:extLst>
              <a:ext uri="{FF2B5EF4-FFF2-40B4-BE49-F238E27FC236}">
                <a16:creationId xmlns:a16="http://schemas.microsoft.com/office/drawing/2014/main" id="{88B3D618-A296-431D-9BB2-799AFDFCDB8B}"/>
              </a:ext>
            </a:extLst>
          </p:cNvPr>
          <p:cNvSpPr>
            <a:spLocks noChangeArrowheads="1"/>
          </p:cNvSpPr>
          <p:nvPr/>
        </p:nvSpPr>
        <p:spPr bwMode="auto">
          <a:xfrm>
            <a:off x="104806" y="880183"/>
            <a:ext cx="11982387" cy="571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eaLnBrk="1" hangingPunct="1">
              <a:spcBef>
                <a:spcPct val="20000"/>
              </a:spcBef>
              <a:buSzPct val="83000"/>
            </a:pPr>
            <a:r>
              <a:rPr lang="en-US" altLang="en-US" sz="1800" b="1" dirty="0">
                <a:solidFill>
                  <a:srgbClr val="000000"/>
                </a:solidFill>
              </a:rPr>
              <a:t> </a:t>
            </a:r>
            <a:r>
              <a:rPr lang="en-US" altLang="en-US" sz="2200" b="1" dirty="0">
                <a:solidFill>
                  <a:srgbClr val="000000"/>
                </a:solidFill>
              </a:rPr>
              <a:t>void </a:t>
            </a:r>
            <a:r>
              <a:rPr lang="en-US" altLang="en-US" sz="2200" b="1" dirty="0" err="1">
                <a:solidFill>
                  <a:srgbClr val="000000"/>
                </a:solidFill>
              </a:rPr>
              <a:t>InsertionSort</a:t>
            </a:r>
            <a:r>
              <a:rPr lang="en-US" altLang="en-US" sz="2200" b="1" dirty="0">
                <a:solidFill>
                  <a:srgbClr val="000000"/>
                </a:solidFill>
              </a:rPr>
              <a:t> (int A[ ], int n)           	</a:t>
            </a:r>
          </a:p>
          <a:p>
            <a:pPr eaLnBrk="1" hangingPunct="1">
              <a:spcBef>
                <a:spcPct val="20000"/>
              </a:spcBef>
              <a:buSzPct val="83000"/>
            </a:pPr>
            <a:r>
              <a:rPr lang="en-US" altLang="en-US" sz="2200" b="1" dirty="0">
                <a:solidFill>
                  <a:srgbClr val="000000"/>
                </a:solidFill>
              </a:rPr>
              <a:t> {</a:t>
            </a:r>
          </a:p>
          <a:p>
            <a:pPr eaLnBrk="1" hangingPunct="1">
              <a:spcBef>
                <a:spcPct val="20000"/>
              </a:spcBef>
              <a:buSzPct val="83000"/>
            </a:pPr>
            <a:r>
              <a:rPr lang="en-US" altLang="en-US" sz="2200" b="1" dirty="0">
                <a:solidFill>
                  <a:srgbClr val="000000"/>
                </a:solidFill>
              </a:rPr>
              <a:t>       int </a:t>
            </a:r>
            <a:r>
              <a:rPr lang="en-US" altLang="en-US" sz="2200" b="1" dirty="0" err="1">
                <a:solidFill>
                  <a:srgbClr val="000000"/>
                </a:solidFill>
              </a:rPr>
              <a:t>i</a:t>
            </a:r>
            <a:r>
              <a:rPr lang="en-US" altLang="en-US" sz="2200" b="1" dirty="0">
                <a:solidFill>
                  <a:srgbClr val="000000"/>
                </a:solidFill>
              </a:rPr>
              <a:t>, j, item; 					</a:t>
            </a:r>
          </a:p>
          <a:p>
            <a:pPr eaLnBrk="1" hangingPunct="1">
              <a:spcBef>
                <a:spcPct val="20000"/>
              </a:spcBef>
              <a:buSzPct val="83000"/>
            </a:pPr>
            <a:r>
              <a:rPr lang="en-US" altLang="en-US" sz="2200" b="1" dirty="0">
                <a:solidFill>
                  <a:srgbClr val="000000"/>
                </a:solidFill>
              </a:rPr>
              <a:t>       for (</a:t>
            </a:r>
            <a:r>
              <a:rPr lang="en-US" altLang="en-US" sz="2200" b="1" dirty="0" err="1">
                <a:solidFill>
                  <a:srgbClr val="000000"/>
                </a:solidFill>
              </a:rPr>
              <a:t>i</a:t>
            </a:r>
            <a:r>
              <a:rPr lang="en-US" altLang="en-US" sz="2200" b="1" dirty="0">
                <a:solidFill>
                  <a:srgbClr val="000000"/>
                </a:solidFill>
              </a:rPr>
              <a:t>=1; </a:t>
            </a:r>
            <a:r>
              <a:rPr lang="en-US" altLang="en-US" sz="2200" b="1" dirty="0" err="1">
                <a:solidFill>
                  <a:srgbClr val="000000"/>
                </a:solidFill>
              </a:rPr>
              <a:t>i</a:t>
            </a:r>
            <a:r>
              <a:rPr lang="en-US" altLang="en-US" sz="2200" b="1" dirty="0">
                <a:solidFill>
                  <a:srgbClr val="000000"/>
                </a:solidFill>
              </a:rPr>
              <a:t>&lt;n; </a:t>
            </a:r>
            <a:r>
              <a:rPr lang="en-US" altLang="en-US" sz="2200" b="1" dirty="0" err="1">
                <a:solidFill>
                  <a:srgbClr val="000000"/>
                </a:solidFill>
              </a:rPr>
              <a:t>i</a:t>
            </a:r>
            <a:r>
              <a:rPr lang="en-US" altLang="en-US" sz="2200" b="1" dirty="0">
                <a:solidFill>
                  <a:srgbClr val="000000"/>
                </a:solidFill>
              </a:rPr>
              <a:t>++)					</a:t>
            </a:r>
          </a:p>
          <a:p>
            <a:pPr eaLnBrk="1" hangingPunct="1">
              <a:spcBef>
                <a:spcPct val="20000"/>
              </a:spcBef>
              <a:buSzPct val="83000"/>
            </a:pPr>
            <a:r>
              <a:rPr lang="en-US" altLang="en-US" sz="2200" b="1" dirty="0">
                <a:solidFill>
                  <a:srgbClr val="000000"/>
                </a:solidFill>
              </a:rPr>
              <a:t>       { </a:t>
            </a:r>
            <a:r>
              <a:rPr lang="en-US" altLang="en-US" sz="2200" b="1" dirty="0">
                <a:solidFill>
                  <a:srgbClr val="0000FF"/>
                </a:solidFill>
              </a:rPr>
              <a:t>/* Insert the element in A[</a:t>
            </a:r>
            <a:r>
              <a:rPr lang="en-US" altLang="en-US" sz="2200" b="1" dirty="0" err="1">
                <a:solidFill>
                  <a:srgbClr val="0000FF"/>
                </a:solidFill>
              </a:rPr>
              <a:t>i</a:t>
            </a:r>
            <a:r>
              <a:rPr lang="en-US" altLang="en-US" sz="2200" b="1" dirty="0">
                <a:solidFill>
                  <a:srgbClr val="0000FF"/>
                </a:solidFill>
              </a:rPr>
              <a:t>] */</a:t>
            </a:r>
          </a:p>
          <a:p>
            <a:pPr eaLnBrk="1" hangingPunct="1">
              <a:spcBef>
                <a:spcPct val="20000"/>
              </a:spcBef>
              <a:buSzPct val="83000"/>
            </a:pPr>
            <a:r>
              <a:rPr lang="en-US" altLang="en-US" sz="2200" b="1" dirty="0">
                <a:solidFill>
                  <a:srgbClr val="000000"/>
                </a:solidFill>
              </a:rPr>
              <a:t>            item = A[</a:t>
            </a:r>
            <a:r>
              <a:rPr lang="en-US" altLang="en-US" sz="2200" b="1" dirty="0" err="1">
                <a:solidFill>
                  <a:srgbClr val="000000"/>
                </a:solidFill>
              </a:rPr>
              <a:t>i</a:t>
            </a:r>
            <a:r>
              <a:rPr lang="en-US" altLang="en-US" sz="2200" b="1" dirty="0">
                <a:solidFill>
                  <a:srgbClr val="000000"/>
                </a:solidFill>
              </a:rPr>
              <a:t>] ;					</a:t>
            </a:r>
          </a:p>
          <a:p>
            <a:pPr eaLnBrk="1" hangingPunct="1">
              <a:spcBef>
                <a:spcPct val="20000"/>
              </a:spcBef>
              <a:buSzPct val="83000"/>
            </a:pPr>
            <a:r>
              <a:rPr lang="en-US" altLang="en-US" sz="2200" b="1" dirty="0">
                <a:solidFill>
                  <a:srgbClr val="000000"/>
                </a:solidFill>
              </a:rPr>
              <a:t>            for (j = i-1; j &gt;= 0; j--)							</a:t>
            </a:r>
          </a:p>
          <a:p>
            <a:pPr eaLnBrk="1" hangingPunct="1">
              <a:spcBef>
                <a:spcPct val="20000"/>
              </a:spcBef>
              <a:buSzPct val="83000"/>
            </a:pPr>
            <a:r>
              <a:rPr lang="en-US" altLang="en-US" sz="2200" b="1" dirty="0">
                <a:solidFill>
                  <a:srgbClr val="000000"/>
                </a:solidFill>
              </a:rPr>
              <a:t>                if (item &lt; A[j])				</a:t>
            </a:r>
          </a:p>
          <a:p>
            <a:pPr eaLnBrk="1" hangingPunct="1">
              <a:spcBef>
                <a:spcPct val="20000"/>
              </a:spcBef>
              <a:buSzPct val="83000"/>
            </a:pPr>
            <a:r>
              <a:rPr lang="en-US" altLang="en-US" sz="2200" b="1" dirty="0">
                <a:solidFill>
                  <a:srgbClr val="000000"/>
                </a:solidFill>
              </a:rPr>
              <a:t>                { </a:t>
            </a:r>
            <a:r>
              <a:rPr lang="en-US" altLang="en-US" sz="2200" b="1" dirty="0">
                <a:solidFill>
                  <a:srgbClr val="0000FF"/>
                </a:solidFill>
              </a:rPr>
              <a:t>/* push elements down*/</a:t>
            </a:r>
          </a:p>
          <a:p>
            <a:pPr>
              <a:spcBef>
                <a:spcPct val="20000"/>
              </a:spcBef>
              <a:buSzPct val="83000"/>
            </a:pPr>
            <a:r>
              <a:rPr lang="en-US" altLang="en-US" sz="2200" b="1" dirty="0">
                <a:solidFill>
                  <a:srgbClr val="000000"/>
                </a:solidFill>
              </a:rPr>
              <a:t>                    A[j+1] = A[j]; 			</a:t>
            </a:r>
          </a:p>
          <a:p>
            <a:pPr>
              <a:spcBef>
                <a:spcPct val="20000"/>
              </a:spcBef>
              <a:buSzPct val="83000"/>
            </a:pPr>
            <a:r>
              <a:rPr lang="en-US" altLang="en-US" sz="2200" b="1" dirty="0">
                <a:solidFill>
                  <a:srgbClr val="000000"/>
                </a:solidFill>
              </a:rPr>
              <a:t>                    A[j] = item ;   </a:t>
            </a:r>
            <a:r>
              <a:rPr lang="en-US" altLang="en-US" sz="2200" b="1" dirty="0">
                <a:solidFill>
                  <a:srgbClr val="0000FF"/>
                </a:solidFill>
              </a:rPr>
              <a:t>/* can do this once finally also */</a:t>
            </a:r>
          </a:p>
          <a:p>
            <a:pPr eaLnBrk="1" hangingPunct="1">
              <a:spcBef>
                <a:spcPct val="20000"/>
              </a:spcBef>
              <a:buSzPct val="83000"/>
            </a:pPr>
            <a:r>
              <a:rPr lang="en-US" altLang="en-US" sz="2200" b="1" dirty="0">
                <a:solidFill>
                  <a:srgbClr val="000000"/>
                </a:solidFill>
              </a:rPr>
              <a:t>                }</a:t>
            </a:r>
          </a:p>
          <a:p>
            <a:pPr eaLnBrk="1" hangingPunct="1">
              <a:spcBef>
                <a:spcPct val="20000"/>
              </a:spcBef>
              <a:buSzPct val="83000"/>
            </a:pPr>
            <a:r>
              <a:rPr lang="en-US" altLang="en-US" sz="2200" b="1" dirty="0">
                <a:solidFill>
                  <a:srgbClr val="000000"/>
                </a:solidFill>
              </a:rPr>
              <a:t>               else break;</a:t>
            </a:r>
            <a:r>
              <a:rPr lang="en-US" altLang="en-US" sz="2200" b="1" dirty="0">
                <a:solidFill>
                  <a:srgbClr val="0000FF"/>
                </a:solidFill>
              </a:rPr>
              <a:t> /*inserted, exit loop */</a:t>
            </a:r>
          </a:p>
          <a:p>
            <a:pPr eaLnBrk="1" hangingPunct="1">
              <a:spcBef>
                <a:spcPct val="20000"/>
              </a:spcBef>
              <a:buSzPct val="83000"/>
            </a:pPr>
            <a:r>
              <a:rPr lang="en-US" altLang="en-US" sz="2200" b="1" dirty="0">
                <a:solidFill>
                  <a:srgbClr val="000000"/>
                </a:solidFill>
              </a:rPr>
              <a:t>        } </a:t>
            </a:r>
          </a:p>
          <a:p>
            <a:pPr eaLnBrk="1" hangingPunct="1">
              <a:spcBef>
                <a:spcPct val="20000"/>
              </a:spcBef>
              <a:buSzPct val="83000"/>
            </a:pPr>
            <a:r>
              <a:rPr lang="en-US" altLang="en-US" sz="2200" b="1" dirty="0">
                <a:solidFill>
                  <a:srgbClr val="000000"/>
                </a:solidFill>
              </a:rPr>
              <a:t> }        Time Complexity O(n</a:t>
            </a:r>
            <a:r>
              <a:rPr lang="en-US" altLang="en-US" sz="2200" b="1" baseline="30000" dirty="0">
                <a:solidFill>
                  <a:srgbClr val="000000"/>
                </a:solidFill>
              </a:rPr>
              <a:t>2</a:t>
            </a:r>
            <a:r>
              <a:rPr lang="en-US" altLang="en-US" sz="2200" b="1" dirty="0">
                <a:solidFill>
                  <a:srgbClr val="000000"/>
                </a:solidFil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60D4955-B9FC-9C48-85D3-583689124E8D}"/>
            </a:ext>
          </a:extLst>
        </p:cNvPr>
        <p:cNvGrpSpPr/>
        <p:nvPr/>
      </p:nvGrpSpPr>
      <p:grpSpPr>
        <a:xfrm>
          <a:off x="0" y="0"/>
          <a:ext cx="0" cy="0"/>
          <a:chOff x="0" y="0"/>
          <a:chExt cx="0" cy="0"/>
        </a:xfrm>
      </p:grpSpPr>
      <p:sp>
        <p:nvSpPr>
          <p:cNvPr id="34818" name="Slide Number Placeholder 4">
            <a:extLst>
              <a:ext uri="{FF2B5EF4-FFF2-40B4-BE49-F238E27FC236}">
                <a16:creationId xmlns:a16="http://schemas.microsoft.com/office/drawing/2014/main" id="{1D400A7D-E33B-4117-EE4B-B81E0953F616}"/>
              </a:ext>
            </a:extLst>
          </p:cNvPr>
          <p:cNvSpPr>
            <a:spLocks noGrp="1"/>
          </p:cNvSpPr>
          <p:nvPr>
            <p:ph type="sldNum" sz="quarter" idx="10"/>
          </p:nvPr>
        </p:nvSpPr>
        <p:spPr>
          <a:xfrm>
            <a:off x="8077200" y="6248400"/>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82945" tIns="41473" rIns="82945" bIns="41473" rtlCol="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fld id="{0688EEDE-3F36-427D-9B6C-4230FAB672AE}" type="slidenum">
              <a:rPr lang="en-US" altLang="en-US" sz="800">
                <a:latin typeface="Arial Black" panose="020B0A04020102020204" pitchFamily="34" charset="0"/>
              </a:rPr>
              <a:pPr/>
              <a:t>14</a:t>
            </a:fld>
            <a:endParaRPr lang="en-US" altLang="en-US" sz="800">
              <a:latin typeface="Arial Black" panose="020B0A04020102020204" pitchFamily="34" charset="0"/>
            </a:endParaRPr>
          </a:p>
        </p:txBody>
      </p:sp>
      <p:sp>
        <p:nvSpPr>
          <p:cNvPr id="34819" name="Rectangle 2">
            <a:extLst>
              <a:ext uri="{FF2B5EF4-FFF2-40B4-BE49-F238E27FC236}">
                <a16:creationId xmlns:a16="http://schemas.microsoft.com/office/drawing/2014/main" id="{FFE79358-365E-933F-0ADC-36ACAFBB113C}"/>
              </a:ext>
            </a:extLst>
          </p:cNvPr>
          <p:cNvSpPr>
            <a:spLocks noGrp="1" noChangeArrowheads="1"/>
          </p:cNvSpPr>
          <p:nvPr>
            <p:ph type="title"/>
          </p:nvPr>
        </p:nvSpPr>
        <p:spPr>
          <a:xfrm>
            <a:off x="1524001" y="177800"/>
            <a:ext cx="8639175" cy="590550"/>
          </a:xfrm>
        </p:spPr>
        <p:txBody>
          <a:bodyPr/>
          <a:lstStyle/>
          <a:p>
            <a:pPr eaLnBrk="1" hangingPunct="1"/>
            <a:r>
              <a:rPr lang="en-US" altLang="en-US" sz="3300" b="1"/>
              <a:t>Insertion Sort Code</a:t>
            </a:r>
          </a:p>
        </p:txBody>
      </p:sp>
      <p:sp>
        <p:nvSpPr>
          <p:cNvPr id="34820" name="Rectangle 3">
            <a:extLst>
              <a:ext uri="{FF2B5EF4-FFF2-40B4-BE49-F238E27FC236}">
                <a16:creationId xmlns:a16="http://schemas.microsoft.com/office/drawing/2014/main" id="{B7E61FEC-29CA-42AD-09DF-3971E6D3D689}"/>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en-US"/>
              <a:t>   </a:t>
            </a:r>
          </a:p>
        </p:txBody>
      </p:sp>
      <p:sp>
        <p:nvSpPr>
          <p:cNvPr id="34821" name="Rectangle 4">
            <a:extLst>
              <a:ext uri="{FF2B5EF4-FFF2-40B4-BE49-F238E27FC236}">
                <a16:creationId xmlns:a16="http://schemas.microsoft.com/office/drawing/2014/main" id="{5C6A0B8E-72F2-8A4B-FE02-4D6EB6EF0C02}"/>
              </a:ext>
            </a:extLst>
          </p:cNvPr>
          <p:cNvSpPr>
            <a:spLocks noChangeArrowheads="1"/>
          </p:cNvSpPr>
          <p:nvPr/>
        </p:nvSpPr>
        <p:spPr bwMode="auto">
          <a:xfrm>
            <a:off x="53734" y="768350"/>
            <a:ext cx="12138266" cy="571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0" tIns="0" rIns="0" bIns="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eaLnBrk="1" hangingPunct="1">
              <a:spcBef>
                <a:spcPct val="20000"/>
              </a:spcBef>
              <a:buSzPct val="83000"/>
            </a:pPr>
            <a:r>
              <a:rPr lang="en-US" altLang="en-US" sz="1800" b="1" dirty="0">
                <a:solidFill>
                  <a:srgbClr val="000000"/>
                </a:solidFill>
              </a:rPr>
              <a:t> </a:t>
            </a:r>
            <a:r>
              <a:rPr lang="en-US" altLang="en-US" sz="2200" b="1" dirty="0">
                <a:solidFill>
                  <a:srgbClr val="000000"/>
                </a:solidFill>
              </a:rPr>
              <a:t>void </a:t>
            </a:r>
            <a:r>
              <a:rPr lang="en-US" altLang="en-US" sz="2200" b="1" dirty="0" err="1">
                <a:solidFill>
                  <a:srgbClr val="000000"/>
                </a:solidFill>
              </a:rPr>
              <a:t>InsertionSort</a:t>
            </a:r>
            <a:r>
              <a:rPr lang="en-US" altLang="en-US" sz="2200" b="1" dirty="0">
                <a:solidFill>
                  <a:srgbClr val="000000"/>
                </a:solidFill>
              </a:rPr>
              <a:t> (int A[ ], int n)           	Steps</a:t>
            </a:r>
          </a:p>
          <a:p>
            <a:pPr eaLnBrk="1" hangingPunct="1">
              <a:spcBef>
                <a:spcPct val="20000"/>
              </a:spcBef>
              <a:buSzPct val="83000"/>
            </a:pPr>
            <a:r>
              <a:rPr lang="en-US" altLang="en-US" sz="2200" b="1" dirty="0">
                <a:solidFill>
                  <a:srgbClr val="000000"/>
                </a:solidFill>
              </a:rPr>
              <a:t> {</a:t>
            </a:r>
          </a:p>
          <a:p>
            <a:pPr eaLnBrk="1" hangingPunct="1">
              <a:spcBef>
                <a:spcPct val="20000"/>
              </a:spcBef>
              <a:buSzPct val="83000"/>
            </a:pPr>
            <a:r>
              <a:rPr lang="en-US" altLang="en-US" sz="2200" b="1" dirty="0">
                <a:solidFill>
                  <a:srgbClr val="000000"/>
                </a:solidFill>
              </a:rPr>
              <a:t>       int </a:t>
            </a:r>
            <a:r>
              <a:rPr lang="en-US" altLang="en-US" sz="2200" b="1" dirty="0" err="1">
                <a:solidFill>
                  <a:srgbClr val="000000"/>
                </a:solidFill>
              </a:rPr>
              <a:t>i</a:t>
            </a:r>
            <a:r>
              <a:rPr lang="en-US" altLang="en-US" sz="2200" b="1" dirty="0">
                <a:solidFill>
                  <a:srgbClr val="000000"/>
                </a:solidFill>
              </a:rPr>
              <a:t>, j, item; 					1                         </a:t>
            </a:r>
          </a:p>
          <a:p>
            <a:pPr eaLnBrk="1" hangingPunct="1">
              <a:spcBef>
                <a:spcPct val="20000"/>
              </a:spcBef>
              <a:buSzPct val="83000"/>
            </a:pPr>
            <a:r>
              <a:rPr lang="en-US" altLang="en-US" sz="2200" b="1" dirty="0">
                <a:solidFill>
                  <a:srgbClr val="000000"/>
                </a:solidFill>
              </a:rPr>
              <a:t>       for (</a:t>
            </a:r>
            <a:r>
              <a:rPr lang="en-US" altLang="en-US" sz="2200" b="1" dirty="0" err="1">
                <a:solidFill>
                  <a:srgbClr val="000000"/>
                </a:solidFill>
              </a:rPr>
              <a:t>i</a:t>
            </a:r>
            <a:r>
              <a:rPr lang="en-US" altLang="en-US" sz="2200" b="1" dirty="0">
                <a:solidFill>
                  <a:srgbClr val="000000"/>
                </a:solidFill>
              </a:rPr>
              <a:t>=1; </a:t>
            </a:r>
            <a:r>
              <a:rPr lang="en-US" altLang="en-US" sz="2200" b="1" dirty="0" err="1">
                <a:solidFill>
                  <a:srgbClr val="000000"/>
                </a:solidFill>
              </a:rPr>
              <a:t>i</a:t>
            </a:r>
            <a:r>
              <a:rPr lang="en-US" altLang="en-US" sz="2200" b="1" dirty="0">
                <a:solidFill>
                  <a:srgbClr val="000000"/>
                </a:solidFill>
              </a:rPr>
              <a:t>&lt;n; </a:t>
            </a:r>
            <a:r>
              <a:rPr lang="en-US" altLang="en-US" sz="2200" b="1" dirty="0" err="1">
                <a:solidFill>
                  <a:srgbClr val="000000"/>
                </a:solidFill>
              </a:rPr>
              <a:t>i</a:t>
            </a:r>
            <a:r>
              <a:rPr lang="en-US" altLang="en-US" sz="2200" b="1" dirty="0">
                <a:solidFill>
                  <a:srgbClr val="000000"/>
                </a:solidFill>
              </a:rPr>
              <a:t>++)					n</a:t>
            </a:r>
          </a:p>
          <a:p>
            <a:pPr eaLnBrk="1" hangingPunct="1">
              <a:spcBef>
                <a:spcPct val="20000"/>
              </a:spcBef>
              <a:buSzPct val="83000"/>
            </a:pPr>
            <a:r>
              <a:rPr lang="en-US" altLang="en-US" sz="2200" b="1" dirty="0">
                <a:solidFill>
                  <a:srgbClr val="000000"/>
                </a:solidFill>
              </a:rPr>
              <a:t>       { </a:t>
            </a:r>
            <a:r>
              <a:rPr lang="en-US" altLang="en-US" sz="2200" b="1" dirty="0">
                <a:solidFill>
                  <a:srgbClr val="0000FF"/>
                </a:solidFill>
              </a:rPr>
              <a:t>/* Insert the element in A[</a:t>
            </a:r>
            <a:r>
              <a:rPr lang="en-US" altLang="en-US" sz="2200" b="1" dirty="0" err="1">
                <a:solidFill>
                  <a:srgbClr val="0000FF"/>
                </a:solidFill>
              </a:rPr>
              <a:t>i</a:t>
            </a:r>
            <a:r>
              <a:rPr lang="en-US" altLang="en-US" sz="2200" b="1" dirty="0">
                <a:solidFill>
                  <a:srgbClr val="0000FF"/>
                </a:solidFill>
              </a:rPr>
              <a:t>] */</a:t>
            </a:r>
          </a:p>
          <a:p>
            <a:pPr eaLnBrk="1" hangingPunct="1">
              <a:spcBef>
                <a:spcPct val="20000"/>
              </a:spcBef>
              <a:buSzPct val="83000"/>
            </a:pPr>
            <a:r>
              <a:rPr lang="en-US" altLang="en-US" sz="2200" b="1" dirty="0">
                <a:solidFill>
                  <a:srgbClr val="000000"/>
                </a:solidFill>
              </a:rPr>
              <a:t>            item = A[</a:t>
            </a:r>
            <a:r>
              <a:rPr lang="en-US" altLang="en-US" sz="2200" b="1" dirty="0" err="1">
                <a:solidFill>
                  <a:srgbClr val="000000"/>
                </a:solidFill>
              </a:rPr>
              <a:t>i</a:t>
            </a:r>
            <a:r>
              <a:rPr lang="en-US" altLang="en-US" sz="2200" b="1" dirty="0">
                <a:solidFill>
                  <a:srgbClr val="000000"/>
                </a:solidFill>
              </a:rPr>
              <a:t>] ;					n–1 </a:t>
            </a:r>
          </a:p>
          <a:p>
            <a:pPr eaLnBrk="1" hangingPunct="1">
              <a:spcBef>
                <a:spcPct val="20000"/>
              </a:spcBef>
              <a:buSzPct val="83000"/>
            </a:pPr>
            <a:r>
              <a:rPr lang="en-US" altLang="en-US" sz="2200" b="1" dirty="0">
                <a:solidFill>
                  <a:srgbClr val="000000"/>
                </a:solidFill>
              </a:rPr>
              <a:t>            for (j = i-1; j &gt;= 0; j--)			∑</a:t>
            </a:r>
            <a:r>
              <a:rPr lang="en-US" altLang="en-US" sz="2200" b="1" baseline="-25000" dirty="0">
                <a:solidFill>
                  <a:srgbClr val="000000"/>
                </a:solidFill>
              </a:rPr>
              <a:t>1</a:t>
            </a:r>
            <a:r>
              <a:rPr lang="en-US" altLang="en-US" sz="2200" b="1" baseline="30000" dirty="0">
                <a:solidFill>
                  <a:srgbClr val="000000"/>
                </a:solidFill>
              </a:rPr>
              <a:t>(n-1)</a:t>
            </a:r>
            <a:r>
              <a:rPr lang="en-US" altLang="en-US" sz="2200" b="1" dirty="0">
                <a:solidFill>
                  <a:srgbClr val="000000"/>
                </a:solidFill>
              </a:rPr>
              <a:t>(i+1)=[n(n+1)/2]-1				</a:t>
            </a:r>
          </a:p>
          <a:p>
            <a:pPr eaLnBrk="1" hangingPunct="1">
              <a:spcBef>
                <a:spcPct val="20000"/>
              </a:spcBef>
              <a:buSzPct val="83000"/>
            </a:pPr>
            <a:r>
              <a:rPr lang="en-US" altLang="en-US" sz="2200" b="1" dirty="0">
                <a:solidFill>
                  <a:srgbClr val="000000"/>
                </a:solidFill>
              </a:rPr>
              <a:t>                if (item &lt; A[j])				∑</a:t>
            </a:r>
            <a:r>
              <a:rPr lang="en-US" altLang="en-US" sz="2200" b="1" baseline="-25000" dirty="0">
                <a:solidFill>
                  <a:srgbClr val="000000"/>
                </a:solidFill>
              </a:rPr>
              <a:t>1</a:t>
            </a:r>
            <a:r>
              <a:rPr lang="en-US" altLang="en-US" sz="2200" b="1" baseline="30000" dirty="0">
                <a:solidFill>
                  <a:srgbClr val="000000"/>
                </a:solidFill>
              </a:rPr>
              <a:t>(n-1)</a:t>
            </a:r>
            <a:r>
              <a:rPr lang="en-US" altLang="en-US" sz="2200" b="1" dirty="0" err="1">
                <a:solidFill>
                  <a:srgbClr val="000000"/>
                </a:solidFill>
              </a:rPr>
              <a:t>i</a:t>
            </a:r>
            <a:r>
              <a:rPr lang="en-US" altLang="en-US" sz="2200" b="1" dirty="0">
                <a:solidFill>
                  <a:srgbClr val="000000"/>
                </a:solidFill>
              </a:rPr>
              <a:t> = (n-1)n/2</a:t>
            </a:r>
          </a:p>
          <a:p>
            <a:pPr eaLnBrk="1" hangingPunct="1">
              <a:spcBef>
                <a:spcPct val="20000"/>
              </a:spcBef>
              <a:buSzPct val="83000"/>
            </a:pPr>
            <a:r>
              <a:rPr lang="en-US" altLang="en-US" sz="2200" b="1" dirty="0">
                <a:solidFill>
                  <a:srgbClr val="000000"/>
                </a:solidFill>
              </a:rPr>
              <a:t>                { </a:t>
            </a:r>
            <a:r>
              <a:rPr lang="en-US" altLang="en-US" sz="2200" b="1" dirty="0">
                <a:solidFill>
                  <a:srgbClr val="0000FF"/>
                </a:solidFill>
              </a:rPr>
              <a:t>/* push elements down*/</a:t>
            </a:r>
          </a:p>
          <a:p>
            <a:pPr>
              <a:spcBef>
                <a:spcPct val="20000"/>
              </a:spcBef>
              <a:buSzPct val="83000"/>
            </a:pPr>
            <a:r>
              <a:rPr lang="en-US" altLang="en-US" sz="2200" b="1" dirty="0">
                <a:solidFill>
                  <a:srgbClr val="000000"/>
                </a:solidFill>
              </a:rPr>
              <a:t>                    A[j+1] = A[j]; 			(n-1)n/2</a:t>
            </a:r>
          </a:p>
          <a:p>
            <a:pPr>
              <a:spcBef>
                <a:spcPct val="20000"/>
              </a:spcBef>
              <a:buSzPct val="83000"/>
            </a:pPr>
            <a:r>
              <a:rPr lang="en-US" altLang="en-US" sz="2200" b="1" dirty="0">
                <a:solidFill>
                  <a:srgbClr val="000000"/>
                </a:solidFill>
              </a:rPr>
              <a:t>                    A[j] = item ;   			(n-1)n/2</a:t>
            </a:r>
            <a:endParaRPr lang="en-US" altLang="en-US" sz="2200" b="1" dirty="0">
              <a:solidFill>
                <a:srgbClr val="0000FF"/>
              </a:solidFill>
            </a:endParaRPr>
          </a:p>
          <a:p>
            <a:pPr eaLnBrk="1" hangingPunct="1">
              <a:spcBef>
                <a:spcPct val="20000"/>
              </a:spcBef>
              <a:buSzPct val="83000"/>
            </a:pPr>
            <a:r>
              <a:rPr lang="en-US" altLang="en-US" sz="2200" b="1" dirty="0">
                <a:solidFill>
                  <a:srgbClr val="000000"/>
                </a:solidFill>
              </a:rPr>
              <a:t>                }</a:t>
            </a:r>
          </a:p>
          <a:p>
            <a:pPr eaLnBrk="1" hangingPunct="1">
              <a:spcBef>
                <a:spcPct val="20000"/>
              </a:spcBef>
              <a:buSzPct val="83000"/>
            </a:pPr>
            <a:r>
              <a:rPr lang="en-US" altLang="en-US" sz="2200" b="1" dirty="0">
                <a:solidFill>
                  <a:srgbClr val="000000"/>
                </a:solidFill>
              </a:rPr>
              <a:t>               else break;</a:t>
            </a:r>
            <a:r>
              <a:rPr lang="en-US" altLang="en-US" sz="2200" b="1" dirty="0">
                <a:solidFill>
                  <a:srgbClr val="0000FF"/>
                </a:solidFill>
              </a:rPr>
              <a:t> /*inserted, exit loop */</a:t>
            </a:r>
          </a:p>
          <a:p>
            <a:pPr eaLnBrk="1" hangingPunct="1">
              <a:spcBef>
                <a:spcPct val="20000"/>
              </a:spcBef>
              <a:buSzPct val="83000"/>
            </a:pPr>
            <a:r>
              <a:rPr lang="en-US" altLang="en-US" sz="2200" b="1" dirty="0">
                <a:solidFill>
                  <a:srgbClr val="000000"/>
                </a:solidFill>
              </a:rPr>
              <a:t>        } </a:t>
            </a:r>
          </a:p>
          <a:p>
            <a:pPr eaLnBrk="1" hangingPunct="1">
              <a:spcBef>
                <a:spcPct val="20000"/>
              </a:spcBef>
              <a:buSzPct val="83000"/>
            </a:pPr>
            <a:r>
              <a:rPr lang="en-US" altLang="en-US" sz="2200" b="1" dirty="0">
                <a:solidFill>
                  <a:srgbClr val="000000"/>
                </a:solidFill>
              </a:rPr>
              <a:t> }        Time Complexity O(n</a:t>
            </a:r>
            <a:r>
              <a:rPr lang="en-US" altLang="en-US" sz="2200" b="1" baseline="30000" dirty="0">
                <a:solidFill>
                  <a:srgbClr val="000000"/>
                </a:solidFill>
              </a:rPr>
              <a:t>2</a:t>
            </a:r>
            <a:r>
              <a:rPr lang="en-US" altLang="en-US" sz="2200" b="1" dirty="0">
                <a:solidFill>
                  <a:srgbClr val="000000"/>
                </a:solidFill>
              </a:rPr>
              <a:t>)</a:t>
            </a:r>
          </a:p>
        </p:txBody>
      </p:sp>
    </p:spTree>
    <p:extLst>
      <p:ext uri="{BB962C8B-B14F-4D97-AF65-F5344CB8AC3E}">
        <p14:creationId xmlns:p14="http://schemas.microsoft.com/office/powerpoint/2010/main" val="3808920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21">
                                            <p:txEl>
                                              <p:pRg st="2" end="2"/>
                                            </p:txEl>
                                          </p:spTgt>
                                        </p:tgtEl>
                                        <p:attrNameLst>
                                          <p:attrName>style.visibility</p:attrName>
                                        </p:attrNameLst>
                                      </p:cBhvr>
                                      <p:to>
                                        <p:strVal val="visible"/>
                                      </p:to>
                                    </p:set>
                                    <p:anim calcmode="lin" valueType="num">
                                      <p:cBhvr additive="base">
                                        <p:cTn id="7" dur="500" fill="hold"/>
                                        <p:tgtEl>
                                          <p:spTgt spid="3482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821">
                                            <p:txEl>
                                              <p:pRg st="3" end="3"/>
                                            </p:txEl>
                                          </p:spTgt>
                                        </p:tgtEl>
                                        <p:attrNameLst>
                                          <p:attrName>style.visibility</p:attrName>
                                        </p:attrNameLst>
                                      </p:cBhvr>
                                      <p:to>
                                        <p:strVal val="visible"/>
                                      </p:to>
                                    </p:set>
                                    <p:anim calcmode="lin" valueType="num">
                                      <p:cBhvr additive="base">
                                        <p:cTn id="13" dur="500" fill="hold"/>
                                        <p:tgtEl>
                                          <p:spTgt spid="3482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482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4821">
                                            <p:txEl>
                                              <p:pRg st="5" end="5"/>
                                            </p:txEl>
                                          </p:spTgt>
                                        </p:tgtEl>
                                        <p:attrNameLst>
                                          <p:attrName>style.visibility</p:attrName>
                                        </p:attrNameLst>
                                      </p:cBhvr>
                                      <p:to>
                                        <p:strVal val="visible"/>
                                      </p:to>
                                    </p:set>
                                    <p:anim calcmode="lin" valueType="num">
                                      <p:cBhvr additive="base">
                                        <p:cTn id="19" dur="500" fill="hold"/>
                                        <p:tgtEl>
                                          <p:spTgt spid="34821">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82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4821">
                                            <p:txEl>
                                              <p:pRg st="6" end="6"/>
                                            </p:txEl>
                                          </p:spTgt>
                                        </p:tgtEl>
                                        <p:attrNameLst>
                                          <p:attrName>style.visibility</p:attrName>
                                        </p:attrNameLst>
                                      </p:cBhvr>
                                      <p:to>
                                        <p:strVal val="visible"/>
                                      </p:to>
                                    </p:set>
                                    <p:anim calcmode="lin" valueType="num">
                                      <p:cBhvr additive="base">
                                        <p:cTn id="25" dur="500" fill="hold"/>
                                        <p:tgtEl>
                                          <p:spTgt spid="34821">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482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4821">
                                            <p:txEl>
                                              <p:pRg st="7" end="7"/>
                                            </p:txEl>
                                          </p:spTgt>
                                        </p:tgtEl>
                                        <p:attrNameLst>
                                          <p:attrName>style.visibility</p:attrName>
                                        </p:attrNameLst>
                                      </p:cBhvr>
                                      <p:to>
                                        <p:strVal val="visible"/>
                                      </p:to>
                                    </p:set>
                                    <p:anim calcmode="lin" valueType="num">
                                      <p:cBhvr additive="base">
                                        <p:cTn id="31" dur="500" fill="hold"/>
                                        <p:tgtEl>
                                          <p:spTgt spid="34821">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482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4821">
                                            <p:txEl>
                                              <p:pRg st="9" end="9"/>
                                            </p:txEl>
                                          </p:spTgt>
                                        </p:tgtEl>
                                        <p:attrNameLst>
                                          <p:attrName>style.visibility</p:attrName>
                                        </p:attrNameLst>
                                      </p:cBhvr>
                                      <p:to>
                                        <p:strVal val="visible"/>
                                      </p:to>
                                    </p:set>
                                    <p:anim calcmode="lin" valueType="num">
                                      <p:cBhvr additive="base">
                                        <p:cTn id="37" dur="500" fill="hold"/>
                                        <p:tgtEl>
                                          <p:spTgt spid="34821">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4821">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4821">
                                            <p:txEl>
                                              <p:pRg st="10" end="10"/>
                                            </p:txEl>
                                          </p:spTgt>
                                        </p:tgtEl>
                                        <p:attrNameLst>
                                          <p:attrName>style.visibility</p:attrName>
                                        </p:attrNameLst>
                                      </p:cBhvr>
                                      <p:to>
                                        <p:strVal val="visible"/>
                                      </p:to>
                                    </p:set>
                                    <p:anim calcmode="lin" valueType="num">
                                      <p:cBhvr additive="base">
                                        <p:cTn id="43" dur="500" fill="hold"/>
                                        <p:tgtEl>
                                          <p:spTgt spid="34821">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4821">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CFC1A-ADFC-470A-8B81-6375C1F74735}"/>
              </a:ext>
            </a:extLst>
          </p:cNvPr>
          <p:cNvSpPr>
            <a:spLocks noGrp="1"/>
          </p:cNvSpPr>
          <p:nvPr>
            <p:ph type="title"/>
          </p:nvPr>
        </p:nvSpPr>
        <p:spPr/>
        <p:txBody>
          <a:bodyPr/>
          <a:lstStyle/>
          <a:p>
            <a:r>
              <a:rPr lang="en-US" dirty="0"/>
              <a:t>Insertion Sort Analysis</a:t>
            </a:r>
            <a:endParaRPr lang="en-IN" dirty="0"/>
          </a:p>
        </p:txBody>
      </p:sp>
      <p:sp>
        <p:nvSpPr>
          <p:cNvPr id="3" name="TextBox 2">
            <a:extLst>
              <a:ext uri="{FF2B5EF4-FFF2-40B4-BE49-F238E27FC236}">
                <a16:creationId xmlns:a16="http://schemas.microsoft.com/office/drawing/2014/main" id="{7AAF9C8F-5F99-34B3-BD68-9738AD81B6BF}"/>
              </a:ext>
            </a:extLst>
          </p:cNvPr>
          <p:cNvSpPr txBox="1"/>
          <p:nvPr/>
        </p:nvSpPr>
        <p:spPr>
          <a:xfrm>
            <a:off x="1139482" y="1690688"/>
            <a:ext cx="10515599" cy="2369880"/>
          </a:xfrm>
          <a:prstGeom prst="rect">
            <a:avLst/>
          </a:prstGeom>
          <a:noFill/>
        </p:spPr>
        <p:txBody>
          <a:bodyPr wrap="square" rtlCol="0">
            <a:spAutoFit/>
          </a:bodyPr>
          <a:lstStyle/>
          <a:p>
            <a:r>
              <a:rPr lang="en-US" sz="2800" dirty="0"/>
              <a:t>Time Efficiency C(n):</a:t>
            </a:r>
          </a:p>
          <a:p>
            <a:pPr marL="742950" lvl="1" indent="-285750">
              <a:buFont typeface="Arial" panose="020B0604020202020204" pitchFamily="34" charset="0"/>
              <a:buChar char="•"/>
            </a:pPr>
            <a:r>
              <a:rPr lang="en-US" sz="2800" dirty="0"/>
              <a:t>Worst Case C</a:t>
            </a:r>
            <a:r>
              <a:rPr lang="en-US" sz="2800" baseline="-25000" dirty="0"/>
              <a:t>worst</a:t>
            </a:r>
            <a:r>
              <a:rPr lang="en-US" sz="2800" dirty="0"/>
              <a:t>(n) = </a:t>
            </a:r>
            <a:r>
              <a:rPr lang="el-GR" sz="2800" dirty="0"/>
              <a:t>θ</a:t>
            </a:r>
            <a:r>
              <a:rPr lang="en-US" sz="2800" dirty="0"/>
              <a:t> (n</a:t>
            </a:r>
            <a:r>
              <a:rPr lang="en-US" sz="2800" baseline="30000" dirty="0"/>
              <a:t>2</a:t>
            </a:r>
            <a:r>
              <a:rPr lang="en-US" sz="2800" dirty="0"/>
              <a:t>)</a:t>
            </a:r>
          </a:p>
          <a:p>
            <a:pPr marL="742950" lvl="1" indent="-285750">
              <a:buFont typeface="Arial" panose="020B0604020202020204" pitchFamily="34" charset="0"/>
              <a:buChar char="•"/>
            </a:pPr>
            <a:r>
              <a:rPr lang="en-US" sz="2800" dirty="0"/>
              <a:t>Average Case </a:t>
            </a:r>
            <a:r>
              <a:rPr lang="en-US" sz="2800" dirty="0" err="1"/>
              <a:t>C</a:t>
            </a:r>
            <a:r>
              <a:rPr lang="en-US" sz="2800" baseline="-25000" dirty="0" err="1"/>
              <a:t>avg</a:t>
            </a:r>
            <a:r>
              <a:rPr lang="en-US" sz="2800" dirty="0"/>
              <a:t>(n) = </a:t>
            </a:r>
            <a:r>
              <a:rPr lang="el-GR" sz="2800" dirty="0"/>
              <a:t>θ</a:t>
            </a:r>
            <a:r>
              <a:rPr lang="en-US" sz="2800" dirty="0"/>
              <a:t> (n</a:t>
            </a:r>
            <a:r>
              <a:rPr lang="en-US" sz="2800" baseline="30000" dirty="0"/>
              <a:t>2</a:t>
            </a:r>
            <a:r>
              <a:rPr lang="en-US" sz="2800" dirty="0"/>
              <a:t>)</a:t>
            </a:r>
          </a:p>
          <a:p>
            <a:pPr marL="742950" lvl="1" indent="-285750">
              <a:buFont typeface="Arial" panose="020B0604020202020204" pitchFamily="34" charset="0"/>
              <a:buChar char="•"/>
            </a:pPr>
            <a:r>
              <a:rPr lang="en-US" sz="2800" dirty="0"/>
              <a:t>Best Case </a:t>
            </a:r>
            <a:r>
              <a:rPr lang="en-US" sz="2800" dirty="0" err="1"/>
              <a:t>C</a:t>
            </a:r>
            <a:r>
              <a:rPr lang="en-US" sz="2800" baseline="-25000" dirty="0" err="1"/>
              <a:t>best</a:t>
            </a:r>
            <a:r>
              <a:rPr lang="en-US" sz="2800" dirty="0"/>
              <a:t>(n) = n-1 = </a:t>
            </a:r>
            <a:r>
              <a:rPr lang="el-GR" sz="2800" dirty="0"/>
              <a:t>θ</a:t>
            </a:r>
            <a:r>
              <a:rPr lang="en-US" sz="2800" dirty="0"/>
              <a:t> (n) (also fast on almost sorted arrays) </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2736726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35842" name="Slide Number Placeholder 2">
            <a:extLst>
              <a:ext uri="{FF2B5EF4-FFF2-40B4-BE49-F238E27FC236}">
                <a16:creationId xmlns:a16="http://schemas.microsoft.com/office/drawing/2014/main" id="{78EC95D5-BE30-4171-9EAB-5965FE944DC1}"/>
              </a:ext>
            </a:extLst>
          </p:cNvPr>
          <p:cNvSpPr>
            <a:spLocks noGrp="1"/>
          </p:cNvSpPr>
          <p:nvPr>
            <p:ph type="sldNum" sz="quarter" idx="10"/>
          </p:nvPr>
        </p:nvSpPr>
        <p:spPr>
          <a:xfrm>
            <a:off x="8077200" y="6248400"/>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82945" tIns="41473" rIns="82945" bIns="41473" rtlCol="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fld id="{01CFBFA2-299E-4CB2-A2C9-F25C2F475337}" type="slidenum">
              <a:rPr lang="en-US" altLang="en-US" sz="800">
                <a:latin typeface="Arial Black" panose="020B0A04020102020204" pitchFamily="34" charset="0"/>
              </a:rPr>
              <a:pPr/>
              <a:t>16</a:t>
            </a:fld>
            <a:endParaRPr lang="en-US" altLang="en-US" sz="800">
              <a:latin typeface="Arial Black" panose="020B0A04020102020204" pitchFamily="34" charset="0"/>
            </a:endParaRPr>
          </a:p>
        </p:txBody>
      </p:sp>
      <p:sp>
        <p:nvSpPr>
          <p:cNvPr id="35843" name="Rectangle 2">
            <a:extLst>
              <a:ext uri="{FF2B5EF4-FFF2-40B4-BE49-F238E27FC236}">
                <a16:creationId xmlns:a16="http://schemas.microsoft.com/office/drawing/2014/main" id="{5CF039DB-1262-412B-BC0A-2B0B53B7BC6A}"/>
              </a:ext>
            </a:extLst>
          </p:cNvPr>
          <p:cNvSpPr>
            <a:spLocks noGrp="1" noChangeArrowheads="1"/>
          </p:cNvSpPr>
          <p:nvPr>
            <p:ph type="title" idx="4294967295"/>
          </p:nvPr>
        </p:nvSpPr>
        <p:spPr>
          <a:xfrm>
            <a:off x="1524001" y="406400"/>
            <a:ext cx="8639175" cy="533400"/>
          </a:xfrm>
        </p:spPr>
        <p:txBody>
          <a:bodyPr/>
          <a:lstStyle/>
          <a:p>
            <a:pPr algn="r" eaLnBrk="1" hangingPunct="1"/>
            <a:r>
              <a:rPr lang="en-US" altLang="en-US" sz="2900" b="1"/>
              <a:t> Look at the sorting!</a:t>
            </a:r>
          </a:p>
        </p:txBody>
      </p:sp>
      <p:sp>
        <p:nvSpPr>
          <p:cNvPr id="35844" name="Rectangle 3">
            <a:extLst>
              <a:ext uri="{FF2B5EF4-FFF2-40B4-BE49-F238E27FC236}">
                <a16:creationId xmlns:a16="http://schemas.microsoft.com/office/drawing/2014/main" id="{6DAC787D-3F12-406F-AD2F-209160CCB014}"/>
              </a:ext>
            </a:extLst>
          </p:cNvPr>
          <p:cNvSpPr>
            <a:spLocks noGrp="1" noChangeArrowheads="1"/>
          </p:cNvSpPr>
          <p:nvPr>
            <p:ph type="body" idx="4294967295"/>
          </p:nvPr>
        </p:nvSpPr>
        <p:spPr>
          <a:xfrm>
            <a:off x="1524001" y="1941513"/>
            <a:ext cx="8208963" cy="4114800"/>
          </a:xfrm>
        </p:spPr>
        <p:txBody>
          <a:bodyPr/>
          <a:lstStyle/>
          <a:p>
            <a:pPr eaLnBrk="1" hangingPunct="1">
              <a:buFont typeface="Wingdings" panose="05000000000000000000" pitchFamily="2" charset="2"/>
              <a:buNone/>
            </a:pPr>
            <a:r>
              <a:rPr lang="en-US" altLang="en-US"/>
              <a:t>   </a:t>
            </a:r>
          </a:p>
        </p:txBody>
      </p:sp>
      <p:sp>
        <p:nvSpPr>
          <p:cNvPr id="35845" name="Rectangle 4">
            <a:extLst>
              <a:ext uri="{FF2B5EF4-FFF2-40B4-BE49-F238E27FC236}">
                <a16:creationId xmlns:a16="http://schemas.microsoft.com/office/drawing/2014/main" id="{906E0ACF-3A22-4CC2-9624-184E4464452C}"/>
              </a:ext>
            </a:extLst>
          </p:cNvPr>
          <p:cNvSpPr>
            <a:spLocks noChangeArrowheads="1"/>
          </p:cNvSpPr>
          <p:nvPr/>
        </p:nvSpPr>
        <p:spPr bwMode="auto">
          <a:xfrm>
            <a:off x="7466181" y="975833"/>
            <a:ext cx="3662362" cy="5114925"/>
          </a:xfrm>
          <a:prstGeom prst="rect">
            <a:avLst/>
          </a:prstGeom>
          <a:solidFill>
            <a:srgbClr val="CCFFCC"/>
          </a:solidFill>
          <a:ln w="19050">
            <a:solidFill>
              <a:schemeClr val="tx1"/>
            </a:solidFill>
            <a:miter lim="800000"/>
            <a:headEnd/>
            <a:tailEnd/>
          </a:ln>
        </p:spPr>
        <p:txBody>
          <a:bodyPr wrap="none" lIns="0" tIns="0" rIns="0" bIns="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eaLnBrk="1" hangingPunct="1">
              <a:lnSpc>
                <a:spcPct val="80000"/>
              </a:lnSpc>
              <a:spcBef>
                <a:spcPct val="20000"/>
              </a:spcBef>
              <a:buSzPct val="83000"/>
            </a:pPr>
            <a:r>
              <a:rPr lang="en-US" altLang="en-US" sz="1800" b="1" dirty="0">
                <a:solidFill>
                  <a:srgbClr val="000000"/>
                </a:solidFill>
              </a:rPr>
              <a:t> 8</a:t>
            </a:r>
          </a:p>
          <a:p>
            <a:pPr eaLnBrk="1" hangingPunct="1">
              <a:lnSpc>
                <a:spcPct val="80000"/>
              </a:lnSpc>
              <a:spcBef>
                <a:spcPct val="20000"/>
              </a:spcBef>
              <a:buSzPct val="83000"/>
            </a:pPr>
            <a:r>
              <a:rPr lang="en-US" altLang="en-US" sz="1800" b="1" dirty="0">
                <a:solidFill>
                  <a:srgbClr val="000000"/>
                </a:solidFill>
              </a:rPr>
              <a:t> 2</a:t>
            </a:r>
          </a:p>
          <a:p>
            <a:pPr eaLnBrk="1" hangingPunct="1">
              <a:lnSpc>
                <a:spcPct val="80000"/>
              </a:lnSpc>
              <a:spcBef>
                <a:spcPct val="20000"/>
              </a:spcBef>
              <a:buSzPct val="83000"/>
            </a:pPr>
            <a:r>
              <a:rPr lang="en-US" altLang="en-US" sz="1800" b="1" dirty="0">
                <a:solidFill>
                  <a:srgbClr val="000000"/>
                </a:solidFill>
              </a:rPr>
              <a:t> 9</a:t>
            </a:r>
          </a:p>
          <a:p>
            <a:pPr eaLnBrk="1" hangingPunct="1">
              <a:lnSpc>
                <a:spcPct val="80000"/>
              </a:lnSpc>
              <a:spcBef>
                <a:spcPct val="20000"/>
              </a:spcBef>
              <a:buSzPct val="83000"/>
            </a:pPr>
            <a:r>
              <a:rPr lang="en-US" altLang="en-US" sz="1800" b="1" dirty="0">
                <a:solidFill>
                  <a:srgbClr val="000000"/>
                </a:solidFill>
              </a:rPr>
              <a:t> 4</a:t>
            </a:r>
          </a:p>
          <a:p>
            <a:pPr eaLnBrk="1" hangingPunct="1">
              <a:lnSpc>
                <a:spcPct val="80000"/>
              </a:lnSpc>
              <a:spcBef>
                <a:spcPct val="20000"/>
              </a:spcBef>
              <a:buSzPct val="83000"/>
            </a:pPr>
            <a:r>
              <a:rPr lang="en-US" altLang="en-US" sz="1800" b="1" dirty="0">
                <a:solidFill>
                  <a:srgbClr val="000000"/>
                </a:solidFill>
              </a:rPr>
              <a:t> 7</a:t>
            </a:r>
          </a:p>
          <a:p>
            <a:pPr eaLnBrk="1" hangingPunct="1">
              <a:lnSpc>
                <a:spcPct val="80000"/>
              </a:lnSpc>
              <a:spcBef>
                <a:spcPct val="20000"/>
              </a:spcBef>
              <a:buSzPct val="83000"/>
            </a:pPr>
            <a:r>
              <a:rPr lang="en-US" altLang="en-US" sz="1800" b="1" dirty="0">
                <a:solidFill>
                  <a:srgbClr val="000000"/>
                </a:solidFill>
              </a:rPr>
              <a:t> 6</a:t>
            </a:r>
          </a:p>
          <a:p>
            <a:pPr eaLnBrk="1" hangingPunct="1">
              <a:lnSpc>
                <a:spcPct val="80000"/>
              </a:lnSpc>
              <a:spcBef>
                <a:spcPct val="20000"/>
              </a:spcBef>
              <a:buSzPct val="83000"/>
            </a:pPr>
            <a:r>
              <a:rPr lang="en-US" altLang="en-US" sz="1800" b="1" dirty="0">
                <a:solidFill>
                  <a:srgbClr val="000000"/>
                </a:solidFill>
              </a:rPr>
              <a:t> 2</a:t>
            </a:r>
          </a:p>
          <a:p>
            <a:pPr eaLnBrk="1" hangingPunct="1">
              <a:lnSpc>
                <a:spcPct val="80000"/>
              </a:lnSpc>
              <a:spcBef>
                <a:spcPct val="20000"/>
              </a:spcBef>
              <a:buSzPct val="83000"/>
            </a:pPr>
            <a:r>
              <a:rPr lang="en-US" altLang="en-US" sz="1800" b="1" dirty="0">
                <a:solidFill>
                  <a:srgbClr val="000000"/>
                </a:solidFill>
              </a:rPr>
              <a:t> 1</a:t>
            </a:r>
          </a:p>
          <a:p>
            <a:pPr eaLnBrk="1" hangingPunct="1">
              <a:lnSpc>
                <a:spcPct val="80000"/>
              </a:lnSpc>
              <a:spcBef>
                <a:spcPct val="20000"/>
              </a:spcBef>
              <a:buSzPct val="83000"/>
            </a:pPr>
            <a:r>
              <a:rPr lang="en-US" altLang="en-US" sz="1800" b="1" dirty="0">
                <a:solidFill>
                  <a:srgbClr val="000000"/>
                </a:solidFill>
              </a:rPr>
              <a:t> 5</a:t>
            </a:r>
          </a:p>
          <a:p>
            <a:pPr eaLnBrk="1" hangingPunct="1">
              <a:lnSpc>
                <a:spcPct val="80000"/>
              </a:lnSpc>
              <a:spcBef>
                <a:spcPct val="20000"/>
              </a:spcBef>
              <a:buSzPct val="83000"/>
            </a:pPr>
            <a:r>
              <a:rPr lang="en-US" altLang="en-US" sz="1800" b="1" dirty="0">
                <a:solidFill>
                  <a:srgbClr val="000000"/>
                </a:solidFill>
              </a:rPr>
              <a:t> </a:t>
            </a:r>
            <a:r>
              <a:rPr lang="en-US" altLang="en-US" sz="1800" b="1" dirty="0" err="1">
                <a:solidFill>
                  <a:srgbClr val="000000"/>
                </a:solidFill>
              </a:rPr>
              <a:t>i</a:t>
            </a:r>
            <a:r>
              <a:rPr lang="en-US" altLang="en-US" sz="1800" b="1" dirty="0">
                <a:solidFill>
                  <a:srgbClr val="000000"/>
                </a:solidFill>
              </a:rPr>
              <a:t> = 1::  2, 9, 4, 7, 6, 2, 1, 5,</a:t>
            </a:r>
          </a:p>
          <a:p>
            <a:pPr eaLnBrk="1" hangingPunct="1">
              <a:lnSpc>
                <a:spcPct val="80000"/>
              </a:lnSpc>
              <a:spcBef>
                <a:spcPct val="20000"/>
              </a:spcBef>
              <a:buSzPct val="83000"/>
            </a:pPr>
            <a:r>
              <a:rPr lang="en-US" altLang="en-US" sz="1800" b="1" dirty="0">
                <a:solidFill>
                  <a:srgbClr val="000000"/>
                </a:solidFill>
              </a:rPr>
              <a:t> </a:t>
            </a:r>
            <a:r>
              <a:rPr lang="en-US" altLang="en-US" sz="1800" b="1" dirty="0" err="1">
                <a:solidFill>
                  <a:srgbClr val="000000"/>
                </a:solidFill>
              </a:rPr>
              <a:t>i</a:t>
            </a:r>
            <a:r>
              <a:rPr lang="en-US" altLang="en-US" sz="1800" b="1" dirty="0">
                <a:solidFill>
                  <a:srgbClr val="000000"/>
                </a:solidFill>
              </a:rPr>
              <a:t> = 2::  9, 2, 4, 7, 6, 2, 1, 5,</a:t>
            </a:r>
          </a:p>
          <a:p>
            <a:pPr eaLnBrk="1" hangingPunct="1">
              <a:lnSpc>
                <a:spcPct val="80000"/>
              </a:lnSpc>
              <a:spcBef>
                <a:spcPct val="20000"/>
              </a:spcBef>
              <a:buSzPct val="83000"/>
            </a:pPr>
            <a:r>
              <a:rPr lang="en-US" altLang="en-US" sz="1800" b="1" dirty="0">
                <a:solidFill>
                  <a:srgbClr val="000000"/>
                </a:solidFill>
              </a:rPr>
              <a:t> </a:t>
            </a:r>
            <a:r>
              <a:rPr lang="en-US" altLang="en-US" sz="1800" b="1" dirty="0" err="1">
                <a:solidFill>
                  <a:srgbClr val="000000"/>
                </a:solidFill>
              </a:rPr>
              <a:t>i</a:t>
            </a:r>
            <a:r>
              <a:rPr lang="en-US" altLang="en-US" sz="1800" b="1" dirty="0">
                <a:solidFill>
                  <a:srgbClr val="000000"/>
                </a:solidFill>
              </a:rPr>
              <a:t> = 3::  9, 4, 2, 7, 6, 2, 1, 5,</a:t>
            </a:r>
          </a:p>
          <a:p>
            <a:pPr eaLnBrk="1" hangingPunct="1">
              <a:lnSpc>
                <a:spcPct val="80000"/>
              </a:lnSpc>
              <a:spcBef>
                <a:spcPct val="20000"/>
              </a:spcBef>
              <a:buSzPct val="83000"/>
            </a:pPr>
            <a:r>
              <a:rPr lang="en-US" altLang="en-US" sz="1800" b="1" dirty="0">
                <a:solidFill>
                  <a:srgbClr val="000000"/>
                </a:solidFill>
              </a:rPr>
              <a:t> </a:t>
            </a:r>
            <a:r>
              <a:rPr lang="en-US" altLang="en-US" sz="1800" b="1" dirty="0" err="1">
                <a:solidFill>
                  <a:srgbClr val="000000"/>
                </a:solidFill>
              </a:rPr>
              <a:t>i</a:t>
            </a:r>
            <a:r>
              <a:rPr lang="en-US" altLang="en-US" sz="1800" b="1" dirty="0">
                <a:solidFill>
                  <a:srgbClr val="000000"/>
                </a:solidFill>
              </a:rPr>
              <a:t> = 4::  9, 7, 4, 2, 6, 2, 1, 5,</a:t>
            </a:r>
          </a:p>
          <a:p>
            <a:pPr eaLnBrk="1" hangingPunct="1">
              <a:lnSpc>
                <a:spcPct val="80000"/>
              </a:lnSpc>
              <a:spcBef>
                <a:spcPct val="20000"/>
              </a:spcBef>
              <a:buSzPct val="83000"/>
            </a:pPr>
            <a:r>
              <a:rPr lang="en-US" altLang="en-US" sz="1800" b="1" dirty="0">
                <a:solidFill>
                  <a:srgbClr val="000000"/>
                </a:solidFill>
              </a:rPr>
              <a:t> </a:t>
            </a:r>
            <a:r>
              <a:rPr lang="en-US" altLang="en-US" sz="1800" b="1" dirty="0" err="1">
                <a:solidFill>
                  <a:srgbClr val="000000"/>
                </a:solidFill>
              </a:rPr>
              <a:t>i</a:t>
            </a:r>
            <a:r>
              <a:rPr lang="en-US" altLang="en-US" sz="1800" b="1" dirty="0">
                <a:solidFill>
                  <a:srgbClr val="000000"/>
                </a:solidFill>
              </a:rPr>
              <a:t> = 5::  9, 7, 6, 4, 2, 2, 1, 5,</a:t>
            </a:r>
          </a:p>
          <a:p>
            <a:pPr eaLnBrk="1" hangingPunct="1">
              <a:lnSpc>
                <a:spcPct val="80000"/>
              </a:lnSpc>
              <a:spcBef>
                <a:spcPct val="20000"/>
              </a:spcBef>
              <a:buSzPct val="83000"/>
            </a:pPr>
            <a:r>
              <a:rPr lang="en-US" altLang="en-US" sz="1800" b="1" dirty="0">
                <a:solidFill>
                  <a:srgbClr val="000000"/>
                </a:solidFill>
              </a:rPr>
              <a:t> </a:t>
            </a:r>
            <a:r>
              <a:rPr lang="en-US" altLang="en-US" sz="1800" b="1" dirty="0" err="1">
                <a:solidFill>
                  <a:srgbClr val="000000"/>
                </a:solidFill>
              </a:rPr>
              <a:t>i</a:t>
            </a:r>
            <a:r>
              <a:rPr lang="en-US" altLang="en-US" sz="1800" b="1" dirty="0">
                <a:solidFill>
                  <a:srgbClr val="000000"/>
                </a:solidFill>
              </a:rPr>
              <a:t> = 6::  9, 7, 6, 4, 2, 2, 1, 5,</a:t>
            </a:r>
          </a:p>
          <a:p>
            <a:pPr eaLnBrk="1" hangingPunct="1">
              <a:lnSpc>
                <a:spcPct val="80000"/>
              </a:lnSpc>
              <a:spcBef>
                <a:spcPct val="20000"/>
              </a:spcBef>
              <a:buSzPct val="83000"/>
            </a:pPr>
            <a:r>
              <a:rPr lang="en-US" altLang="en-US" sz="1800" b="1" dirty="0">
                <a:solidFill>
                  <a:srgbClr val="000000"/>
                </a:solidFill>
              </a:rPr>
              <a:t> </a:t>
            </a:r>
            <a:r>
              <a:rPr lang="en-US" altLang="en-US" sz="1800" b="1" dirty="0" err="1">
                <a:solidFill>
                  <a:srgbClr val="000000"/>
                </a:solidFill>
              </a:rPr>
              <a:t>i</a:t>
            </a:r>
            <a:r>
              <a:rPr lang="en-US" altLang="en-US" sz="1800" b="1" dirty="0">
                <a:solidFill>
                  <a:srgbClr val="000000"/>
                </a:solidFill>
              </a:rPr>
              <a:t> = 7::  9, 7, 6, 4, 2, 2, 1, 5,</a:t>
            </a:r>
          </a:p>
          <a:p>
            <a:pPr eaLnBrk="1" hangingPunct="1">
              <a:lnSpc>
                <a:spcPct val="80000"/>
              </a:lnSpc>
              <a:spcBef>
                <a:spcPct val="20000"/>
              </a:spcBef>
              <a:buSzPct val="83000"/>
            </a:pPr>
            <a:r>
              <a:rPr lang="en-US" altLang="en-US" sz="1800" b="1" dirty="0">
                <a:solidFill>
                  <a:srgbClr val="000000"/>
                </a:solidFill>
              </a:rPr>
              <a:t> Result = 9, 7, 6, 5, 4, 2, 2, 1,</a:t>
            </a:r>
          </a:p>
        </p:txBody>
      </p:sp>
      <p:sp>
        <p:nvSpPr>
          <p:cNvPr id="35846" name="Rectangle 5">
            <a:extLst>
              <a:ext uri="{FF2B5EF4-FFF2-40B4-BE49-F238E27FC236}">
                <a16:creationId xmlns:a16="http://schemas.microsoft.com/office/drawing/2014/main" id="{7793BAD3-8786-40CC-A546-B8FBB2CD9CD6}"/>
              </a:ext>
            </a:extLst>
          </p:cNvPr>
          <p:cNvSpPr>
            <a:spLocks noChangeArrowheads="1"/>
          </p:cNvSpPr>
          <p:nvPr/>
        </p:nvSpPr>
        <p:spPr bwMode="auto">
          <a:xfrm>
            <a:off x="650877" y="153988"/>
            <a:ext cx="4848225" cy="3635375"/>
          </a:xfrm>
          <a:prstGeom prst="rect">
            <a:avLst/>
          </a:prstGeom>
          <a:solidFill>
            <a:srgbClr val="F8F8F8"/>
          </a:solidFill>
          <a:ln w="12700">
            <a:solidFill>
              <a:schemeClr val="tx1"/>
            </a:solidFill>
            <a:miter lim="800000"/>
            <a:headEnd/>
            <a:tailEnd/>
          </a:ln>
        </p:spPr>
        <p:txBody>
          <a:bodyPr wrap="none" lIns="0" tIns="0" rIns="0" bIns="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eaLnBrk="1" hangingPunct="1">
              <a:spcBef>
                <a:spcPct val="20000"/>
              </a:spcBef>
              <a:buSzPct val="83000"/>
            </a:pPr>
            <a:r>
              <a:rPr lang="en-US" altLang="en-US" sz="1800" b="1" dirty="0">
                <a:solidFill>
                  <a:srgbClr val="000000"/>
                </a:solidFill>
              </a:rPr>
              <a:t>  void </a:t>
            </a:r>
            <a:r>
              <a:rPr lang="en-US" altLang="en-US" sz="1800" b="1" dirty="0" err="1">
                <a:solidFill>
                  <a:srgbClr val="000000"/>
                </a:solidFill>
              </a:rPr>
              <a:t>InsertionSort</a:t>
            </a:r>
            <a:r>
              <a:rPr lang="en-US" altLang="en-US" sz="1800" b="1" dirty="0">
                <a:solidFill>
                  <a:srgbClr val="000000"/>
                </a:solidFill>
              </a:rPr>
              <a:t> (int A[ ], int size)  {</a:t>
            </a:r>
          </a:p>
          <a:p>
            <a:pPr eaLnBrk="1" hangingPunct="1">
              <a:spcBef>
                <a:spcPct val="20000"/>
              </a:spcBef>
              <a:buSzPct val="83000"/>
            </a:pPr>
            <a:r>
              <a:rPr lang="en-US" altLang="en-US" sz="1800" b="1" dirty="0">
                <a:solidFill>
                  <a:srgbClr val="000000"/>
                </a:solidFill>
              </a:rPr>
              <a:t>     int </a:t>
            </a:r>
            <a:r>
              <a:rPr lang="en-US" altLang="en-US" sz="1800" b="1" dirty="0" err="1">
                <a:solidFill>
                  <a:srgbClr val="000000"/>
                </a:solidFill>
              </a:rPr>
              <a:t>i,j</a:t>
            </a:r>
            <a:r>
              <a:rPr lang="en-US" altLang="en-US" sz="1800" b="1" dirty="0">
                <a:solidFill>
                  <a:srgbClr val="000000"/>
                </a:solidFill>
              </a:rPr>
              <a:t>, item;</a:t>
            </a:r>
          </a:p>
          <a:p>
            <a:pPr eaLnBrk="1" hangingPunct="1">
              <a:spcBef>
                <a:spcPct val="20000"/>
              </a:spcBef>
              <a:buSzPct val="83000"/>
            </a:pPr>
            <a:r>
              <a:rPr lang="en-US" altLang="en-US" sz="1800" b="1" dirty="0">
                <a:solidFill>
                  <a:srgbClr val="000000"/>
                </a:solidFill>
              </a:rPr>
              <a:t>     for (</a:t>
            </a:r>
            <a:r>
              <a:rPr lang="en-US" altLang="en-US" sz="1800" b="1" dirty="0" err="1">
                <a:solidFill>
                  <a:srgbClr val="000000"/>
                </a:solidFill>
              </a:rPr>
              <a:t>i</a:t>
            </a:r>
            <a:r>
              <a:rPr lang="en-US" altLang="en-US" sz="1800" b="1" dirty="0">
                <a:solidFill>
                  <a:srgbClr val="000000"/>
                </a:solidFill>
              </a:rPr>
              <a:t>=1; </a:t>
            </a:r>
            <a:r>
              <a:rPr lang="en-US" altLang="en-US" sz="1800" b="1" dirty="0" err="1">
                <a:solidFill>
                  <a:srgbClr val="000000"/>
                </a:solidFill>
              </a:rPr>
              <a:t>i</a:t>
            </a:r>
            <a:r>
              <a:rPr lang="en-US" altLang="en-US" sz="1800" b="1" dirty="0">
                <a:solidFill>
                  <a:srgbClr val="000000"/>
                </a:solidFill>
              </a:rPr>
              <a:t>&lt;size; </a:t>
            </a:r>
            <a:r>
              <a:rPr lang="en-US" altLang="en-US" sz="1800" b="1" dirty="0" err="1">
                <a:solidFill>
                  <a:srgbClr val="000000"/>
                </a:solidFill>
              </a:rPr>
              <a:t>i</a:t>
            </a:r>
            <a:r>
              <a:rPr lang="en-US" altLang="en-US" sz="1800" b="1" dirty="0">
                <a:solidFill>
                  <a:srgbClr val="000000"/>
                </a:solidFill>
              </a:rPr>
              <a:t>++) { </a:t>
            </a:r>
          </a:p>
          <a:p>
            <a:pPr eaLnBrk="1" hangingPunct="1">
              <a:spcBef>
                <a:spcPct val="20000"/>
              </a:spcBef>
              <a:buSzPct val="83000"/>
            </a:pPr>
            <a:r>
              <a:rPr lang="en-US" altLang="en-US" sz="1800" b="1" dirty="0">
                <a:solidFill>
                  <a:srgbClr val="000000"/>
                </a:solidFill>
              </a:rPr>
              <a:t>       </a:t>
            </a:r>
            <a:r>
              <a:rPr lang="en-US" altLang="en-US" sz="1800" b="1" dirty="0" err="1">
                <a:solidFill>
                  <a:srgbClr val="000000"/>
                </a:solidFill>
              </a:rPr>
              <a:t>printf</a:t>
            </a:r>
            <a:r>
              <a:rPr lang="en-US" altLang="en-US" sz="1800" b="1" dirty="0">
                <a:solidFill>
                  <a:srgbClr val="000000"/>
                </a:solidFill>
              </a:rPr>
              <a:t>("</a:t>
            </a:r>
            <a:r>
              <a:rPr lang="en-US" altLang="en-US" sz="1800" b="1" dirty="0" err="1">
                <a:solidFill>
                  <a:srgbClr val="000000"/>
                </a:solidFill>
              </a:rPr>
              <a:t>i</a:t>
            </a:r>
            <a:r>
              <a:rPr lang="en-US" altLang="en-US" sz="1800" b="1" dirty="0">
                <a:solidFill>
                  <a:srgbClr val="000000"/>
                </a:solidFill>
              </a:rPr>
              <a:t> = %d::  ",</a:t>
            </a:r>
            <a:r>
              <a:rPr lang="en-US" altLang="en-US" sz="1800" b="1" dirty="0" err="1">
                <a:solidFill>
                  <a:srgbClr val="000000"/>
                </a:solidFill>
              </a:rPr>
              <a:t>i</a:t>
            </a:r>
            <a:r>
              <a:rPr lang="en-US" altLang="en-US" sz="1800" b="1" dirty="0">
                <a:solidFill>
                  <a:srgbClr val="000000"/>
                </a:solidFill>
              </a:rPr>
              <a:t>);</a:t>
            </a:r>
          </a:p>
          <a:p>
            <a:pPr eaLnBrk="1" hangingPunct="1">
              <a:spcBef>
                <a:spcPct val="20000"/>
              </a:spcBef>
              <a:buSzPct val="83000"/>
            </a:pPr>
            <a:r>
              <a:rPr lang="en-US" altLang="en-US" sz="1800" b="1" dirty="0">
                <a:solidFill>
                  <a:srgbClr val="000000"/>
                </a:solidFill>
              </a:rPr>
              <a:t>       for (j=0;j&lt;</a:t>
            </a:r>
            <a:r>
              <a:rPr lang="en-US" altLang="en-US" sz="1800" b="1" dirty="0" err="1">
                <a:solidFill>
                  <a:srgbClr val="000000"/>
                </a:solidFill>
              </a:rPr>
              <a:t>size;j</a:t>
            </a:r>
            <a:r>
              <a:rPr lang="en-US" altLang="en-US" sz="1800" b="1" dirty="0">
                <a:solidFill>
                  <a:srgbClr val="000000"/>
                </a:solidFill>
              </a:rPr>
              <a:t>++) </a:t>
            </a:r>
            <a:r>
              <a:rPr lang="en-US" altLang="en-US" sz="1800" b="1" dirty="0" err="1">
                <a:solidFill>
                  <a:srgbClr val="000000"/>
                </a:solidFill>
              </a:rPr>
              <a:t>printf</a:t>
            </a:r>
            <a:r>
              <a:rPr lang="en-US" altLang="en-US" sz="1800" b="1" dirty="0">
                <a:solidFill>
                  <a:srgbClr val="000000"/>
                </a:solidFill>
              </a:rPr>
              <a:t>("%d, ",A[j]);</a:t>
            </a:r>
          </a:p>
          <a:p>
            <a:pPr eaLnBrk="1" hangingPunct="1">
              <a:spcBef>
                <a:spcPct val="20000"/>
              </a:spcBef>
              <a:buSzPct val="83000"/>
            </a:pPr>
            <a:r>
              <a:rPr lang="en-US" altLang="en-US" sz="1800" b="1" dirty="0">
                <a:solidFill>
                  <a:srgbClr val="000000"/>
                </a:solidFill>
              </a:rPr>
              <a:t>       </a:t>
            </a:r>
            <a:r>
              <a:rPr lang="en-US" altLang="en-US" sz="1800" b="1" dirty="0" err="1">
                <a:solidFill>
                  <a:srgbClr val="000000"/>
                </a:solidFill>
              </a:rPr>
              <a:t>printf</a:t>
            </a:r>
            <a:r>
              <a:rPr lang="en-US" altLang="en-US" sz="1800" b="1" dirty="0">
                <a:solidFill>
                  <a:srgbClr val="000000"/>
                </a:solidFill>
              </a:rPr>
              <a:t>("\n"); item = A[</a:t>
            </a:r>
            <a:r>
              <a:rPr lang="en-US" altLang="en-US" sz="1800" b="1" dirty="0" err="1">
                <a:solidFill>
                  <a:srgbClr val="000000"/>
                </a:solidFill>
              </a:rPr>
              <a:t>i</a:t>
            </a:r>
            <a:r>
              <a:rPr lang="en-US" altLang="en-US" sz="1800" b="1" dirty="0">
                <a:solidFill>
                  <a:srgbClr val="000000"/>
                </a:solidFill>
              </a:rPr>
              <a:t>] ;</a:t>
            </a:r>
          </a:p>
          <a:p>
            <a:pPr eaLnBrk="1" hangingPunct="1">
              <a:spcBef>
                <a:spcPct val="20000"/>
              </a:spcBef>
              <a:buSzPct val="83000"/>
            </a:pPr>
            <a:r>
              <a:rPr lang="en-US" altLang="en-US" sz="1800" b="1" dirty="0">
                <a:solidFill>
                  <a:srgbClr val="000000"/>
                </a:solidFill>
              </a:rPr>
              <a:t>       for (j=i-1; j&gt;=0; j--)</a:t>
            </a:r>
          </a:p>
          <a:p>
            <a:pPr eaLnBrk="1" hangingPunct="1">
              <a:spcBef>
                <a:spcPct val="20000"/>
              </a:spcBef>
              <a:buSzPct val="83000"/>
            </a:pPr>
            <a:r>
              <a:rPr lang="en-US" altLang="en-US" sz="1800" b="1" dirty="0">
                <a:solidFill>
                  <a:srgbClr val="000000"/>
                </a:solidFill>
              </a:rPr>
              <a:t>       if (item &gt; A[j])</a:t>
            </a:r>
          </a:p>
          <a:p>
            <a:pPr eaLnBrk="1" hangingPunct="1">
              <a:spcBef>
                <a:spcPct val="20000"/>
              </a:spcBef>
              <a:buSzPct val="83000"/>
            </a:pPr>
            <a:r>
              <a:rPr lang="en-US" altLang="en-US" sz="1800" b="1" dirty="0">
                <a:solidFill>
                  <a:srgbClr val="000000"/>
                </a:solidFill>
              </a:rPr>
              <a:t>          { A[j+1] = A[j]; A[j] = item ; }</a:t>
            </a:r>
          </a:p>
          <a:p>
            <a:pPr eaLnBrk="1" hangingPunct="1">
              <a:spcBef>
                <a:spcPct val="20000"/>
              </a:spcBef>
              <a:buSzPct val="83000"/>
            </a:pPr>
            <a:r>
              <a:rPr lang="en-US" altLang="en-US" sz="1800" b="1" dirty="0">
                <a:solidFill>
                  <a:srgbClr val="000000"/>
                </a:solidFill>
              </a:rPr>
              <a:t>       else break;</a:t>
            </a:r>
          </a:p>
          <a:p>
            <a:pPr eaLnBrk="1" hangingPunct="1">
              <a:spcBef>
                <a:spcPct val="20000"/>
              </a:spcBef>
              <a:buSzPct val="83000"/>
            </a:pPr>
            <a:r>
              <a:rPr lang="en-US" altLang="en-US" sz="1800" b="1" dirty="0">
                <a:solidFill>
                  <a:srgbClr val="000000"/>
                </a:solidFill>
              </a:rPr>
              <a:t>} }</a:t>
            </a:r>
          </a:p>
        </p:txBody>
      </p:sp>
      <p:sp>
        <p:nvSpPr>
          <p:cNvPr id="35847" name="Rectangle 6">
            <a:extLst>
              <a:ext uri="{FF2B5EF4-FFF2-40B4-BE49-F238E27FC236}">
                <a16:creationId xmlns:a16="http://schemas.microsoft.com/office/drawing/2014/main" id="{372A2DCB-3C59-4C08-AE8A-DD7797FF5FC5}"/>
              </a:ext>
            </a:extLst>
          </p:cNvPr>
          <p:cNvSpPr>
            <a:spLocks noChangeArrowheads="1"/>
          </p:cNvSpPr>
          <p:nvPr/>
        </p:nvSpPr>
        <p:spPr bwMode="auto">
          <a:xfrm>
            <a:off x="631067" y="3789363"/>
            <a:ext cx="4424363" cy="3109912"/>
          </a:xfrm>
          <a:prstGeom prst="rect">
            <a:avLst/>
          </a:prstGeom>
          <a:solidFill>
            <a:srgbClr val="EAEAEA"/>
          </a:solidFill>
          <a:ln w="38100">
            <a:solidFill>
              <a:schemeClr val="tx1"/>
            </a:solidFill>
            <a:miter lim="800000"/>
            <a:headEnd/>
            <a:tailEnd/>
          </a:ln>
        </p:spPr>
        <p:txBody>
          <a:bodyPr wrap="none" lIns="0" tIns="0" rIns="0" bIns="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eaLnBrk="1" hangingPunct="1">
              <a:spcBef>
                <a:spcPct val="20000"/>
              </a:spcBef>
              <a:buSzPct val="83000"/>
            </a:pPr>
            <a:r>
              <a:rPr lang="en-US" altLang="en-US" sz="2200" b="1" dirty="0">
                <a:solidFill>
                  <a:srgbClr val="000000"/>
                </a:solidFill>
              </a:rPr>
              <a:t>  </a:t>
            </a:r>
            <a:r>
              <a:rPr lang="en-US" altLang="en-US" sz="1800" b="1" dirty="0">
                <a:solidFill>
                  <a:srgbClr val="000000"/>
                </a:solidFill>
              </a:rPr>
              <a:t>int</a:t>
            </a:r>
            <a:r>
              <a:rPr lang="en-US" altLang="en-US" sz="2200" b="1" dirty="0">
                <a:solidFill>
                  <a:srgbClr val="000000"/>
                </a:solidFill>
              </a:rPr>
              <a:t> </a:t>
            </a:r>
            <a:r>
              <a:rPr lang="en-US" altLang="en-US" sz="1800" b="1" dirty="0">
                <a:solidFill>
                  <a:srgbClr val="000000"/>
                </a:solidFill>
              </a:rPr>
              <a:t>main()  {</a:t>
            </a:r>
          </a:p>
          <a:p>
            <a:pPr eaLnBrk="1" hangingPunct="1">
              <a:spcBef>
                <a:spcPct val="20000"/>
              </a:spcBef>
              <a:buSzPct val="83000"/>
            </a:pPr>
            <a:r>
              <a:rPr lang="en-US" altLang="en-US" sz="1800" b="1" dirty="0">
                <a:solidFill>
                  <a:srgbClr val="000000"/>
                </a:solidFill>
              </a:rPr>
              <a:t>     int X[100], </a:t>
            </a:r>
            <a:r>
              <a:rPr lang="en-US" altLang="en-US" sz="1800" b="1" dirty="0" err="1">
                <a:solidFill>
                  <a:srgbClr val="000000"/>
                </a:solidFill>
              </a:rPr>
              <a:t>i</a:t>
            </a:r>
            <a:r>
              <a:rPr lang="en-US" altLang="en-US" sz="1800" b="1" dirty="0">
                <a:solidFill>
                  <a:srgbClr val="000000"/>
                </a:solidFill>
              </a:rPr>
              <a:t>, size;</a:t>
            </a:r>
          </a:p>
          <a:p>
            <a:pPr eaLnBrk="1" hangingPunct="1">
              <a:spcBef>
                <a:spcPct val="20000"/>
              </a:spcBef>
              <a:buSzPct val="83000"/>
            </a:pPr>
            <a:r>
              <a:rPr lang="en-US" altLang="en-US" sz="1800" b="1" dirty="0">
                <a:solidFill>
                  <a:srgbClr val="000000"/>
                </a:solidFill>
              </a:rPr>
              <a:t>    </a:t>
            </a:r>
            <a:r>
              <a:rPr lang="en-US" altLang="en-US" sz="1800" b="1" dirty="0" err="1">
                <a:solidFill>
                  <a:srgbClr val="000000"/>
                </a:solidFill>
              </a:rPr>
              <a:t>scanf</a:t>
            </a:r>
            <a:r>
              <a:rPr lang="en-US" altLang="en-US" sz="1800" b="1" dirty="0">
                <a:solidFill>
                  <a:srgbClr val="000000"/>
                </a:solidFill>
              </a:rPr>
              <a:t>("%</a:t>
            </a:r>
            <a:r>
              <a:rPr lang="en-US" altLang="en-US" sz="1800" b="1" dirty="0" err="1">
                <a:solidFill>
                  <a:srgbClr val="000000"/>
                </a:solidFill>
              </a:rPr>
              <a:t>d",&amp;size</a:t>
            </a:r>
            <a:r>
              <a:rPr lang="en-US" altLang="en-US" sz="1800" b="1" dirty="0">
                <a:solidFill>
                  <a:srgbClr val="000000"/>
                </a:solidFill>
              </a:rPr>
              <a:t>);</a:t>
            </a:r>
          </a:p>
          <a:p>
            <a:pPr eaLnBrk="1" hangingPunct="1">
              <a:spcBef>
                <a:spcPct val="20000"/>
              </a:spcBef>
              <a:buSzPct val="83000"/>
            </a:pPr>
            <a:r>
              <a:rPr lang="en-US" altLang="en-US" sz="1800" b="1" dirty="0">
                <a:solidFill>
                  <a:srgbClr val="000000"/>
                </a:solidFill>
              </a:rPr>
              <a:t>    for (</a:t>
            </a:r>
            <a:r>
              <a:rPr lang="en-US" altLang="en-US" sz="1800" b="1" dirty="0" err="1">
                <a:solidFill>
                  <a:srgbClr val="000000"/>
                </a:solidFill>
              </a:rPr>
              <a:t>i</a:t>
            </a:r>
            <a:r>
              <a:rPr lang="en-US" altLang="en-US" sz="1800" b="1" dirty="0">
                <a:solidFill>
                  <a:srgbClr val="000000"/>
                </a:solidFill>
              </a:rPr>
              <a:t>=0;i&lt;</a:t>
            </a:r>
            <a:r>
              <a:rPr lang="en-US" altLang="en-US" sz="1800" b="1" dirty="0" err="1">
                <a:solidFill>
                  <a:srgbClr val="000000"/>
                </a:solidFill>
              </a:rPr>
              <a:t>size;i</a:t>
            </a:r>
            <a:r>
              <a:rPr lang="en-US" altLang="en-US" sz="1800" b="1" dirty="0">
                <a:solidFill>
                  <a:srgbClr val="000000"/>
                </a:solidFill>
              </a:rPr>
              <a:t>++) </a:t>
            </a:r>
            <a:r>
              <a:rPr lang="en-US" altLang="en-US" sz="1800" b="1" dirty="0" err="1">
                <a:solidFill>
                  <a:srgbClr val="000000"/>
                </a:solidFill>
              </a:rPr>
              <a:t>scanf</a:t>
            </a:r>
            <a:r>
              <a:rPr lang="en-US" altLang="en-US" sz="1800" b="1" dirty="0">
                <a:solidFill>
                  <a:srgbClr val="000000"/>
                </a:solidFill>
              </a:rPr>
              <a:t>("%</a:t>
            </a:r>
            <a:r>
              <a:rPr lang="en-US" altLang="en-US" sz="1800" b="1" dirty="0" err="1">
                <a:solidFill>
                  <a:srgbClr val="000000"/>
                </a:solidFill>
              </a:rPr>
              <a:t>d",&amp;X</a:t>
            </a:r>
            <a:r>
              <a:rPr lang="en-US" altLang="en-US" sz="1800" b="1" dirty="0">
                <a:solidFill>
                  <a:srgbClr val="000000"/>
                </a:solidFill>
              </a:rPr>
              <a:t>[</a:t>
            </a:r>
            <a:r>
              <a:rPr lang="en-US" altLang="en-US" sz="1800" b="1" dirty="0" err="1">
                <a:solidFill>
                  <a:srgbClr val="000000"/>
                </a:solidFill>
              </a:rPr>
              <a:t>i</a:t>
            </a:r>
            <a:r>
              <a:rPr lang="en-US" altLang="en-US" sz="1800" b="1" dirty="0">
                <a:solidFill>
                  <a:srgbClr val="000000"/>
                </a:solidFill>
              </a:rPr>
              <a:t>]);</a:t>
            </a:r>
          </a:p>
          <a:p>
            <a:pPr eaLnBrk="1" hangingPunct="1">
              <a:spcBef>
                <a:spcPct val="20000"/>
              </a:spcBef>
              <a:buSzPct val="83000"/>
            </a:pPr>
            <a:r>
              <a:rPr lang="en-US" altLang="en-US" sz="1800" b="1" dirty="0">
                <a:solidFill>
                  <a:srgbClr val="000000"/>
                </a:solidFill>
              </a:rPr>
              <a:t>    </a:t>
            </a:r>
            <a:r>
              <a:rPr lang="en-US" altLang="en-US" sz="1800" b="1" dirty="0" err="1">
                <a:solidFill>
                  <a:srgbClr val="000000"/>
                </a:solidFill>
              </a:rPr>
              <a:t>InsertionSort</a:t>
            </a:r>
            <a:r>
              <a:rPr lang="en-US" altLang="en-US" sz="1800" b="1" dirty="0">
                <a:solidFill>
                  <a:srgbClr val="000000"/>
                </a:solidFill>
              </a:rPr>
              <a:t>(</a:t>
            </a:r>
            <a:r>
              <a:rPr lang="en-US" altLang="en-US" sz="1800" b="1" dirty="0" err="1">
                <a:solidFill>
                  <a:srgbClr val="000000"/>
                </a:solidFill>
              </a:rPr>
              <a:t>X,size</a:t>
            </a:r>
            <a:r>
              <a:rPr lang="en-US" altLang="en-US" sz="1800" b="1" dirty="0">
                <a:solidFill>
                  <a:srgbClr val="000000"/>
                </a:solidFill>
              </a:rPr>
              <a:t>); </a:t>
            </a:r>
          </a:p>
          <a:p>
            <a:pPr eaLnBrk="1" hangingPunct="1">
              <a:spcBef>
                <a:spcPct val="20000"/>
              </a:spcBef>
              <a:buSzPct val="83000"/>
            </a:pPr>
            <a:r>
              <a:rPr lang="en-US" altLang="en-US" sz="1800" b="1" dirty="0">
                <a:solidFill>
                  <a:srgbClr val="000000"/>
                </a:solidFill>
              </a:rPr>
              <a:t>    </a:t>
            </a:r>
            <a:r>
              <a:rPr lang="en-US" altLang="en-US" sz="1800" b="1" dirty="0" err="1">
                <a:solidFill>
                  <a:srgbClr val="000000"/>
                </a:solidFill>
              </a:rPr>
              <a:t>printf</a:t>
            </a:r>
            <a:r>
              <a:rPr lang="en-US" altLang="en-US" sz="1800" b="1" dirty="0">
                <a:solidFill>
                  <a:srgbClr val="000000"/>
                </a:solidFill>
              </a:rPr>
              <a:t>("Result = ");</a:t>
            </a:r>
          </a:p>
          <a:p>
            <a:pPr eaLnBrk="1" hangingPunct="1">
              <a:spcBef>
                <a:spcPct val="20000"/>
              </a:spcBef>
              <a:buSzPct val="83000"/>
            </a:pPr>
            <a:r>
              <a:rPr lang="en-US" altLang="en-US" sz="1800" b="1" dirty="0">
                <a:solidFill>
                  <a:srgbClr val="000000"/>
                </a:solidFill>
              </a:rPr>
              <a:t>     for (</a:t>
            </a:r>
            <a:r>
              <a:rPr lang="en-US" altLang="en-US" sz="1800" b="1" dirty="0" err="1">
                <a:solidFill>
                  <a:srgbClr val="000000"/>
                </a:solidFill>
              </a:rPr>
              <a:t>i</a:t>
            </a:r>
            <a:r>
              <a:rPr lang="en-US" altLang="en-US" sz="1800" b="1" dirty="0">
                <a:solidFill>
                  <a:srgbClr val="000000"/>
                </a:solidFill>
              </a:rPr>
              <a:t>=0;i&lt;</a:t>
            </a:r>
            <a:r>
              <a:rPr lang="en-US" altLang="en-US" sz="1800" b="1" dirty="0" err="1">
                <a:solidFill>
                  <a:srgbClr val="000000"/>
                </a:solidFill>
              </a:rPr>
              <a:t>size;i</a:t>
            </a:r>
            <a:r>
              <a:rPr lang="en-US" altLang="en-US" sz="1800" b="1" dirty="0">
                <a:solidFill>
                  <a:srgbClr val="000000"/>
                </a:solidFill>
              </a:rPr>
              <a:t>++) </a:t>
            </a:r>
            <a:r>
              <a:rPr lang="en-US" altLang="en-US" sz="1800" b="1" dirty="0" err="1">
                <a:solidFill>
                  <a:srgbClr val="000000"/>
                </a:solidFill>
              </a:rPr>
              <a:t>printf</a:t>
            </a:r>
            <a:r>
              <a:rPr lang="en-US" altLang="en-US" sz="1800" b="1" dirty="0">
                <a:solidFill>
                  <a:srgbClr val="000000"/>
                </a:solidFill>
              </a:rPr>
              <a:t>("%d, ",X[</a:t>
            </a:r>
            <a:r>
              <a:rPr lang="en-US" altLang="en-US" sz="1800" b="1" dirty="0" err="1">
                <a:solidFill>
                  <a:srgbClr val="000000"/>
                </a:solidFill>
              </a:rPr>
              <a:t>i</a:t>
            </a:r>
            <a:r>
              <a:rPr lang="en-US" altLang="en-US" sz="1800" b="1" dirty="0">
                <a:solidFill>
                  <a:srgbClr val="000000"/>
                </a:solidFill>
              </a:rPr>
              <a:t>]);</a:t>
            </a:r>
          </a:p>
          <a:p>
            <a:pPr eaLnBrk="1" hangingPunct="1">
              <a:spcBef>
                <a:spcPct val="20000"/>
              </a:spcBef>
              <a:buSzPct val="83000"/>
            </a:pPr>
            <a:r>
              <a:rPr lang="en-US" altLang="en-US" sz="1800" b="1" dirty="0">
                <a:solidFill>
                  <a:srgbClr val="000000"/>
                </a:solidFill>
              </a:rPr>
              <a:t>     </a:t>
            </a:r>
            <a:r>
              <a:rPr lang="en-US" altLang="en-US" sz="1800" b="1" dirty="0" err="1">
                <a:solidFill>
                  <a:srgbClr val="000000"/>
                </a:solidFill>
              </a:rPr>
              <a:t>printf</a:t>
            </a:r>
            <a:r>
              <a:rPr lang="en-US" altLang="en-US" sz="1800" b="1" dirty="0">
                <a:solidFill>
                  <a:srgbClr val="000000"/>
                </a:solidFill>
              </a:rPr>
              <a:t>("\n");  return 0;</a:t>
            </a:r>
          </a:p>
          <a:p>
            <a:pPr eaLnBrk="1" hangingPunct="1">
              <a:spcBef>
                <a:spcPct val="20000"/>
              </a:spcBef>
              <a:buSzPct val="83000"/>
            </a:pPr>
            <a:r>
              <a:rPr lang="en-US" altLang="en-US" sz="1800" b="1" dirty="0">
                <a:solidFill>
                  <a:srgbClr val="000000"/>
                </a:solidFill>
              </a:rPr>
              <a:t> }</a:t>
            </a:r>
          </a:p>
        </p:txBody>
      </p:sp>
      <p:sp>
        <p:nvSpPr>
          <p:cNvPr id="35848" name="Rectangle 7">
            <a:extLst>
              <a:ext uri="{FF2B5EF4-FFF2-40B4-BE49-F238E27FC236}">
                <a16:creationId xmlns:a16="http://schemas.microsoft.com/office/drawing/2014/main" id="{6C00BE6C-CAA5-40B3-9C35-4ED8A199601F}"/>
              </a:ext>
            </a:extLst>
          </p:cNvPr>
          <p:cNvSpPr>
            <a:spLocks noChangeArrowheads="1"/>
          </p:cNvSpPr>
          <p:nvPr/>
        </p:nvSpPr>
        <p:spPr bwMode="auto">
          <a:xfrm>
            <a:off x="7745413" y="1728788"/>
            <a:ext cx="2419350" cy="124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A0ACE-F863-3866-C329-5ADF938077A4}"/>
            </a:ext>
          </a:extLst>
        </p:cNvPr>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4D5E52A9-F7B2-C4AD-473D-96033F5DB18F}"/>
              </a:ext>
            </a:extLst>
          </p:cNvPr>
          <p:cNvSpPr>
            <a:spLocks noGrp="1"/>
          </p:cNvSpPr>
          <p:nvPr>
            <p:ph type="sldNum" sz="quarter" idx="10"/>
          </p:nvPr>
        </p:nvSpPr>
        <p:spPr>
          <a:xfrm>
            <a:off x="8077200" y="6248400"/>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82945" tIns="41473" rIns="82945" bIns="41473" rtlCol="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389DFA22-A611-442C-8521-2460A4DA5BF0}" type="slidenum">
              <a:rPr kumimoji="0" lang="en-US" altLang="en-US" sz="800" b="0" i="0" u="none" strike="noStrike" kern="1200" cap="none" spc="0" normalizeH="0" baseline="0" noProof="0">
                <a:ln>
                  <a:noFill/>
                </a:ln>
                <a:solidFill>
                  <a:prstClr val="black"/>
                </a:solidFill>
                <a:effectLst/>
                <a:uLnTx/>
                <a:uFillTx/>
                <a:latin typeface="Arial Black" panose="020B0A04020102020204" pitchFamily="34" charset="0"/>
                <a:ea typeface="MS PGothic" panose="020B0600070205080204" pitchFamily="34" charset="-128"/>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altLang="en-US" sz="800" b="0" i="0" u="none" strike="noStrike" kern="1200" cap="none" spc="0" normalizeH="0" baseline="0" noProof="0">
              <a:ln>
                <a:noFill/>
              </a:ln>
              <a:solidFill>
                <a:prstClr val="black"/>
              </a:solidFill>
              <a:effectLst/>
              <a:uLnTx/>
              <a:uFillTx/>
              <a:latin typeface="Arial Black" panose="020B0A04020102020204" pitchFamily="34" charset="0"/>
              <a:ea typeface="MS PGothic" panose="020B0600070205080204" pitchFamily="34" charset="-128"/>
              <a:cs typeface="+mn-cs"/>
            </a:endParaRPr>
          </a:p>
        </p:txBody>
      </p:sp>
      <p:sp>
        <p:nvSpPr>
          <p:cNvPr id="26627" name="Rectangle 2">
            <a:extLst>
              <a:ext uri="{FF2B5EF4-FFF2-40B4-BE49-F238E27FC236}">
                <a16:creationId xmlns:a16="http://schemas.microsoft.com/office/drawing/2014/main" id="{1413C80D-2844-EDBF-5FF4-A097FB6ECB94}"/>
              </a:ext>
            </a:extLst>
          </p:cNvPr>
          <p:cNvSpPr>
            <a:spLocks noGrp="1" noChangeArrowheads="1"/>
          </p:cNvSpPr>
          <p:nvPr>
            <p:ph type="title"/>
          </p:nvPr>
        </p:nvSpPr>
        <p:spPr>
          <a:xfrm>
            <a:off x="2155825" y="2668589"/>
            <a:ext cx="8229600" cy="1373187"/>
          </a:xfrm>
        </p:spPr>
        <p:txBody>
          <a:bodyPr/>
          <a:lstStyle/>
          <a:p>
            <a:pPr eaLnBrk="1" hangingPunct="1"/>
            <a:r>
              <a:rPr lang="en-US" altLang="en-US" sz="4900" b="1" dirty="0"/>
              <a:t>Binary Search</a:t>
            </a:r>
          </a:p>
        </p:txBody>
      </p:sp>
    </p:spTree>
    <p:extLst>
      <p:ext uri="{BB962C8B-B14F-4D97-AF65-F5344CB8AC3E}">
        <p14:creationId xmlns:p14="http://schemas.microsoft.com/office/powerpoint/2010/main" val="3969875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B737-8309-DBD2-C475-BBF63197F4AB}"/>
            </a:ext>
          </a:extLst>
        </p:cNvPr>
        <p:cNvGrpSpPr/>
        <p:nvPr/>
      </p:nvGrpSpPr>
      <p:grpSpPr>
        <a:xfrm>
          <a:off x="0" y="0"/>
          <a:ext cx="0" cy="0"/>
          <a:chOff x="0" y="0"/>
          <a:chExt cx="0" cy="0"/>
        </a:xfrm>
      </p:grpSpPr>
      <p:sp>
        <p:nvSpPr>
          <p:cNvPr id="11266" name="Rectangle 2">
            <a:extLst>
              <a:ext uri="{FF2B5EF4-FFF2-40B4-BE49-F238E27FC236}">
                <a16:creationId xmlns:a16="http://schemas.microsoft.com/office/drawing/2014/main" id="{907BB9B4-5AAF-71C6-2160-380DF5053612}"/>
              </a:ext>
            </a:extLst>
          </p:cNvPr>
          <p:cNvSpPr>
            <a:spLocks noChangeArrowheads="1"/>
          </p:cNvSpPr>
          <p:nvPr/>
        </p:nvSpPr>
        <p:spPr bwMode="auto">
          <a:xfrm>
            <a:off x="6324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a:t>
            </a:r>
          </a:p>
        </p:txBody>
      </p:sp>
      <p:sp>
        <p:nvSpPr>
          <p:cNvPr id="11267" name="Rectangle 3">
            <a:extLst>
              <a:ext uri="{FF2B5EF4-FFF2-40B4-BE49-F238E27FC236}">
                <a16:creationId xmlns:a16="http://schemas.microsoft.com/office/drawing/2014/main" id="{6429F12E-797B-4752-581D-2325FF39B57E}"/>
              </a:ext>
            </a:extLst>
          </p:cNvPr>
          <p:cNvSpPr>
            <a:spLocks noChangeArrowheads="1"/>
          </p:cNvSpPr>
          <p:nvPr/>
        </p:nvSpPr>
        <p:spPr bwMode="auto">
          <a:xfrm>
            <a:off x="3581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a:t>
            </a:r>
          </a:p>
        </p:txBody>
      </p:sp>
      <p:sp>
        <p:nvSpPr>
          <p:cNvPr id="11268" name="Rectangle 4">
            <a:extLst>
              <a:ext uri="{FF2B5EF4-FFF2-40B4-BE49-F238E27FC236}">
                <a16:creationId xmlns:a16="http://schemas.microsoft.com/office/drawing/2014/main" id="{14608311-6498-6934-83B4-9198EDCA7412}"/>
              </a:ext>
            </a:extLst>
          </p:cNvPr>
          <p:cNvSpPr>
            <a:spLocks noChangeArrowheads="1"/>
          </p:cNvSpPr>
          <p:nvPr/>
        </p:nvSpPr>
        <p:spPr bwMode="auto">
          <a:xfrm>
            <a:off x="3124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a:t>
            </a:r>
          </a:p>
        </p:txBody>
      </p:sp>
      <p:sp>
        <p:nvSpPr>
          <p:cNvPr id="11269" name="Rectangle 5">
            <a:extLst>
              <a:ext uri="{FF2B5EF4-FFF2-40B4-BE49-F238E27FC236}">
                <a16:creationId xmlns:a16="http://schemas.microsoft.com/office/drawing/2014/main" id="{13D50D07-9513-B52E-1E5A-EDA6F57C8CE1}"/>
              </a:ext>
            </a:extLst>
          </p:cNvPr>
          <p:cNvSpPr>
            <a:spLocks noChangeArrowheads="1"/>
          </p:cNvSpPr>
          <p:nvPr/>
        </p:nvSpPr>
        <p:spPr bwMode="auto">
          <a:xfrm>
            <a:off x="4038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3</a:t>
            </a:r>
          </a:p>
        </p:txBody>
      </p:sp>
      <p:sp>
        <p:nvSpPr>
          <p:cNvPr id="11270" name="Rectangle 6">
            <a:extLst>
              <a:ext uri="{FF2B5EF4-FFF2-40B4-BE49-F238E27FC236}">
                <a16:creationId xmlns:a16="http://schemas.microsoft.com/office/drawing/2014/main" id="{6447383F-A560-55A7-B42E-5D8C126F9A26}"/>
              </a:ext>
            </a:extLst>
          </p:cNvPr>
          <p:cNvSpPr>
            <a:spLocks noChangeArrowheads="1"/>
          </p:cNvSpPr>
          <p:nvPr/>
        </p:nvSpPr>
        <p:spPr bwMode="auto">
          <a:xfrm>
            <a:off x="4495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a:t>
            </a:r>
          </a:p>
        </p:txBody>
      </p:sp>
      <p:sp>
        <p:nvSpPr>
          <p:cNvPr id="11271" name="Rectangle 7">
            <a:extLst>
              <a:ext uri="{FF2B5EF4-FFF2-40B4-BE49-F238E27FC236}">
                <a16:creationId xmlns:a16="http://schemas.microsoft.com/office/drawing/2014/main" id="{69545439-521D-40C2-3EB0-97A55F7A0CC9}"/>
              </a:ext>
            </a:extLst>
          </p:cNvPr>
          <p:cNvSpPr>
            <a:spLocks noChangeArrowheads="1"/>
          </p:cNvSpPr>
          <p:nvPr/>
        </p:nvSpPr>
        <p:spPr bwMode="auto">
          <a:xfrm>
            <a:off x="5410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1272" name="Rectangle 8">
            <a:extLst>
              <a:ext uri="{FF2B5EF4-FFF2-40B4-BE49-F238E27FC236}">
                <a16:creationId xmlns:a16="http://schemas.microsoft.com/office/drawing/2014/main" id="{EE0D49F6-5BD4-2BA5-0800-7A5E76D32B77}"/>
              </a:ext>
            </a:extLst>
          </p:cNvPr>
          <p:cNvSpPr>
            <a:spLocks noChangeArrowheads="1"/>
          </p:cNvSpPr>
          <p:nvPr/>
        </p:nvSpPr>
        <p:spPr bwMode="auto">
          <a:xfrm>
            <a:off x="4953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a:t>
            </a:r>
          </a:p>
        </p:txBody>
      </p:sp>
      <p:sp>
        <p:nvSpPr>
          <p:cNvPr id="11273" name="Rectangle 9">
            <a:extLst>
              <a:ext uri="{FF2B5EF4-FFF2-40B4-BE49-F238E27FC236}">
                <a16:creationId xmlns:a16="http://schemas.microsoft.com/office/drawing/2014/main" id="{69CBEBCC-8899-6675-2555-B0270A561650}"/>
              </a:ext>
            </a:extLst>
          </p:cNvPr>
          <p:cNvSpPr>
            <a:spLocks noChangeArrowheads="1"/>
          </p:cNvSpPr>
          <p:nvPr/>
        </p:nvSpPr>
        <p:spPr bwMode="auto">
          <a:xfrm>
            <a:off x="5867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a:t>
            </a:r>
          </a:p>
        </p:txBody>
      </p:sp>
      <p:sp>
        <p:nvSpPr>
          <p:cNvPr id="11274" name="Rectangle 11">
            <a:extLst>
              <a:ext uri="{FF2B5EF4-FFF2-40B4-BE49-F238E27FC236}">
                <a16:creationId xmlns:a16="http://schemas.microsoft.com/office/drawing/2014/main" id="{0EEC371B-0AEE-4D51-EDE5-A7E491F60FA5}"/>
              </a:ext>
            </a:extLst>
          </p:cNvPr>
          <p:cNvSpPr>
            <a:spLocks noChangeArrowheads="1"/>
          </p:cNvSpPr>
          <p:nvPr/>
        </p:nvSpPr>
        <p:spPr bwMode="auto">
          <a:xfrm>
            <a:off x="7239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10</a:t>
            </a:r>
          </a:p>
        </p:txBody>
      </p:sp>
      <p:sp>
        <p:nvSpPr>
          <p:cNvPr id="11275" name="Rectangle 12">
            <a:extLst>
              <a:ext uri="{FF2B5EF4-FFF2-40B4-BE49-F238E27FC236}">
                <a16:creationId xmlns:a16="http://schemas.microsoft.com/office/drawing/2014/main" id="{89AACA96-BD38-F0C2-1A00-10321F6FB4FF}"/>
              </a:ext>
            </a:extLst>
          </p:cNvPr>
          <p:cNvSpPr>
            <a:spLocks noChangeArrowheads="1"/>
          </p:cNvSpPr>
          <p:nvPr/>
        </p:nvSpPr>
        <p:spPr bwMode="auto">
          <a:xfrm>
            <a:off x="6781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a:t>
            </a:r>
          </a:p>
        </p:txBody>
      </p:sp>
      <p:sp>
        <p:nvSpPr>
          <p:cNvPr id="11276" name="Rectangle 13">
            <a:extLst>
              <a:ext uri="{FF2B5EF4-FFF2-40B4-BE49-F238E27FC236}">
                <a16:creationId xmlns:a16="http://schemas.microsoft.com/office/drawing/2014/main" id="{8035F2DD-60DA-4081-E702-686496D50D91}"/>
              </a:ext>
            </a:extLst>
          </p:cNvPr>
          <p:cNvSpPr>
            <a:spLocks noChangeArrowheads="1"/>
          </p:cNvSpPr>
          <p:nvPr/>
        </p:nvSpPr>
        <p:spPr bwMode="auto">
          <a:xfrm>
            <a:off x="7696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11</a:t>
            </a:r>
          </a:p>
        </p:txBody>
      </p:sp>
      <p:sp>
        <p:nvSpPr>
          <p:cNvPr id="11277" name="Rectangle 14">
            <a:extLst>
              <a:ext uri="{FF2B5EF4-FFF2-40B4-BE49-F238E27FC236}">
                <a16:creationId xmlns:a16="http://schemas.microsoft.com/office/drawing/2014/main" id="{7E514A90-214B-A513-ADFF-927AB00378EE}"/>
              </a:ext>
            </a:extLst>
          </p:cNvPr>
          <p:cNvSpPr>
            <a:spLocks noChangeArrowheads="1"/>
          </p:cNvSpPr>
          <p:nvPr/>
        </p:nvSpPr>
        <p:spPr bwMode="auto">
          <a:xfrm>
            <a:off x="8153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12</a:t>
            </a:r>
          </a:p>
        </p:txBody>
      </p:sp>
      <p:sp>
        <p:nvSpPr>
          <p:cNvPr id="11278" name="Rectangle 15">
            <a:extLst>
              <a:ext uri="{FF2B5EF4-FFF2-40B4-BE49-F238E27FC236}">
                <a16:creationId xmlns:a16="http://schemas.microsoft.com/office/drawing/2014/main" id="{7891F4B7-2482-D4CC-C061-12681C30555D}"/>
              </a:ext>
            </a:extLst>
          </p:cNvPr>
          <p:cNvSpPr>
            <a:spLocks noChangeArrowheads="1"/>
          </p:cNvSpPr>
          <p:nvPr/>
        </p:nvSpPr>
        <p:spPr bwMode="auto">
          <a:xfrm>
            <a:off x="9067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1279" name="Rectangle 16">
            <a:extLst>
              <a:ext uri="{FF2B5EF4-FFF2-40B4-BE49-F238E27FC236}">
                <a16:creationId xmlns:a16="http://schemas.microsoft.com/office/drawing/2014/main" id="{3358EC5D-46B9-575D-5CC7-B7B0F3A9C3A4}"/>
              </a:ext>
            </a:extLst>
          </p:cNvPr>
          <p:cNvSpPr>
            <a:spLocks noChangeArrowheads="1"/>
          </p:cNvSpPr>
          <p:nvPr/>
        </p:nvSpPr>
        <p:spPr bwMode="auto">
          <a:xfrm>
            <a:off x="8610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1280" name="Rectangle 17">
            <a:extLst>
              <a:ext uri="{FF2B5EF4-FFF2-40B4-BE49-F238E27FC236}">
                <a16:creationId xmlns:a16="http://schemas.microsoft.com/office/drawing/2014/main" id="{045A1A8D-15AE-B306-958B-80507ADEDECE}"/>
              </a:ext>
            </a:extLst>
          </p:cNvPr>
          <p:cNvSpPr>
            <a:spLocks noChangeArrowheads="1"/>
          </p:cNvSpPr>
          <p:nvPr/>
        </p:nvSpPr>
        <p:spPr bwMode="auto">
          <a:xfrm>
            <a:off x="2667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0</a:t>
            </a:r>
          </a:p>
        </p:txBody>
      </p:sp>
      <p:sp>
        <p:nvSpPr>
          <p:cNvPr id="11281" name="Rectangle 18">
            <a:extLst>
              <a:ext uri="{FF2B5EF4-FFF2-40B4-BE49-F238E27FC236}">
                <a16:creationId xmlns:a16="http://schemas.microsoft.com/office/drawing/2014/main" id="{88E55AFA-DF81-8390-1025-181DE29C89AF}"/>
              </a:ext>
            </a:extLst>
          </p:cNvPr>
          <p:cNvSpPr>
            <a:spLocks noChangeArrowheads="1"/>
          </p:cNvSpPr>
          <p:nvPr/>
        </p:nvSpPr>
        <p:spPr bwMode="auto">
          <a:xfrm>
            <a:off x="63246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64</a:t>
            </a:r>
          </a:p>
        </p:txBody>
      </p:sp>
      <p:sp>
        <p:nvSpPr>
          <p:cNvPr id="11282" name="Rectangle 19">
            <a:extLst>
              <a:ext uri="{FF2B5EF4-FFF2-40B4-BE49-F238E27FC236}">
                <a16:creationId xmlns:a16="http://schemas.microsoft.com/office/drawing/2014/main" id="{7A007E88-D9BE-682C-A922-B7F9262FB711}"/>
              </a:ext>
            </a:extLst>
          </p:cNvPr>
          <p:cNvSpPr>
            <a:spLocks noChangeArrowheads="1"/>
          </p:cNvSpPr>
          <p:nvPr/>
        </p:nvSpPr>
        <p:spPr bwMode="auto">
          <a:xfrm>
            <a:off x="35814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14</a:t>
            </a:r>
          </a:p>
        </p:txBody>
      </p:sp>
      <p:sp>
        <p:nvSpPr>
          <p:cNvPr id="11283" name="Rectangle 20">
            <a:extLst>
              <a:ext uri="{FF2B5EF4-FFF2-40B4-BE49-F238E27FC236}">
                <a16:creationId xmlns:a16="http://schemas.microsoft.com/office/drawing/2014/main" id="{713EB367-4E45-769C-09B9-20DD2D325A2E}"/>
              </a:ext>
            </a:extLst>
          </p:cNvPr>
          <p:cNvSpPr>
            <a:spLocks noChangeArrowheads="1"/>
          </p:cNvSpPr>
          <p:nvPr/>
        </p:nvSpPr>
        <p:spPr bwMode="auto">
          <a:xfrm>
            <a:off x="3124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13</a:t>
            </a:r>
          </a:p>
        </p:txBody>
      </p:sp>
      <p:sp>
        <p:nvSpPr>
          <p:cNvPr id="11284" name="Rectangle 21">
            <a:extLst>
              <a:ext uri="{FF2B5EF4-FFF2-40B4-BE49-F238E27FC236}">
                <a16:creationId xmlns:a16="http://schemas.microsoft.com/office/drawing/2014/main" id="{904A0B8F-94A1-476F-AF2B-BC54DA7921BA}"/>
              </a:ext>
            </a:extLst>
          </p:cNvPr>
          <p:cNvSpPr>
            <a:spLocks noChangeArrowheads="1"/>
          </p:cNvSpPr>
          <p:nvPr/>
        </p:nvSpPr>
        <p:spPr bwMode="auto">
          <a:xfrm>
            <a:off x="40386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25</a:t>
            </a:r>
          </a:p>
        </p:txBody>
      </p:sp>
      <p:sp>
        <p:nvSpPr>
          <p:cNvPr id="11285" name="Rectangle 22">
            <a:extLst>
              <a:ext uri="{FF2B5EF4-FFF2-40B4-BE49-F238E27FC236}">
                <a16:creationId xmlns:a16="http://schemas.microsoft.com/office/drawing/2014/main" id="{AB2B4AE3-5E2A-86A0-EC8C-F8D10A104A46}"/>
              </a:ext>
            </a:extLst>
          </p:cNvPr>
          <p:cNvSpPr>
            <a:spLocks noChangeArrowheads="1"/>
          </p:cNvSpPr>
          <p:nvPr/>
        </p:nvSpPr>
        <p:spPr bwMode="auto">
          <a:xfrm>
            <a:off x="4495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33</a:t>
            </a:r>
          </a:p>
        </p:txBody>
      </p:sp>
      <p:sp>
        <p:nvSpPr>
          <p:cNvPr id="11286" name="Rectangle 23">
            <a:extLst>
              <a:ext uri="{FF2B5EF4-FFF2-40B4-BE49-F238E27FC236}">
                <a16:creationId xmlns:a16="http://schemas.microsoft.com/office/drawing/2014/main" id="{665B2999-B0E9-E439-55BE-718FD10CF806}"/>
              </a:ext>
            </a:extLst>
          </p:cNvPr>
          <p:cNvSpPr>
            <a:spLocks noChangeArrowheads="1"/>
          </p:cNvSpPr>
          <p:nvPr/>
        </p:nvSpPr>
        <p:spPr bwMode="auto">
          <a:xfrm>
            <a:off x="5410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51</a:t>
            </a:r>
          </a:p>
        </p:txBody>
      </p:sp>
      <p:sp>
        <p:nvSpPr>
          <p:cNvPr id="11287" name="Rectangle 24">
            <a:extLst>
              <a:ext uri="{FF2B5EF4-FFF2-40B4-BE49-F238E27FC236}">
                <a16:creationId xmlns:a16="http://schemas.microsoft.com/office/drawing/2014/main" id="{2FF95774-1E78-9611-51AE-18CA7BF844B6}"/>
              </a:ext>
            </a:extLst>
          </p:cNvPr>
          <p:cNvSpPr>
            <a:spLocks noChangeArrowheads="1"/>
          </p:cNvSpPr>
          <p:nvPr/>
        </p:nvSpPr>
        <p:spPr bwMode="auto">
          <a:xfrm>
            <a:off x="4953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43</a:t>
            </a:r>
          </a:p>
        </p:txBody>
      </p:sp>
      <p:sp>
        <p:nvSpPr>
          <p:cNvPr id="11288" name="Rectangle 25">
            <a:extLst>
              <a:ext uri="{FF2B5EF4-FFF2-40B4-BE49-F238E27FC236}">
                <a16:creationId xmlns:a16="http://schemas.microsoft.com/office/drawing/2014/main" id="{4B581DC2-FC04-11F3-1F8D-9328FB6050A4}"/>
              </a:ext>
            </a:extLst>
          </p:cNvPr>
          <p:cNvSpPr>
            <a:spLocks noChangeArrowheads="1"/>
          </p:cNvSpPr>
          <p:nvPr/>
        </p:nvSpPr>
        <p:spPr bwMode="auto">
          <a:xfrm>
            <a:off x="58674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53</a:t>
            </a:r>
          </a:p>
        </p:txBody>
      </p:sp>
      <p:sp>
        <p:nvSpPr>
          <p:cNvPr id="11289" name="Rectangle 27">
            <a:extLst>
              <a:ext uri="{FF2B5EF4-FFF2-40B4-BE49-F238E27FC236}">
                <a16:creationId xmlns:a16="http://schemas.microsoft.com/office/drawing/2014/main" id="{3680866C-94EE-18B5-DA78-49888C753920}"/>
              </a:ext>
            </a:extLst>
          </p:cNvPr>
          <p:cNvSpPr>
            <a:spLocks noChangeArrowheads="1"/>
          </p:cNvSpPr>
          <p:nvPr/>
        </p:nvSpPr>
        <p:spPr bwMode="auto">
          <a:xfrm>
            <a:off x="7239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84</a:t>
            </a:r>
          </a:p>
        </p:txBody>
      </p:sp>
      <p:sp>
        <p:nvSpPr>
          <p:cNvPr id="11290" name="Rectangle 28">
            <a:extLst>
              <a:ext uri="{FF2B5EF4-FFF2-40B4-BE49-F238E27FC236}">
                <a16:creationId xmlns:a16="http://schemas.microsoft.com/office/drawing/2014/main" id="{D3337D06-07C5-0C27-82CF-332FDBA766B3}"/>
              </a:ext>
            </a:extLst>
          </p:cNvPr>
          <p:cNvSpPr>
            <a:spLocks noChangeArrowheads="1"/>
          </p:cNvSpPr>
          <p:nvPr/>
        </p:nvSpPr>
        <p:spPr bwMode="auto">
          <a:xfrm>
            <a:off x="6781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72</a:t>
            </a:r>
          </a:p>
        </p:txBody>
      </p:sp>
      <p:sp>
        <p:nvSpPr>
          <p:cNvPr id="11291" name="Rectangle 29">
            <a:extLst>
              <a:ext uri="{FF2B5EF4-FFF2-40B4-BE49-F238E27FC236}">
                <a16:creationId xmlns:a16="http://schemas.microsoft.com/office/drawing/2014/main" id="{26D1A694-5A45-48ED-4D7D-A267C40B7B18}"/>
              </a:ext>
            </a:extLst>
          </p:cNvPr>
          <p:cNvSpPr>
            <a:spLocks noChangeArrowheads="1"/>
          </p:cNvSpPr>
          <p:nvPr/>
        </p:nvSpPr>
        <p:spPr bwMode="auto">
          <a:xfrm>
            <a:off x="7696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93</a:t>
            </a:r>
          </a:p>
        </p:txBody>
      </p:sp>
      <p:sp>
        <p:nvSpPr>
          <p:cNvPr id="11292" name="Rectangle 30">
            <a:extLst>
              <a:ext uri="{FF2B5EF4-FFF2-40B4-BE49-F238E27FC236}">
                <a16:creationId xmlns:a16="http://schemas.microsoft.com/office/drawing/2014/main" id="{D479A712-DC32-AFCC-C9E4-F3D266BB7613}"/>
              </a:ext>
            </a:extLst>
          </p:cNvPr>
          <p:cNvSpPr>
            <a:spLocks noChangeArrowheads="1"/>
          </p:cNvSpPr>
          <p:nvPr/>
        </p:nvSpPr>
        <p:spPr bwMode="auto">
          <a:xfrm>
            <a:off x="81534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95</a:t>
            </a:r>
          </a:p>
        </p:txBody>
      </p:sp>
      <p:sp>
        <p:nvSpPr>
          <p:cNvPr id="11293" name="Rectangle 31">
            <a:extLst>
              <a:ext uri="{FF2B5EF4-FFF2-40B4-BE49-F238E27FC236}">
                <a16:creationId xmlns:a16="http://schemas.microsoft.com/office/drawing/2014/main" id="{EEC80603-8C5F-85A5-5880-7DF7D60FA85C}"/>
              </a:ext>
            </a:extLst>
          </p:cNvPr>
          <p:cNvSpPr>
            <a:spLocks noChangeArrowheads="1"/>
          </p:cNvSpPr>
          <p:nvPr/>
        </p:nvSpPr>
        <p:spPr bwMode="auto">
          <a:xfrm>
            <a:off x="9067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97</a:t>
            </a:r>
          </a:p>
        </p:txBody>
      </p:sp>
      <p:sp>
        <p:nvSpPr>
          <p:cNvPr id="11294" name="Rectangle 32">
            <a:extLst>
              <a:ext uri="{FF2B5EF4-FFF2-40B4-BE49-F238E27FC236}">
                <a16:creationId xmlns:a16="http://schemas.microsoft.com/office/drawing/2014/main" id="{AC020B4E-3542-7912-6AD8-50145356A8C3}"/>
              </a:ext>
            </a:extLst>
          </p:cNvPr>
          <p:cNvSpPr>
            <a:spLocks noChangeArrowheads="1"/>
          </p:cNvSpPr>
          <p:nvPr/>
        </p:nvSpPr>
        <p:spPr bwMode="auto">
          <a:xfrm>
            <a:off x="86106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96</a:t>
            </a:r>
          </a:p>
        </p:txBody>
      </p:sp>
      <p:sp>
        <p:nvSpPr>
          <p:cNvPr id="11295" name="Rectangle 33">
            <a:extLst>
              <a:ext uri="{FF2B5EF4-FFF2-40B4-BE49-F238E27FC236}">
                <a16:creationId xmlns:a16="http://schemas.microsoft.com/office/drawing/2014/main" id="{8DD4F18C-BBF6-C14E-5E18-12323CA8A706}"/>
              </a:ext>
            </a:extLst>
          </p:cNvPr>
          <p:cNvSpPr>
            <a:spLocks noChangeArrowheads="1"/>
          </p:cNvSpPr>
          <p:nvPr/>
        </p:nvSpPr>
        <p:spPr bwMode="auto">
          <a:xfrm>
            <a:off x="2667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6</a:t>
            </a:r>
          </a:p>
        </p:txBody>
      </p:sp>
      <p:sp>
        <p:nvSpPr>
          <p:cNvPr id="11296" name="Rectangle 34">
            <a:extLst>
              <a:ext uri="{FF2B5EF4-FFF2-40B4-BE49-F238E27FC236}">
                <a16:creationId xmlns:a16="http://schemas.microsoft.com/office/drawing/2014/main" id="{4295E77A-764A-4714-69C5-514AA7B03D33}"/>
              </a:ext>
            </a:extLst>
          </p:cNvPr>
          <p:cNvSpPr>
            <a:spLocks noGrp="1" noChangeArrowheads="1"/>
          </p:cNvSpPr>
          <p:nvPr>
            <p:ph type="title"/>
          </p:nvPr>
        </p:nvSpPr>
        <p:spPr>
          <a:xfrm>
            <a:off x="838200" y="365126"/>
            <a:ext cx="10515600" cy="577410"/>
          </a:xfrm>
        </p:spPr>
        <p:txBody>
          <a:bodyPr>
            <a:normAutofit fontScale="90000"/>
          </a:bodyPr>
          <a:lstStyle/>
          <a:p>
            <a:r>
              <a:rPr kumimoji="0" lang="en-US" altLang="en-US" dirty="0"/>
              <a:t>Binary Search</a:t>
            </a:r>
          </a:p>
        </p:txBody>
      </p:sp>
      <p:sp>
        <p:nvSpPr>
          <p:cNvPr id="11297" name="Rectangle 35">
            <a:extLst>
              <a:ext uri="{FF2B5EF4-FFF2-40B4-BE49-F238E27FC236}">
                <a16:creationId xmlns:a16="http://schemas.microsoft.com/office/drawing/2014/main" id="{E835A30B-B315-393A-2D62-15B3CFC2F0B8}"/>
              </a:ext>
            </a:extLst>
          </p:cNvPr>
          <p:cNvSpPr>
            <a:spLocks noChangeArrowheads="1"/>
          </p:cNvSpPr>
          <p:nvPr/>
        </p:nvSpPr>
        <p:spPr bwMode="auto">
          <a:xfrm>
            <a:off x="2693638" y="5102226"/>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lo</a:t>
            </a:r>
          </a:p>
        </p:txBody>
      </p:sp>
      <p:sp>
        <p:nvSpPr>
          <p:cNvPr id="11298" name="Line 36">
            <a:extLst>
              <a:ext uri="{FF2B5EF4-FFF2-40B4-BE49-F238E27FC236}">
                <a16:creationId xmlns:a16="http://schemas.microsoft.com/office/drawing/2014/main" id="{163EEE6D-5CE4-F635-D11C-095A1F5D4625}"/>
              </a:ext>
            </a:extLst>
          </p:cNvPr>
          <p:cNvSpPr>
            <a:spLocks noChangeShapeType="1"/>
          </p:cNvSpPr>
          <p:nvPr/>
        </p:nvSpPr>
        <p:spPr bwMode="auto">
          <a:xfrm flipV="1">
            <a:off x="2879725" y="4838700"/>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99" name="Rectangle 39">
            <a:extLst>
              <a:ext uri="{FF2B5EF4-FFF2-40B4-BE49-F238E27FC236}">
                <a16:creationId xmlns:a16="http://schemas.microsoft.com/office/drawing/2014/main" id="{E990011C-8A8E-D924-8D6B-91FB45268461}"/>
              </a:ext>
            </a:extLst>
          </p:cNvPr>
          <p:cNvSpPr>
            <a:spLocks noGrp="1" noChangeArrowheads="1"/>
          </p:cNvSpPr>
          <p:nvPr>
            <p:ph type="body" idx="1"/>
          </p:nvPr>
        </p:nvSpPr>
        <p:spPr>
          <a:xfrm>
            <a:off x="838200" y="1253331"/>
            <a:ext cx="10515600" cy="4351338"/>
          </a:xfrm>
        </p:spPr>
        <p:txBody>
          <a:bodyPr/>
          <a:lstStyle/>
          <a:p>
            <a:pPr marL="0" indent="0"/>
            <a:r>
              <a:rPr kumimoji="0" lang="en-US" altLang="en-US" dirty="0"/>
              <a:t>Binary search.   </a:t>
            </a:r>
            <a:r>
              <a:rPr kumimoji="0" lang="en-US" altLang="en-US" dirty="0">
                <a:solidFill>
                  <a:schemeClr val="tx1"/>
                </a:solidFill>
              </a:rPr>
              <a:t>Given </a:t>
            </a:r>
            <a:r>
              <a:rPr lang="en-US" altLang="en-US" sz="1600" dirty="0">
                <a:latin typeface="Courier New" panose="02070309020205020404" pitchFamily="49" charset="0"/>
              </a:rPr>
              <a:t>value</a:t>
            </a:r>
            <a:r>
              <a:rPr kumimoji="0" lang="en-US" altLang="en-US" dirty="0">
                <a:solidFill>
                  <a:schemeClr val="tx1"/>
                </a:solidFill>
              </a:rPr>
              <a:t> and sorted array </a:t>
            </a:r>
            <a:r>
              <a:rPr lang="en-US" altLang="en-US" sz="1600" dirty="0">
                <a:latin typeface="Courier New" panose="02070309020205020404" pitchFamily="49" charset="0"/>
              </a:rPr>
              <a:t>a[]</a:t>
            </a:r>
            <a:r>
              <a:rPr kumimoji="0" lang="en-US" altLang="en-US" dirty="0">
                <a:solidFill>
                  <a:schemeClr val="tx1"/>
                </a:solidFill>
              </a:rPr>
              <a:t>, find index </a:t>
            </a:r>
            <a:r>
              <a:rPr lang="en-US" altLang="en-US" sz="1600" dirty="0" err="1">
                <a:latin typeface="Courier New" panose="02070309020205020404" pitchFamily="49" charset="0"/>
              </a:rPr>
              <a:t>i</a:t>
            </a:r>
            <a:br>
              <a:rPr lang="en-US" altLang="en-US" sz="1600" dirty="0">
                <a:latin typeface="Courier New" panose="02070309020205020404" pitchFamily="49" charset="0"/>
              </a:rPr>
            </a:br>
            <a:r>
              <a:rPr kumimoji="0" lang="en-US" altLang="en-US" dirty="0">
                <a:solidFill>
                  <a:schemeClr val="tx1"/>
                </a:solidFill>
              </a:rPr>
              <a:t>such that </a:t>
            </a:r>
            <a:r>
              <a:rPr lang="en-US" altLang="en-US" sz="1600" dirty="0">
                <a:latin typeface="Courier New" panose="02070309020205020404" pitchFamily="49" charset="0"/>
              </a:rPr>
              <a:t>a[</a:t>
            </a:r>
            <a:r>
              <a:rPr lang="en-US" altLang="en-US" sz="1600" dirty="0" err="1">
                <a:latin typeface="Courier New" panose="02070309020205020404" pitchFamily="49" charset="0"/>
              </a:rPr>
              <a:t>i</a:t>
            </a:r>
            <a:r>
              <a:rPr lang="en-US" altLang="en-US" sz="1600" dirty="0">
                <a:latin typeface="Courier New" panose="02070309020205020404" pitchFamily="49" charset="0"/>
              </a:rPr>
              <a:t>]</a:t>
            </a:r>
            <a:r>
              <a:rPr kumimoji="0" lang="en-US" altLang="en-US" dirty="0">
                <a:solidFill>
                  <a:schemeClr val="tx1"/>
                </a:solidFill>
              </a:rPr>
              <a:t> = </a:t>
            </a:r>
            <a:r>
              <a:rPr lang="en-US" altLang="en-US" sz="1600" dirty="0">
                <a:latin typeface="Courier New" panose="02070309020205020404" pitchFamily="49" charset="0"/>
              </a:rPr>
              <a:t>value</a:t>
            </a:r>
            <a:r>
              <a:rPr kumimoji="0" lang="en-US" altLang="en-US" dirty="0">
                <a:solidFill>
                  <a:schemeClr val="tx1"/>
                </a:solidFill>
              </a:rPr>
              <a:t>, or report that no such index exists.</a:t>
            </a:r>
          </a:p>
          <a:p>
            <a:pPr marL="0" indent="0">
              <a:buNone/>
            </a:pPr>
            <a:endParaRPr kumimoji="0" lang="en-US" altLang="en-US" dirty="0"/>
          </a:p>
          <a:p>
            <a:pPr marL="0" indent="0"/>
            <a:r>
              <a:rPr kumimoji="0" lang="en-US" altLang="en-US" dirty="0"/>
              <a:t>Invariant.  </a:t>
            </a:r>
            <a:r>
              <a:rPr kumimoji="0" lang="en-US" altLang="en-US" dirty="0">
                <a:solidFill>
                  <a:schemeClr val="tx1"/>
                </a:solidFill>
              </a:rPr>
              <a:t>Algorithm maintains </a:t>
            </a:r>
            <a:r>
              <a:rPr lang="en-US" altLang="en-US" sz="1600" dirty="0">
                <a:latin typeface="Courier New" panose="02070309020205020404" pitchFamily="49" charset="0"/>
              </a:rPr>
              <a:t>a[lo]</a:t>
            </a:r>
            <a:r>
              <a:rPr kumimoji="0" lang="en-US" altLang="en-US" dirty="0">
                <a:solidFill>
                  <a:schemeClr val="tx1"/>
                </a:solidFill>
              </a:rPr>
              <a:t> </a:t>
            </a:r>
            <a:r>
              <a:rPr kumimoji="0" lang="en-US" altLang="en-US" dirty="0">
                <a:solidFill>
                  <a:schemeClr val="tx1"/>
                </a:solidFill>
                <a:sym typeface="Symbol" panose="05050102010706020507" pitchFamily="18" charset="2"/>
              </a:rPr>
              <a:t></a:t>
            </a:r>
            <a:r>
              <a:rPr kumimoji="0" lang="en-US" altLang="en-US" dirty="0">
                <a:solidFill>
                  <a:schemeClr val="tx1"/>
                </a:solidFill>
              </a:rPr>
              <a:t> </a:t>
            </a:r>
            <a:r>
              <a:rPr lang="en-US" altLang="en-US" sz="1600" dirty="0">
                <a:latin typeface="Courier New" panose="02070309020205020404" pitchFamily="49" charset="0"/>
              </a:rPr>
              <a:t>value </a:t>
            </a:r>
            <a:r>
              <a:rPr kumimoji="0" lang="en-US" altLang="en-US" dirty="0">
                <a:solidFill>
                  <a:schemeClr val="tx1"/>
                </a:solidFill>
                <a:sym typeface="Symbol" panose="05050102010706020507" pitchFamily="18" charset="2"/>
              </a:rPr>
              <a:t> </a:t>
            </a:r>
            <a:r>
              <a:rPr kumimoji="0" lang="en-US" altLang="en-US" dirty="0">
                <a:solidFill>
                  <a:schemeClr val="tx1"/>
                </a:solidFill>
              </a:rPr>
              <a:t> </a:t>
            </a:r>
            <a:r>
              <a:rPr lang="en-US" altLang="en-US" sz="1600" dirty="0">
                <a:latin typeface="Courier New" panose="02070309020205020404" pitchFamily="49" charset="0"/>
              </a:rPr>
              <a:t>a[hi]</a:t>
            </a:r>
          </a:p>
          <a:p>
            <a:pPr marL="0" indent="0"/>
            <a:endParaRPr lang="en-US" altLang="en-US" sz="1600" dirty="0">
              <a:latin typeface="Courier New" panose="02070309020205020404" pitchFamily="49" charset="0"/>
            </a:endParaRPr>
          </a:p>
          <a:p>
            <a:pPr marL="0" indent="0"/>
            <a:r>
              <a:rPr kumimoji="0" lang="en-US" altLang="en-US" dirty="0"/>
              <a:t>Ex.  </a:t>
            </a:r>
            <a:r>
              <a:rPr kumimoji="0" lang="en-US" altLang="en-US" dirty="0">
                <a:solidFill>
                  <a:schemeClr val="tx1"/>
                </a:solidFill>
              </a:rPr>
              <a:t>Binary search for 33.</a:t>
            </a:r>
          </a:p>
          <a:p>
            <a:pPr marL="0" indent="0"/>
            <a:endParaRPr lang="en-US" altLang="en-US" sz="1600" dirty="0">
              <a:latin typeface="Courier New" panose="02070309020205020404" pitchFamily="49" charset="0"/>
            </a:endParaRPr>
          </a:p>
        </p:txBody>
      </p:sp>
      <p:sp>
        <p:nvSpPr>
          <p:cNvPr id="11300" name="Rectangle 44">
            <a:extLst>
              <a:ext uri="{FF2B5EF4-FFF2-40B4-BE49-F238E27FC236}">
                <a16:creationId xmlns:a16="http://schemas.microsoft.com/office/drawing/2014/main" id="{748B04FB-22A2-20BC-4444-736076262903}"/>
              </a:ext>
            </a:extLst>
          </p:cNvPr>
          <p:cNvSpPr>
            <a:spLocks noChangeArrowheads="1"/>
          </p:cNvSpPr>
          <p:nvPr/>
        </p:nvSpPr>
        <p:spPr bwMode="auto">
          <a:xfrm>
            <a:off x="9113488" y="5105401"/>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hi</a:t>
            </a:r>
          </a:p>
        </p:txBody>
      </p:sp>
      <p:sp>
        <p:nvSpPr>
          <p:cNvPr id="11301" name="Line 45">
            <a:extLst>
              <a:ext uri="{FF2B5EF4-FFF2-40B4-BE49-F238E27FC236}">
                <a16:creationId xmlns:a16="http://schemas.microsoft.com/office/drawing/2014/main" id="{29B98321-D80F-91A6-0E09-DF81E9DC286E}"/>
              </a:ext>
            </a:extLst>
          </p:cNvPr>
          <p:cNvSpPr>
            <a:spLocks noChangeShapeType="1"/>
          </p:cNvSpPr>
          <p:nvPr/>
        </p:nvSpPr>
        <p:spPr bwMode="auto">
          <a:xfrm flipV="1">
            <a:off x="9297988" y="4841875"/>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5158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546DA-11C2-5AE0-F1B6-5B3CAE6577E0}"/>
            </a:ext>
          </a:extLst>
        </p:cNvPr>
        <p:cNvGrpSpPr/>
        <p:nvPr/>
      </p:nvGrpSpPr>
      <p:grpSpPr>
        <a:xfrm>
          <a:off x="0" y="0"/>
          <a:ext cx="0" cy="0"/>
          <a:chOff x="0" y="0"/>
          <a:chExt cx="0" cy="0"/>
        </a:xfrm>
      </p:grpSpPr>
      <p:sp>
        <p:nvSpPr>
          <p:cNvPr id="12290" name="Rectangle 34">
            <a:extLst>
              <a:ext uri="{FF2B5EF4-FFF2-40B4-BE49-F238E27FC236}">
                <a16:creationId xmlns:a16="http://schemas.microsoft.com/office/drawing/2014/main" id="{45C05EF4-C4E5-6B4F-2153-EEC9964FF24A}"/>
              </a:ext>
            </a:extLst>
          </p:cNvPr>
          <p:cNvSpPr>
            <a:spLocks noGrp="1" noChangeArrowheads="1"/>
          </p:cNvSpPr>
          <p:nvPr>
            <p:ph type="title"/>
          </p:nvPr>
        </p:nvSpPr>
        <p:spPr>
          <a:xfrm>
            <a:off x="838200" y="365125"/>
            <a:ext cx="10515600" cy="816561"/>
          </a:xfrm>
        </p:spPr>
        <p:txBody>
          <a:bodyPr/>
          <a:lstStyle/>
          <a:p>
            <a:r>
              <a:rPr kumimoji="0" lang="en-US" altLang="en-US" dirty="0"/>
              <a:t>Binary Search</a:t>
            </a:r>
          </a:p>
        </p:txBody>
      </p:sp>
      <p:sp>
        <p:nvSpPr>
          <p:cNvPr id="12291" name="Rectangle 39">
            <a:extLst>
              <a:ext uri="{FF2B5EF4-FFF2-40B4-BE49-F238E27FC236}">
                <a16:creationId xmlns:a16="http://schemas.microsoft.com/office/drawing/2014/main" id="{A48B8697-F008-065D-3FB5-8ADB002F36FE}"/>
              </a:ext>
            </a:extLst>
          </p:cNvPr>
          <p:cNvSpPr>
            <a:spLocks noGrp="1" noChangeArrowheads="1"/>
          </p:cNvSpPr>
          <p:nvPr>
            <p:ph type="body" idx="1"/>
          </p:nvPr>
        </p:nvSpPr>
        <p:spPr>
          <a:xfrm>
            <a:off x="665164" y="1059307"/>
            <a:ext cx="10515600" cy="4351338"/>
          </a:xfrm>
        </p:spPr>
        <p:txBody>
          <a:bodyPr/>
          <a:lstStyle/>
          <a:p>
            <a:pPr marL="0" indent="0"/>
            <a:endParaRPr lang="en-US" altLang="en-US" sz="1600" dirty="0">
              <a:latin typeface="Courier New" panose="02070309020205020404" pitchFamily="49" charset="0"/>
            </a:endParaRPr>
          </a:p>
          <a:p>
            <a:pPr marL="0" indent="0"/>
            <a:endParaRPr lang="en-US" altLang="en-US" sz="1600" dirty="0">
              <a:latin typeface="Courier New" panose="02070309020205020404" pitchFamily="49" charset="0"/>
            </a:endParaRPr>
          </a:p>
          <a:p>
            <a:pPr marL="0" indent="0"/>
            <a:r>
              <a:rPr kumimoji="0" lang="en-US" altLang="en-US" dirty="0"/>
              <a:t>Ex.  </a:t>
            </a:r>
            <a:r>
              <a:rPr kumimoji="0" lang="en-US" altLang="en-US" dirty="0">
                <a:solidFill>
                  <a:schemeClr val="tx1"/>
                </a:solidFill>
              </a:rPr>
              <a:t>Binary search for 33.</a:t>
            </a:r>
            <a:endParaRPr lang="en-US" altLang="en-US" sz="1600" dirty="0">
              <a:latin typeface="Courier New" panose="02070309020205020404" pitchFamily="49" charset="0"/>
            </a:endParaRPr>
          </a:p>
        </p:txBody>
      </p:sp>
      <p:sp>
        <p:nvSpPr>
          <p:cNvPr id="12292" name="Rectangle 44">
            <a:extLst>
              <a:ext uri="{FF2B5EF4-FFF2-40B4-BE49-F238E27FC236}">
                <a16:creationId xmlns:a16="http://schemas.microsoft.com/office/drawing/2014/main" id="{B9076EC7-2F60-AE47-A1C3-7FD44784F450}"/>
              </a:ext>
            </a:extLst>
          </p:cNvPr>
          <p:cNvSpPr>
            <a:spLocks noChangeArrowheads="1"/>
          </p:cNvSpPr>
          <p:nvPr/>
        </p:nvSpPr>
        <p:spPr bwMode="auto">
          <a:xfrm>
            <a:off x="6324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a:t>
            </a:r>
          </a:p>
        </p:txBody>
      </p:sp>
      <p:sp>
        <p:nvSpPr>
          <p:cNvPr id="12293" name="Rectangle 45">
            <a:extLst>
              <a:ext uri="{FF2B5EF4-FFF2-40B4-BE49-F238E27FC236}">
                <a16:creationId xmlns:a16="http://schemas.microsoft.com/office/drawing/2014/main" id="{63527D72-F9A1-6648-8252-6CCAA4E4FEEF}"/>
              </a:ext>
            </a:extLst>
          </p:cNvPr>
          <p:cNvSpPr>
            <a:spLocks noChangeArrowheads="1"/>
          </p:cNvSpPr>
          <p:nvPr/>
        </p:nvSpPr>
        <p:spPr bwMode="auto">
          <a:xfrm>
            <a:off x="3581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a:t>
            </a:r>
          </a:p>
        </p:txBody>
      </p:sp>
      <p:sp>
        <p:nvSpPr>
          <p:cNvPr id="12294" name="Rectangle 46">
            <a:extLst>
              <a:ext uri="{FF2B5EF4-FFF2-40B4-BE49-F238E27FC236}">
                <a16:creationId xmlns:a16="http://schemas.microsoft.com/office/drawing/2014/main" id="{28C8C4DD-5177-539D-7B19-E748BAF16D64}"/>
              </a:ext>
            </a:extLst>
          </p:cNvPr>
          <p:cNvSpPr>
            <a:spLocks noChangeArrowheads="1"/>
          </p:cNvSpPr>
          <p:nvPr/>
        </p:nvSpPr>
        <p:spPr bwMode="auto">
          <a:xfrm>
            <a:off x="3124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a:t>
            </a:r>
          </a:p>
        </p:txBody>
      </p:sp>
      <p:sp>
        <p:nvSpPr>
          <p:cNvPr id="12295" name="Rectangle 47">
            <a:extLst>
              <a:ext uri="{FF2B5EF4-FFF2-40B4-BE49-F238E27FC236}">
                <a16:creationId xmlns:a16="http://schemas.microsoft.com/office/drawing/2014/main" id="{B18F5A9C-7B52-77C8-5C24-C9551044D1CA}"/>
              </a:ext>
            </a:extLst>
          </p:cNvPr>
          <p:cNvSpPr>
            <a:spLocks noChangeArrowheads="1"/>
          </p:cNvSpPr>
          <p:nvPr/>
        </p:nvSpPr>
        <p:spPr bwMode="auto">
          <a:xfrm>
            <a:off x="4038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3</a:t>
            </a:r>
          </a:p>
        </p:txBody>
      </p:sp>
      <p:sp>
        <p:nvSpPr>
          <p:cNvPr id="12296" name="Rectangle 48">
            <a:extLst>
              <a:ext uri="{FF2B5EF4-FFF2-40B4-BE49-F238E27FC236}">
                <a16:creationId xmlns:a16="http://schemas.microsoft.com/office/drawing/2014/main" id="{8C9171CF-BA29-C0BB-EE08-DB25873B9546}"/>
              </a:ext>
            </a:extLst>
          </p:cNvPr>
          <p:cNvSpPr>
            <a:spLocks noChangeArrowheads="1"/>
          </p:cNvSpPr>
          <p:nvPr/>
        </p:nvSpPr>
        <p:spPr bwMode="auto">
          <a:xfrm>
            <a:off x="4495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a:t>
            </a:r>
          </a:p>
        </p:txBody>
      </p:sp>
      <p:sp>
        <p:nvSpPr>
          <p:cNvPr id="12297" name="Rectangle 49">
            <a:extLst>
              <a:ext uri="{FF2B5EF4-FFF2-40B4-BE49-F238E27FC236}">
                <a16:creationId xmlns:a16="http://schemas.microsoft.com/office/drawing/2014/main" id="{1072E5D9-6E81-0D08-2133-3F343C22EFFA}"/>
              </a:ext>
            </a:extLst>
          </p:cNvPr>
          <p:cNvSpPr>
            <a:spLocks noChangeArrowheads="1"/>
          </p:cNvSpPr>
          <p:nvPr/>
        </p:nvSpPr>
        <p:spPr bwMode="auto">
          <a:xfrm>
            <a:off x="5410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2298" name="Rectangle 50">
            <a:extLst>
              <a:ext uri="{FF2B5EF4-FFF2-40B4-BE49-F238E27FC236}">
                <a16:creationId xmlns:a16="http://schemas.microsoft.com/office/drawing/2014/main" id="{20D245A7-979E-E2B1-5CFC-D7C4CEF5F63D}"/>
              </a:ext>
            </a:extLst>
          </p:cNvPr>
          <p:cNvSpPr>
            <a:spLocks noChangeArrowheads="1"/>
          </p:cNvSpPr>
          <p:nvPr/>
        </p:nvSpPr>
        <p:spPr bwMode="auto">
          <a:xfrm>
            <a:off x="4953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a:t>
            </a:r>
          </a:p>
        </p:txBody>
      </p:sp>
      <p:sp>
        <p:nvSpPr>
          <p:cNvPr id="12299" name="Rectangle 51">
            <a:extLst>
              <a:ext uri="{FF2B5EF4-FFF2-40B4-BE49-F238E27FC236}">
                <a16:creationId xmlns:a16="http://schemas.microsoft.com/office/drawing/2014/main" id="{AD595E08-3D18-3B69-8073-ECC2C0560450}"/>
              </a:ext>
            </a:extLst>
          </p:cNvPr>
          <p:cNvSpPr>
            <a:spLocks noChangeArrowheads="1"/>
          </p:cNvSpPr>
          <p:nvPr/>
        </p:nvSpPr>
        <p:spPr bwMode="auto">
          <a:xfrm>
            <a:off x="5867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a:t>
            </a:r>
          </a:p>
        </p:txBody>
      </p:sp>
      <p:sp>
        <p:nvSpPr>
          <p:cNvPr id="12300" name="Rectangle 52">
            <a:extLst>
              <a:ext uri="{FF2B5EF4-FFF2-40B4-BE49-F238E27FC236}">
                <a16:creationId xmlns:a16="http://schemas.microsoft.com/office/drawing/2014/main" id="{1AC5C522-303A-117E-38A5-6011CB3DBD0C}"/>
              </a:ext>
            </a:extLst>
          </p:cNvPr>
          <p:cNvSpPr>
            <a:spLocks noChangeArrowheads="1"/>
          </p:cNvSpPr>
          <p:nvPr/>
        </p:nvSpPr>
        <p:spPr bwMode="auto">
          <a:xfrm>
            <a:off x="7239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10</a:t>
            </a:r>
          </a:p>
        </p:txBody>
      </p:sp>
      <p:sp>
        <p:nvSpPr>
          <p:cNvPr id="12301" name="Rectangle 53">
            <a:extLst>
              <a:ext uri="{FF2B5EF4-FFF2-40B4-BE49-F238E27FC236}">
                <a16:creationId xmlns:a16="http://schemas.microsoft.com/office/drawing/2014/main" id="{5D083625-A7F8-EF5F-1490-0197336E5BA8}"/>
              </a:ext>
            </a:extLst>
          </p:cNvPr>
          <p:cNvSpPr>
            <a:spLocks noChangeArrowheads="1"/>
          </p:cNvSpPr>
          <p:nvPr/>
        </p:nvSpPr>
        <p:spPr bwMode="auto">
          <a:xfrm>
            <a:off x="6781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a:t>
            </a:r>
          </a:p>
        </p:txBody>
      </p:sp>
      <p:sp>
        <p:nvSpPr>
          <p:cNvPr id="12302" name="Rectangle 54">
            <a:extLst>
              <a:ext uri="{FF2B5EF4-FFF2-40B4-BE49-F238E27FC236}">
                <a16:creationId xmlns:a16="http://schemas.microsoft.com/office/drawing/2014/main" id="{F62B69F2-E52D-239C-EF26-EE3DE82D40A9}"/>
              </a:ext>
            </a:extLst>
          </p:cNvPr>
          <p:cNvSpPr>
            <a:spLocks noChangeArrowheads="1"/>
          </p:cNvSpPr>
          <p:nvPr/>
        </p:nvSpPr>
        <p:spPr bwMode="auto">
          <a:xfrm>
            <a:off x="7696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11</a:t>
            </a:r>
          </a:p>
        </p:txBody>
      </p:sp>
      <p:sp>
        <p:nvSpPr>
          <p:cNvPr id="12303" name="Rectangle 55">
            <a:extLst>
              <a:ext uri="{FF2B5EF4-FFF2-40B4-BE49-F238E27FC236}">
                <a16:creationId xmlns:a16="http://schemas.microsoft.com/office/drawing/2014/main" id="{5D990E8A-9586-6739-2D9C-1CCAA35AAA59}"/>
              </a:ext>
            </a:extLst>
          </p:cNvPr>
          <p:cNvSpPr>
            <a:spLocks noChangeArrowheads="1"/>
          </p:cNvSpPr>
          <p:nvPr/>
        </p:nvSpPr>
        <p:spPr bwMode="auto">
          <a:xfrm>
            <a:off x="8153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12</a:t>
            </a:r>
          </a:p>
        </p:txBody>
      </p:sp>
      <p:sp>
        <p:nvSpPr>
          <p:cNvPr id="12304" name="Rectangle 56">
            <a:extLst>
              <a:ext uri="{FF2B5EF4-FFF2-40B4-BE49-F238E27FC236}">
                <a16:creationId xmlns:a16="http://schemas.microsoft.com/office/drawing/2014/main" id="{E9577AD3-6A1C-E411-ECC2-F58C73339890}"/>
              </a:ext>
            </a:extLst>
          </p:cNvPr>
          <p:cNvSpPr>
            <a:spLocks noChangeArrowheads="1"/>
          </p:cNvSpPr>
          <p:nvPr/>
        </p:nvSpPr>
        <p:spPr bwMode="auto">
          <a:xfrm>
            <a:off x="9067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2305" name="Rectangle 57">
            <a:extLst>
              <a:ext uri="{FF2B5EF4-FFF2-40B4-BE49-F238E27FC236}">
                <a16:creationId xmlns:a16="http://schemas.microsoft.com/office/drawing/2014/main" id="{C00A3DCA-2EE8-87AC-1F63-1489EF081FFE}"/>
              </a:ext>
            </a:extLst>
          </p:cNvPr>
          <p:cNvSpPr>
            <a:spLocks noChangeArrowheads="1"/>
          </p:cNvSpPr>
          <p:nvPr/>
        </p:nvSpPr>
        <p:spPr bwMode="auto">
          <a:xfrm>
            <a:off x="8610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2306" name="Rectangle 58">
            <a:extLst>
              <a:ext uri="{FF2B5EF4-FFF2-40B4-BE49-F238E27FC236}">
                <a16:creationId xmlns:a16="http://schemas.microsoft.com/office/drawing/2014/main" id="{415B0DC1-6419-FB00-F2B9-006D08EC9AD5}"/>
              </a:ext>
            </a:extLst>
          </p:cNvPr>
          <p:cNvSpPr>
            <a:spLocks noChangeArrowheads="1"/>
          </p:cNvSpPr>
          <p:nvPr/>
        </p:nvSpPr>
        <p:spPr bwMode="auto">
          <a:xfrm>
            <a:off x="2667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0</a:t>
            </a:r>
          </a:p>
        </p:txBody>
      </p:sp>
      <p:sp>
        <p:nvSpPr>
          <p:cNvPr id="12307" name="Rectangle 59">
            <a:extLst>
              <a:ext uri="{FF2B5EF4-FFF2-40B4-BE49-F238E27FC236}">
                <a16:creationId xmlns:a16="http://schemas.microsoft.com/office/drawing/2014/main" id="{0E6AAFCC-EB6A-67A0-DD0B-3B4EF8E2EE91}"/>
              </a:ext>
            </a:extLst>
          </p:cNvPr>
          <p:cNvSpPr>
            <a:spLocks noChangeArrowheads="1"/>
          </p:cNvSpPr>
          <p:nvPr/>
        </p:nvSpPr>
        <p:spPr bwMode="auto">
          <a:xfrm>
            <a:off x="63246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64</a:t>
            </a:r>
          </a:p>
        </p:txBody>
      </p:sp>
      <p:sp>
        <p:nvSpPr>
          <p:cNvPr id="12308" name="Rectangle 60">
            <a:extLst>
              <a:ext uri="{FF2B5EF4-FFF2-40B4-BE49-F238E27FC236}">
                <a16:creationId xmlns:a16="http://schemas.microsoft.com/office/drawing/2014/main" id="{11C43F4E-4274-9B49-0897-FA50335BFD4A}"/>
              </a:ext>
            </a:extLst>
          </p:cNvPr>
          <p:cNvSpPr>
            <a:spLocks noChangeArrowheads="1"/>
          </p:cNvSpPr>
          <p:nvPr/>
        </p:nvSpPr>
        <p:spPr bwMode="auto">
          <a:xfrm>
            <a:off x="35814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14</a:t>
            </a:r>
          </a:p>
        </p:txBody>
      </p:sp>
      <p:sp>
        <p:nvSpPr>
          <p:cNvPr id="12309" name="Rectangle 61">
            <a:extLst>
              <a:ext uri="{FF2B5EF4-FFF2-40B4-BE49-F238E27FC236}">
                <a16:creationId xmlns:a16="http://schemas.microsoft.com/office/drawing/2014/main" id="{72767ED6-A87D-958E-145A-4374A55AD988}"/>
              </a:ext>
            </a:extLst>
          </p:cNvPr>
          <p:cNvSpPr>
            <a:spLocks noChangeArrowheads="1"/>
          </p:cNvSpPr>
          <p:nvPr/>
        </p:nvSpPr>
        <p:spPr bwMode="auto">
          <a:xfrm>
            <a:off x="3124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13</a:t>
            </a:r>
          </a:p>
        </p:txBody>
      </p:sp>
      <p:sp>
        <p:nvSpPr>
          <p:cNvPr id="12310" name="Rectangle 62">
            <a:extLst>
              <a:ext uri="{FF2B5EF4-FFF2-40B4-BE49-F238E27FC236}">
                <a16:creationId xmlns:a16="http://schemas.microsoft.com/office/drawing/2014/main" id="{51E6FFF6-B14D-3B9B-7898-8EA9BE3CBC06}"/>
              </a:ext>
            </a:extLst>
          </p:cNvPr>
          <p:cNvSpPr>
            <a:spLocks noChangeArrowheads="1"/>
          </p:cNvSpPr>
          <p:nvPr/>
        </p:nvSpPr>
        <p:spPr bwMode="auto">
          <a:xfrm>
            <a:off x="40386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25</a:t>
            </a:r>
          </a:p>
        </p:txBody>
      </p:sp>
      <p:sp>
        <p:nvSpPr>
          <p:cNvPr id="12311" name="Rectangle 63">
            <a:extLst>
              <a:ext uri="{FF2B5EF4-FFF2-40B4-BE49-F238E27FC236}">
                <a16:creationId xmlns:a16="http://schemas.microsoft.com/office/drawing/2014/main" id="{B0247D2A-5500-0FD3-45C4-197CD6342A3A}"/>
              </a:ext>
            </a:extLst>
          </p:cNvPr>
          <p:cNvSpPr>
            <a:spLocks noChangeArrowheads="1"/>
          </p:cNvSpPr>
          <p:nvPr/>
        </p:nvSpPr>
        <p:spPr bwMode="auto">
          <a:xfrm>
            <a:off x="4495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33</a:t>
            </a:r>
          </a:p>
        </p:txBody>
      </p:sp>
      <p:sp>
        <p:nvSpPr>
          <p:cNvPr id="12312" name="Rectangle 64">
            <a:extLst>
              <a:ext uri="{FF2B5EF4-FFF2-40B4-BE49-F238E27FC236}">
                <a16:creationId xmlns:a16="http://schemas.microsoft.com/office/drawing/2014/main" id="{0C016F1F-8928-6EC0-C1A6-65E612CCA433}"/>
              </a:ext>
            </a:extLst>
          </p:cNvPr>
          <p:cNvSpPr>
            <a:spLocks noChangeArrowheads="1"/>
          </p:cNvSpPr>
          <p:nvPr/>
        </p:nvSpPr>
        <p:spPr bwMode="auto">
          <a:xfrm>
            <a:off x="5410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51</a:t>
            </a:r>
          </a:p>
        </p:txBody>
      </p:sp>
      <p:sp>
        <p:nvSpPr>
          <p:cNvPr id="12313" name="Rectangle 65">
            <a:extLst>
              <a:ext uri="{FF2B5EF4-FFF2-40B4-BE49-F238E27FC236}">
                <a16:creationId xmlns:a16="http://schemas.microsoft.com/office/drawing/2014/main" id="{D830F455-24DF-ACAC-C7DE-D40EBD5F9ACA}"/>
              </a:ext>
            </a:extLst>
          </p:cNvPr>
          <p:cNvSpPr>
            <a:spLocks noChangeArrowheads="1"/>
          </p:cNvSpPr>
          <p:nvPr/>
        </p:nvSpPr>
        <p:spPr bwMode="auto">
          <a:xfrm>
            <a:off x="4953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43</a:t>
            </a:r>
          </a:p>
        </p:txBody>
      </p:sp>
      <p:sp>
        <p:nvSpPr>
          <p:cNvPr id="12314" name="Rectangle 66">
            <a:extLst>
              <a:ext uri="{FF2B5EF4-FFF2-40B4-BE49-F238E27FC236}">
                <a16:creationId xmlns:a16="http://schemas.microsoft.com/office/drawing/2014/main" id="{1F9D09E9-8ADC-20B5-15E1-2D36827B989E}"/>
              </a:ext>
            </a:extLst>
          </p:cNvPr>
          <p:cNvSpPr>
            <a:spLocks noChangeArrowheads="1"/>
          </p:cNvSpPr>
          <p:nvPr/>
        </p:nvSpPr>
        <p:spPr bwMode="auto">
          <a:xfrm>
            <a:off x="58674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53</a:t>
            </a:r>
          </a:p>
        </p:txBody>
      </p:sp>
      <p:sp>
        <p:nvSpPr>
          <p:cNvPr id="12315" name="Rectangle 67">
            <a:extLst>
              <a:ext uri="{FF2B5EF4-FFF2-40B4-BE49-F238E27FC236}">
                <a16:creationId xmlns:a16="http://schemas.microsoft.com/office/drawing/2014/main" id="{A9BD1EE4-78AD-4258-0EB1-5DC80ED6254A}"/>
              </a:ext>
            </a:extLst>
          </p:cNvPr>
          <p:cNvSpPr>
            <a:spLocks noChangeArrowheads="1"/>
          </p:cNvSpPr>
          <p:nvPr/>
        </p:nvSpPr>
        <p:spPr bwMode="auto">
          <a:xfrm>
            <a:off x="7239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84</a:t>
            </a:r>
          </a:p>
        </p:txBody>
      </p:sp>
      <p:sp>
        <p:nvSpPr>
          <p:cNvPr id="12316" name="Rectangle 68">
            <a:extLst>
              <a:ext uri="{FF2B5EF4-FFF2-40B4-BE49-F238E27FC236}">
                <a16:creationId xmlns:a16="http://schemas.microsoft.com/office/drawing/2014/main" id="{884493CD-3B25-EAD6-3C5F-7F160B5C00F2}"/>
              </a:ext>
            </a:extLst>
          </p:cNvPr>
          <p:cNvSpPr>
            <a:spLocks noChangeArrowheads="1"/>
          </p:cNvSpPr>
          <p:nvPr/>
        </p:nvSpPr>
        <p:spPr bwMode="auto">
          <a:xfrm>
            <a:off x="6781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72</a:t>
            </a:r>
          </a:p>
        </p:txBody>
      </p:sp>
      <p:sp>
        <p:nvSpPr>
          <p:cNvPr id="12317" name="Rectangle 69">
            <a:extLst>
              <a:ext uri="{FF2B5EF4-FFF2-40B4-BE49-F238E27FC236}">
                <a16:creationId xmlns:a16="http://schemas.microsoft.com/office/drawing/2014/main" id="{31D0CF7E-2E78-4584-0194-EB283A1A33B4}"/>
              </a:ext>
            </a:extLst>
          </p:cNvPr>
          <p:cNvSpPr>
            <a:spLocks noChangeArrowheads="1"/>
          </p:cNvSpPr>
          <p:nvPr/>
        </p:nvSpPr>
        <p:spPr bwMode="auto">
          <a:xfrm>
            <a:off x="7696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93</a:t>
            </a:r>
          </a:p>
        </p:txBody>
      </p:sp>
      <p:sp>
        <p:nvSpPr>
          <p:cNvPr id="12318" name="Rectangle 70">
            <a:extLst>
              <a:ext uri="{FF2B5EF4-FFF2-40B4-BE49-F238E27FC236}">
                <a16:creationId xmlns:a16="http://schemas.microsoft.com/office/drawing/2014/main" id="{67805495-77FB-DFB0-F6BD-9FADB635E48F}"/>
              </a:ext>
            </a:extLst>
          </p:cNvPr>
          <p:cNvSpPr>
            <a:spLocks noChangeArrowheads="1"/>
          </p:cNvSpPr>
          <p:nvPr/>
        </p:nvSpPr>
        <p:spPr bwMode="auto">
          <a:xfrm>
            <a:off x="81534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95</a:t>
            </a:r>
          </a:p>
        </p:txBody>
      </p:sp>
      <p:sp>
        <p:nvSpPr>
          <p:cNvPr id="12319" name="Rectangle 71">
            <a:extLst>
              <a:ext uri="{FF2B5EF4-FFF2-40B4-BE49-F238E27FC236}">
                <a16:creationId xmlns:a16="http://schemas.microsoft.com/office/drawing/2014/main" id="{64CECA20-6CCA-225E-FC32-414D8054BC10}"/>
              </a:ext>
            </a:extLst>
          </p:cNvPr>
          <p:cNvSpPr>
            <a:spLocks noChangeArrowheads="1"/>
          </p:cNvSpPr>
          <p:nvPr/>
        </p:nvSpPr>
        <p:spPr bwMode="auto">
          <a:xfrm>
            <a:off x="9067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97</a:t>
            </a:r>
          </a:p>
        </p:txBody>
      </p:sp>
      <p:sp>
        <p:nvSpPr>
          <p:cNvPr id="12320" name="Rectangle 72">
            <a:extLst>
              <a:ext uri="{FF2B5EF4-FFF2-40B4-BE49-F238E27FC236}">
                <a16:creationId xmlns:a16="http://schemas.microsoft.com/office/drawing/2014/main" id="{AE1B0B74-7FF3-7652-4FF1-4E3729A6D63E}"/>
              </a:ext>
            </a:extLst>
          </p:cNvPr>
          <p:cNvSpPr>
            <a:spLocks noChangeArrowheads="1"/>
          </p:cNvSpPr>
          <p:nvPr/>
        </p:nvSpPr>
        <p:spPr bwMode="auto">
          <a:xfrm>
            <a:off x="86106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96</a:t>
            </a:r>
          </a:p>
        </p:txBody>
      </p:sp>
      <p:sp>
        <p:nvSpPr>
          <p:cNvPr id="12321" name="Rectangle 73">
            <a:extLst>
              <a:ext uri="{FF2B5EF4-FFF2-40B4-BE49-F238E27FC236}">
                <a16:creationId xmlns:a16="http://schemas.microsoft.com/office/drawing/2014/main" id="{8F7CCC34-B297-49CB-93C0-3F66F6F29583}"/>
              </a:ext>
            </a:extLst>
          </p:cNvPr>
          <p:cNvSpPr>
            <a:spLocks noChangeArrowheads="1"/>
          </p:cNvSpPr>
          <p:nvPr/>
        </p:nvSpPr>
        <p:spPr bwMode="auto">
          <a:xfrm>
            <a:off x="2667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6</a:t>
            </a:r>
          </a:p>
        </p:txBody>
      </p:sp>
      <p:sp>
        <p:nvSpPr>
          <p:cNvPr id="12322" name="Rectangle 74">
            <a:extLst>
              <a:ext uri="{FF2B5EF4-FFF2-40B4-BE49-F238E27FC236}">
                <a16:creationId xmlns:a16="http://schemas.microsoft.com/office/drawing/2014/main" id="{EF480745-7AF0-6C29-E2C5-975D0C072BA9}"/>
              </a:ext>
            </a:extLst>
          </p:cNvPr>
          <p:cNvSpPr>
            <a:spLocks noChangeArrowheads="1"/>
          </p:cNvSpPr>
          <p:nvPr/>
        </p:nvSpPr>
        <p:spPr bwMode="auto">
          <a:xfrm>
            <a:off x="2693638" y="5102226"/>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lo</a:t>
            </a:r>
          </a:p>
        </p:txBody>
      </p:sp>
      <p:sp>
        <p:nvSpPr>
          <p:cNvPr id="12323" name="Line 75">
            <a:extLst>
              <a:ext uri="{FF2B5EF4-FFF2-40B4-BE49-F238E27FC236}">
                <a16:creationId xmlns:a16="http://schemas.microsoft.com/office/drawing/2014/main" id="{822962FF-35DE-0E9A-D441-112AA5D08767}"/>
              </a:ext>
            </a:extLst>
          </p:cNvPr>
          <p:cNvSpPr>
            <a:spLocks noChangeShapeType="1"/>
          </p:cNvSpPr>
          <p:nvPr/>
        </p:nvSpPr>
        <p:spPr bwMode="auto">
          <a:xfrm flipV="1">
            <a:off x="2879725" y="4838700"/>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24" name="Rectangle 77">
            <a:extLst>
              <a:ext uri="{FF2B5EF4-FFF2-40B4-BE49-F238E27FC236}">
                <a16:creationId xmlns:a16="http://schemas.microsoft.com/office/drawing/2014/main" id="{D76ECA46-7671-5C34-BDE8-E6BC95CA9237}"/>
              </a:ext>
            </a:extLst>
          </p:cNvPr>
          <p:cNvSpPr>
            <a:spLocks noChangeArrowheads="1"/>
          </p:cNvSpPr>
          <p:nvPr/>
        </p:nvSpPr>
        <p:spPr bwMode="auto">
          <a:xfrm>
            <a:off x="9113488" y="5105401"/>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hi</a:t>
            </a:r>
          </a:p>
        </p:txBody>
      </p:sp>
      <p:sp>
        <p:nvSpPr>
          <p:cNvPr id="12325" name="Line 78">
            <a:extLst>
              <a:ext uri="{FF2B5EF4-FFF2-40B4-BE49-F238E27FC236}">
                <a16:creationId xmlns:a16="http://schemas.microsoft.com/office/drawing/2014/main" id="{63DF7019-7F4C-C974-8F8E-C5EE9B03EFBD}"/>
              </a:ext>
            </a:extLst>
          </p:cNvPr>
          <p:cNvSpPr>
            <a:spLocks noChangeShapeType="1"/>
          </p:cNvSpPr>
          <p:nvPr/>
        </p:nvSpPr>
        <p:spPr bwMode="auto">
          <a:xfrm flipV="1">
            <a:off x="9297988" y="4841875"/>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26" name="Rectangle 79">
            <a:extLst>
              <a:ext uri="{FF2B5EF4-FFF2-40B4-BE49-F238E27FC236}">
                <a16:creationId xmlns:a16="http://schemas.microsoft.com/office/drawing/2014/main" id="{AFA3C204-C054-0163-19B4-948F13B3CD33}"/>
              </a:ext>
            </a:extLst>
          </p:cNvPr>
          <p:cNvSpPr>
            <a:spLocks noChangeArrowheads="1"/>
          </p:cNvSpPr>
          <p:nvPr/>
        </p:nvSpPr>
        <p:spPr bwMode="auto">
          <a:xfrm>
            <a:off x="5841925" y="5103814"/>
            <a:ext cx="508152"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mid</a:t>
            </a:r>
          </a:p>
        </p:txBody>
      </p:sp>
      <p:sp>
        <p:nvSpPr>
          <p:cNvPr id="12327" name="Line 80">
            <a:extLst>
              <a:ext uri="{FF2B5EF4-FFF2-40B4-BE49-F238E27FC236}">
                <a16:creationId xmlns:a16="http://schemas.microsoft.com/office/drawing/2014/main" id="{D13C0129-87FA-98F7-1032-24F06F15D575}"/>
              </a:ext>
            </a:extLst>
          </p:cNvPr>
          <p:cNvSpPr>
            <a:spLocks noChangeShapeType="1"/>
          </p:cNvSpPr>
          <p:nvPr/>
        </p:nvSpPr>
        <p:spPr bwMode="auto">
          <a:xfrm flipV="1">
            <a:off x="6080125"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28" name="Oval 81">
            <a:extLst>
              <a:ext uri="{FF2B5EF4-FFF2-40B4-BE49-F238E27FC236}">
                <a16:creationId xmlns:a16="http://schemas.microsoft.com/office/drawing/2014/main" id="{465CC355-DAA0-4D4E-4D7B-8D2FBF99DA5A}"/>
              </a:ext>
            </a:extLst>
          </p:cNvPr>
          <p:cNvSpPr>
            <a:spLocks noChangeArrowheads="1"/>
          </p:cNvSpPr>
          <p:nvPr/>
        </p:nvSpPr>
        <p:spPr bwMode="auto">
          <a:xfrm>
            <a:off x="5922964" y="4138614"/>
            <a:ext cx="357187" cy="357187"/>
          </a:xfrm>
          <a:prstGeom prst="ellipse">
            <a:avLst/>
          </a:prstGeom>
          <a:solidFill>
            <a:schemeClr val="folHlink">
              <a:alpha val="25098"/>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endParaRPr>
          </a:p>
        </p:txBody>
      </p:sp>
    </p:spTree>
    <p:extLst>
      <p:ext uri="{BB962C8B-B14F-4D97-AF65-F5344CB8AC3E}">
        <p14:creationId xmlns:p14="http://schemas.microsoft.com/office/powerpoint/2010/main" val="3781153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A8B23-045B-72ED-CE1E-D5F18DD96750}"/>
            </a:ext>
          </a:extLst>
        </p:cNvPr>
        <p:cNvGrpSpPr/>
        <p:nvPr/>
      </p:nvGrpSpPr>
      <p:grpSpPr>
        <a:xfrm>
          <a:off x="0" y="0"/>
          <a:ext cx="0" cy="0"/>
          <a:chOff x="0" y="0"/>
          <a:chExt cx="0" cy="0"/>
        </a:xfrm>
      </p:grpSpPr>
      <p:sp>
        <p:nvSpPr>
          <p:cNvPr id="13314" name="Rectangle 2">
            <a:extLst>
              <a:ext uri="{FF2B5EF4-FFF2-40B4-BE49-F238E27FC236}">
                <a16:creationId xmlns:a16="http://schemas.microsoft.com/office/drawing/2014/main" id="{124A8E77-6E58-6AF7-D564-E3059027CD67}"/>
              </a:ext>
            </a:extLst>
          </p:cNvPr>
          <p:cNvSpPr>
            <a:spLocks noGrp="1" noChangeArrowheads="1"/>
          </p:cNvSpPr>
          <p:nvPr>
            <p:ph type="title"/>
          </p:nvPr>
        </p:nvSpPr>
        <p:spPr/>
        <p:txBody>
          <a:bodyPr/>
          <a:lstStyle/>
          <a:p>
            <a:r>
              <a:rPr kumimoji="0" lang="en-US" altLang="en-US"/>
              <a:t>Binary Search</a:t>
            </a:r>
          </a:p>
        </p:txBody>
      </p:sp>
      <p:sp>
        <p:nvSpPr>
          <p:cNvPr id="13316" name="Rectangle 4">
            <a:extLst>
              <a:ext uri="{FF2B5EF4-FFF2-40B4-BE49-F238E27FC236}">
                <a16:creationId xmlns:a16="http://schemas.microsoft.com/office/drawing/2014/main" id="{170A278F-D927-594B-6665-2E96C0A72952}"/>
              </a:ext>
            </a:extLst>
          </p:cNvPr>
          <p:cNvSpPr>
            <a:spLocks noChangeArrowheads="1"/>
          </p:cNvSpPr>
          <p:nvPr/>
        </p:nvSpPr>
        <p:spPr bwMode="auto">
          <a:xfrm>
            <a:off x="6324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a:t>
            </a:r>
          </a:p>
        </p:txBody>
      </p:sp>
      <p:sp>
        <p:nvSpPr>
          <p:cNvPr id="13317" name="Rectangle 5">
            <a:extLst>
              <a:ext uri="{FF2B5EF4-FFF2-40B4-BE49-F238E27FC236}">
                <a16:creationId xmlns:a16="http://schemas.microsoft.com/office/drawing/2014/main" id="{00A91EB1-3F7B-A089-B9E6-8E50D2A73C0F}"/>
              </a:ext>
            </a:extLst>
          </p:cNvPr>
          <p:cNvSpPr>
            <a:spLocks noChangeArrowheads="1"/>
          </p:cNvSpPr>
          <p:nvPr/>
        </p:nvSpPr>
        <p:spPr bwMode="auto">
          <a:xfrm>
            <a:off x="3581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a:t>
            </a:r>
          </a:p>
        </p:txBody>
      </p:sp>
      <p:sp>
        <p:nvSpPr>
          <p:cNvPr id="13318" name="Rectangle 6">
            <a:extLst>
              <a:ext uri="{FF2B5EF4-FFF2-40B4-BE49-F238E27FC236}">
                <a16:creationId xmlns:a16="http://schemas.microsoft.com/office/drawing/2014/main" id="{FB780747-03BB-5B03-D8DD-D14306BC301B}"/>
              </a:ext>
            </a:extLst>
          </p:cNvPr>
          <p:cNvSpPr>
            <a:spLocks noChangeArrowheads="1"/>
          </p:cNvSpPr>
          <p:nvPr/>
        </p:nvSpPr>
        <p:spPr bwMode="auto">
          <a:xfrm>
            <a:off x="3124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a:t>
            </a:r>
          </a:p>
        </p:txBody>
      </p:sp>
      <p:sp>
        <p:nvSpPr>
          <p:cNvPr id="13319" name="Rectangle 7">
            <a:extLst>
              <a:ext uri="{FF2B5EF4-FFF2-40B4-BE49-F238E27FC236}">
                <a16:creationId xmlns:a16="http://schemas.microsoft.com/office/drawing/2014/main" id="{8683717E-C2AC-CD04-C934-04C3DD9F9C25}"/>
              </a:ext>
            </a:extLst>
          </p:cNvPr>
          <p:cNvSpPr>
            <a:spLocks noChangeArrowheads="1"/>
          </p:cNvSpPr>
          <p:nvPr/>
        </p:nvSpPr>
        <p:spPr bwMode="auto">
          <a:xfrm>
            <a:off x="4038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3</a:t>
            </a:r>
          </a:p>
        </p:txBody>
      </p:sp>
      <p:sp>
        <p:nvSpPr>
          <p:cNvPr id="13320" name="Rectangle 8">
            <a:extLst>
              <a:ext uri="{FF2B5EF4-FFF2-40B4-BE49-F238E27FC236}">
                <a16:creationId xmlns:a16="http://schemas.microsoft.com/office/drawing/2014/main" id="{CB09076A-9FBD-371C-B9D1-8ABFEF72E6F4}"/>
              </a:ext>
            </a:extLst>
          </p:cNvPr>
          <p:cNvSpPr>
            <a:spLocks noChangeArrowheads="1"/>
          </p:cNvSpPr>
          <p:nvPr/>
        </p:nvSpPr>
        <p:spPr bwMode="auto">
          <a:xfrm>
            <a:off x="4495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a:t>
            </a:r>
          </a:p>
        </p:txBody>
      </p:sp>
      <p:sp>
        <p:nvSpPr>
          <p:cNvPr id="13321" name="Rectangle 9">
            <a:extLst>
              <a:ext uri="{FF2B5EF4-FFF2-40B4-BE49-F238E27FC236}">
                <a16:creationId xmlns:a16="http://schemas.microsoft.com/office/drawing/2014/main" id="{EF87584F-D540-DF70-92A1-4914FA933C9C}"/>
              </a:ext>
            </a:extLst>
          </p:cNvPr>
          <p:cNvSpPr>
            <a:spLocks noChangeArrowheads="1"/>
          </p:cNvSpPr>
          <p:nvPr/>
        </p:nvSpPr>
        <p:spPr bwMode="auto">
          <a:xfrm>
            <a:off x="5410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3322" name="Rectangle 10">
            <a:extLst>
              <a:ext uri="{FF2B5EF4-FFF2-40B4-BE49-F238E27FC236}">
                <a16:creationId xmlns:a16="http://schemas.microsoft.com/office/drawing/2014/main" id="{FDC2B870-EAF5-D96D-79DA-7779C9DBB6C3}"/>
              </a:ext>
            </a:extLst>
          </p:cNvPr>
          <p:cNvSpPr>
            <a:spLocks noChangeArrowheads="1"/>
          </p:cNvSpPr>
          <p:nvPr/>
        </p:nvSpPr>
        <p:spPr bwMode="auto">
          <a:xfrm>
            <a:off x="4953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a:t>
            </a:r>
          </a:p>
        </p:txBody>
      </p:sp>
      <p:sp>
        <p:nvSpPr>
          <p:cNvPr id="13323" name="Rectangle 11">
            <a:extLst>
              <a:ext uri="{FF2B5EF4-FFF2-40B4-BE49-F238E27FC236}">
                <a16:creationId xmlns:a16="http://schemas.microsoft.com/office/drawing/2014/main" id="{E8C872A5-9EF4-E301-AEE6-88DD547AD8FD}"/>
              </a:ext>
            </a:extLst>
          </p:cNvPr>
          <p:cNvSpPr>
            <a:spLocks noChangeArrowheads="1"/>
          </p:cNvSpPr>
          <p:nvPr/>
        </p:nvSpPr>
        <p:spPr bwMode="auto">
          <a:xfrm>
            <a:off x="5867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a:t>
            </a:r>
          </a:p>
        </p:txBody>
      </p:sp>
      <p:sp>
        <p:nvSpPr>
          <p:cNvPr id="13324" name="Rectangle 12">
            <a:extLst>
              <a:ext uri="{FF2B5EF4-FFF2-40B4-BE49-F238E27FC236}">
                <a16:creationId xmlns:a16="http://schemas.microsoft.com/office/drawing/2014/main" id="{A8061569-3538-C8B4-164F-FB74FA7596F5}"/>
              </a:ext>
            </a:extLst>
          </p:cNvPr>
          <p:cNvSpPr>
            <a:spLocks noChangeArrowheads="1"/>
          </p:cNvSpPr>
          <p:nvPr/>
        </p:nvSpPr>
        <p:spPr bwMode="auto">
          <a:xfrm>
            <a:off x="7239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10</a:t>
            </a:r>
          </a:p>
        </p:txBody>
      </p:sp>
      <p:sp>
        <p:nvSpPr>
          <p:cNvPr id="13325" name="Rectangle 13">
            <a:extLst>
              <a:ext uri="{FF2B5EF4-FFF2-40B4-BE49-F238E27FC236}">
                <a16:creationId xmlns:a16="http://schemas.microsoft.com/office/drawing/2014/main" id="{2B607317-AB41-1E45-793B-B47896BAD7A5}"/>
              </a:ext>
            </a:extLst>
          </p:cNvPr>
          <p:cNvSpPr>
            <a:spLocks noChangeArrowheads="1"/>
          </p:cNvSpPr>
          <p:nvPr/>
        </p:nvSpPr>
        <p:spPr bwMode="auto">
          <a:xfrm>
            <a:off x="6781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a:t>
            </a:r>
          </a:p>
        </p:txBody>
      </p:sp>
      <p:sp>
        <p:nvSpPr>
          <p:cNvPr id="13326" name="Rectangle 14">
            <a:extLst>
              <a:ext uri="{FF2B5EF4-FFF2-40B4-BE49-F238E27FC236}">
                <a16:creationId xmlns:a16="http://schemas.microsoft.com/office/drawing/2014/main" id="{B6524873-7499-9E99-49E9-19B342710025}"/>
              </a:ext>
            </a:extLst>
          </p:cNvPr>
          <p:cNvSpPr>
            <a:spLocks noChangeArrowheads="1"/>
          </p:cNvSpPr>
          <p:nvPr/>
        </p:nvSpPr>
        <p:spPr bwMode="auto">
          <a:xfrm>
            <a:off x="7696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11</a:t>
            </a:r>
          </a:p>
        </p:txBody>
      </p:sp>
      <p:sp>
        <p:nvSpPr>
          <p:cNvPr id="13327" name="Rectangle 15">
            <a:extLst>
              <a:ext uri="{FF2B5EF4-FFF2-40B4-BE49-F238E27FC236}">
                <a16:creationId xmlns:a16="http://schemas.microsoft.com/office/drawing/2014/main" id="{5862A19D-77DF-ECBB-8456-224C98E6C03C}"/>
              </a:ext>
            </a:extLst>
          </p:cNvPr>
          <p:cNvSpPr>
            <a:spLocks noChangeArrowheads="1"/>
          </p:cNvSpPr>
          <p:nvPr/>
        </p:nvSpPr>
        <p:spPr bwMode="auto">
          <a:xfrm>
            <a:off x="8153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12</a:t>
            </a:r>
          </a:p>
        </p:txBody>
      </p:sp>
      <p:sp>
        <p:nvSpPr>
          <p:cNvPr id="13328" name="Rectangle 16">
            <a:extLst>
              <a:ext uri="{FF2B5EF4-FFF2-40B4-BE49-F238E27FC236}">
                <a16:creationId xmlns:a16="http://schemas.microsoft.com/office/drawing/2014/main" id="{C7808DA0-4FA6-0FA0-A99C-D70E753BFED1}"/>
              </a:ext>
            </a:extLst>
          </p:cNvPr>
          <p:cNvSpPr>
            <a:spLocks noChangeArrowheads="1"/>
          </p:cNvSpPr>
          <p:nvPr/>
        </p:nvSpPr>
        <p:spPr bwMode="auto">
          <a:xfrm>
            <a:off x="9067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3329" name="Rectangle 17">
            <a:extLst>
              <a:ext uri="{FF2B5EF4-FFF2-40B4-BE49-F238E27FC236}">
                <a16:creationId xmlns:a16="http://schemas.microsoft.com/office/drawing/2014/main" id="{DC9E482C-1E16-E5F1-18C8-2D20000B084A}"/>
              </a:ext>
            </a:extLst>
          </p:cNvPr>
          <p:cNvSpPr>
            <a:spLocks noChangeArrowheads="1"/>
          </p:cNvSpPr>
          <p:nvPr/>
        </p:nvSpPr>
        <p:spPr bwMode="auto">
          <a:xfrm>
            <a:off x="8610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3330" name="Rectangle 18">
            <a:extLst>
              <a:ext uri="{FF2B5EF4-FFF2-40B4-BE49-F238E27FC236}">
                <a16:creationId xmlns:a16="http://schemas.microsoft.com/office/drawing/2014/main" id="{982F9425-6F5A-3E52-548C-B8E952FC8224}"/>
              </a:ext>
            </a:extLst>
          </p:cNvPr>
          <p:cNvSpPr>
            <a:spLocks noChangeArrowheads="1"/>
          </p:cNvSpPr>
          <p:nvPr/>
        </p:nvSpPr>
        <p:spPr bwMode="auto">
          <a:xfrm>
            <a:off x="2667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0</a:t>
            </a:r>
          </a:p>
        </p:txBody>
      </p:sp>
      <p:sp>
        <p:nvSpPr>
          <p:cNvPr id="13331" name="Rectangle 19" descr="Outlined diamond">
            <a:extLst>
              <a:ext uri="{FF2B5EF4-FFF2-40B4-BE49-F238E27FC236}">
                <a16:creationId xmlns:a16="http://schemas.microsoft.com/office/drawing/2014/main" id="{F628A3D7-FBF1-870A-70D4-122CD54045A5}"/>
              </a:ext>
            </a:extLst>
          </p:cNvPr>
          <p:cNvSpPr>
            <a:spLocks noChangeArrowheads="1"/>
          </p:cNvSpPr>
          <p:nvPr/>
        </p:nvSpPr>
        <p:spPr bwMode="auto">
          <a:xfrm>
            <a:off x="6324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64</a:t>
            </a:r>
          </a:p>
        </p:txBody>
      </p:sp>
      <p:sp>
        <p:nvSpPr>
          <p:cNvPr id="13332" name="Rectangle 20">
            <a:extLst>
              <a:ext uri="{FF2B5EF4-FFF2-40B4-BE49-F238E27FC236}">
                <a16:creationId xmlns:a16="http://schemas.microsoft.com/office/drawing/2014/main" id="{D441E468-A662-3AFA-72A1-9B8123280ACA}"/>
              </a:ext>
            </a:extLst>
          </p:cNvPr>
          <p:cNvSpPr>
            <a:spLocks noChangeArrowheads="1"/>
          </p:cNvSpPr>
          <p:nvPr/>
        </p:nvSpPr>
        <p:spPr bwMode="auto">
          <a:xfrm>
            <a:off x="35814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14</a:t>
            </a:r>
          </a:p>
        </p:txBody>
      </p:sp>
      <p:sp>
        <p:nvSpPr>
          <p:cNvPr id="13333" name="Rectangle 21">
            <a:extLst>
              <a:ext uri="{FF2B5EF4-FFF2-40B4-BE49-F238E27FC236}">
                <a16:creationId xmlns:a16="http://schemas.microsoft.com/office/drawing/2014/main" id="{8BECE80C-17AC-82E9-1EAD-CA7D88E243E7}"/>
              </a:ext>
            </a:extLst>
          </p:cNvPr>
          <p:cNvSpPr>
            <a:spLocks noChangeArrowheads="1"/>
          </p:cNvSpPr>
          <p:nvPr/>
        </p:nvSpPr>
        <p:spPr bwMode="auto">
          <a:xfrm>
            <a:off x="3124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13</a:t>
            </a:r>
          </a:p>
        </p:txBody>
      </p:sp>
      <p:sp>
        <p:nvSpPr>
          <p:cNvPr id="13334" name="Rectangle 22">
            <a:extLst>
              <a:ext uri="{FF2B5EF4-FFF2-40B4-BE49-F238E27FC236}">
                <a16:creationId xmlns:a16="http://schemas.microsoft.com/office/drawing/2014/main" id="{4AC81E76-2F6E-CF2E-F951-A1AA3D8713BF}"/>
              </a:ext>
            </a:extLst>
          </p:cNvPr>
          <p:cNvSpPr>
            <a:spLocks noChangeArrowheads="1"/>
          </p:cNvSpPr>
          <p:nvPr/>
        </p:nvSpPr>
        <p:spPr bwMode="auto">
          <a:xfrm>
            <a:off x="40386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25</a:t>
            </a:r>
          </a:p>
        </p:txBody>
      </p:sp>
      <p:sp>
        <p:nvSpPr>
          <p:cNvPr id="13335" name="Rectangle 23">
            <a:extLst>
              <a:ext uri="{FF2B5EF4-FFF2-40B4-BE49-F238E27FC236}">
                <a16:creationId xmlns:a16="http://schemas.microsoft.com/office/drawing/2014/main" id="{06192002-E70E-5183-D560-E9F40171FB84}"/>
              </a:ext>
            </a:extLst>
          </p:cNvPr>
          <p:cNvSpPr>
            <a:spLocks noChangeArrowheads="1"/>
          </p:cNvSpPr>
          <p:nvPr/>
        </p:nvSpPr>
        <p:spPr bwMode="auto">
          <a:xfrm>
            <a:off x="4495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33</a:t>
            </a:r>
          </a:p>
        </p:txBody>
      </p:sp>
      <p:sp>
        <p:nvSpPr>
          <p:cNvPr id="13336" name="Rectangle 24">
            <a:extLst>
              <a:ext uri="{FF2B5EF4-FFF2-40B4-BE49-F238E27FC236}">
                <a16:creationId xmlns:a16="http://schemas.microsoft.com/office/drawing/2014/main" id="{06106B47-13D6-143E-250D-3EE8519D1E41}"/>
              </a:ext>
            </a:extLst>
          </p:cNvPr>
          <p:cNvSpPr>
            <a:spLocks noChangeArrowheads="1"/>
          </p:cNvSpPr>
          <p:nvPr/>
        </p:nvSpPr>
        <p:spPr bwMode="auto">
          <a:xfrm>
            <a:off x="5410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51</a:t>
            </a:r>
          </a:p>
        </p:txBody>
      </p:sp>
      <p:sp>
        <p:nvSpPr>
          <p:cNvPr id="13337" name="Rectangle 25">
            <a:extLst>
              <a:ext uri="{FF2B5EF4-FFF2-40B4-BE49-F238E27FC236}">
                <a16:creationId xmlns:a16="http://schemas.microsoft.com/office/drawing/2014/main" id="{1D1E086C-425A-CABC-6FF6-98C009CDD1AF}"/>
              </a:ext>
            </a:extLst>
          </p:cNvPr>
          <p:cNvSpPr>
            <a:spLocks noChangeArrowheads="1"/>
          </p:cNvSpPr>
          <p:nvPr/>
        </p:nvSpPr>
        <p:spPr bwMode="auto">
          <a:xfrm>
            <a:off x="4953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43</a:t>
            </a:r>
          </a:p>
        </p:txBody>
      </p:sp>
      <p:sp>
        <p:nvSpPr>
          <p:cNvPr id="13338" name="Rectangle 26" descr="Outlined diamond">
            <a:extLst>
              <a:ext uri="{FF2B5EF4-FFF2-40B4-BE49-F238E27FC236}">
                <a16:creationId xmlns:a16="http://schemas.microsoft.com/office/drawing/2014/main" id="{8F7EBCBA-2FAA-3AF6-C571-9C629656A03B}"/>
              </a:ext>
            </a:extLst>
          </p:cNvPr>
          <p:cNvSpPr>
            <a:spLocks noChangeArrowheads="1"/>
          </p:cNvSpPr>
          <p:nvPr/>
        </p:nvSpPr>
        <p:spPr bwMode="auto">
          <a:xfrm>
            <a:off x="5867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53</a:t>
            </a:r>
          </a:p>
        </p:txBody>
      </p:sp>
      <p:sp>
        <p:nvSpPr>
          <p:cNvPr id="13339" name="Rectangle 27" descr="Outlined diamond">
            <a:extLst>
              <a:ext uri="{FF2B5EF4-FFF2-40B4-BE49-F238E27FC236}">
                <a16:creationId xmlns:a16="http://schemas.microsoft.com/office/drawing/2014/main" id="{B71030F0-B626-816B-1F0E-BB464652FBFB}"/>
              </a:ext>
            </a:extLst>
          </p:cNvPr>
          <p:cNvSpPr>
            <a:spLocks noChangeArrowheads="1"/>
          </p:cNvSpPr>
          <p:nvPr/>
        </p:nvSpPr>
        <p:spPr bwMode="auto">
          <a:xfrm>
            <a:off x="7239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84</a:t>
            </a:r>
          </a:p>
        </p:txBody>
      </p:sp>
      <p:sp>
        <p:nvSpPr>
          <p:cNvPr id="13340" name="Rectangle 28" descr="Outlined diamond">
            <a:extLst>
              <a:ext uri="{FF2B5EF4-FFF2-40B4-BE49-F238E27FC236}">
                <a16:creationId xmlns:a16="http://schemas.microsoft.com/office/drawing/2014/main" id="{B91C199F-1306-07B5-ABA5-0762EEB48DD2}"/>
              </a:ext>
            </a:extLst>
          </p:cNvPr>
          <p:cNvSpPr>
            <a:spLocks noChangeArrowheads="1"/>
          </p:cNvSpPr>
          <p:nvPr/>
        </p:nvSpPr>
        <p:spPr bwMode="auto">
          <a:xfrm>
            <a:off x="6781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72</a:t>
            </a:r>
          </a:p>
        </p:txBody>
      </p:sp>
      <p:sp>
        <p:nvSpPr>
          <p:cNvPr id="13341" name="Rectangle 29" descr="Outlined diamond">
            <a:extLst>
              <a:ext uri="{FF2B5EF4-FFF2-40B4-BE49-F238E27FC236}">
                <a16:creationId xmlns:a16="http://schemas.microsoft.com/office/drawing/2014/main" id="{C0CA102B-1EDE-27E3-86D3-94E0383D95B6}"/>
              </a:ext>
            </a:extLst>
          </p:cNvPr>
          <p:cNvSpPr>
            <a:spLocks noChangeArrowheads="1"/>
          </p:cNvSpPr>
          <p:nvPr/>
        </p:nvSpPr>
        <p:spPr bwMode="auto">
          <a:xfrm>
            <a:off x="7696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93</a:t>
            </a:r>
          </a:p>
        </p:txBody>
      </p:sp>
      <p:sp>
        <p:nvSpPr>
          <p:cNvPr id="13342" name="Rectangle 30" descr="Outlined diamond">
            <a:extLst>
              <a:ext uri="{FF2B5EF4-FFF2-40B4-BE49-F238E27FC236}">
                <a16:creationId xmlns:a16="http://schemas.microsoft.com/office/drawing/2014/main" id="{5732913B-174B-C5D7-0357-87F9B88683BE}"/>
              </a:ext>
            </a:extLst>
          </p:cNvPr>
          <p:cNvSpPr>
            <a:spLocks noChangeArrowheads="1"/>
          </p:cNvSpPr>
          <p:nvPr/>
        </p:nvSpPr>
        <p:spPr bwMode="auto">
          <a:xfrm>
            <a:off x="8153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95</a:t>
            </a:r>
          </a:p>
        </p:txBody>
      </p:sp>
      <p:sp>
        <p:nvSpPr>
          <p:cNvPr id="13343" name="Rectangle 31" descr="Outlined diamond">
            <a:extLst>
              <a:ext uri="{FF2B5EF4-FFF2-40B4-BE49-F238E27FC236}">
                <a16:creationId xmlns:a16="http://schemas.microsoft.com/office/drawing/2014/main" id="{3EEEAADF-5223-E168-CB60-8BB3CA253775}"/>
              </a:ext>
            </a:extLst>
          </p:cNvPr>
          <p:cNvSpPr>
            <a:spLocks noChangeArrowheads="1"/>
          </p:cNvSpPr>
          <p:nvPr/>
        </p:nvSpPr>
        <p:spPr bwMode="auto">
          <a:xfrm>
            <a:off x="9067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97</a:t>
            </a:r>
          </a:p>
        </p:txBody>
      </p:sp>
      <p:sp>
        <p:nvSpPr>
          <p:cNvPr id="13344" name="Rectangle 32" descr="Outlined diamond">
            <a:extLst>
              <a:ext uri="{FF2B5EF4-FFF2-40B4-BE49-F238E27FC236}">
                <a16:creationId xmlns:a16="http://schemas.microsoft.com/office/drawing/2014/main" id="{7942EA1F-0595-A3B7-9092-5A1EE988A5BB}"/>
              </a:ext>
            </a:extLst>
          </p:cNvPr>
          <p:cNvSpPr>
            <a:spLocks noChangeArrowheads="1"/>
          </p:cNvSpPr>
          <p:nvPr/>
        </p:nvSpPr>
        <p:spPr bwMode="auto">
          <a:xfrm>
            <a:off x="8610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96</a:t>
            </a:r>
          </a:p>
        </p:txBody>
      </p:sp>
      <p:sp>
        <p:nvSpPr>
          <p:cNvPr id="13345" name="Rectangle 33">
            <a:extLst>
              <a:ext uri="{FF2B5EF4-FFF2-40B4-BE49-F238E27FC236}">
                <a16:creationId xmlns:a16="http://schemas.microsoft.com/office/drawing/2014/main" id="{0CC0FB33-F7A3-D9DC-900B-AF093E2C70FB}"/>
              </a:ext>
            </a:extLst>
          </p:cNvPr>
          <p:cNvSpPr>
            <a:spLocks noChangeArrowheads="1"/>
          </p:cNvSpPr>
          <p:nvPr/>
        </p:nvSpPr>
        <p:spPr bwMode="auto">
          <a:xfrm>
            <a:off x="2667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6</a:t>
            </a:r>
          </a:p>
        </p:txBody>
      </p:sp>
      <p:sp>
        <p:nvSpPr>
          <p:cNvPr id="13346" name="Rectangle 34">
            <a:extLst>
              <a:ext uri="{FF2B5EF4-FFF2-40B4-BE49-F238E27FC236}">
                <a16:creationId xmlns:a16="http://schemas.microsoft.com/office/drawing/2014/main" id="{AFE0CAC2-C42D-FB6C-86EC-29EC378C721F}"/>
              </a:ext>
            </a:extLst>
          </p:cNvPr>
          <p:cNvSpPr>
            <a:spLocks noChangeArrowheads="1"/>
          </p:cNvSpPr>
          <p:nvPr/>
        </p:nvSpPr>
        <p:spPr bwMode="auto">
          <a:xfrm>
            <a:off x="2693638" y="5102226"/>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lo</a:t>
            </a:r>
          </a:p>
        </p:txBody>
      </p:sp>
      <p:sp>
        <p:nvSpPr>
          <p:cNvPr id="13347" name="Line 35">
            <a:extLst>
              <a:ext uri="{FF2B5EF4-FFF2-40B4-BE49-F238E27FC236}">
                <a16:creationId xmlns:a16="http://schemas.microsoft.com/office/drawing/2014/main" id="{4F1602CD-0AC9-61B5-3E54-D802188A1FB5}"/>
              </a:ext>
            </a:extLst>
          </p:cNvPr>
          <p:cNvSpPr>
            <a:spLocks noChangeShapeType="1"/>
          </p:cNvSpPr>
          <p:nvPr/>
        </p:nvSpPr>
        <p:spPr bwMode="auto">
          <a:xfrm flipV="1">
            <a:off x="2879725" y="4838700"/>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48" name="Rectangle 39">
            <a:extLst>
              <a:ext uri="{FF2B5EF4-FFF2-40B4-BE49-F238E27FC236}">
                <a16:creationId xmlns:a16="http://schemas.microsoft.com/office/drawing/2014/main" id="{332E8345-6953-5AEB-A1D9-E5488105EDCC}"/>
              </a:ext>
            </a:extLst>
          </p:cNvPr>
          <p:cNvSpPr>
            <a:spLocks noChangeArrowheads="1"/>
          </p:cNvSpPr>
          <p:nvPr/>
        </p:nvSpPr>
        <p:spPr bwMode="auto">
          <a:xfrm>
            <a:off x="5436838" y="5103814"/>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hi</a:t>
            </a:r>
          </a:p>
        </p:txBody>
      </p:sp>
      <p:sp>
        <p:nvSpPr>
          <p:cNvPr id="13349" name="Line 40">
            <a:extLst>
              <a:ext uri="{FF2B5EF4-FFF2-40B4-BE49-F238E27FC236}">
                <a16:creationId xmlns:a16="http://schemas.microsoft.com/office/drawing/2014/main" id="{1C321E0D-242A-67DA-FF13-EA6D3EA0F2B6}"/>
              </a:ext>
            </a:extLst>
          </p:cNvPr>
          <p:cNvSpPr>
            <a:spLocks noChangeShapeType="1"/>
          </p:cNvSpPr>
          <p:nvPr/>
        </p:nvSpPr>
        <p:spPr bwMode="auto">
          <a:xfrm flipV="1">
            <a:off x="5619750"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2479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6B818-8A07-00E9-9469-343D21DA09C9}"/>
            </a:ext>
          </a:extLst>
        </p:cNvPr>
        <p:cNvGrpSpPr/>
        <p:nvPr/>
      </p:nvGrpSpPr>
      <p:grpSpPr>
        <a:xfrm>
          <a:off x="0" y="0"/>
          <a:ext cx="0" cy="0"/>
          <a:chOff x="0" y="0"/>
          <a:chExt cx="0" cy="0"/>
        </a:xfrm>
      </p:grpSpPr>
      <p:sp>
        <p:nvSpPr>
          <p:cNvPr id="14338" name="Rectangle 2">
            <a:extLst>
              <a:ext uri="{FF2B5EF4-FFF2-40B4-BE49-F238E27FC236}">
                <a16:creationId xmlns:a16="http://schemas.microsoft.com/office/drawing/2014/main" id="{F7B53F7D-AD13-341E-91DC-A078F2F5FF73}"/>
              </a:ext>
            </a:extLst>
          </p:cNvPr>
          <p:cNvSpPr>
            <a:spLocks noGrp="1" noChangeArrowheads="1"/>
          </p:cNvSpPr>
          <p:nvPr>
            <p:ph type="title"/>
          </p:nvPr>
        </p:nvSpPr>
        <p:spPr/>
        <p:txBody>
          <a:bodyPr/>
          <a:lstStyle/>
          <a:p>
            <a:r>
              <a:rPr kumimoji="0" lang="en-US" altLang="en-US"/>
              <a:t>Binary Search</a:t>
            </a:r>
          </a:p>
        </p:txBody>
      </p:sp>
      <p:sp>
        <p:nvSpPr>
          <p:cNvPr id="14340" name="Rectangle 4">
            <a:extLst>
              <a:ext uri="{FF2B5EF4-FFF2-40B4-BE49-F238E27FC236}">
                <a16:creationId xmlns:a16="http://schemas.microsoft.com/office/drawing/2014/main" id="{EDFF485F-BA16-B56E-B7EC-E801484C1801}"/>
              </a:ext>
            </a:extLst>
          </p:cNvPr>
          <p:cNvSpPr>
            <a:spLocks noChangeArrowheads="1"/>
          </p:cNvSpPr>
          <p:nvPr/>
        </p:nvSpPr>
        <p:spPr bwMode="auto">
          <a:xfrm>
            <a:off x="6324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a:t>
            </a:r>
          </a:p>
        </p:txBody>
      </p:sp>
      <p:sp>
        <p:nvSpPr>
          <p:cNvPr id="14341" name="Rectangle 5">
            <a:extLst>
              <a:ext uri="{FF2B5EF4-FFF2-40B4-BE49-F238E27FC236}">
                <a16:creationId xmlns:a16="http://schemas.microsoft.com/office/drawing/2014/main" id="{90F12DED-CECA-00E1-0DD1-27D2EEDA6010}"/>
              </a:ext>
            </a:extLst>
          </p:cNvPr>
          <p:cNvSpPr>
            <a:spLocks noChangeArrowheads="1"/>
          </p:cNvSpPr>
          <p:nvPr/>
        </p:nvSpPr>
        <p:spPr bwMode="auto">
          <a:xfrm>
            <a:off x="3581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a:t>
            </a:r>
          </a:p>
        </p:txBody>
      </p:sp>
      <p:sp>
        <p:nvSpPr>
          <p:cNvPr id="14342" name="Rectangle 6">
            <a:extLst>
              <a:ext uri="{FF2B5EF4-FFF2-40B4-BE49-F238E27FC236}">
                <a16:creationId xmlns:a16="http://schemas.microsoft.com/office/drawing/2014/main" id="{82882041-D59C-8B03-3D52-0254FF9EAAD7}"/>
              </a:ext>
            </a:extLst>
          </p:cNvPr>
          <p:cNvSpPr>
            <a:spLocks noChangeArrowheads="1"/>
          </p:cNvSpPr>
          <p:nvPr/>
        </p:nvSpPr>
        <p:spPr bwMode="auto">
          <a:xfrm>
            <a:off x="3124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a:t>
            </a:r>
          </a:p>
        </p:txBody>
      </p:sp>
      <p:sp>
        <p:nvSpPr>
          <p:cNvPr id="14343" name="Rectangle 7">
            <a:extLst>
              <a:ext uri="{FF2B5EF4-FFF2-40B4-BE49-F238E27FC236}">
                <a16:creationId xmlns:a16="http://schemas.microsoft.com/office/drawing/2014/main" id="{A70A5EC4-90DD-55D1-0002-906E1C82EE2D}"/>
              </a:ext>
            </a:extLst>
          </p:cNvPr>
          <p:cNvSpPr>
            <a:spLocks noChangeArrowheads="1"/>
          </p:cNvSpPr>
          <p:nvPr/>
        </p:nvSpPr>
        <p:spPr bwMode="auto">
          <a:xfrm>
            <a:off x="4038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3</a:t>
            </a:r>
          </a:p>
        </p:txBody>
      </p:sp>
      <p:sp>
        <p:nvSpPr>
          <p:cNvPr id="14344" name="Rectangle 8">
            <a:extLst>
              <a:ext uri="{FF2B5EF4-FFF2-40B4-BE49-F238E27FC236}">
                <a16:creationId xmlns:a16="http://schemas.microsoft.com/office/drawing/2014/main" id="{41B38510-B8EE-0423-BC32-A499281C152D}"/>
              </a:ext>
            </a:extLst>
          </p:cNvPr>
          <p:cNvSpPr>
            <a:spLocks noChangeArrowheads="1"/>
          </p:cNvSpPr>
          <p:nvPr/>
        </p:nvSpPr>
        <p:spPr bwMode="auto">
          <a:xfrm>
            <a:off x="4495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a:t>
            </a:r>
          </a:p>
        </p:txBody>
      </p:sp>
      <p:sp>
        <p:nvSpPr>
          <p:cNvPr id="14345" name="Rectangle 9">
            <a:extLst>
              <a:ext uri="{FF2B5EF4-FFF2-40B4-BE49-F238E27FC236}">
                <a16:creationId xmlns:a16="http://schemas.microsoft.com/office/drawing/2014/main" id="{BBD43964-AD43-1CCF-D0B0-AC9399407368}"/>
              </a:ext>
            </a:extLst>
          </p:cNvPr>
          <p:cNvSpPr>
            <a:spLocks noChangeArrowheads="1"/>
          </p:cNvSpPr>
          <p:nvPr/>
        </p:nvSpPr>
        <p:spPr bwMode="auto">
          <a:xfrm>
            <a:off x="5410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4346" name="Rectangle 10">
            <a:extLst>
              <a:ext uri="{FF2B5EF4-FFF2-40B4-BE49-F238E27FC236}">
                <a16:creationId xmlns:a16="http://schemas.microsoft.com/office/drawing/2014/main" id="{3D42AD7B-5F6E-4A27-1976-96E68D285B24}"/>
              </a:ext>
            </a:extLst>
          </p:cNvPr>
          <p:cNvSpPr>
            <a:spLocks noChangeArrowheads="1"/>
          </p:cNvSpPr>
          <p:nvPr/>
        </p:nvSpPr>
        <p:spPr bwMode="auto">
          <a:xfrm>
            <a:off x="4953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a:t>
            </a:r>
          </a:p>
        </p:txBody>
      </p:sp>
      <p:sp>
        <p:nvSpPr>
          <p:cNvPr id="14347" name="Rectangle 11">
            <a:extLst>
              <a:ext uri="{FF2B5EF4-FFF2-40B4-BE49-F238E27FC236}">
                <a16:creationId xmlns:a16="http://schemas.microsoft.com/office/drawing/2014/main" id="{FD453C1D-935B-0421-C633-E0FFAABF29A0}"/>
              </a:ext>
            </a:extLst>
          </p:cNvPr>
          <p:cNvSpPr>
            <a:spLocks noChangeArrowheads="1"/>
          </p:cNvSpPr>
          <p:nvPr/>
        </p:nvSpPr>
        <p:spPr bwMode="auto">
          <a:xfrm>
            <a:off x="5867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a:t>
            </a:r>
          </a:p>
        </p:txBody>
      </p:sp>
      <p:sp>
        <p:nvSpPr>
          <p:cNvPr id="14348" name="Rectangle 12">
            <a:extLst>
              <a:ext uri="{FF2B5EF4-FFF2-40B4-BE49-F238E27FC236}">
                <a16:creationId xmlns:a16="http://schemas.microsoft.com/office/drawing/2014/main" id="{DD80CFF2-8E16-F038-C6BF-05EF9A932CC6}"/>
              </a:ext>
            </a:extLst>
          </p:cNvPr>
          <p:cNvSpPr>
            <a:spLocks noChangeArrowheads="1"/>
          </p:cNvSpPr>
          <p:nvPr/>
        </p:nvSpPr>
        <p:spPr bwMode="auto">
          <a:xfrm>
            <a:off x="7239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10</a:t>
            </a:r>
          </a:p>
        </p:txBody>
      </p:sp>
      <p:sp>
        <p:nvSpPr>
          <p:cNvPr id="14349" name="Rectangle 13">
            <a:extLst>
              <a:ext uri="{FF2B5EF4-FFF2-40B4-BE49-F238E27FC236}">
                <a16:creationId xmlns:a16="http://schemas.microsoft.com/office/drawing/2014/main" id="{16CF0B6A-0F88-5D4B-1B01-2445E9D7F08A}"/>
              </a:ext>
            </a:extLst>
          </p:cNvPr>
          <p:cNvSpPr>
            <a:spLocks noChangeArrowheads="1"/>
          </p:cNvSpPr>
          <p:nvPr/>
        </p:nvSpPr>
        <p:spPr bwMode="auto">
          <a:xfrm>
            <a:off x="6781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a:t>
            </a:r>
          </a:p>
        </p:txBody>
      </p:sp>
      <p:sp>
        <p:nvSpPr>
          <p:cNvPr id="14350" name="Rectangle 14">
            <a:extLst>
              <a:ext uri="{FF2B5EF4-FFF2-40B4-BE49-F238E27FC236}">
                <a16:creationId xmlns:a16="http://schemas.microsoft.com/office/drawing/2014/main" id="{05E94438-B83D-3AE5-5A95-E380C066B1B5}"/>
              </a:ext>
            </a:extLst>
          </p:cNvPr>
          <p:cNvSpPr>
            <a:spLocks noChangeArrowheads="1"/>
          </p:cNvSpPr>
          <p:nvPr/>
        </p:nvSpPr>
        <p:spPr bwMode="auto">
          <a:xfrm>
            <a:off x="7696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11</a:t>
            </a:r>
          </a:p>
        </p:txBody>
      </p:sp>
      <p:sp>
        <p:nvSpPr>
          <p:cNvPr id="14351" name="Rectangle 15">
            <a:extLst>
              <a:ext uri="{FF2B5EF4-FFF2-40B4-BE49-F238E27FC236}">
                <a16:creationId xmlns:a16="http://schemas.microsoft.com/office/drawing/2014/main" id="{36CC8724-E461-2F77-7C5E-C815766FB974}"/>
              </a:ext>
            </a:extLst>
          </p:cNvPr>
          <p:cNvSpPr>
            <a:spLocks noChangeArrowheads="1"/>
          </p:cNvSpPr>
          <p:nvPr/>
        </p:nvSpPr>
        <p:spPr bwMode="auto">
          <a:xfrm>
            <a:off x="8153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12</a:t>
            </a:r>
          </a:p>
        </p:txBody>
      </p:sp>
      <p:sp>
        <p:nvSpPr>
          <p:cNvPr id="14352" name="Rectangle 16">
            <a:extLst>
              <a:ext uri="{FF2B5EF4-FFF2-40B4-BE49-F238E27FC236}">
                <a16:creationId xmlns:a16="http://schemas.microsoft.com/office/drawing/2014/main" id="{990A3AD1-E702-ABFD-55A4-545E85B8E958}"/>
              </a:ext>
            </a:extLst>
          </p:cNvPr>
          <p:cNvSpPr>
            <a:spLocks noChangeArrowheads="1"/>
          </p:cNvSpPr>
          <p:nvPr/>
        </p:nvSpPr>
        <p:spPr bwMode="auto">
          <a:xfrm>
            <a:off x="9067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4353" name="Rectangle 17">
            <a:extLst>
              <a:ext uri="{FF2B5EF4-FFF2-40B4-BE49-F238E27FC236}">
                <a16:creationId xmlns:a16="http://schemas.microsoft.com/office/drawing/2014/main" id="{6EFE8195-8E82-B15D-FD9C-5EBC3D7BB949}"/>
              </a:ext>
            </a:extLst>
          </p:cNvPr>
          <p:cNvSpPr>
            <a:spLocks noChangeArrowheads="1"/>
          </p:cNvSpPr>
          <p:nvPr/>
        </p:nvSpPr>
        <p:spPr bwMode="auto">
          <a:xfrm>
            <a:off x="8610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4354" name="Rectangle 18">
            <a:extLst>
              <a:ext uri="{FF2B5EF4-FFF2-40B4-BE49-F238E27FC236}">
                <a16:creationId xmlns:a16="http://schemas.microsoft.com/office/drawing/2014/main" id="{72233DB8-3FFA-7D07-303F-320361FAEA63}"/>
              </a:ext>
            </a:extLst>
          </p:cNvPr>
          <p:cNvSpPr>
            <a:spLocks noChangeArrowheads="1"/>
          </p:cNvSpPr>
          <p:nvPr/>
        </p:nvSpPr>
        <p:spPr bwMode="auto">
          <a:xfrm>
            <a:off x="2667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0</a:t>
            </a:r>
          </a:p>
        </p:txBody>
      </p:sp>
      <p:sp>
        <p:nvSpPr>
          <p:cNvPr id="14355" name="Rectangle 19" descr="Outlined diamond">
            <a:extLst>
              <a:ext uri="{FF2B5EF4-FFF2-40B4-BE49-F238E27FC236}">
                <a16:creationId xmlns:a16="http://schemas.microsoft.com/office/drawing/2014/main" id="{60A28AF1-9A6F-C66D-316D-B49BBDE939E7}"/>
              </a:ext>
            </a:extLst>
          </p:cNvPr>
          <p:cNvSpPr>
            <a:spLocks noChangeArrowheads="1"/>
          </p:cNvSpPr>
          <p:nvPr/>
        </p:nvSpPr>
        <p:spPr bwMode="auto">
          <a:xfrm>
            <a:off x="6324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64</a:t>
            </a:r>
          </a:p>
        </p:txBody>
      </p:sp>
      <p:sp>
        <p:nvSpPr>
          <p:cNvPr id="14356" name="Rectangle 20">
            <a:extLst>
              <a:ext uri="{FF2B5EF4-FFF2-40B4-BE49-F238E27FC236}">
                <a16:creationId xmlns:a16="http://schemas.microsoft.com/office/drawing/2014/main" id="{04B8D60C-0DE1-9CF6-3753-C3FADF662B1C}"/>
              </a:ext>
            </a:extLst>
          </p:cNvPr>
          <p:cNvSpPr>
            <a:spLocks noChangeArrowheads="1"/>
          </p:cNvSpPr>
          <p:nvPr/>
        </p:nvSpPr>
        <p:spPr bwMode="auto">
          <a:xfrm>
            <a:off x="35814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14</a:t>
            </a:r>
          </a:p>
        </p:txBody>
      </p:sp>
      <p:sp>
        <p:nvSpPr>
          <p:cNvPr id="14357" name="Rectangle 21">
            <a:extLst>
              <a:ext uri="{FF2B5EF4-FFF2-40B4-BE49-F238E27FC236}">
                <a16:creationId xmlns:a16="http://schemas.microsoft.com/office/drawing/2014/main" id="{FA2B4ADB-0B8B-A931-A53C-FCAB22D42737}"/>
              </a:ext>
            </a:extLst>
          </p:cNvPr>
          <p:cNvSpPr>
            <a:spLocks noChangeArrowheads="1"/>
          </p:cNvSpPr>
          <p:nvPr/>
        </p:nvSpPr>
        <p:spPr bwMode="auto">
          <a:xfrm>
            <a:off x="3124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13</a:t>
            </a:r>
          </a:p>
        </p:txBody>
      </p:sp>
      <p:sp>
        <p:nvSpPr>
          <p:cNvPr id="14358" name="Rectangle 22">
            <a:extLst>
              <a:ext uri="{FF2B5EF4-FFF2-40B4-BE49-F238E27FC236}">
                <a16:creationId xmlns:a16="http://schemas.microsoft.com/office/drawing/2014/main" id="{9FFE568F-2BF5-A5D3-9319-BB7E1B7129F1}"/>
              </a:ext>
            </a:extLst>
          </p:cNvPr>
          <p:cNvSpPr>
            <a:spLocks noChangeArrowheads="1"/>
          </p:cNvSpPr>
          <p:nvPr/>
        </p:nvSpPr>
        <p:spPr bwMode="auto">
          <a:xfrm>
            <a:off x="40386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25</a:t>
            </a:r>
          </a:p>
        </p:txBody>
      </p:sp>
      <p:sp>
        <p:nvSpPr>
          <p:cNvPr id="14359" name="Rectangle 23">
            <a:extLst>
              <a:ext uri="{FF2B5EF4-FFF2-40B4-BE49-F238E27FC236}">
                <a16:creationId xmlns:a16="http://schemas.microsoft.com/office/drawing/2014/main" id="{3F65AF86-607D-DC24-C31A-C7274D2C7866}"/>
              </a:ext>
            </a:extLst>
          </p:cNvPr>
          <p:cNvSpPr>
            <a:spLocks noChangeArrowheads="1"/>
          </p:cNvSpPr>
          <p:nvPr/>
        </p:nvSpPr>
        <p:spPr bwMode="auto">
          <a:xfrm>
            <a:off x="4495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33</a:t>
            </a:r>
          </a:p>
        </p:txBody>
      </p:sp>
      <p:sp>
        <p:nvSpPr>
          <p:cNvPr id="14360" name="Rectangle 24">
            <a:extLst>
              <a:ext uri="{FF2B5EF4-FFF2-40B4-BE49-F238E27FC236}">
                <a16:creationId xmlns:a16="http://schemas.microsoft.com/office/drawing/2014/main" id="{8B6AE85D-E069-C23F-8C0D-4DE7FA403124}"/>
              </a:ext>
            </a:extLst>
          </p:cNvPr>
          <p:cNvSpPr>
            <a:spLocks noChangeArrowheads="1"/>
          </p:cNvSpPr>
          <p:nvPr/>
        </p:nvSpPr>
        <p:spPr bwMode="auto">
          <a:xfrm>
            <a:off x="5410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51</a:t>
            </a:r>
          </a:p>
        </p:txBody>
      </p:sp>
      <p:sp>
        <p:nvSpPr>
          <p:cNvPr id="14361" name="Rectangle 25">
            <a:extLst>
              <a:ext uri="{FF2B5EF4-FFF2-40B4-BE49-F238E27FC236}">
                <a16:creationId xmlns:a16="http://schemas.microsoft.com/office/drawing/2014/main" id="{BE6F2343-6512-B7F4-9F9B-231296FF9407}"/>
              </a:ext>
            </a:extLst>
          </p:cNvPr>
          <p:cNvSpPr>
            <a:spLocks noChangeArrowheads="1"/>
          </p:cNvSpPr>
          <p:nvPr/>
        </p:nvSpPr>
        <p:spPr bwMode="auto">
          <a:xfrm>
            <a:off x="4953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43</a:t>
            </a:r>
          </a:p>
        </p:txBody>
      </p:sp>
      <p:sp>
        <p:nvSpPr>
          <p:cNvPr id="14362" name="Rectangle 26" descr="Outlined diamond">
            <a:extLst>
              <a:ext uri="{FF2B5EF4-FFF2-40B4-BE49-F238E27FC236}">
                <a16:creationId xmlns:a16="http://schemas.microsoft.com/office/drawing/2014/main" id="{EF6E3DC2-B6CB-BB74-F184-1A8C8698841B}"/>
              </a:ext>
            </a:extLst>
          </p:cNvPr>
          <p:cNvSpPr>
            <a:spLocks noChangeArrowheads="1"/>
          </p:cNvSpPr>
          <p:nvPr/>
        </p:nvSpPr>
        <p:spPr bwMode="auto">
          <a:xfrm>
            <a:off x="5867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53</a:t>
            </a:r>
          </a:p>
        </p:txBody>
      </p:sp>
      <p:sp>
        <p:nvSpPr>
          <p:cNvPr id="14363" name="Rectangle 27" descr="Outlined diamond">
            <a:extLst>
              <a:ext uri="{FF2B5EF4-FFF2-40B4-BE49-F238E27FC236}">
                <a16:creationId xmlns:a16="http://schemas.microsoft.com/office/drawing/2014/main" id="{A7950F19-1FE4-3788-1D64-595086BBF7F8}"/>
              </a:ext>
            </a:extLst>
          </p:cNvPr>
          <p:cNvSpPr>
            <a:spLocks noChangeArrowheads="1"/>
          </p:cNvSpPr>
          <p:nvPr/>
        </p:nvSpPr>
        <p:spPr bwMode="auto">
          <a:xfrm>
            <a:off x="7239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84</a:t>
            </a:r>
          </a:p>
        </p:txBody>
      </p:sp>
      <p:sp>
        <p:nvSpPr>
          <p:cNvPr id="14364" name="Rectangle 28" descr="Outlined diamond">
            <a:extLst>
              <a:ext uri="{FF2B5EF4-FFF2-40B4-BE49-F238E27FC236}">
                <a16:creationId xmlns:a16="http://schemas.microsoft.com/office/drawing/2014/main" id="{A9FE2954-59FF-ACA2-485B-4A733FBBFB73}"/>
              </a:ext>
            </a:extLst>
          </p:cNvPr>
          <p:cNvSpPr>
            <a:spLocks noChangeArrowheads="1"/>
          </p:cNvSpPr>
          <p:nvPr/>
        </p:nvSpPr>
        <p:spPr bwMode="auto">
          <a:xfrm>
            <a:off x="6781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72</a:t>
            </a:r>
          </a:p>
        </p:txBody>
      </p:sp>
      <p:sp>
        <p:nvSpPr>
          <p:cNvPr id="14365" name="Rectangle 29" descr="Outlined diamond">
            <a:extLst>
              <a:ext uri="{FF2B5EF4-FFF2-40B4-BE49-F238E27FC236}">
                <a16:creationId xmlns:a16="http://schemas.microsoft.com/office/drawing/2014/main" id="{72EB6F5B-ADF5-34AC-02B4-0243F545A6FB}"/>
              </a:ext>
            </a:extLst>
          </p:cNvPr>
          <p:cNvSpPr>
            <a:spLocks noChangeArrowheads="1"/>
          </p:cNvSpPr>
          <p:nvPr/>
        </p:nvSpPr>
        <p:spPr bwMode="auto">
          <a:xfrm>
            <a:off x="7696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93</a:t>
            </a:r>
          </a:p>
        </p:txBody>
      </p:sp>
      <p:sp>
        <p:nvSpPr>
          <p:cNvPr id="14366" name="Rectangle 30" descr="Outlined diamond">
            <a:extLst>
              <a:ext uri="{FF2B5EF4-FFF2-40B4-BE49-F238E27FC236}">
                <a16:creationId xmlns:a16="http://schemas.microsoft.com/office/drawing/2014/main" id="{644899D8-642E-22AE-5E8C-AA6A1168BB32}"/>
              </a:ext>
            </a:extLst>
          </p:cNvPr>
          <p:cNvSpPr>
            <a:spLocks noChangeArrowheads="1"/>
          </p:cNvSpPr>
          <p:nvPr/>
        </p:nvSpPr>
        <p:spPr bwMode="auto">
          <a:xfrm>
            <a:off x="8153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95</a:t>
            </a:r>
          </a:p>
        </p:txBody>
      </p:sp>
      <p:sp>
        <p:nvSpPr>
          <p:cNvPr id="14367" name="Rectangle 31" descr="Outlined diamond">
            <a:extLst>
              <a:ext uri="{FF2B5EF4-FFF2-40B4-BE49-F238E27FC236}">
                <a16:creationId xmlns:a16="http://schemas.microsoft.com/office/drawing/2014/main" id="{ACEBB245-A954-C81F-F287-4BDB742468B5}"/>
              </a:ext>
            </a:extLst>
          </p:cNvPr>
          <p:cNvSpPr>
            <a:spLocks noChangeArrowheads="1"/>
          </p:cNvSpPr>
          <p:nvPr/>
        </p:nvSpPr>
        <p:spPr bwMode="auto">
          <a:xfrm>
            <a:off x="9067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97</a:t>
            </a:r>
          </a:p>
        </p:txBody>
      </p:sp>
      <p:sp>
        <p:nvSpPr>
          <p:cNvPr id="14368" name="Rectangle 32" descr="Outlined diamond">
            <a:extLst>
              <a:ext uri="{FF2B5EF4-FFF2-40B4-BE49-F238E27FC236}">
                <a16:creationId xmlns:a16="http://schemas.microsoft.com/office/drawing/2014/main" id="{CCFA40EC-AAD3-43F4-CC64-704DE83CC9BA}"/>
              </a:ext>
            </a:extLst>
          </p:cNvPr>
          <p:cNvSpPr>
            <a:spLocks noChangeArrowheads="1"/>
          </p:cNvSpPr>
          <p:nvPr/>
        </p:nvSpPr>
        <p:spPr bwMode="auto">
          <a:xfrm>
            <a:off x="8610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96</a:t>
            </a:r>
          </a:p>
        </p:txBody>
      </p:sp>
      <p:sp>
        <p:nvSpPr>
          <p:cNvPr id="14369" name="Rectangle 33">
            <a:extLst>
              <a:ext uri="{FF2B5EF4-FFF2-40B4-BE49-F238E27FC236}">
                <a16:creationId xmlns:a16="http://schemas.microsoft.com/office/drawing/2014/main" id="{C1FBFA65-9898-4E18-750E-77D174BDFF6D}"/>
              </a:ext>
            </a:extLst>
          </p:cNvPr>
          <p:cNvSpPr>
            <a:spLocks noChangeArrowheads="1"/>
          </p:cNvSpPr>
          <p:nvPr/>
        </p:nvSpPr>
        <p:spPr bwMode="auto">
          <a:xfrm>
            <a:off x="2667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6</a:t>
            </a:r>
          </a:p>
        </p:txBody>
      </p:sp>
      <p:sp>
        <p:nvSpPr>
          <p:cNvPr id="14370" name="Rectangle 34">
            <a:extLst>
              <a:ext uri="{FF2B5EF4-FFF2-40B4-BE49-F238E27FC236}">
                <a16:creationId xmlns:a16="http://schemas.microsoft.com/office/drawing/2014/main" id="{259D3029-F729-AC19-149B-70CB1D9C75D0}"/>
              </a:ext>
            </a:extLst>
          </p:cNvPr>
          <p:cNvSpPr>
            <a:spLocks noChangeArrowheads="1"/>
          </p:cNvSpPr>
          <p:nvPr/>
        </p:nvSpPr>
        <p:spPr bwMode="auto">
          <a:xfrm>
            <a:off x="2693638" y="5102226"/>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lo</a:t>
            </a:r>
          </a:p>
        </p:txBody>
      </p:sp>
      <p:sp>
        <p:nvSpPr>
          <p:cNvPr id="14371" name="Line 35">
            <a:extLst>
              <a:ext uri="{FF2B5EF4-FFF2-40B4-BE49-F238E27FC236}">
                <a16:creationId xmlns:a16="http://schemas.microsoft.com/office/drawing/2014/main" id="{FC96703D-A5DB-D4E6-8813-9DD743DCC6C2}"/>
              </a:ext>
            </a:extLst>
          </p:cNvPr>
          <p:cNvSpPr>
            <a:spLocks noChangeShapeType="1"/>
          </p:cNvSpPr>
          <p:nvPr/>
        </p:nvSpPr>
        <p:spPr bwMode="auto">
          <a:xfrm flipV="1">
            <a:off x="2879725" y="4838700"/>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72" name="Rectangle 39">
            <a:extLst>
              <a:ext uri="{FF2B5EF4-FFF2-40B4-BE49-F238E27FC236}">
                <a16:creationId xmlns:a16="http://schemas.microsoft.com/office/drawing/2014/main" id="{9944ED7C-C453-2ECC-1198-566D557768BB}"/>
              </a:ext>
            </a:extLst>
          </p:cNvPr>
          <p:cNvSpPr>
            <a:spLocks noChangeArrowheads="1"/>
          </p:cNvSpPr>
          <p:nvPr/>
        </p:nvSpPr>
        <p:spPr bwMode="auto">
          <a:xfrm>
            <a:off x="4008362" y="5103814"/>
            <a:ext cx="508152"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mid</a:t>
            </a:r>
          </a:p>
        </p:txBody>
      </p:sp>
      <p:sp>
        <p:nvSpPr>
          <p:cNvPr id="14373" name="Line 40">
            <a:extLst>
              <a:ext uri="{FF2B5EF4-FFF2-40B4-BE49-F238E27FC236}">
                <a16:creationId xmlns:a16="http://schemas.microsoft.com/office/drawing/2014/main" id="{F190FB83-B97E-13A9-0B69-297BCC56A1B5}"/>
              </a:ext>
            </a:extLst>
          </p:cNvPr>
          <p:cNvSpPr>
            <a:spLocks noChangeShapeType="1"/>
          </p:cNvSpPr>
          <p:nvPr/>
        </p:nvSpPr>
        <p:spPr bwMode="auto">
          <a:xfrm flipV="1">
            <a:off x="4246563"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74" name="Oval 41">
            <a:extLst>
              <a:ext uri="{FF2B5EF4-FFF2-40B4-BE49-F238E27FC236}">
                <a16:creationId xmlns:a16="http://schemas.microsoft.com/office/drawing/2014/main" id="{475C7604-7120-A9F9-0E65-62884B1806A9}"/>
              </a:ext>
            </a:extLst>
          </p:cNvPr>
          <p:cNvSpPr>
            <a:spLocks noChangeArrowheads="1"/>
          </p:cNvSpPr>
          <p:nvPr/>
        </p:nvSpPr>
        <p:spPr bwMode="auto">
          <a:xfrm>
            <a:off x="4086225" y="4137025"/>
            <a:ext cx="357188" cy="357188"/>
          </a:xfrm>
          <a:prstGeom prst="ellipse">
            <a:avLst/>
          </a:prstGeom>
          <a:solidFill>
            <a:schemeClr val="folHlink">
              <a:alpha val="25098"/>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endParaRPr>
          </a:p>
        </p:txBody>
      </p:sp>
      <p:sp>
        <p:nvSpPr>
          <p:cNvPr id="14375" name="Rectangle 42">
            <a:extLst>
              <a:ext uri="{FF2B5EF4-FFF2-40B4-BE49-F238E27FC236}">
                <a16:creationId xmlns:a16="http://schemas.microsoft.com/office/drawing/2014/main" id="{20189495-DE10-784F-00B7-6D7D4492FFA3}"/>
              </a:ext>
            </a:extLst>
          </p:cNvPr>
          <p:cNvSpPr>
            <a:spLocks noChangeArrowheads="1"/>
          </p:cNvSpPr>
          <p:nvPr/>
        </p:nvSpPr>
        <p:spPr bwMode="auto">
          <a:xfrm>
            <a:off x="5436838" y="5103814"/>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hi</a:t>
            </a:r>
          </a:p>
        </p:txBody>
      </p:sp>
      <p:sp>
        <p:nvSpPr>
          <p:cNvPr id="14376" name="Line 43">
            <a:extLst>
              <a:ext uri="{FF2B5EF4-FFF2-40B4-BE49-F238E27FC236}">
                <a16:creationId xmlns:a16="http://schemas.microsoft.com/office/drawing/2014/main" id="{D39D3857-88F6-6E2F-7AFA-7874AF0658B0}"/>
              </a:ext>
            </a:extLst>
          </p:cNvPr>
          <p:cNvSpPr>
            <a:spLocks noChangeShapeType="1"/>
          </p:cNvSpPr>
          <p:nvPr/>
        </p:nvSpPr>
        <p:spPr bwMode="auto">
          <a:xfrm flipV="1">
            <a:off x="5619750"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9728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A935F-8923-2F5F-1BF2-901193DFC158}"/>
            </a:ext>
          </a:extLst>
        </p:cNvPr>
        <p:cNvGrpSpPr/>
        <p:nvPr/>
      </p:nvGrpSpPr>
      <p:grpSpPr>
        <a:xfrm>
          <a:off x="0" y="0"/>
          <a:ext cx="0" cy="0"/>
          <a:chOff x="0" y="0"/>
          <a:chExt cx="0" cy="0"/>
        </a:xfrm>
      </p:grpSpPr>
      <p:sp>
        <p:nvSpPr>
          <p:cNvPr id="15362" name="Rectangle 2">
            <a:extLst>
              <a:ext uri="{FF2B5EF4-FFF2-40B4-BE49-F238E27FC236}">
                <a16:creationId xmlns:a16="http://schemas.microsoft.com/office/drawing/2014/main" id="{24FFCD7A-83B2-9506-68D8-F9057B3E4994}"/>
              </a:ext>
            </a:extLst>
          </p:cNvPr>
          <p:cNvSpPr>
            <a:spLocks noGrp="1" noChangeArrowheads="1"/>
          </p:cNvSpPr>
          <p:nvPr>
            <p:ph type="title"/>
          </p:nvPr>
        </p:nvSpPr>
        <p:spPr/>
        <p:txBody>
          <a:bodyPr/>
          <a:lstStyle/>
          <a:p>
            <a:r>
              <a:rPr kumimoji="0" lang="en-US" altLang="en-US"/>
              <a:t>Binary Search</a:t>
            </a:r>
          </a:p>
        </p:txBody>
      </p:sp>
      <p:sp>
        <p:nvSpPr>
          <p:cNvPr id="15364" name="Rectangle 4">
            <a:extLst>
              <a:ext uri="{FF2B5EF4-FFF2-40B4-BE49-F238E27FC236}">
                <a16:creationId xmlns:a16="http://schemas.microsoft.com/office/drawing/2014/main" id="{63EA41B6-8B8E-2E6A-9493-D989E6F93EBE}"/>
              </a:ext>
            </a:extLst>
          </p:cNvPr>
          <p:cNvSpPr>
            <a:spLocks noChangeArrowheads="1"/>
          </p:cNvSpPr>
          <p:nvPr/>
        </p:nvSpPr>
        <p:spPr bwMode="auto">
          <a:xfrm>
            <a:off x="6324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a:t>
            </a:r>
          </a:p>
        </p:txBody>
      </p:sp>
      <p:sp>
        <p:nvSpPr>
          <p:cNvPr id="15365" name="Rectangle 5">
            <a:extLst>
              <a:ext uri="{FF2B5EF4-FFF2-40B4-BE49-F238E27FC236}">
                <a16:creationId xmlns:a16="http://schemas.microsoft.com/office/drawing/2014/main" id="{34DB3BBD-62ED-CA75-63B9-D7484C721A7A}"/>
              </a:ext>
            </a:extLst>
          </p:cNvPr>
          <p:cNvSpPr>
            <a:spLocks noChangeArrowheads="1"/>
          </p:cNvSpPr>
          <p:nvPr/>
        </p:nvSpPr>
        <p:spPr bwMode="auto">
          <a:xfrm>
            <a:off x="3581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a:t>
            </a:r>
          </a:p>
        </p:txBody>
      </p:sp>
      <p:sp>
        <p:nvSpPr>
          <p:cNvPr id="15366" name="Rectangle 6">
            <a:extLst>
              <a:ext uri="{FF2B5EF4-FFF2-40B4-BE49-F238E27FC236}">
                <a16:creationId xmlns:a16="http://schemas.microsoft.com/office/drawing/2014/main" id="{30B733D3-5F5C-8BD4-DCA9-62BB1DC1B925}"/>
              </a:ext>
            </a:extLst>
          </p:cNvPr>
          <p:cNvSpPr>
            <a:spLocks noChangeArrowheads="1"/>
          </p:cNvSpPr>
          <p:nvPr/>
        </p:nvSpPr>
        <p:spPr bwMode="auto">
          <a:xfrm>
            <a:off x="3124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a:t>
            </a:r>
          </a:p>
        </p:txBody>
      </p:sp>
      <p:sp>
        <p:nvSpPr>
          <p:cNvPr id="15367" name="Rectangle 7">
            <a:extLst>
              <a:ext uri="{FF2B5EF4-FFF2-40B4-BE49-F238E27FC236}">
                <a16:creationId xmlns:a16="http://schemas.microsoft.com/office/drawing/2014/main" id="{1A2D512B-A59A-AE69-4D1A-313C97716754}"/>
              </a:ext>
            </a:extLst>
          </p:cNvPr>
          <p:cNvSpPr>
            <a:spLocks noChangeArrowheads="1"/>
          </p:cNvSpPr>
          <p:nvPr/>
        </p:nvSpPr>
        <p:spPr bwMode="auto">
          <a:xfrm>
            <a:off x="4038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3</a:t>
            </a:r>
          </a:p>
        </p:txBody>
      </p:sp>
      <p:sp>
        <p:nvSpPr>
          <p:cNvPr id="15368" name="Rectangle 8">
            <a:extLst>
              <a:ext uri="{FF2B5EF4-FFF2-40B4-BE49-F238E27FC236}">
                <a16:creationId xmlns:a16="http://schemas.microsoft.com/office/drawing/2014/main" id="{7501D831-D2AC-BD90-375C-D40410359015}"/>
              </a:ext>
            </a:extLst>
          </p:cNvPr>
          <p:cNvSpPr>
            <a:spLocks noChangeArrowheads="1"/>
          </p:cNvSpPr>
          <p:nvPr/>
        </p:nvSpPr>
        <p:spPr bwMode="auto">
          <a:xfrm>
            <a:off x="4495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a:t>
            </a:r>
          </a:p>
        </p:txBody>
      </p:sp>
      <p:sp>
        <p:nvSpPr>
          <p:cNvPr id="15369" name="Rectangle 9">
            <a:extLst>
              <a:ext uri="{FF2B5EF4-FFF2-40B4-BE49-F238E27FC236}">
                <a16:creationId xmlns:a16="http://schemas.microsoft.com/office/drawing/2014/main" id="{B268EEE1-4B47-1E81-335A-9C91B97DA4EB}"/>
              </a:ext>
            </a:extLst>
          </p:cNvPr>
          <p:cNvSpPr>
            <a:spLocks noChangeArrowheads="1"/>
          </p:cNvSpPr>
          <p:nvPr/>
        </p:nvSpPr>
        <p:spPr bwMode="auto">
          <a:xfrm>
            <a:off x="5410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5370" name="Rectangle 10">
            <a:extLst>
              <a:ext uri="{FF2B5EF4-FFF2-40B4-BE49-F238E27FC236}">
                <a16:creationId xmlns:a16="http://schemas.microsoft.com/office/drawing/2014/main" id="{4C7E9D41-BCA5-38D9-2632-34639DF00236}"/>
              </a:ext>
            </a:extLst>
          </p:cNvPr>
          <p:cNvSpPr>
            <a:spLocks noChangeArrowheads="1"/>
          </p:cNvSpPr>
          <p:nvPr/>
        </p:nvSpPr>
        <p:spPr bwMode="auto">
          <a:xfrm>
            <a:off x="4953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a:t>
            </a:r>
          </a:p>
        </p:txBody>
      </p:sp>
      <p:sp>
        <p:nvSpPr>
          <p:cNvPr id="15371" name="Rectangle 11">
            <a:extLst>
              <a:ext uri="{FF2B5EF4-FFF2-40B4-BE49-F238E27FC236}">
                <a16:creationId xmlns:a16="http://schemas.microsoft.com/office/drawing/2014/main" id="{483F5340-1A1E-02EA-6A6D-FE4F7EDF46D3}"/>
              </a:ext>
            </a:extLst>
          </p:cNvPr>
          <p:cNvSpPr>
            <a:spLocks noChangeArrowheads="1"/>
          </p:cNvSpPr>
          <p:nvPr/>
        </p:nvSpPr>
        <p:spPr bwMode="auto">
          <a:xfrm>
            <a:off x="5867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a:t>
            </a:r>
          </a:p>
        </p:txBody>
      </p:sp>
      <p:sp>
        <p:nvSpPr>
          <p:cNvPr id="15372" name="Rectangle 12">
            <a:extLst>
              <a:ext uri="{FF2B5EF4-FFF2-40B4-BE49-F238E27FC236}">
                <a16:creationId xmlns:a16="http://schemas.microsoft.com/office/drawing/2014/main" id="{0BD21C98-6EE0-75F9-42CB-F763DE46739B}"/>
              </a:ext>
            </a:extLst>
          </p:cNvPr>
          <p:cNvSpPr>
            <a:spLocks noChangeArrowheads="1"/>
          </p:cNvSpPr>
          <p:nvPr/>
        </p:nvSpPr>
        <p:spPr bwMode="auto">
          <a:xfrm>
            <a:off x="7239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10</a:t>
            </a:r>
          </a:p>
        </p:txBody>
      </p:sp>
      <p:sp>
        <p:nvSpPr>
          <p:cNvPr id="15373" name="Rectangle 13">
            <a:extLst>
              <a:ext uri="{FF2B5EF4-FFF2-40B4-BE49-F238E27FC236}">
                <a16:creationId xmlns:a16="http://schemas.microsoft.com/office/drawing/2014/main" id="{F3379734-162A-5B89-A8DB-EB6CB9C23E22}"/>
              </a:ext>
            </a:extLst>
          </p:cNvPr>
          <p:cNvSpPr>
            <a:spLocks noChangeArrowheads="1"/>
          </p:cNvSpPr>
          <p:nvPr/>
        </p:nvSpPr>
        <p:spPr bwMode="auto">
          <a:xfrm>
            <a:off x="6781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a:t>
            </a:r>
          </a:p>
        </p:txBody>
      </p:sp>
      <p:sp>
        <p:nvSpPr>
          <p:cNvPr id="15374" name="Rectangle 14">
            <a:extLst>
              <a:ext uri="{FF2B5EF4-FFF2-40B4-BE49-F238E27FC236}">
                <a16:creationId xmlns:a16="http://schemas.microsoft.com/office/drawing/2014/main" id="{0066274E-37CE-09D3-8142-E69D40EEB48C}"/>
              </a:ext>
            </a:extLst>
          </p:cNvPr>
          <p:cNvSpPr>
            <a:spLocks noChangeArrowheads="1"/>
          </p:cNvSpPr>
          <p:nvPr/>
        </p:nvSpPr>
        <p:spPr bwMode="auto">
          <a:xfrm>
            <a:off x="7696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11</a:t>
            </a:r>
          </a:p>
        </p:txBody>
      </p:sp>
      <p:sp>
        <p:nvSpPr>
          <p:cNvPr id="15375" name="Rectangle 15">
            <a:extLst>
              <a:ext uri="{FF2B5EF4-FFF2-40B4-BE49-F238E27FC236}">
                <a16:creationId xmlns:a16="http://schemas.microsoft.com/office/drawing/2014/main" id="{5663A747-4EC1-40FC-F326-273B05BF3F4B}"/>
              </a:ext>
            </a:extLst>
          </p:cNvPr>
          <p:cNvSpPr>
            <a:spLocks noChangeArrowheads="1"/>
          </p:cNvSpPr>
          <p:nvPr/>
        </p:nvSpPr>
        <p:spPr bwMode="auto">
          <a:xfrm>
            <a:off x="8153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12</a:t>
            </a:r>
          </a:p>
        </p:txBody>
      </p:sp>
      <p:sp>
        <p:nvSpPr>
          <p:cNvPr id="15376" name="Rectangle 16">
            <a:extLst>
              <a:ext uri="{FF2B5EF4-FFF2-40B4-BE49-F238E27FC236}">
                <a16:creationId xmlns:a16="http://schemas.microsoft.com/office/drawing/2014/main" id="{335882EC-AA92-34D8-0864-8AC8CED933A6}"/>
              </a:ext>
            </a:extLst>
          </p:cNvPr>
          <p:cNvSpPr>
            <a:spLocks noChangeArrowheads="1"/>
          </p:cNvSpPr>
          <p:nvPr/>
        </p:nvSpPr>
        <p:spPr bwMode="auto">
          <a:xfrm>
            <a:off x="9067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5377" name="Rectangle 17">
            <a:extLst>
              <a:ext uri="{FF2B5EF4-FFF2-40B4-BE49-F238E27FC236}">
                <a16:creationId xmlns:a16="http://schemas.microsoft.com/office/drawing/2014/main" id="{5EC91FCD-63DA-6C26-22DF-45E2068769E0}"/>
              </a:ext>
            </a:extLst>
          </p:cNvPr>
          <p:cNvSpPr>
            <a:spLocks noChangeArrowheads="1"/>
          </p:cNvSpPr>
          <p:nvPr/>
        </p:nvSpPr>
        <p:spPr bwMode="auto">
          <a:xfrm>
            <a:off x="8610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5378" name="Rectangle 18">
            <a:extLst>
              <a:ext uri="{FF2B5EF4-FFF2-40B4-BE49-F238E27FC236}">
                <a16:creationId xmlns:a16="http://schemas.microsoft.com/office/drawing/2014/main" id="{F0A2B35F-148D-97C9-513E-F853DAAB911E}"/>
              </a:ext>
            </a:extLst>
          </p:cNvPr>
          <p:cNvSpPr>
            <a:spLocks noChangeArrowheads="1"/>
          </p:cNvSpPr>
          <p:nvPr/>
        </p:nvSpPr>
        <p:spPr bwMode="auto">
          <a:xfrm>
            <a:off x="2667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0</a:t>
            </a:r>
          </a:p>
        </p:txBody>
      </p:sp>
      <p:sp>
        <p:nvSpPr>
          <p:cNvPr id="15379" name="Rectangle 19" descr="Outlined diamond">
            <a:extLst>
              <a:ext uri="{FF2B5EF4-FFF2-40B4-BE49-F238E27FC236}">
                <a16:creationId xmlns:a16="http://schemas.microsoft.com/office/drawing/2014/main" id="{2AB32808-6721-1CE4-F251-BED668D65958}"/>
              </a:ext>
            </a:extLst>
          </p:cNvPr>
          <p:cNvSpPr>
            <a:spLocks noChangeArrowheads="1"/>
          </p:cNvSpPr>
          <p:nvPr/>
        </p:nvSpPr>
        <p:spPr bwMode="auto">
          <a:xfrm>
            <a:off x="6324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64</a:t>
            </a:r>
          </a:p>
        </p:txBody>
      </p:sp>
      <p:sp>
        <p:nvSpPr>
          <p:cNvPr id="15380" name="Rectangle 20" descr="Outlined diamond">
            <a:extLst>
              <a:ext uri="{FF2B5EF4-FFF2-40B4-BE49-F238E27FC236}">
                <a16:creationId xmlns:a16="http://schemas.microsoft.com/office/drawing/2014/main" id="{A30F5065-D4D7-DE71-493E-4EE21F8588A5}"/>
              </a:ext>
            </a:extLst>
          </p:cNvPr>
          <p:cNvSpPr>
            <a:spLocks noChangeArrowheads="1"/>
          </p:cNvSpPr>
          <p:nvPr/>
        </p:nvSpPr>
        <p:spPr bwMode="auto">
          <a:xfrm>
            <a:off x="3581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5381" name="Rectangle 21" descr="Outlined diamond">
            <a:extLst>
              <a:ext uri="{FF2B5EF4-FFF2-40B4-BE49-F238E27FC236}">
                <a16:creationId xmlns:a16="http://schemas.microsoft.com/office/drawing/2014/main" id="{57C0BC07-1503-E31D-125E-1066B23017C8}"/>
              </a:ext>
            </a:extLst>
          </p:cNvPr>
          <p:cNvSpPr>
            <a:spLocks noChangeArrowheads="1"/>
          </p:cNvSpPr>
          <p:nvPr/>
        </p:nvSpPr>
        <p:spPr bwMode="auto">
          <a:xfrm>
            <a:off x="3124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5382" name="Rectangle 22" descr="Outlined diamond">
            <a:extLst>
              <a:ext uri="{FF2B5EF4-FFF2-40B4-BE49-F238E27FC236}">
                <a16:creationId xmlns:a16="http://schemas.microsoft.com/office/drawing/2014/main" id="{F1F81753-EB6C-0CA3-4705-59CD32897F1C}"/>
              </a:ext>
            </a:extLst>
          </p:cNvPr>
          <p:cNvSpPr>
            <a:spLocks noChangeArrowheads="1"/>
          </p:cNvSpPr>
          <p:nvPr/>
        </p:nvSpPr>
        <p:spPr bwMode="auto">
          <a:xfrm>
            <a:off x="4038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25</a:t>
            </a:r>
          </a:p>
        </p:txBody>
      </p:sp>
      <p:sp>
        <p:nvSpPr>
          <p:cNvPr id="15383" name="Rectangle 23">
            <a:extLst>
              <a:ext uri="{FF2B5EF4-FFF2-40B4-BE49-F238E27FC236}">
                <a16:creationId xmlns:a16="http://schemas.microsoft.com/office/drawing/2014/main" id="{4D48DAA1-E5D9-B3B1-CBDC-970AA6148348}"/>
              </a:ext>
            </a:extLst>
          </p:cNvPr>
          <p:cNvSpPr>
            <a:spLocks noChangeArrowheads="1"/>
          </p:cNvSpPr>
          <p:nvPr/>
        </p:nvSpPr>
        <p:spPr bwMode="auto">
          <a:xfrm>
            <a:off x="4495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33</a:t>
            </a:r>
          </a:p>
        </p:txBody>
      </p:sp>
      <p:sp>
        <p:nvSpPr>
          <p:cNvPr id="15384" name="Rectangle 24">
            <a:extLst>
              <a:ext uri="{FF2B5EF4-FFF2-40B4-BE49-F238E27FC236}">
                <a16:creationId xmlns:a16="http://schemas.microsoft.com/office/drawing/2014/main" id="{503DDF39-AEDE-F282-25FE-904C18F56239}"/>
              </a:ext>
            </a:extLst>
          </p:cNvPr>
          <p:cNvSpPr>
            <a:spLocks noChangeArrowheads="1"/>
          </p:cNvSpPr>
          <p:nvPr/>
        </p:nvSpPr>
        <p:spPr bwMode="auto">
          <a:xfrm>
            <a:off x="5410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51</a:t>
            </a:r>
          </a:p>
        </p:txBody>
      </p:sp>
      <p:sp>
        <p:nvSpPr>
          <p:cNvPr id="15385" name="Rectangle 25">
            <a:extLst>
              <a:ext uri="{FF2B5EF4-FFF2-40B4-BE49-F238E27FC236}">
                <a16:creationId xmlns:a16="http://schemas.microsoft.com/office/drawing/2014/main" id="{3641AD8F-5BFF-0947-E021-3CCAEE139E5B}"/>
              </a:ext>
            </a:extLst>
          </p:cNvPr>
          <p:cNvSpPr>
            <a:spLocks noChangeArrowheads="1"/>
          </p:cNvSpPr>
          <p:nvPr/>
        </p:nvSpPr>
        <p:spPr bwMode="auto">
          <a:xfrm>
            <a:off x="4953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43</a:t>
            </a:r>
          </a:p>
        </p:txBody>
      </p:sp>
      <p:sp>
        <p:nvSpPr>
          <p:cNvPr id="15386" name="Rectangle 26" descr="Outlined diamond">
            <a:extLst>
              <a:ext uri="{FF2B5EF4-FFF2-40B4-BE49-F238E27FC236}">
                <a16:creationId xmlns:a16="http://schemas.microsoft.com/office/drawing/2014/main" id="{F5099EE8-DC22-7DE3-BF9E-C322E4F99D5C}"/>
              </a:ext>
            </a:extLst>
          </p:cNvPr>
          <p:cNvSpPr>
            <a:spLocks noChangeArrowheads="1"/>
          </p:cNvSpPr>
          <p:nvPr/>
        </p:nvSpPr>
        <p:spPr bwMode="auto">
          <a:xfrm>
            <a:off x="5867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53</a:t>
            </a:r>
          </a:p>
        </p:txBody>
      </p:sp>
      <p:sp>
        <p:nvSpPr>
          <p:cNvPr id="15387" name="Rectangle 27" descr="Outlined diamond">
            <a:extLst>
              <a:ext uri="{FF2B5EF4-FFF2-40B4-BE49-F238E27FC236}">
                <a16:creationId xmlns:a16="http://schemas.microsoft.com/office/drawing/2014/main" id="{08370292-B331-4AB3-BE1C-703D78A934C6}"/>
              </a:ext>
            </a:extLst>
          </p:cNvPr>
          <p:cNvSpPr>
            <a:spLocks noChangeArrowheads="1"/>
          </p:cNvSpPr>
          <p:nvPr/>
        </p:nvSpPr>
        <p:spPr bwMode="auto">
          <a:xfrm>
            <a:off x="7239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84</a:t>
            </a:r>
          </a:p>
        </p:txBody>
      </p:sp>
      <p:sp>
        <p:nvSpPr>
          <p:cNvPr id="15388" name="Rectangle 28" descr="Outlined diamond">
            <a:extLst>
              <a:ext uri="{FF2B5EF4-FFF2-40B4-BE49-F238E27FC236}">
                <a16:creationId xmlns:a16="http://schemas.microsoft.com/office/drawing/2014/main" id="{6ED40756-2E70-3F26-4275-600CF966932F}"/>
              </a:ext>
            </a:extLst>
          </p:cNvPr>
          <p:cNvSpPr>
            <a:spLocks noChangeArrowheads="1"/>
          </p:cNvSpPr>
          <p:nvPr/>
        </p:nvSpPr>
        <p:spPr bwMode="auto">
          <a:xfrm>
            <a:off x="6781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72</a:t>
            </a:r>
          </a:p>
        </p:txBody>
      </p:sp>
      <p:sp>
        <p:nvSpPr>
          <p:cNvPr id="15389" name="Rectangle 29" descr="Outlined diamond">
            <a:extLst>
              <a:ext uri="{FF2B5EF4-FFF2-40B4-BE49-F238E27FC236}">
                <a16:creationId xmlns:a16="http://schemas.microsoft.com/office/drawing/2014/main" id="{EECA7087-18D7-8471-2A70-3ED1DB152963}"/>
              </a:ext>
            </a:extLst>
          </p:cNvPr>
          <p:cNvSpPr>
            <a:spLocks noChangeArrowheads="1"/>
          </p:cNvSpPr>
          <p:nvPr/>
        </p:nvSpPr>
        <p:spPr bwMode="auto">
          <a:xfrm>
            <a:off x="7696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93</a:t>
            </a:r>
          </a:p>
        </p:txBody>
      </p:sp>
      <p:sp>
        <p:nvSpPr>
          <p:cNvPr id="15390" name="Rectangle 30" descr="Outlined diamond">
            <a:extLst>
              <a:ext uri="{FF2B5EF4-FFF2-40B4-BE49-F238E27FC236}">
                <a16:creationId xmlns:a16="http://schemas.microsoft.com/office/drawing/2014/main" id="{71C0630C-9858-8548-4FD6-4151766CF251}"/>
              </a:ext>
            </a:extLst>
          </p:cNvPr>
          <p:cNvSpPr>
            <a:spLocks noChangeArrowheads="1"/>
          </p:cNvSpPr>
          <p:nvPr/>
        </p:nvSpPr>
        <p:spPr bwMode="auto">
          <a:xfrm>
            <a:off x="8153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95</a:t>
            </a:r>
          </a:p>
        </p:txBody>
      </p:sp>
      <p:sp>
        <p:nvSpPr>
          <p:cNvPr id="15391" name="Rectangle 31" descr="Outlined diamond">
            <a:extLst>
              <a:ext uri="{FF2B5EF4-FFF2-40B4-BE49-F238E27FC236}">
                <a16:creationId xmlns:a16="http://schemas.microsoft.com/office/drawing/2014/main" id="{1287CD32-5C4B-1409-DBB6-3318ACEA5005}"/>
              </a:ext>
            </a:extLst>
          </p:cNvPr>
          <p:cNvSpPr>
            <a:spLocks noChangeArrowheads="1"/>
          </p:cNvSpPr>
          <p:nvPr/>
        </p:nvSpPr>
        <p:spPr bwMode="auto">
          <a:xfrm>
            <a:off x="9067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97</a:t>
            </a:r>
          </a:p>
        </p:txBody>
      </p:sp>
      <p:sp>
        <p:nvSpPr>
          <p:cNvPr id="15392" name="Rectangle 32" descr="Outlined diamond">
            <a:extLst>
              <a:ext uri="{FF2B5EF4-FFF2-40B4-BE49-F238E27FC236}">
                <a16:creationId xmlns:a16="http://schemas.microsoft.com/office/drawing/2014/main" id="{7661147E-283D-00B1-BC5E-4F06A7BFD833}"/>
              </a:ext>
            </a:extLst>
          </p:cNvPr>
          <p:cNvSpPr>
            <a:spLocks noChangeArrowheads="1"/>
          </p:cNvSpPr>
          <p:nvPr/>
        </p:nvSpPr>
        <p:spPr bwMode="auto">
          <a:xfrm>
            <a:off x="8610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96</a:t>
            </a:r>
          </a:p>
        </p:txBody>
      </p:sp>
      <p:sp>
        <p:nvSpPr>
          <p:cNvPr id="15393" name="Rectangle 33" descr="Outlined diamond">
            <a:extLst>
              <a:ext uri="{FF2B5EF4-FFF2-40B4-BE49-F238E27FC236}">
                <a16:creationId xmlns:a16="http://schemas.microsoft.com/office/drawing/2014/main" id="{5D656175-67AD-E010-8C01-35BC0D502F51}"/>
              </a:ext>
            </a:extLst>
          </p:cNvPr>
          <p:cNvSpPr>
            <a:spLocks noChangeArrowheads="1"/>
          </p:cNvSpPr>
          <p:nvPr/>
        </p:nvSpPr>
        <p:spPr bwMode="auto">
          <a:xfrm>
            <a:off x="2667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5394" name="Rectangle 39">
            <a:extLst>
              <a:ext uri="{FF2B5EF4-FFF2-40B4-BE49-F238E27FC236}">
                <a16:creationId xmlns:a16="http://schemas.microsoft.com/office/drawing/2014/main" id="{A7EE3863-BE9B-4E72-32DA-787B86E98EE9}"/>
              </a:ext>
            </a:extLst>
          </p:cNvPr>
          <p:cNvSpPr>
            <a:spLocks noChangeArrowheads="1"/>
          </p:cNvSpPr>
          <p:nvPr/>
        </p:nvSpPr>
        <p:spPr bwMode="auto">
          <a:xfrm>
            <a:off x="4531963" y="5103814"/>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lo</a:t>
            </a:r>
          </a:p>
        </p:txBody>
      </p:sp>
      <p:sp>
        <p:nvSpPr>
          <p:cNvPr id="15395" name="Line 40">
            <a:extLst>
              <a:ext uri="{FF2B5EF4-FFF2-40B4-BE49-F238E27FC236}">
                <a16:creationId xmlns:a16="http://schemas.microsoft.com/office/drawing/2014/main" id="{749753EC-F7FC-9D78-EE3B-D708B0857337}"/>
              </a:ext>
            </a:extLst>
          </p:cNvPr>
          <p:cNvSpPr>
            <a:spLocks noChangeShapeType="1"/>
          </p:cNvSpPr>
          <p:nvPr/>
        </p:nvSpPr>
        <p:spPr bwMode="auto">
          <a:xfrm flipV="1">
            <a:off x="4714875"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96" name="Rectangle 42">
            <a:extLst>
              <a:ext uri="{FF2B5EF4-FFF2-40B4-BE49-F238E27FC236}">
                <a16:creationId xmlns:a16="http://schemas.microsoft.com/office/drawing/2014/main" id="{982FB0B2-984F-FFB5-E50E-B2B5FC555A7E}"/>
              </a:ext>
            </a:extLst>
          </p:cNvPr>
          <p:cNvSpPr>
            <a:spLocks noChangeArrowheads="1"/>
          </p:cNvSpPr>
          <p:nvPr/>
        </p:nvSpPr>
        <p:spPr bwMode="auto">
          <a:xfrm>
            <a:off x="5436838" y="5103814"/>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hi</a:t>
            </a:r>
          </a:p>
        </p:txBody>
      </p:sp>
      <p:sp>
        <p:nvSpPr>
          <p:cNvPr id="15397" name="Line 43">
            <a:extLst>
              <a:ext uri="{FF2B5EF4-FFF2-40B4-BE49-F238E27FC236}">
                <a16:creationId xmlns:a16="http://schemas.microsoft.com/office/drawing/2014/main" id="{3BA4CA11-FF13-15AC-6C9A-FF2EAEC1AC20}"/>
              </a:ext>
            </a:extLst>
          </p:cNvPr>
          <p:cNvSpPr>
            <a:spLocks noChangeShapeType="1"/>
          </p:cNvSpPr>
          <p:nvPr/>
        </p:nvSpPr>
        <p:spPr bwMode="auto">
          <a:xfrm flipV="1">
            <a:off x="5619750"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685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43BBE-52E6-6F60-EB5E-D7703E1169C9}"/>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64CB63B1-87B9-4113-E752-B6E91F23D78F}"/>
              </a:ext>
            </a:extLst>
          </p:cNvPr>
          <p:cNvSpPr>
            <a:spLocks noGrp="1" noChangeArrowheads="1"/>
          </p:cNvSpPr>
          <p:nvPr>
            <p:ph type="title"/>
          </p:nvPr>
        </p:nvSpPr>
        <p:spPr/>
        <p:txBody>
          <a:bodyPr/>
          <a:lstStyle/>
          <a:p>
            <a:r>
              <a:rPr kumimoji="0" lang="en-US" altLang="en-US"/>
              <a:t>Binary Search</a:t>
            </a:r>
          </a:p>
        </p:txBody>
      </p:sp>
      <p:sp>
        <p:nvSpPr>
          <p:cNvPr id="16388" name="Rectangle 4">
            <a:extLst>
              <a:ext uri="{FF2B5EF4-FFF2-40B4-BE49-F238E27FC236}">
                <a16:creationId xmlns:a16="http://schemas.microsoft.com/office/drawing/2014/main" id="{A24FC17D-F861-9C9E-6212-F0EC7DF10EDC}"/>
              </a:ext>
            </a:extLst>
          </p:cNvPr>
          <p:cNvSpPr>
            <a:spLocks noChangeArrowheads="1"/>
          </p:cNvSpPr>
          <p:nvPr/>
        </p:nvSpPr>
        <p:spPr bwMode="auto">
          <a:xfrm>
            <a:off x="6324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a:t>
            </a:r>
          </a:p>
        </p:txBody>
      </p:sp>
      <p:sp>
        <p:nvSpPr>
          <p:cNvPr id="16389" name="Rectangle 5">
            <a:extLst>
              <a:ext uri="{FF2B5EF4-FFF2-40B4-BE49-F238E27FC236}">
                <a16:creationId xmlns:a16="http://schemas.microsoft.com/office/drawing/2014/main" id="{D3820C3E-B265-4511-10BD-793320F8294B}"/>
              </a:ext>
            </a:extLst>
          </p:cNvPr>
          <p:cNvSpPr>
            <a:spLocks noChangeArrowheads="1"/>
          </p:cNvSpPr>
          <p:nvPr/>
        </p:nvSpPr>
        <p:spPr bwMode="auto">
          <a:xfrm>
            <a:off x="3581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a:t>
            </a:r>
          </a:p>
        </p:txBody>
      </p:sp>
      <p:sp>
        <p:nvSpPr>
          <p:cNvPr id="16390" name="Rectangle 6">
            <a:extLst>
              <a:ext uri="{FF2B5EF4-FFF2-40B4-BE49-F238E27FC236}">
                <a16:creationId xmlns:a16="http://schemas.microsoft.com/office/drawing/2014/main" id="{55A1D591-5490-5E8D-863A-D9EA4DCD5773}"/>
              </a:ext>
            </a:extLst>
          </p:cNvPr>
          <p:cNvSpPr>
            <a:spLocks noChangeArrowheads="1"/>
          </p:cNvSpPr>
          <p:nvPr/>
        </p:nvSpPr>
        <p:spPr bwMode="auto">
          <a:xfrm>
            <a:off x="3124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a:t>
            </a:r>
          </a:p>
        </p:txBody>
      </p:sp>
      <p:sp>
        <p:nvSpPr>
          <p:cNvPr id="16391" name="Rectangle 7">
            <a:extLst>
              <a:ext uri="{FF2B5EF4-FFF2-40B4-BE49-F238E27FC236}">
                <a16:creationId xmlns:a16="http://schemas.microsoft.com/office/drawing/2014/main" id="{43422A2C-876A-72F4-1C45-FB671B09CC50}"/>
              </a:ext>
            </a:extLst>
          </p:cNvPr>
          <p:cNvSpPr>
            <a:spLocks noChangeArrowheads="1"/>
          </p:cNvSpPr>
          <p:nvPr/>
        </p:nvSpPr>
        <p:spPr bwMode="auto">
          <a:xfrm>
            <a:off x="4038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3</a:t>
            </a:r>
          </a:p>
        </p:txBody>
      </p:sp>
      <p:sp>
        <p:nvSpPr>
          <p:cNvPr id="16392" name="Rectangle 8">
            <a:extLst>
              <a:ext uri="{FF2B5EF4-FFF2-40B4-BE49-F238E27FC236}">
                <a16:creationId xmlns:a16="http://schemas.microsoft.com/office/drawing/2014/main" id="{847842B5-BC69-646E-2478-AA782FE171F2}"/>
              </a:ext>
            </a:extLst>
          </p:cNvPr>
          <p:cNvSpPr>
            <a:spLocks noChangeArrowheads="1"/>
          </p:cNvSpPr>
          <p:nvPr/>
        </p:nvSpPr>
        <p:spPr bwMode="auto">
          <a:xfrm>
            <a:off x="4495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a:t>
            </a:r>
          </a:p>
        </p:txBody>
      </p:sp>
      <p:sp>
        <p:nvSpPr>
          <p:cNvPr id="16393" name="Rectangle 9">
            <a:extLst>
              <a:ext uri="{FF2B5EF4-FFF2-40B4-BE49-F238E27FC236}">
                <a16:creationId xmlns:a16="http://schemas.microsoft.com/office/drawing/2014/main" id="{60300F40-8204-9DF8-211E-C25DC28134BA}"/>
              </a:ext>
            </a:extLst>
          </p:cNvPr>
          <p:cNvSpPr>
            <a:spLocks noChangeArrowheads="1"/>
          </p:cNvSpPr>
          <p:nvPr/>
        </p:nvSpPr>
        <p:spPr bwMode="auto">
          <a:xfrm>
            <a:off x="5410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6394" name="Rectangle 10">
            <a:extLst>
              <a:ext uri="{FF2B5EF4-FFF2-40B4-BE49-F238E27FC236}">
                <a16:creationId xmlns:a16="http://schemas.microsoft.com/office/drawing/2014/main" id="{731408AA-40C0-9700-2E0B-F7A844E1690E}"/>
              </a:ext>
            </a:extLst>
          </p:cNvPr>
          <p:cNvSpPr>
            <a:spLocks noChangeArrowheads="1"/>
          </p:cNvSpPr>
          <p:nvPr/>
        </p:nvSpPr>
        <p:spPr bwMode="auto">
          <a:xfrm>
            <a:off x="4953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a:t>
            </a:r>
          </a:p>
        </p:txBody>
      </p:sp>
      <p:sp>
        <p:nvSpPr>
          <p:cNvPr id="16395" name="Rectangle 11">
            <a:extLst>
              <a:ext uri="{FF2B5EF4-FFF2-40B4-BE49-F238E27FC236}">
                <a16:creationId xmlns:a16="http://schemas.microsoft.com/office/drawing/2014/main" id="{E13A5CE7-22C1-00BF-5FFE-136D85C562E8}"/>
              </a:ext>
            </a:extLst>
          </p:cNvPr>
          <p:cNvSpPr>
            <a:spLocks noChangeArrowheads="1"/>
          </p:cNvSpPr>
          <p:nvPr/>
        </p:nvSpPr>
        <p:spPr bwMode="auto">
          <a:xfrm>
            <a:off x="5867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a:t>
            </a:r>
          </a:p>
        </p:txBody>
      </p:sp>
      <p:sp>
        <p:nvSpPr>
          <p:cNvPr id="16396" name="Rectangle 12">
            <a:extLst>
              <a:ext uri="{FF2B5EF4-FFF2-40B4-BE49-F238E27FC236}">
                <a16:creationId xmlns:a16="http://schemas.microsoft.com/office/drawing/2014/main" id="{22AEA283-3A7E-C689-D108-777FF14C3FDE}"/>
              </a:ext>
            </a:extLst>
          </p:cNvPr>
          <p:cNvSpPr>
            <a:spLocks noChangeArrowheads="1"/>
          </p:cNvSpPr>
          <p:nvPr/>
        </p:nvSpPr>
        <p:spPr bwMode="auto">
          <a:xfrm>
            <a:off x="7239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10</a:t>
            </a:r>
          </a:p>
        </p:txBody>
      </p:sp>
      <p:sp>
        <p:nvSpPr>
          <p:cNvPr id="16397" name="Rectangle 13">
            <a:extLst>
              <a:ext uri="{FF2B5EF4-FFF2-40B4-BE49-F238E27FC236}">
                <a16:creationId xmlns:a16="http://schemas.microsoft.com/office/drawing/2014/main" id="{A79BA6B7-6965-82CD-0D39-C5332724C8FA}"/>
              </a:ext>
            </a:extLst>
          </p:cNvPr>
          <p:cNvSpPr>
            <a:spLocks noChangeArrowheads="1"/>
          </p:cNvSpPr>
          <p:nvPr/>
        </p:nvSpPr>
        <p:spPr bwMode="auto">
          <a:xfrm>
            <a:off x="6781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a:t>
            </a:r>
          </a:p>
        </p:txBody>
      </p:sp>
      <p:sp>
        <p:nvSpPr>
          <p:cNvPr id="16398" name="Rectangle 14">
            <a:extLst>
              <a:ext uri="{FF2B5EF4-FFF2-40B4-BE49-F238E27FC236}">
                <a16:creationId xmlns:a16="http://schemas.microsoft.com/office/drawing/2014/main" id="{3DE2065E-FC36-8C65-BB21-C1A2598D42FB}"/>
              </a:ext>
            </a:extLst>
          </p:cNvPr>
          <p:cNvSpPr>
            <a:spLocks noChangeArrowheads="1"/>
          </p:cNvSpPr>
          <p:nvPr/>
        </p:nvSpPr>
        <p:spPr bwMode="auto">
          <a:xfrm>
            <a:off x="7696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11</a:t>
            </a:r>
          </a:p>
        </p:txBody>
      </p:sp>
      <p:sp>
        <p:nvSpPr>
          <p:cNvPr id="16399" name="Rectangle 15">
            <a:extLst>
              <a:ext uri="{FF2B5EF4-FFF2-40B4-BE49-F238E27FC236}">
                <a16:creationId xmlns:a16="http://schemas.microsoft.com/office/drawing/2014/main" id="{947E1FC7-82A9-730A-AE32-73396D7F14DA}"/>
              </a:ext>
            </a:extLst>
          </p:cNvPr>
          <p:cNvSpPr>
            <a:spLocks noChangeArrowheads="1"/>
          </p:cNvSpPr>
          <p:nvPr/>
        </p:nvSpPr>
        <p:spPr bwMode="auto">
          <a:xfrm>
            <a:off x="8153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12</a:t>
            </a:r>
          </a:p>
        </p:txBody>
      </p:sp>
      <p:sp>
        <p:nvSpPr>
          <p:cNvPr id="16400" name="Rectangle 16">
            <a:extLst>
              <a:ext uri="{FF2B5EF4-FFF2-40B4-BE49-F238E27FC236}">
                <a16:creationId xmlns:a16="http://schemas.microsoft.com/office/drawing/2014/main" id="{8B085E6F-4ACF-733C-08EE-F34DE1D4E3B4}"/>
              </a:ext>
            </a:extLst>
          </p:cNvPr>
          <p:cNvSpPr>
            <a:spLocks noChangeArrowheads="1"/>
          </p:cNvSpPr>
          <p:nvPr/>
        </p:nvSpPr>
        <p:spPr bwMode="auto">
          <a:xfrm>
            <a:off x="9067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6401" name="Rectangle 17">
            <a:extLst>
              <a:ext uri="{FF2B5EF4-FFF2-40B4-BE49-F238E27FC236}">
                <a16:creationId xmlns:a16="http://schemas.microsoft.com/office/drawing/2014/main" id="{E0E9A07B-9ADC-B904-BF97-08B290A187B7}"/>
              </a:ext>
            </a:extLst>
          </p:cNvPr>
          <p:cNvSpPr>
            <a:spLocks noChangeArrowheads="1"/>
          </p:cNvSpPr>
          <p:nvPr/>
        </p:nvSpPr>
        <p:spPr bwMode="auto">
          <a:xfrm>
            <a:off x="8610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6402" name="Rectangle 18">
            <a:extLst>
              <a:ext uri="{FF2B5EF4-FFF2-40B4-BE49-F238E27FC236}">
                <a16:creationId xmlns:a16="http://schemas.microsoft.com/office/drawing/2014/main" id="{93E398E2-164E-9E75-9906-09319670C6E4}"/>
              </a:ext>
            </a:extLst>
          </p:cNvPr>
          <p:cNvSpPr>
            <a:spLocks noChangeArrowheads="1"/>
          </p:cNvSpPr>
          <p:nvPr/>
        </p:nvSpPr>
        <p:spPr bwMode="auto">
          <a:xfrm>
            <a:off x="2667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0</a:t>
            </a:r>
          </a:p>
        </p:txBody>
      </p:sp>
      <p:sp>
        <p:nvSpPr>
          <p:cNvPr id="16403" name="Rectangle 19" descr="Outlined diamond">
            <a:extLst>
              <a:ext uri="{FF2B5EF4-FFF2-40B4-BE49-F238E27FC236}">
                <a16:creationId xmlns:a16="http://schemas.microsoft.com/office/drawing/2014/main" id="{6B7DA647-A626-A8E8-8846-AFC6C41730CF}"/>
              </a:ext>
            </a:extLst>
          </p:cNvPr>
          <p:cNvSpPr>
            <a:spLocks noChangeArrowheads="1"/>
          </p:cNvSpPr>
          <p:nvPr/>
        </p:nvSpPr>
        <p:spPr bwMode="auto">
          <a:xfrm>
            <a:off x="6324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64</a:t>
            </a:r>
          </a:p>
        </p:txBody>
      </p:sp>
      <p:sp>
        <p:nvSpPr>
          <p:cNvPr id="16404" name="Rectangle 20" descr="Outlined diamond">
            <a:extLst>
              <a:ext uri="{FF2B5EF4-FFF2-40B4-BE49-F238E27FC236}">
                <a16:creationId xmlns:a16="http://schemas.microsoft.com/office/drawing/2014/main" id="{E44042E9-6922-9029-FC71-0D958E172CB1}"/>
              </a:ext>
            </a:extLst>
          </p:cNvPr>
          <p:cNvSpPr>
            <a:spLocks noChangeArrowheads="1"/>
          </p:cNvSpPr>
          <p:nvPr/>
        </p:nvSpPr>
        <p:spPr bwMode="auto">
          <a:xfrm>
            <a:off x="3581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6405" name="Rectangle 21" descr="Outlined diamond">
            <a:extLst>
              <a:ext uri="{FF2B5EF4-FFF2-40B4-BE49-F238E27FC236}">
                <a16:creationId xmlns:a16="http://schemas.microsoft.com/office/drawing/2014/main" id="{54D32C30-64FE-4619-01E7-C821CFBF38F0}"/>
              </a:ext>
            </a:extLst>
          </p:cNvPr>
          <p:cNvSpPr>
            <a:spLocks noChangeArrowheads="1"/>
          </p:cNvSpPr>
          <p:nvPr/>
        </p:nvSpPr>
        <p:spPr bwMode="auto">
          <a:xfrm>
            <a:off x="3124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6406" name="Rectangle 22" descr="Outlined diamond">
            <a:extLst>
              <a:ext uri="{FF2B5EF4-FFF2-40B4-BE49-F238E27FC236}">
                <a16:creationId xmlns:a16="http://schemas.microsoft.com/office/drawing/2014/main" id="{2A839666-AAB0-F87F-9385-66AEEB4442C1}"/>
              </a:ext>
            </a:extLst>
          </p:cNvPr>
          <p:cNvSpPr>
            <a:spLocks noChangeArrowheads="1"/>
          </p:cNvSpPr>
          <p:nvPr/>
        </p:nvSpPr>
        <p:spPr bwMode="auto">
          <a:xfrm>
            <a:off x="4038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25</a:t>
            </a:r>
          </a:p>
        </p:txBody>
      </p:sp>
      <p:sp>
        <p:nvSpPr>
          <p:cNvPr id="16407" name="Rectangle 23">
            <a:extLst>
              <a:ext uri="{FF2B5EF4-FFF2-40B4-BE49-F238E27FC236}">
                <a16:creationId xmlns:a16="http://schemas.microsoft.com/office/drawing/2014/main" id="{41A5AF50-4DAA-8E88-7C9D-82524BDA462D}"/>
              </a:ext>
            </a:extLst>
          </p:cNvPr>
          <p:cNvSpPr>
            <a:spLocks noChangeArrowheads="1"/>
          </p:cNvSpPr>
          <p:nvPr/>
        </p:nvSpPr>
        <p:spPr bwMode="auto">
          <a:xfrm>
            <a:off x="4495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33</a:t>
            </a:r>
          </a:p>
        </p:txBody>
      </p:sp>
      <p:sp>
        <p:nvSpPr>
          <p:cNvPr id="16408" name="Rectangle 24">
            <a:extLst>
              <a:ext uri="{FF2B5EF4-FFF2-40B4-BE49-F238E27FC236}">
                <a16:creationId xmlns:a16="http://schemas.microsoft.com/office/drawing/2014/main" id="{4B3FE4E5-3936-E2F0-994D-1826C5AC7285}"/>
              </a:ext>
            </a:extLst>
          </p:cNvPr>
          <p:cNvSpPr>
            <a:spLocks noChangeArrowheads="1"/>
          </p:cNvSpPr>
          <p:nvPr/>
        </p:nvSpPr>
        <p:spPr bwMode="auto">
          <a:xfrm>
            <a:off x="54102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51</a:t>
            </a:r>
          </a:p>
        </p:txBody>
      </p:sp>
      <p:sp>
        <p:nvSpPr>
          <p:cNvPr id="16409" name="Rectangle 25">
            <a:extLst>
              <a:ext uri="{FF2B5EF4-FFF2-40B4-BE49-F238E27FC236}">
                <a16:creationId xmlns:a16="http://schemas.microsoft.com/office/drawing/2014/main" id="{0FEFA6FC-FE70-DC71-A4C5-1C51158A1EC3}"/>
              </a:ext>
            </a:extLst>
          </p:cNvPr>
          <p:cNvSpPr>
            <a:spLocks noChangeArrowheads="1"/>
          </p:cNvSpPr>
          <p:nvPr/>
        </p:nvSpPr>
        <p:spPr bwMode="auto">
          <a:xfrm>
            <a:off x="49530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43</a:t>
            </a:r>
          </a:p>
        </p:txBody>
      </p:sp>
      <p:sp>
        <p:nvSpPr>
          <p:cNvPr id="16410" name="Rectangle 26" descr="Outlined diamond">
            <a:extLst>
              <a:ext uri="{FF2B5EF4-FFF2-40B4-BE49-F238E27FC236}">
                <a16:creationId xmlns:a16="http://schemas.microsoft.com/office/drawing/2014/main" id="{B75265CE-2822-E185-86D5-D345D1553E41}"/>
              </a:ext>
            </a:extLst>
          </p:cNvPr>
          <p:cNvSpPr>
            <a:spLocks noChangeArrowheads="1"/>
          </p:cNvSpPr>
          <p:nvPr/>
        </p:nvSpPr>
        <p:spPr bwMode="auto">
          <a:xfrm>
            <a:off x="5867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53</a:t>
            </a:r>
          </a:p>
        </p:txBody>
      </p:sp>
      <p:sp>
        <p:nvSpPr>
          <p:cNvPr id="16411" name="Rectangle 27" descr="Outlined diamond">
            <a:extLst>
              <a:ext uri="{FF2B5EF4-FFF2-40B4-BE49-F238E27FC236}">
                <a16:creationId xmlns:a16="http://schemas.microsoft.com/office/drawing/2014/main" id="{64E748D3-0E83-4B8A-150A-0C7EB27655BF}"/>
              </a:ext>
            </a:extLst>
          </p:cNvPr>
          <p:cNvSpPr>
            <a:spLocks noChangeArrowheads="1"/>
          </p:cNvSpPr>
          <p:nvPr/>
        </p:nvSpPr>
        <p:spPr bwMode="auto">
          <a:xfrm>
            <a:off x="7239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84</a:t>
            </a:r>
          </a:p>
        </p:txBody>
      </p:sp>
      <p:sp>
        <p:nvSpPr>
          <p:cNvPr id="16412" name="Rectangle 28" descr="Outlined diamond">
            <a:extLst>
              <a:ext uri="{FF2B5EF4-FFF2-40B4-BE49-F238E27FC236}">
                <a16:creationId xmlns:a16="http://schemas.microsoft.com/office/drawing/2014/main" id="{6E0BD5A2-DEBF-C9FC-B78A-425EEE64E234}"/>
              </a:ext>
            </a:extLst>
          </p:cNvPr>
          <p:cNvSpPr>
            <a:spLocks noChangeArrowheads="1"/>
          </p:cNvSpPr>
          <p:nvPr/>
        </p:nvSpPr>
        <p:spPr bwMode="auto">
          <a:xfrm>
            <a:off x="6781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72</a:t>
            </a:r>
          </a:p>
        </p:txBody>
      </p:sp>
      <p:sp>
        <p:nvSpPr>
          <p:cNvPr id="16413" name="Rectangle 29" descr="Outlined diamond">
            <a:extLst>
              <a:ext uri="{FF2B5EF4-FFF2-40B4-BE49-F238E27FC236}">
                <a16:creationId xmlns:a16="http://schemas.microsoft.com/office/drawing/2014/main" id="{2FDA5736-DBFA-C75D-CD78-CB5E548075E8}"/>
              </a:ext>
            </a:extLst>
          </p:cNvPr>
          <p:cNvSpPr>
            <a:spLocks noChangeArrowheads="1"/>
          </p:cNvSpPr>
          <p:nvPr/>
        </p:nvSpPr>
        <p:spPr bwMode="auto">
          <a:xfrm>
            <a:off x="7696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93</a:t>
            </a:r>
          </a:p>
        </p:txBody>
      </p:sp>
      <p:sp>
        <p:nvSpPr>
          <p:cNvPr id="16414" name="Rectangle 30" descr="Outlined diamond">
            <a:extLst>
              <a:ext uri="{FF2B5EF4-FFF2-40B4-BE49-F238E27FC236}">
                <a16:creationId xmlns:a16="http://schemas.microsoft.com/office/drawing/2014/main" id="{45CD3C0C-7E3C-11E9-EA4F-365D7EB33A87}"/>
              </a:ext>
            </a:extLst>
          </p:cNvPr>
          <p:cNvSpPr>
            <a:spLocks noChangeArrowheads="1"/>
          </p:cNvSpPr>
          <p:nvPr/>
        </p:nvSpPr>
        <p:spPr bwMode="auto">
          <a:xfrm>
            <a:off x="8153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95</a:t>
            </a:r>
          </a:p>
        </p:txBody>
      </p:sp>
      <p:sp>
        <p:nvSpPr>
          <p:cNvPr id="16415" name="Rectangle 31" descr="Outlined diamond">
            <a:extLst>
              <a:ext uri="{FF2B5EF4-FFF2-40B4-BE49-F238E27FC236}">
                <a16:creationId xmlns:a16="http://schemas.microsoft.com/office/drawing/2014/main" id="{02E947A7-0FDB-B376-C89D-1F217C53A81A}"/>
              </a:ext>
            </a:extLst>
          </p:cNvPr>
          <p:cNvSpPr>
            <a:spLocks noChangeArrowheads="1"/>
          </p:cNvSpPr>
          <p:nvPr/>
        </p:nvSpPr>
        <p:spPr bwMode="auto">
          <a:xfrm>
            <a:off x="9067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97</a:t>
            </a:r>
          </a:p>
        </p:txBody>
      </p:sp>
      <p:sp>
        <p:nvSpPr>
          <p:cNvPr id="16416" name="Rectangle 32" descr="Outlined diamond">
            <a:extLst>
              <a:ext uri="{FF2B5EF4-FFF2-40B4-BE49-F238E27FC236}">
                <a16:creationId xmlns:a16="http://schemas.microsoft.com/office/drawing/2014/main" id="{4065EBC1-07B4-46CB-5D77-919BD97A732A}"/>
              </a:ext>
            </a:extLst>
          </p:cNvPr>
          <p:cNvSpPr>
            <a:spLocks noChangeArrowheads="1"/>
          </p:cNvSpPr>
          <p:nvPr/>
        </p:nvSpPr>
        <p:spPr bwMode="auto">
          <a:xfrm>
            <a:off x="8610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96</a:t>
            </a:r>
          </a:p>
        </p:txBody>
      </p:sp>
      <p:sp>
        <p:nvSpPr>
          <p:cNvPr id="16417" name="Rectangle 33" descr="Outlined diamond">
            <a:extLst>
              <a:ext uri="{FF2B5EF4-FFF2-40B4-BE49-F238E27FC236}">
                <a16:creationId xmlns:a16="http://schemas.microsoft.com/office/drawing/2014/main" id="{554B0D6A-9D50-21BF-7EEC-B2011A09CE6F}"/>
              </a:ext>
            </a:extLst>
          </p:cNvPr>
          <p:cNvSpPr>
            <a:spLocks noChangeArrowheads="1"/>
          </p:cNvSpPr>
          <p:nvPr/>
        </p:nvSpPr>
        <p:spPr bwMode="auto">
          <a:xfrm>
            <a:off x="2667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6418" name="Rectangle 34">
            <a:extLst>
              <a:ext uri="{FF2B5EF4-FFF2-40B4-BE49-F238E27FC236}">
                <a16:creationId xmlns:a16="http://schemas.microsoft.com/office/drawing/2014/main" id="{CB28CA40-E99A-080C-8579-B86F8BB3C5FE}"/>
              </a:ext>
            </a:extLst>
          </p:cNvPr>
          <p:cNvSpPr>
            <a:spLocks noChangeArrowheads="1"/>
          </p:cNvSpPr>
          <p:nvPr/>
        </p:nvSpPr>
        <p:spPr bwMode="auto">
          <a:xfrm>
            <a:off x="4531963" y="5103814"/>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lo</a:t>
            </a:r>
          </a:p>
        </p:txBody>
      </p:sp>
      <p:sp>
        <p:nvSpPr>
          <p:cNvPr id="16419" name="Line 35">
            <a:extLst>
              <a:ext uri="{FF2B5EF4-FFF2-40B4-BE49-F238E27FC236}">
                <a16:creationId xmlns:a16="http://schemas.microsoft.com/office/drawing/2014/main" id="{6A3D84E1-A843-EC9A-0B4E-DF0431256F9F}"/>
              </a:ext>
            </a:extLst>
          </p:cNvPr>
          <p:cNvSpPr>
            <a:spLocks noChangeShapeType="1"/>
          </p:cNvSpPr>
          <p:nvPr/>
        </p:nvSpPr>
        <p:spPr bwMode="auto">
          <a:xfrm flipV="1">
            <a:off x="4714875"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20" name="Rectangle 36">
            <a:extLst>
              <a:ext uri="{FF2B5EF4-FFF2-40B4-BE49-F238E27FC236}">
                <a16:creationId xmlns:a16="http://schemas.microsoft.com/office/drawing/2014/main" id="{C1C46B89-47EF-0D4D-F57C-3877676F83F0}"/>
              </a:ext>
            </a:extLst>
          </p:cNvPr>
          <p:cNvSpPr>
            <a:spLocks noChangeArrowheads="1"/>
          </p:cNvSpPr>
          <p:nvPr/>
        </p:nvSpPr>
        <p:spPr bwMode="auto">
          <a:xfrm>
            <a:off x="5436838" y="5103814"/>
            <a:ext cx="40075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hi</a:t>
            </a:r>
          </a:p>
        </p:txBody>
      </p:sp>
      <p:sp>
        <p:nvSpPr>
          <p:cNvPr id="16421" name="Line 37">
            <a:extLst>
              <a:ext uri="{FF2B5EF4-FFF2-40B4-BE49-F238E27FC236}">
                <a16:creationId xmlns:a16="http://schemas.microsoft.com/office/drawing/2014/main" id="{7177010F-C159-4548-AED1-4AB1F90877AE}"/>
              </a:ext>
            </a:extLst>
          </p:cNvPr>
          <p:cNvSpPr>
            <a:spLocks noChangeShapeType="1"/>
          </p:cNvSpPr>
          <p:nvPr/>
        </p:nvSpPr>
        <p:spPr bwMode="auto">
          <a:xfrm flipV="1">
            <a:off x="5619750"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22" name="Rectangle 38">
            <a:extLst>
              <a:ext uri="{FF2B5EF4-FFF2-40B4-BE49-F238E27FC236}">
                <a16:creationId xmlns:a16="http://schemas.microsoft.com/office/drawing/2014/main" id="{80C283E5-D2CC-7775-EF0E-745614A6BCFF}"/>
              </a:ext>
            </a:extLst>
          </p:cNvPr>
          <p:cNvSpPr>
            <a:spLocks noChangeArrowheads="1"/>
          </p:cNvSpPr>
          <p:nvPr/>
        </p:nvSpPr>
        <p:spPr bwMode="auto">
          <a:xfrm>
            <a:off x="4929112" y="5103814"/>
            <a:ext cx="508152"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mid</a:t>
            </a:r>
          </a:p>
        </p:txBody>
      </p:sp>
      <p:sp>
        <p:nvSpPr>
          <p:cNvPr id="16423" name="Line 39">
            <a:extLst>
              <a:ext uri="{FF2B5EF4-FFF2-40B4-BE49-F238E27FC236}">
                <a16:creationId xmlns:a16="http://schemas.microsoft.com/office/drawing/2014/main" id="{4721EB59-E683-7E01-B726-F88AB26B6F07}"/>
              </a:ext>
            </a:extLst>
          </p:cNvPr>
          <p:cNvSpPr>
            <a:spLocks noChangeShapeType="1"/>
          </p:cNvSpPr>
          <p:nvPr/>
        </p:nvSpPr>
        <p:spPr bwMode="auto">
          <a:xfrm flipV="1">
            <a:off x="5167313"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24" name="Oval 40">
            <a:extLst>
              <a:ext uri="{FF2B5EF4-FFF2-40B4-BE49-F238E27FC236}">
                <a16:creationId xmlns:a16="http://schemas.microsoft.com/office/drawing/2014/main" id="{FEEB6C96-061A-E04F-03B9-33F25130683F}"/>
              </a:ext>
            </a:extLst>
          </p:cNvPr>
          <p:cNvSpPr>
            <a:spLocks noChangeArrowheads="1"/>
          </p:cNvSpPr>
          <p:nvPr/>
        </p:nvSpPr>
        <p:spPr bwMode="auto">
          <a:xfrm>
            <a:off x="5006975" y="4137025"/>
            <a:ext cx="357188" cy="357188"/>
          </a:xfrm>
          <a:prstGeom prst="ellipse">
            <a:avLst/>
          </a:prstGeom>
          <a:solidFill>
            <a:schemeClr val="folHlink">
              <a:alpha val="25098"/>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endParaRPr>
          </a:p>
        </p:txBody>
      </p:sp>
    </p:spTree>
    <p:extLst>
      <p:ext uri="{BB962C8B-B14F-4D97-AF65-F5344CB8AC3E}">
        <p14:creationId xmlns:p14="http://schemas.microsoft.com/office/powerpoint/2010/main" val="144065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40915-C686-7694-3957-2459CBEF4236}"/>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F05DA045-3612-8933-BEB8-303BD13B4556}"/>
              </a:ext>
            </a:extLst>
          </p:cNvPr>
          <p:cNvSpPr>
            <a:spLocks noGrp="1" noChangeArrowheads="1"/>
          </p:cNvSpPr>
          <p:nvPr>
            <p:ph type="title"/>
          </p:nvPr>
        </p:nvSpPr>
        <p:spPr/>
        <p:txBody>
          <a:bodyPr/>
          <a:lstStyle/>
          <a:p>
            <a:r>
              <a:rPr kumimoji="0" lang="en-US" altLang="en-US"/>
              <a:t>Binary Search</a:t>
            </a:r>
          </a:p>
        </p:txBody>
      </p:sp>
      <p:sp>
        <p:nvSpPr>
          <p:cNvPr id="17412" name="Rectangle 4">
            <a:extLst>
              <a:ext uri="{FF2B5EF4-FFF2-40B4-BE49-F238E27FC236}">
                <a16:creationId xmlns:a16="http://schemas.microsoft.com/office/drawing/2014/main" id="{3AEF6701-1694-BBDB-FE12-D4AA3BE296DB}"/>
              </a:ext>
            </a:extLst>
          </p:cNvPr>
          <p:cNvSpPr>
            <a:spLocks noChangeArrowheads="1"/>
          </p:cNvSpPr>
          <p:nvPr/>
        </p:nvSpPr>
        <p:spPr bwMode="auto">
          <a:xfrm>
            <a:off x="6324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a:t>
            </a:r>
          </a:p>
        </p:txBody>
      </p:sp>
      <p:sp>
        <p:nvSpPr>
          <p:cNvPr id="17413" name="Rectangle 5">
            <a:extLst>
              <a:ext uri="{FF2B5EF4-FFF2-40B4-BE49-F238E27FC236}">
                <a16:creationId xmlns:a16="http://schemas.microsoft.com/office/drawing/2014/main" id="{7B625A18-BC59-6890-94A3-16B78128E5B4}"/>
              </a:ext>
            </a:extLst>
          </p:cNvPr>
          <p:cNvSpPr>
            <a:spLocks noChangeArrowheads="1"/>
          </p:cNvSpPr>
          <p:nvPr/>
        </p:nvSpPr>
        <p:spPr bwMode="auto">
          <a:xfrm>
            <a:off x="3581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a:t>
            </a:r>
          </a:p>
        </p:txBody>
      </p:sp>
      <p:sp>
        <p:nvSpPr>
          <p:cNvPr id="17414" name="Rectangle 6">
            <a:extLst>
              <a:ext uri="{FF2B5EF4-FFF2-40B4-BE49-F238E27FC236}">
                <a16:creationId xmlns:a16="http://schemas.microsoft.com/office/drawing/2014/main" id="{58CFD2E0-F931-CFB8-4B71-A35EFCE78608}"/>
              </a:ext>
            </a:extLst>
          </p:cNvPr>
          <p:cNvSpPr>
            <a:spLocks noChangeArrowheads="1"/>
          </p:cNvSpPr>
          <p:nvPr/>
        </p:nvSpPr>
        <p:spPr bwMode="auto">
          <a:xfrm>
            <a:off x="3124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a:t>
            </a:r>
          </a:p>
        </p:txBody>
      </p:sp>
      <p:sp>
        <p:nvSpPr>
          <p:cNvPr id="17415" name="Rectangle 7">
            <a:extLst>
              <a:ext uri="{FF2B5EF4-FFF2-40B4-BE49-F238E27FC236}">
                <a16:creationId xmlns:a16="http://schemas.microsoft.com/office/drawing/2014/main" id="{1B9FBB64-6F44-E35C-A2C1-BF23D9595779}"/>
              </a:ext>
            </a:extLst>
          </p:cNvPr>
          <p:cNvSpPr>
            <a:spLocks noChangeArrowheads="1"/>
          </p:cNvSpPr>
          <p:nvPr/>
        </p:nvSpPr>
        <p:spPr bwMode="auto">
          <a:xfrm>
            <a:off x="4038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3</a:t>
            </a:r>
          </a:p>
        </p:txBody>
      </p:sp>
      <p:sp>
        <p:nvSpPr>
          <p:cNvPr id="17416" name="Rectangle 8">
            <a:extLst>
              <a:ext uri="{FF2B5EF4-FFF2-40B4-BE49-F238E27FC236}">
                <a16:creationId xmlns:a16="http://schemas.microsoft.com/office/drawing/2014/main" id="{D8A8A07B-99A4-00CB-FC01-59E15F406EE9}"/>
              </a:ext>
            </a:extLst>
          </p:cNvPr>
          <p:cNvSpPr>
            <a:spLocks noChangeArrowheads="1"/>
          </p:cNvSpPr>
          <p:nvPr/>
        </p:nvSpPr>
        <p:spPr bwMode="auto">
          <a:xfrm>
            <a:off x="4495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a:t>
            </a:r>
          </a:p>
        </p:txBody>
      </p:sp>
      <p:sp>
        <p:nvSpPr>
          <p:cNvPr id="17417" name="Rectangle 9">
            <a:extLst>
              <a:ext uri="{FF2B5EF4-FFF2-40B4-BE49-F238E27FC236}">
                <a16:creationId xmlns:a16="http://schemas.microsoft.com/office/drawing/2014/main" id="{C6ACC1F2-B1F8-CFEE-F9E4-C75142736615}"/>
              </a:ext>
            </a:extLst>
          </p:cNvPr>
          <p:cNvSpPr>
            <a:spLocks noChangeArrowheads="1"/>
          </p:cNvSpPr>
          <p:nvPr/>
        </p:nvSpPr>
        <p:spPr bwMode="auto">
          <a:xfrm>
            <a:off x="5410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7418" name="Rectangle 10">
            <a:extLst>
              <a:ext uri="{FF2B5EF4-FFF2-40B4-BE49-F238E27FC236}">
                <a16:creationId xmlns:a16="http://schemas.microsoft.com/office/drawing/2014/main" id="{FCE4702A-A9DA-37C0-2CA2-26B20C684D0F}"/>
              </a:ext>
            </a:extLst>
          </p:cNvPr>
          <p:cNvSpPr>
            <a:spLocks noChangeArrowheads="1"/>
          </p:cNvSpPr>
          <p:nvPr/>
        </p:nvSpPr>
        <p:spPr bwMode="auto">
          <a:xfrm>
            <a:off x="4953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a:t>
            </a:r>
          </a:p>
        </p:txBody>
      </p:sp>
      <p:sp>
        <p:nvSpPr>
          <p:cNvPr id="17419" name="Rectangle 11">
            <a:extLst>
              <a:ext uri="{FF2B5EF4-FFF2-40B4-BE49-F238E27FC236}">
                <a16:creationId xmlns:a16="http://schemas.microsoft.com/office/drawing/2014/main" id="{26D168BC-A328-0688-0A8A-29279BBE451C}"/>
              </a:ext>
            </a:extLst>
          </p:cNvPr>
          <p:cNvSpPr>
            <a:spLocks noChangeArrowheads="1"/>
          </p:cNvSpPr>
          <p:nvPr/>
        </p:nvSpPr>
        <p:spPr bwMode="auto">
          <a:xfrm>
            <a:off x="5867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a:t>
            </a:r>
          </a:p>
        </p:txBody>
      </p:sp>
      <p:sp>
        <p:nvSpPr>
          <p:cNvPr id="17420" name="Rectangle 12">
            <a:extLst>
              <a:ext uri="{FF2B5EF4-FFF2-40B4-BE49-F238E27FC236}">
                <a16:creationId xmlns:a16="http://schemas.microsoft.com/office/drawing/2014/main" id="{72CED02B-21D0-DBC5-B0A7-448915B3A5A3}"/>
              </a:ext>
            </a:extLst>
          </p:cNvPr>
          <p:cNvSpPr>
            <a:spLocks noChangeArrowheads="1"/>
          </p:cNvSpPr>
          <p:nvPr/>
        </p:nvSpPr>
        <p:spPr bwMode="auto">
          <a:xfrm>
            <a:off x="7239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10</a:t>
            </a:r>
          </a:p>
        </p:txBody>
      </p:sp>
      <p:sp>
        <p:nvSpPr>
          <p:cNvPr id="17421" name="Rectangle 13">
            <a:extLst>
              <a:ext uri="{FF2B5EF4-FFF2-40B4-BE49-F238E27FC236}">
                <a16:creationId xmlns:a16="http://schemas.microsoft.com/office/drawing/2014/main" id="{79B7F4A5-C6D4-A3D7-5EF3-9321CCB7C0DC}"/>
              </a:ext>
            </a:extLst>
          </p:cNvPr>
          <p:cNvSpPr>
            <a:spLocks noChangeArrowheads="1"/>
          </p:cNvSpPr>
          <p:nvPr/>
        </p:nvSpPr>
        <p:spPr bwMode="auto">
          <a:xfrm>
            <a:off x="6781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a:t>
            </a:r>
          </a:p>
        </p:txBody>
      </p:sp>
      <p:sp>
        <p:nvSpPr>
          <p:cNvPr id="17422" name="Rectangle 14">
            <a:extLst>
              <a:ext uri="{FF2B5EF4-FFF2-40B4-BE49-F238E27FC236}">
                <a16:creationId xmlns:a16="http://schemas.microsoft.com/office/drawing/2014/main" id="{7D9155CD-EDD4-9E7A-B33D-A160DD3EF052}"/>
              </a:ext>
            </a:extLst>
          </p:cNvPr>
          <p:cNvSpPr>
            <a:spLocks noChangeArrowheads="1"/>
          </p:cNvSpPr>
          <p:nvPr/>
        </p:nvSpPr>
        <p:spPr bwMode="auto">
          <a:xfrm>
            <a:off x="7696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11</a:t>
            </a:r>
          </a:p>
        </p:txBody>
      </p:sp>
      <p:sp>
        <p:nvSpPr>
          <p:cNvPr id="17423" name="Rectangle 15">
            <a:extLst>
              <a:ext uri="{FF2B5EF4-FFF2-40B4-BE49-F238E27FC236}">
                <a16:creationId xmlns:a16="http://schemas.microsoft.com/office/drawing/2014/main" id="{7B58ADEB-A94A-04E8-086B-2262AE568450}"/>
              </a:ext>
            </a:extLst>
          </p:cNvPr>
          <p:cNvSpPr>
            <a:spLocks noChangeArrowheads="1"/>
          </p:cNvSpPr>
          <p:nvPr/>
        </p:nvSpPr>
        <p:spPr bwMode="auto">
          <a:xfrm>
            <a:off x="8153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12</a:t>
            </a:r>
          </a:p>
        </p:txBody>
      </p:sp>
      <p:sp>
        <p:nvSpPr>
          <p:cNvPr id="17424" name="Rectangle 16">
            <a:extLst>
              <a:ext uri="{FF2B5EF4-FFF2-40B4-BE49-F238E27FC236}">
                <a16:creationId xmlns:a16="http://schemas.microsoft.com/office/drawing/2014/main" id="{11C60C72-E7AB-2D8E-8D58-8255485046BD}"/>
              </a:ext>
            </a:extLst>
          </p:cNvPr>
          <p:cNvSpPr>
            <a:spLocks noChangeArrowheads="1"/>
          </p:cNvSpPr>
          <p:nvPr/>
        </p:nvSpPr>
        <p:spPr bwMode="auto">
          <a:xfrm>
            <a:off x="9067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7425" name="Rectangle 17">
            <a:extLst>
              <a:ext uri="{FF2B5EF4-FFF2-40B4-BE49-F238E27FC236}">
                <a16:creationId xmlns:a16="http://schemas.microsoft.com/office/drawing/2014/main" id="{A990F68F-AC54-0A60-07E8-B9C5C8CB1A5E}"/>
              </a:ext>
            </a:extLst>
          </p:cNvPr>
          <p:cNvSpPr>
            <a:spLocks noChangeArrowheads="1"/>
          </p:cNvSpPr>
          <p:nvPr/>
        </p:nvSpPr>
        <p:spPr bwMode="auto">
          <a:xfrm>
            <a:off x="8610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7426" name="Rectangle 18">
            <a:extLst>
              <a:ext uri="{FF2B5EF4-FFF2-40B4-BE49-F238E27FC236}">
                <a16:creationId xmlns:a16="http://schemas.microsoft.com/office/drawing/2014/main" id="{5C14271D-30C2-D860-2B06-5232B59129E5}"/>
              </a:ext>
            </a:extLst>
          </p:cNvPr>
          <p:cNvSpPr>
            <a:spLocks noChangeArrowheads="1"/>
          </p:cNvSpPr>
          <p:nvPr/>
        </p:nvSpPr>
        <p:spPr bwMode="auto">
          <a:xfrm>
            <a:off x="2667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0</a:t>
            </a:r>
          </a:p>
        </p:txBody>
      </p:sp>
      <p:sp>
        <p:nvSpPr>
          <p:cNvPr id="17427" name="Rectangle 19" descr="Outlined diamond">
            <a:extLst>
              <a:ext uri="{FF2B5EF4-FFF2-40B4-BE49-F238E27FC236}">
                <a16:creationId xmlns:a16="http://schemas.microsoft.com/office/drawing/2014/main" id="{55F76D6D-3AD3-542D-DC4E-CDDC00B730E1}"/>
              </a:ext>
            </a:extLst>
          </p:cNvPr>
          <p:cNvSpPr>
            <a:spLocks noChangeArrowheads="1"/>
          </p:cNvSpPr>
          <p:nvPr/>
        </p:nvSpPr>
        <p:spPr bwMode="auto">
          <a:xfrm>
            <a:off x="6324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64</a:t>
            </a:r>
          </a:p>
        </p:txBody>
      </p:sp>
      <p:sp>
        <p:nvSpPr>
          <p:cNvPr id="17428" name="Rectangle 20" descr="Outlined diamond">
            <a:extLst>
              <a:ext uri="{FF2B5EF4-FFF2-40B4-BE49-F238E27FC236}">
                <a16:creationId xmlns:a16="http://schemas.microsoft.com/office/drawing/2014/main" id="{D4D1D366-DF8E-44AB-2285-B363E89B611F}"/>
              </a:ext>
            </a:extLst>
          </p:cNvPr>
          <p:cNvSpPr>
            <a:spLocks noChangeArrowheads="1"/>
          </p:cNvSpPr>
          <p:nvPr/>
        </p:nvSpPr>
        <p:spPr bwMode="auto">
          <a:xfrm>
            <a:off x="3581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7429" name="Rectangle 21" descr="Outlined diamond">
            <a:extLst>
              <a:ext uri="{FF2B5EF4-FFF2-40B4-BE49-F238E27FC236}">
                <a16:creationId xmlns:a16="http://schemas.microsoft.com/office/drawing/2014/main" id="{D694A9BB-299A-8D2B-0D6F-25A9930678EB}"/>
              </a:ext>
            </a:extLst>
          </p:cNvPr>
          <p:cNvSpPr>
            <a:spLocks noChangeArrowheads="1"/>
          </p:cNvSpPr>
          <p:nvPr/>
        </p:nvSpPr>
        <p:spPr bwMode="auto">
          <a:xfrm>
            <a:off x="3124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7430" name="Rectangle 22" descr="Outlined diamond">
            <a:extLst>
              <a:ext uri="{FF2B5EF4-FFF2-40B4-BE49-F238E27FC236}">
                <a16:creationId xmlns:a16="http://schemas.microsoft.com/office/drawing/2014/main" id="{068B95C5-97C7-20FF-EF97-84816E8757CC}"/>
              </a:ext>
            </a:extLst>
          </p:cNvPr>
          <p:cNvSpPr>
            <a:spLocks noChangeArrowheads="1"/>
          </p:cNvSpPr>
          <p:nvPr/>
        </p:nvSpPr>
        <p:spPr bwMode="auto">
          <a:xfrm>
            <a:off x="4038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25</a:t>
            </a:r>
          </a:p>
        </p:txBody>
      </p:sp>
      <p:sp>
        <p:nvSpPr>
          <p:cNvPr id="17431" name="Rectangle 23">
            <a:extLst>
              <a:ext uri="{FF2B5EF4-FFF2-40B4-BE49-F238E27FC236}">
                <a16:creationId xmlns:a16="http://schemas.microsoft.com/office/drawing/2014/main" id="{C13741F9-8497-5114-09FF-82F2B8001260}"/>
              </a:ext>
            </a:extLst>
          </p:cNvPr>
          <p:cNvSpPr>
            <a:spLocks noChangeArrowheads="1"/>
          </p:cNvSpPr>
          <p:nvPr/>
        </p:nvSpPr>
        <p:spPr bwMode="auto">
          <a:xfrm>
            <a:off x="4495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33</a:t>
            </a:r>
          </a:p>
        </p:txBody>
      </p:sp>
      <p:sp>
        <p:nvSpPr>
          <p:cNvPr id="17432" name="Rectangle 24" descr="Outlined diamond">
            <a:extLst>
              <a:ext uri="{FF2B5EF4-FFF2-40B4-BE49-F238E27FC236}">
                <a16:creationId xmlns:a16="http://schemas.microsoft.com/office/drawing/2014/main" id="{1582FCC2-9774-C718-C75E-3F8DD7B4F5B0}"/>
              </a:ext>
            </a:extLst>
          </p:cNvPr>
          <p:cNvSpPr>
            <a:spLocks noChangeArrowheads="1"/>
          </p:cNvSpPr>
          <p:nvPr/>
        </p:nvSpPr>
        <p:spPr bwMode="auto">
          <a:xfrm>
            <a:off x="5410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51</a:t>
            </a:r>
          </a:p>
        </p:txBody>
      </p:sp>
      <p:sp>
        <p:nvSpPr>
          <p:cNvPr id="17433" name="Rectangle 25" descr="Outlined diamond">
            <a:extLst>
              <a:ext uri="{FF2B5EF4-FFF2-40B4-BE49-F238E27FC236}">
                <a16:creationId xmlns:a16="http://schemas.microsoft.com/office/drawing/2014/main" id="{ADF6BCE6-9CFF-5814-61F4-789EDBB9783B}"/>
              </a:ext>
            </a:extLst>
          </p:cNvPr>
          <p:cNvSpPr>
            <a:spLocks noChangeArrowheads="1"/>
          </p:cNvSpPr>
          <p:nvPr/>
        </p:nvSpPr>
        <p:spPr bwMode="auto">
          <a:xfrm>
            <a:off x="4953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43</a:t>
            </a:r>
          </a:p>
        </p:txBody>
      </p:sp>
      <p:sp>
        <p:nvSpPr>
          <p:cNvPr id="17434" name="Rectangle 26" descr="Outlined diamond">
            <a:extLst>
              <a:ext uri="{FF2B5EF4-FFF2-40B4-BE49-F238E27FC236}">
                <a16:creationId xmlns:a16="http://schemas.microsoft.com/office/drawing/2014/main" id="{778EB233-D291-37B8-5ECA-72D5435D136B}"/>
              </a:ext>
            </a:extLst>
          </p:cNvPr>
          <p:cNvSpPr>
            <a:spLocks noChangeArrowheads="1"/>
          </p:cNvSpPr>
          <p:nvPr/>
        </p:nvSpPr>
        <p:spPr bwMode="auto">
          <a:xfrm>
            <a:off x="5867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53</a:t>
            </a:r>
          </a:p>
        </p:txBody>
      </p:sp>
      <p:sp>
        <p:nvSpPr>
          <p:cNvPr id="17435" name="Rectangle 27" descr="Outlined diamond">
            <a:extLst>
              <a:ext uri="{FF2B5EF4-FFF2-40B4-BE49-F238E27FC236}">
                <a16:creationId xmlns:a16="http://schemas.microsoft.com/office/drawing/2014/main" id="{9BA2A5D1-A175-23D5-3379-1590C4A3EEB1}"/>
              </a:ext>
            </a:extLst>
          </p:cNvPr>
          <p:cNvSpPr>
            <a:spLocks noChangeArrowheads="1"/>
          </p:cNvSpPr>
          <p:nvPr/>
        </p:nvSpPr>
        <p:spPr bwMode="auto">
          <a:xfrm>
            <a:off x="7239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84</a:t>
            </a:r>
          </a:p>
        </p:txBody>
      </p:sp>
      <p:sp>
        <p:nvSpPr>
          <p:cNvPr id="17436" name="Rectangle 28" descr="Outlined diamond">
            <a:extLst>
              <a:ext uri="{FF2B5EF4-FFF2-40B4-BE49-F238E27FC236}">
                <a16:creationId xmlns:a16="http://schemas.microsoft.com/office/drawing/2014/main" id="{9C481022-42EC-B2B8-E2EF-A47417D6515B}"/>
              </a:ext>
            </a:extLst>
          </p:cNvPr>
          <p:cNvSpPr>
            <a:spLocks noChangeArrowheads="1"/>
          </p:cNvSpPr>
          <p:nvPr/>
        </p:nvSpPr>
        <p:spPr bwMode="auto">
          <a:xfrm>
            <a:off x="6781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72</a:t>
            </a:r>
          </a:p>
        </p:txBody>
      </p:sp>
      <p:sp>
        <p:nvSpPr>
          <p:cNvPr id="17437" name="Rectangle 29" descr="Outlined diamond">
            <a:extLst>
              <a:ext uri="{FF2B5EF4-FFF2-40B4-BE49-F238E27FC236}">
                <a16:creationId xmlns:a16="http://schemas.microsoft.com/office/drawing/2014/main" id="{D18D197A-B036-C0C8-F494-7DE5CF31EDBF}"/>
              </a:ext>
            </a:extLst>
          </p:cNvPr>
          <p:cNvSpPr>
            <a:spLocks noChangeArrowheads="1"/>
          </p:cNvSpPr>
          <p:nvPr/>
        </p:nvSpPr>
        <p:spPr bwMode="auto">
          <a:xfrm>
            <a:off x="7696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93</a:t>
            </a:r>
          </a:p>
        </p:txBody>
      </p:sp>
      <p:sp>
        <p:nvSpPr>
          <p:cNvPr id="17438" name="Rectangle 30" descr="Outlined diamond">
            <a:extLst>
              <a:ext uri="{FF2B5EF4-FFF2-40B4-BE49-F238E27FC236}">
                <a16:creationId xmlns:a16="http://schemas.microsoft.com/office/drawing/2014/main" id="{A9FEC199-F9D5-09CF-7A09-4B6DE58C74D3}"/>
              </a:ext>
            </a:extLst>
          </p:cNvPr>
          <p:cNvSpPr>
            <a:spLocks noChangeArrowheads="1"/>
          </p:cNvSpPr>
          <p:nvPr/>
        </p:nvSpPr>
        <p:spPr bwMode="auto">
          <a:xfrm>
            <a:off x="8153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95</a:t>
            </a:r>
          </a:p>
        </p:txBody>
      </p:sp>
      <p:sp>
        <p:nvSpPr>
          <p:cNvPr id="17439" name="Rectangle 31" descr="Outlined diamond">
            <a:extLst>
              <a:ext uri="{FF2B5EF4-FFF2-40B4-BE49-F238E27FC236}">
                <a16:creationId xmlns:a16="http://schemas.microsoft.com/office/drawing/2014/main" id="{6350AC72-EC93-7637-6A69-FF7D78974C14}"/>
              </a:ext>
            </a:extLst>
          </p:cNvPr>
          <p:cNvSpPr>
            <a:spLocks noChangeArrowheads="1"/>
          </p:cNvSpPr>
          <p:nvPr/>
        </p:nvSpPr>
        <p:spPr bwMode="auto">
          <a:xfrm>
            <a:off x="9067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97</a:t>
            </a:r>
          </a:p>
        </p:txBody>
      </p:sp>
      <p:sp>
        <p:nvSpPr>
          <p:cNvPr id="17440" name="Rectangle 32" descr="Outlined diamond">
            <a:extLst>
              <a:ext uri="{FF2B5EF4-FFF2-40B4-BE49-F238E27FC236}">
                <a16:creationId xmlns:a16="http://schemas.microsoft.com/office/drawing/2014/main" id="{6FABC4E4-1EDC-839F-01DB-71439B894550}"/>
              </a:ext>
            </a:extLst>
          </p:cNvPr>
          <p:cNvSpPr>
            <a:spLocks noChangeArrowheads="1"/>
          </p:cNvSpPr>
          <p:nvPr/>
        </p:nvSpPr>
        <p:spPr bwMode="auto">
          <a:xfrm>
            <a:off x="8610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96</a:t>
            </a:r>
          </a:p>
        </p:txBody>
      </p:sp>
      <p:sp>
        <p:nvSpPr>
          <p:cNvPr id="17441" name="Rectangle 33" descr="Outlined diamond">
            <a:extLst>
              <a:ext uri="{FF2B5EF4-FFF2-40B4-BE49-F238E27FC236}">
                <a16:creationId xmlns:a16="http://schemas.microsoft.com/office/drawing/2014/main" id="{251B7CFC-0708-1FDB-073A-5DFCA931118B}"/>
              </a:ext>
            </a:extLst>
          </p:cNvPr>
          <p:cNvSpPr>
            <a:spLocks noChangeArrowheads="1"/>
          </p:cNvSpPr>
          <p:nvPr/>
        </p:nvSpPr>
        <p:spPr bwMode="auto">
          <a:xfrm>
            <a:off x="2667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7442" name="Rectangle 34">
            <a:extLst>
              <a:ext uri="{FF2B5EF4-FFF2-40B4-BE49-F238E27FC236}">
                <a16:creationId xmlns:a16="http://schemas.microsoft.com/office/drawing/2014/main" id="{EBF87737-C25F-FCA5-843B-628691F0EA64}"/>
              </a:ext>
            </a:extLst>
          </p:cNvPr>
          <p:cNvSpPr>
            <a:spLocks noChangeArrowheads="1"/>
          </p:cNvSpPr>
          <p:nvPr/>
        </p:nvSpPr>
        <p:spPr bwMode="auto">
          <a:xfrm>
            <a:off x="4531963" y="5103813"/>
            <a:ext cx="400751"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lo</a:t>
            </a:r>
            <a:b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b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hi</a:t>
            </a:r>
          </a:p>
        </p:txBody>
      </p:sp>
      <p:sp>
        <p:nvSpPr>
          <p:cNvPr id="17443" name="Line 35">
            <a:extLst>
              <a:ext uri="{FF2B5EF4-FFF2-40B4-BE49-F238E27FC236}">
                <a16:creationId xmlns:a16="http://schemas.microsoft.com/office/drawing/2014/main" id="{D25B8194-948D-D630-3E9A-DCA430B54B66}"/>
              </a:ext>
            </a:extLst>
          </p:cNvPr>
          <p:cNvSpPr>
            <a:spLocks noChangeShapeType="1"/>
          </p:cNvSpPr>
          <p:nvPr/>
        </p:nvSpPr>
        <p:spPr bwMode="auto">
          <a:xfrm flipV="1">
            <a:off x="4714875"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7696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E6DD0-2A38-FBCF-EBDD-22FDE4141E4A}"/>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79933197-E7E5-D068-5269-308EC2E5ECD8}"/>
              </a:ext>
            </a:extLst>
          </p:cNvPr>
          <p:cNvSpPr>
            <a:spLocks noGrp="1" noChangeArrowheads="1"/>
          </p:cNvSpPr>
          <p:nvPr>
            <p:ph type="title"/>
          </p:nvPr>
        </p:nvSpPr>
        <p:spPr/>
        <p:txBody>
          <a:bodyPr/>
          <a:lstStyle/>
          <a:p>
            <a:r>
              <a:rPr kumimoji="0" lang="en-US" altLang="en-US"/>
              <a:t>Binary Search</a:t>
            </a:r>
          </a:p>
        </p:txBody>
      </p:sp>
      <p:sp>
        <p:nvSpPr>
          <p:cNvPr id="18436" name="Rectangle 4">
            <a:extLst>
              <a:ext uri="{FF2B5EF4-FFF2-40B4-BE49-F238E27FC236}">
                <a16:creationId xmlns:a16="http://schemas.microsoft.com/office/drawing/2014/main" id="{A5911001-F717-8E17-1484-E2D7247DAEE9}"/>
              </a:ext>
            </a:extLst>
          </p:cNvPr>
          <p:cNvSpPr>
            <a:spLocks noChangeArrowheads="1"/>
          </p:cNvSpPr>
          <p:nvPr/>
        </p:nvSpPr>
        <p:spPr bwMode="auto">
          <a:xfrm>
            <a:off x="6324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a:t>
            </a:r>
          </a:p>
        </p:txBody>
      </p:sp>
      <p:sp>
        <p:nvSpPr>
          <p:cNvPr id="18437" name="Rectangle 5">
            <a:extLst>
              <a:ext uri="{FF2B5EF4-FFF2-40B4-BE49-F238E27FC236}">
                <a16:creationId xmlns:a16="http://schemas.microsoft.com/office/drawing/2014/main" id="{18880550-5FF3-D791-FEAD-70AE2BBDA375}"/>
              </a:ext>
            </a:extLst>
          </p:cNvPr>
          <p:cNvSpPr>
            <a:spLocks noChangeArrowheads="1"/>
          </p:cNvSpPr>
          <p:nvPr/>
        </p:nvSpPr>
        <p:spPr bwMode="auto">
          <a:xfrm>
            <a:off x="3581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a:t>
            </a:r>
          </a:p>
        </p:txBody>
      </p:sp>
      <p:sp>
        <p:nvSpPr>
          <p:cNvPr id="18438" name="Rectangle 6">
            <a:extLst>
              <a:ext uri="{FF2B5EF4-FFF2-40B4-BE49-F238E27FC236}">
                <a16:creationId xmlns:a16="http://schemas.microsoft.com/office/drawing/2014/main" id="{74327703-004D-B34A-C973-98AD03A39B48}"/>
              </a:ext>
            </a:extLst>
          </p:cNvPr>
          <p:cNvSpPr>
            <a:spLocks noChangeArrowheads="1"/>
          </p:cNvSpPr>
          <p:nvPr/>
        </p:nvSpPr>
        <p:spPr bwMode="auto">
          <a:xfrm>
            <a:off x="3124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a:t>
            </a:r>
          </a:p>
        </p:txBody>
      </p:sp>
      <p:sp>
        <p:nvSpPr>
          <p:cNvPr id="18439" name="Rectangle 7">
            <a:extLst>
              <a:ext uri="{FF2B5EF4-FFF2-40B4-BE49-F238E27FC236}">
                <a16:creationId xmlns:a16="http://schemas.microsoft.com/office/drawing/2014/main" id="{47AC2159-7943-469A-59CE-039CC2662786}"/>
              </a:ext>
            </a:extLst>
          </p:cNvPr>
          <p:cNvSpPr>
            <a:spLocks noChangeArrowheads="1"/>
          </p:cNvSpPr>
          <p:nvPr/>
        </p:nvSpPr>
        <p:spPr bwMode="auto">
          <a:xfrm>
            <a:off x="4038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3</a:t>
            </a:r>
          </a:p>
        </p:txBody>
      </p:sp>
      <p:sp>
        <p:nvSpPr>
          <p:cNvPr id="18440" name="Rectangle 8">
            <a:extLst>
              <a:ext uri="{FF2B5EF4-FFF2-40B4-BE49-F238E27FC236}">
                <a16:creationId xmlns:a16="http://schemas.microsoft.com/office/drawing/2014/main" id="{FE06E996-FC93-7BF3-2BD0-BF4009F00C8D}"/>
              </a:ext>
            </a:extLst>
          </p:cNvPr>
          <p:cNvSpPr>
            <a:spLocks noChangeArrowheads="1"/>
          </p:cNvSpPr>
          <p:nvPr/>
        </p:nvSpPr>
        <p:spPr bwMode="auto">
          <a:xfrm>
            <a:off x="4495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a:t>
            </a:r>
          </a:p>
        </p:txBody>
      </p:sp>
      <p:sp>
        <p:nvSpPr>
          <p:cNvPr id="18441" name="Rectangle 9">
            <a:extLst>
              <a:ext uri="{FF2B5EF4-FFF2-40B4-BE49-F238E27FC236}">
                <a16:creationId xmlns:a16="http://schemas.microsoft.com/office/drawing/2014/main" id="{E2E3ABC2-1EC2-8139-D4C2-1C39A21ACC15}"/>
              </a:ext>
            </a:extLst>
          </p:cNvPr>
          <p:cNvSpPr>
            <a:spLocks noChangeArrowheads="1"/>
          </p:cNvSpPr>
          <p:nvPr/>
        </p:nvSpPr>
        <p:spPr bwMode="auto">
          <a:xfrm>
            <a:off x="5410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8442" name="Rectangle 10">
            <a:extLst>
              <a:ext uri="{FF2B5EF4-FFF2-40B4-BE49-F238E27FC236}">
                <a16:creationId xmlns:a16="http://schemas.microsoft.com/office/drawing/2014/main" id="{62AA009D-639C-1259-6758-1032A877D3ED}"/>
              </a:ext>
            </a:extLst>
          </p:cNvPr>
          <p:cNvSpPr>
            <a:spLocks noChangeArrowheads="1"/>
          </p:cNvSpPr>
          <p:nvPr/>
        </p:nvSpPr>
        <p:spPr bwMode="auto">
          <a:xfrm>
            <a:off x="4953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a:t>
            </a:r>
          </a:p>
        </p:txBody>
      </p:sp>
      <p:sp>
        <p:nvSpPr>
          <p:cNvPr id="18443" name="Rectangle 11">
            <a:extLst>
              <a:ext uri="{FF2B5EF4-FFF2-40B4-BE49-F238E27FC236}">
                <a16:creationId xmlns:a16="http://schemas.microsoft.com/office/drawing/2014/main" id="{DBB30DF3-47B0-5986-9090-C045154B5EFB}"/>
              </a:ext>
            </a:extLst>
          </p:cNvPr>
          <p:cNvSpPr>
            <a:spLocks noChangeArrowheads="1"/>
          </p:cNvSpPr>
          <p:nvPr/>
        </p:nvSpPr>
        <p:spPr bwMode="auto">
          <a:xfrm>
            <a:off x="5867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a:t>
            </a:r>
          </a:p>
        </p:txBody>
      </p:sp>
      <p:sp>
        <p:nvSpPr>
          <p:cNvPr id="18444" name="Rectangle 12">
            <a:extLst>
              <a:ext uri="{FF2B5EF4-FFF2-40B4-BE49-F238E27FC236}">
                <a16:creationId xmlns:a16="http://schemas.microsoft.com/office/drawing/2014/main" id="{97526D34-5C44-BE2D-ADB0-99582BB9D1E9}"/>
              </a:ext>
            </a:extLst>
          </p:cNvPr>
          <p:cNvSpPr>
            <a:spLocks noChangeArrowheads="1"/>
          </p:cNvSpPr>
          <p:nvPr/>
        </p:nvSpPr>
        <p:spPr bwMode="auto">
          <a:xfrm>
            <a:off x="7239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10</a:t>
            </a:r>
          </a:p>
        </p:txBody>
      </p:sp>
      <p:sp>
        <p:nvSpPr>
          <p:cNvPr id="18445" name="Rectangle 13">
            <a:extLst>
              <a:ext uri="{FF2B5EF4-FFF2-40B4-BE49-F238E27FC236}">
                <a16:creationId xmlns:a16="http://schemas.microsoft.com/office/drawing/2014/main" id="{F4B4A395-8986-0E06-E48F-B51D0B3634C8}"/>
              </a:ext>
            </a:extLst>
          </p:cNvPr>
          <p:cNvSpPr>
            <a:spLocks noChangeArrowheads="1"/>
          </p:cNvSpPr>
          <p:nvPr/>
        </p:nvSpPr>
        <p:spPr bwMode="auto">
          <a:xfrm>
            <a:off x="6781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a:t>
            </a:r>
          </a:p>
        </p:txBody>
      </p:sp>
      <p:sp>
        <p:nvSpPr>
          <p:cNvPr id="18446" name="Rectangle 14">
            <a:extLst>
              <a:ext uri="{FF2B5EF4-FFF2-40B4-BE49-F238E27FC236}">
                <a16:creationId xmlns:a16="http://schemas.microsoft.com/office/drawing/2014/main" id="{F675DB25-8284-1251-1015-48D189595A8A}"/>
              </a:ext>
            </a:extLst>
          </p:cNvPr>
          <p:cNvSpPr>
            <a:spLocks noChangeArrowheads="1"/>
          </p:cNvSpPr>
          <p:nvPr/>
        </p:nvSpPr>
        <p:spPr bwMode="auto">
          <a:xfrm>
            <a:off x="7696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11</a:t>
            </a:r>
          </a:p>
        </p:txBody>
      </p:sp>
      <p:sp>
        <p:nvSpPr>
          <p:cNvPr id="18447" name="Rectangle 15">
            <a:extLst>
              <a:ext uri="{FF2B5EF4-FFF2-40B4-BE49-F238E27FC236}">
                <a16:creationId xmlns:a16="http://schemas.microsoft.com/office/drawing/2014/main" id="{1B33A9BA-BAF9-8092-6CB3-DB2687515D37}"/>
              </a:ext>
            </a:extLst>
          </p:cNvPr>
          <p:cNvSpPr>
            <a:spLocks noChangeArrowheads="1"/>
          </p:cNvSpPr>
          <p:nvPr/>
        </p:nvSpPr>
        <p:spPr bwMode="auto">
          <a:xfrm>
            <a:off x="8153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12</a:t>
            </a:r>
          </a:p>
        </p:txBody>
      </p:sp>
      <p:sp>
        <p:nvSpPr>
          <p:cNvPr id="18448" name="Rectangle 16">
            <a:extLst>
              <a:ext uri="{FF2B5EF4-FFF2-40B4-BE49-F238E27FC236}">
                <a16:creationId xmlns:a16="http://schemas.microsoft.com/office/drawing/2014/main" id="{2FB7C911-6D6E-2F2D-FB3B-DA6F326159D3}"/>
              </a:ext>
            </a:extLst>
          </p:cNvPr>
          <p:cNvSpPr>
            <a:spLocks noChangeArrowheads="1"/>
          </p:cNvSpPr>
          <p:nvPr/>
        </p:nvSpPr>
        <p:spPr bwMode="auto">
          <a:xfrm>
            <a:off x="9067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8449" name="Rectangle 17">
            <a:extLst>
              <a:ext uri="{FF2B5EF4-FFF2-40B4-BE49-F238E27FC236}">
                <a16:creationId xmlns:a16="http://schemas.microsoft.com/office/drawing/2014/main" id="{08FF1489-1158-917C-E036-0107ABCEDF56}"/>
              </a:ext>
            </a:extLst>
          </p:cNvPr>
          <p:cNvSpPr>
            <a:spLocks noChangeArrowheads="1"/>
          </p:cNvSpPr>
          <p:nvPr/>
        </p:nvSpPr>
        <p:spPr bwMode="auto">
          <a:xfrm>
            <a:off x="8610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8450" name="Rectangle 18">
            <a:extLst>
              <a:ext uri="{FF2B5EF4-FFF2-40B4-BE49-F238E27FC236}">
                <a16:creationId xmlns:a16="http://schemas.microsoft.com/office/drawing/2014/main" id="{0F7EE7E0-50F1-4872-D7E3-7F37FCAF8386}"/>
              </a:ext>
            </a:extLst>
          </p:cNvPr>
          <p:cNvSpPr>
            <a:spLocks noChangeArrowheads="1"/>
          </p:cNvSpPr>
          <p:nvPr/>
        </p:nvSpPr>
        <p:spPr bwMode="auto">
          <a:xfrm>
            <a:off x="2667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0</a:t>
            </a:r>
          </a:p>
        </p:txBody>
      </p:sp>
      <p:sp>
        <p:nvSpPr>
          <p:cNvPr id="18451" name="Rectangle 19" descr="Outlined diamond">
            <a:extLst>
              <a:ext uri="{FF2B5EF4-FFF2-40B4-BE49-F238E27FC236}">
                <a16:creationId xmlns:a16="http://schemas.microsoft.com/office/drawing/2014/main" id="{C8D7828F-5620-27CD-8948-15C6C6EC5FAE}"/>
              </a:ext>
            </a:extLst>
          </p:cNvPr>
          <p:cNvSpPr>
            <a:spLocks noChangeArrowheads="1"/>
          </p:cNvSpPr>
          <p:nvPr/>
        </p:nvSpPr>
        <p:spPr bwMode="auto">
          <a:xfrm>
            <a:off x="6324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64</a:t>
            </a:r>
          </a:p>
        </p:txBody>
      </p:sp>
      <p:sp>
        <p:nvSpPr>
          <p:cNvPr id="18452" name="Rectangle 20" descr="Outlined diamond">
            <a:extLst>
              <a:ext uri="{FF2B5EF4-FFF2-40B4-BE49-F238E27FC236}">
                <a16:creationId xmlns:a16="http://schemas.microsoft.com/office/drawing/2014/main" id="{83B5D592-6FB1-6720-46D8-1446E3D0BFA5}"/>
              </a:ext>
            </a:extLst>
          </p:cNvPr>
          <p:cNvSpPr>
            <a:spLocks noChangeArrowheads="1"/>
          </p:cNvSpPr>
          <p:nvPr/>
        </p:nvSpPr>
        <p:spPr bwMode="auto">
          <a:xfrm>
            <a:off x="3581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8453" name="Rectangle 21" descr="Outlined diamond">
            <a:extLst>
              <a:ext uri="{FF2B5EF4-FFF2-40B4-BE49-F238E27FC236}">
                <a16:creationId xmlns:a16="http://schemas.microsoft.com/office/drawing/2014/main" id="{E3D78BD2-3759-A46D-3C6D-FFD83B2304EC}"/>
              </a:ext>
            </a:extLst>
          </p:cNvPr>
          <p:cNvSpPr>
            <a:spLocks noChangeArrowheads="1"/>
          </p:cNvSpPr>
          <p:nvPr/>
        </p:nvSpPr>
        <p:spPr bwMode="auto">
          <a:xfrm>
            <a:off x="3124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8454" name="Rectangle 22" descr="Outlined diamond">
            <a:extLst>
              <a:ext uri="{FF2B5EF4-FFF2-40B4-BE49-F238E27FC236}">
                <a16:creationId xmlns:a16="http://schemas.microsoft.com/office/drawing/2014/main" id="{CDC468D2-3811-8047-B257-F3AA57552E6F}"/>
              </a:ext>
            </a:extLst>
          </p:cNvPr>
          <p:cNvSpPr>
            <a:spLocks noChangeArrowheads="1"/>
          </p:cNvSpPr>
          <p:nvPr/>
        </p:nvSpPr>
        <p:spPr bwMode="auto">
          <a:xfrm>
            <a:off x="4038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25</a:t>
            </a:r>
          </a:p>
        </p:txBody>
      </p:sp>
      <p:sp>
        <p:nvSpPr>
          <p:cNvPr id="18455" name="Rectangle 23">
            <a:extLst>
              <a:ext uri="{FF2B5EF4-FFF2-40B4-BE49-F238E27FC236}">
                <a16:creationId xmlns:a16="http://schemas.microsoft.com/office/drawing/2014/main" id="{28D82025-FF36-615F-82F8-67C8BC2F7524}"/>
              </a:ext>
            </a:extLst>
          </p:cNvPr>
          <p:cNvSpPr>
            <a:spLocks noChangeArrowheads="1"/>
          </p:cNvSpPr>
          <p:nvPr/>
        </p:nvSpPr>
        <p:spPr bwMode="auto">
          <a:xfrm>
            <a:off x="4495800" y="4108450"/>
            <a:ext cx="457200" cy="420688"/>
          </a:xfrm>
          <a:prstGeom prst="rect">
            <a:avLst/>
          </a:prstGeom>
          <a:solidFill>
            <a:schemeClr val="tx2"/>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33</a:t>
            </a:r>
          </a:p>
        </p:txBody>
      </p:sp>
      <p:sp>
        <p:nvSpPr>
          <p:cNvPr id="18456" name="Rectangle 24" descr="Outlined diamond">
            <a:extLst>
              <a:ext uri="{FF2B5EF4-FFF2-40B4-BE49-F238E27FC236}">
                <a16:creationId xmlns:a16="http://schemas.microsoft.com/office/drawing/2014/main" id="{C82E0AE6-C543-33B8-20E0-037CEE992AB4}"/>
              </a:ext>
            </a:extLst>
          </p:cNvPr>
          <p:cNvSpPr>
            <a:spLocks noChangeArrowheads="1"/>
          </p:cNvSpPr>
          <p:nvPr/>
        </p:nvSpPr>
        <p:spPr bwMode="auto">
          <a:xfrm>
            <a:off x="5410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51</a:t>
            </a:r>
          </a:p>
        </p:txBody>
      </p:sp>
      <p:sp>
        <p:nvSpPr>
          <p:cNvPr id="18457" name="Rectangle 25" descr="Outlined diamond">
            <a:extLst>
              <a:ext uri="{FF2B5EF4-FFF2-40B4-BE49-F238E27FC236}">
                <a16:creationId xmlns:a16="http://schemas.microsoft.com/office/drawing/2014/main" id="{0A943F5E-6B5E-0EA6-8C1D-AA59FE7B4B33}"/>
              </a:ext>
            </a:extLst>
          </p:cNvPr>
          <p:cNvSpPr>
            <a:spLocks noChangeArrowheads="1"/>
          </p:cNvSpPr>
          <p:nvPr/>
        </p:nvSpPr>
        <p:spPr bwMode="auto">
          <a:xfrm>
            <a:off x="4953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43</a:t>
            </a:r>
          </a:p>
        </p:txBody>
      </p:sp>
      <p:sp>
        <p:nvSpPr>
          <p:cNvPr id="18458" name="Rectangle 26" descr="Outlined diamond">
            <a:extLst>
              <a:ext uri="{FF2B5EF4-FFF2-40B4-BE49-F238E27FC236}">
                <a16:creationId xmlns:a16="http://schemas.microsoft.com/office/drawing/2014/main" id="{1D7926FE-2F0D-5971-2CB5-D8328F309D40}"/>
              </a:ext>
            </a:extLst>
          </p:cNvPr>
          <p:cNvSpPr>
            <a:spLocks noChangeArrowheads="1"/>
          </p:cNvSpPr>
          <p:nvPr/>
        </p:nvSpPr>
        <p:spPr bwMode="auto">
          <a:xfrm>
            <a:off x="5867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53</a:t>
            </a:r>
          </a:p>
        </p:txBody>
      </p:sp>
      <p:sp>
        <p:nvSpPr>
          <p:cNvPr id="18459" name="Rectangle 27" descr="Outlined diamond">
            <a:extLst>
              <a:ext uri="{FF2B5EF4-FFF2-40B4-BE49-F238E27FC236}">
                <a16:creationId xmlns:a16="http://schemas.microsoft.com/office/drawing/2014/main" id="{269D3DB5-4464-619C-ADEF-4366F18B7935}"/>
              </a:ext>
            </a:extLst>
          </p:cNvPr>
          <p:cNvSpPr>
            <a:spLocks noChangeArrowheads="1"/>
          </p:cNvSpPr>
          <p:nvPr/>
        </p:nvSpPr>
        <p:spPr bwMode="auto">
          <a:xfrm>
            <a:off x="7239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84</a:t>
            </a:r>
          </a:p>
        </p:txBody>
      </p:sp>
      <p:sp>
        <p:nvSpPr>
          <p:cNvPr id="18460" name="Rectangle 28" descr="Outlined diamond">
            <a:extLst>
              <a:ext uri="{FF2B5EF4-FFF2-40B4-BE49-F238E27FC236}">
                <a16:creationId xmlns:a16="http://schemas.microsoft.com/office/drawing/2014/main" id="{0846BD17-8F43-AD60-33F4-25171AF89C84}"/>
              </a:ext>
            </a:extLst>
          </p:cNvPr>
          <p:cNvSpPr>
            <a:spLocks noChangeArrowheads="1"/>
          </p:cNvSpPr>
          <p:nvPr/>
        </p:nvSpPr>
        <p:spPr bwMode="auto">
          <a:xfrm>
            <a:off x="6781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72</a:t>
            </a:r>
          </a:p>
        </p:txBody>
      </p:sp>
      <p:sp>
        <p:nvSpPr>
          <p:cNvPr id="18461" name="Rectangle 29" descr="Outlined diamond">
            <a:extLst>
              <a:ext uri="{FF2B5EF4-FFF2-40B4-BE49-F238E27FC236}">
                <a16:creationId xmlns:a16="http://schemas.microsoft.com/office/drawing/2014/main" id="{89A8C436-226D-DA3B-60D0-DB8B61902497}"/>
              </a:ext>
            </a:extLst>
          </p:cNvPr>
          <p:cNvSpPr>
            <a:spLocks noChangeArrowheads="1"/>
          </p:cNvSpPr>
          <p:nvPr/>
        </p:nvSpPr>
        <p:spPr bwMode="auto">
          <a:xfrm>
            <a:off x="7696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93</a:t>
            </a:r>
          </a:p>
        </p:txBody>
      </p:sp>
      <p:sp>
        <p:nvSpPr>
          <p:cNvPr id="18462" name="Rectangle 30" descr="Outlined diamond">
            <a:extLst>
              <a:ext uri="{FF2B5EF4-FFF2-40B4-BE49-F238E27FC236}">
                <a16:creationId xmlns:a16="http://schemas.microsoft.com/office/drawing/2014/main" id="{ED4417B3-D30E-2626-4889-0B11B32ECA14}"/>
              </a:ext>
            </a:extLst>
          </p:cNvPr>
          <p:cNvSpPr>
            <a:spLocks noChangeArrowheads="1"/>
          </p:cNvSpPr>
          <p:nvPr/>
        </p:nvSpPr>
        <p:spPr bwMode="auto">
          <a:xfrm>
            <a:off x="8153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95</a:t>
            </a:r>
          </a:p>
        </p:txBody>
      </p:sp>
      <p:sp>
        <p:nvSpPr>
          <p:cNvPr id="18463" name="Rectangle 31" descr="Outlined diamond">
            <a:extLst>
              <a:ext uri="{FF2B5EF4-FFF2-40B4-BE49-F238E27FC236}">
                <a16:creationId xmlns:a16="http://schemas.microsoft.com/office/drawing/2014/main" id="{6F1FDCEA-401C-6A35-2B73-0DAAFE69057C}"/>
              </a:ext>
            </a:extLst>
          </p:cNvPr>
          <p:cNvSpPr>
            <a:spLocks noChangeArrowheads="1"/>
          </p:cNvSpPr>
          <p:nvPr/>
        </p:nvSpPr>
        <p:spPr bwMode="auto">
          <a:xfrm>
            <a:off x="9067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97</a:t>
            </a:r>
          </a:p>
        </p:txBody>
      </p:sp>
      <p:sp>
        <p:nvSpPr>
          <p:cNvPr id="18464" name="Rectangle 32" descr="Outlined diamond">
            <a:extLst>
              <a:ext uri="{FF2B5EF4-FFF2-40B4-BE49-F238E27FC236}">
                <a16:creationId xmlns:a16="http://schemas.microsoft.com/office/drawing/2014/main" id="{8688EFCD-0D9F-8AF7-CD88-445D030C07F7}"/>
              </a:ext>
            </a:extLst>
          </p:cNvPr>
          <p:cNvSpPr>
            <a:spLocks noChangeArrowheads="1"/>
          </p:cNvSpPr>
          <p:nvPr/>
        </p:nvSpPr>
        <p:spPr bwMode="auto">
          <a:xfrm>
            <a:off x="8610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96</a:t>
            </a:r>
          </a:p>
        </p:txBody>
      </p:sp>
      <p:sp>
        <p:nvSpPr>
          <p:cNvPr id="18465" name="Rectangle 33" descr="Outlined diamond">
            <a:extLst>
              <a:ext uri="{FF2B5EF4-FFF2-40B4-BE49-F238E27FC236}">
                <a16:creationId xmlns:a16="http://schemas.microsoft.com/office/drawing/2014/main" id="{5B980B74-8462-0593-293F-D7460379398D}"/>
              </a:ext>
            </a:extLst>
          </p:cNvPr>
          <p:cNvSpPr>
            <a:spLocks noChangeArrowheads="1"/>
          </p:cNvSpPr>
          <p:nvPr/>
        </p:nvSpPr>
        <p:spPr bwMode="auto">
          <a:xfrm>
            <a:off x="2667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8466" name="Rectangle 34">
            <a:extLst>
              <a:ext uri="{FF2B5EF4-FFF2-40B4-BE49-F238E27FC236}">
                <a16:creationId xmlns:a16="http://schemas.microsoft.com/office/drawing/2014/main" id="{A10F9FCD-7E0E-880B-9CB0-A1937E883F36}"/>
              </a:ext>
            </a:extLst>
          </p:cNvPr>
          <p:cNvSpPr>
            <a:spLocks noChangeArrowheads="1"/>
          </p:cNvSpPr>
          <p:nvPr/>
        </p:nvSpPr>
        <p:spPr bwMode="auto">
          <a:xfrm>
            <a:off x="4478262" y="5103813"/>
            <a:ext cx="508152" cy="73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lo</a:t>
            </a:r>
            <a:b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b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hi</a:t>
            </a:r>
            <a:b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b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mid</a:t>
            </a:r>
          </a:p>
        </p:txBody>
      </p:sp>
      <p:sp>
        <p:nvSpPr>
          <p:cNvPr id="18467" name="Line 35">
            <a:extLst>
              <a:ext uri="{FF2B5EF4-FFF2-40B4-BE49-F238E27FC236}">
                <a16:creationId xmlns:a16="http://schemas.microsoft.com/office/drawing/2014/main" id="{188BC8FB-802E-07BA-806A-4BC2D385B988}"/>
              </a:ext>
            </a:extLst>
          </p:cNvPr>
          <p:cNvSpPr>
            <a:spLocks noChangeShapeType="1"/>
          </p:cNvSpPr>
          <p:nvPr/>
        </p:nvSpPr>
        <p:spPr bwMode="auto">
          <a:xfrm flipV="1">
            <a:off x="4714875"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68" name="Oval 36">
            <a:extLst>
              <a:ext uri="{FF2B5EF4-FFF2-40B4-BE49-F238E27FC236}">
                <a16:creationId xmlns:a16="http://schemas.microsoft.com/office/drawing/2014/main" id="{F5A399D7-52D3-DD53-B622-0CF459C578F7}"/>
              </a:ext>
            </a:extLst>
          </p:cNvPr>
          <p:cNvSpPr>
            <a:spLocks noChangeArrowheads="1"/>
          </p:cNvSpPr>
          <p:nvPr/>
        </p:nvSpPr>
        <p:spPr bwMode="auto">
          <a:xfrm>
            <a:off x="4546600" y="4137025"/>
            <a:ext cx="357188" cy="357188"/>
          </a:xfrm>
          <a:prstGeom prst="ellipse">
            <a:avLst/>
          </a:prstGeom>
          <a:solidFill>
            <a:schemeClr val="folHlink">
              <a:alpha val="25098"/>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endParaRPr>
          </a:p>
        </p:txBody>
      </p:sp>
    </p:spTree>
    <p:extLst>
      <p:ext uri="{BB962C8B-B14F-4D97-AF65-F5344CB8AC3E}">
        <p14:creationId xmlns:p14="http://schemas.microsoft.com/office/powerpoint/2010/main" val="374497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65FBB-729A-6FE5-CFA4-AD7649A5F522}"/>
            </a:ext>
          </a:extLst>
        </p:cNvPr>
        <p:cNvGrpSpPr/>
        <p:nvPr/>
      </p:nvGrpSpPr>
      <p:grpSpPr>
        <a:xfrm>
          <a:off x="0" y="0"/>
          <a:ext cx="0" cy="0"/>
          <a:chOff x="0" y="0"/>
          <a:chExt cx="0" cy="0"/>
        </a:xfrm>
      </p:grpSpPr>
      <p:sp>
        <p:nvSpPr>
          <p:cNvPr id="19458" name="Rectangle 2">
            <a:extLst>
              <a:ext uri="{FF2B5EF4-FFF2-40B4-BE49-F238E27FC236}">
                <a16:creationId xmlns:a16="http://schemas.microsoft.com/office/drawing/2014/main" id="{2CEDE13A-078F-DED2-CD3D-2F02CB9AF17E}"/>
              </a:ext>
            </a:extLst>
          </p:cNvPr>
          <p:cNvSpPr>
            <a:spLocks noGrp="1" noChangeArrowheads="1"/>
          </p:cNvSpPr>
          <p:nvPr>
            <p:ph type="title"/>
          </p:nvPr>
        </p:nvSpPr>
        <p:spPr/>
        <p:txBody>
          <a:bodyPr/>
          <a:lstStyle/>
          <a:p>
            <a:r>
              <a:rPr kumimoji="0" lang="en-US" altLang="en-US"/>
              <a:t>Binary Search</a:t>
            </a:r>
          </a:p>
        </p:txBody>
      </p:sp>
      <p:sp>
        <p:nvSpPr>
          <p:cNvPr id="19460" name="Rectangle 4">
            <a:extLst>
              <a:ext uri="{FF2B5EF4-FFF2-40B4-BE49-F238E27FC236}">
                <a16:creationId xmlns:a16="http://schemas.microsoft.com/office/drawing/2014/main" id="{D5E16FA4-294E-DB9D-DEC1-AB25D3C55536}"/>
              </a:ext>
            </a:extLst>
          </p:cNvPr>
          <p:cNvSpPr>
            <a:spLocks noChangeArrowheads="1"/>
          </p:cNvSpPr>
          <p:nvPr/>
        </p:nvSpPr>
        <p:spPr bwMode="auto">
          <a:xfrm>
            <a:off x="6324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a:t>
            </a:r>
          </a:p>
        </p:txBody>
      </p:sp>
      <p:sp>
        <p:nvSpPr>
          <p:cNvPr id="19461" name="Rectangle 5">
            <a:extLst>
              <a:ext uri="{FF2B5EF4-FFF2-40B4-BE49-F238E27FC236}">
                <a16:creationId xmlns:a16="http://schemas.microsoft.com/office/drawing/2014/main" id="{655FBF95-D472-A885-CA52-541B794688D5}"/>
              </a:ext>
            </a:extLst>
          </p:cNvPr>
          <p:cNvSpPr>
            <a:spLocks noChangeArrowheads="1"/>
          </p:cNvSpPr>
          <p:nvPr/>
        </p:nvSpPr>
        <p:spPr bwMode="auto">
          <a:xfrm>
            <a:off x="3581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a:t>
            </a:r>
          </a:p>
        </p:txBody>
      </p:sp>
      <p:sp>
        <p:nvSpPr>
          <p:cNvPr id="19462" name="Rectangle 6">
            <a:extLst>
              <a:ext uri="{FF2B5EF4-FFF2-40B4-BE49-F238E27FC236}">
                <a16:creationId xmlns:a16="http://schemas.microsoft.com/office/drawing/2014/main" id="{7F6939F3-CB61-841A-9C19-41B37DA9124D}"/>
              </a:ext>
            </a:extLst>
          </p:cNvPr>
          <p:cNvSpPr>
            <a:spLocks noChangeArrowheads="1"/>
          </p:cNvSpPr>
          <p:nvPr/>
        </p:nvSpPr>
        <p:spPr bwMode="auto">
          <a:xfrm>
            <a:off x="3124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a:t>
            </a:r>
          </a:p>
        </p:txBody>
      </p:sp>
      <p:sp>
        <p:nvSpPr>
          <p:cNvPr id="19463" name="Rectangle 7">
            <a:extLst>
              <a:ext uri="{FF2B5EF4-FFF2-40B4-BE49-F238E27FC236}">
                <a16:creationId xmlns:a16="http://schemas.microsoft.com/office/drawing/2014/main" id="{270E5543-513F-66BC-65DF-422F34DC6523}"/>
              </a:ext>
            </a:extLst>
          </p:cNvPr>
          <p:cNvSpPr>
            <a:spLocks noChangeArrowheads="1"/>
          </p:cNvSpPr>
          <p:nvPr/>
        </p:nvSpPr>
        <p:spPr bwMode="auto">
          <a:xfrm>
            <a:off x="4038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3</a:t>
            </a:r>
          </a:p>
        </p:txBody>
      </p:sp>
      <p:sp>
        <p:nvSpPr>
          <p:cNvPr id="19464" name="Rectangle 8">
            <a:extLst>
              <a:ext uri="{FF2B5EF4-FFF2-40B4-BE49-F238E27FC236}">
                <a16:creationId xmlns:a16="http://schemas.microsoft.com/office/drawing/2014/main" id="{9DB3A815-C20E-06A2-F65B-2AD7E2D6558B}"/>
              </a:ext>
            </a:extLst>
          </p:cNvPr>
          <p:cNvSpPr>
            <a:spLocks noChangeArrowheads="1"/>
          </p:cNvSpPr>
          <p:nvPr/>
        </p:nvSpPr>
        <p:spPr bwMode="auto">
          <a:xfrm>
            <a:off x="4495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a:t>
            </a:r>
          </a:p>
        </p:txBody>
      </p:sp>
      <p:sp>
        <p:nvSpPr>
          <p:cNvPr id="19465" name="Rectangle 9">
            <a:extLst>
              <a:ext uri="{FF2B5EF4-FFF2-40B4-BE49-F238E27FC236}">
                <a16:creationId xmlns:a16="http://schemas.microsoft.com/office/drawing/2014/main" id="{E6797594-E37A-C62C-A0C2-C8B3914A582B}"/>
              </a:ext>
            </a:extLst>
          </p:cNvPr>
          <p:cNvSpPr>
            <a:spLocks noChangeArrowheads="1"/>
          </p:cNvSpPr>
          <p:nvPr/>
        </p:nvSpPr>
        <p:spPr bwMode="auto">
          <a:xfrm>
            <a:off x="5410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9466" name="Rectangle 10">
            <a:extLst>
              <a:ext uri="{FF2B5EF4-FFF2-40B4-BE49-F238E27FC236}">
                <a16:creationId xmlns:a16="http://schemas.microsoft.com/office/drawing/2014/main" id="{71FA45DE-1321-B171-84C5-FFE45DF0838A}"/>
              </a:ext>
            </a:extLst>
          </p:cNvPr>
          <p:cNvSpPr>
            <a:spLocks noChangeArrowheads="1"/>
          </p:cNvSpPr>
          <p:nvPr/>
        </p:nvSpPr>
        <p:spPr bwMode="auto">
          <a:xfrm>
            <a:off x="4953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a:t>
            </a:r>
          </a:p>
        </p:txBody>
      </p:sp>
      <p:sp>
        <p:nvSpPr>
          <p:cNvPr id="19467" name="Rectangle 11">
            <a:extLst>
              <a:ext uri="{FF2B5EF4-FFF2-40B4-BE49-F238E27FC236}">
                <a16:creationId xmlns:a16="http://schemas.microsoft.com/office/drawing/2014/main" id="{368B7FBA-2909-6F29-1693-F852F886438F}"/>
              </a:ext>
            </a:extLst>
          </p:cNvPr>
          <p:cNvSpPr>
            <a:spLocks noChangeArrowheads="1"/>
          </p:cNvSpPr>
          <p:nvPr/>
        </p:nvSpPr>
        <p:spPr bwMode="auto">
          <a:xfrm>
            <a:off x="5867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a:t>
            </a:r>
          </a:p>
        </p:txBody>
      </p:sp>
      <p:sp>
        <p:nvSpPr>
          <p:cNvPr id="19468" name="Rectangle 12">
            <a:extLst>
              <a:ext uri="{FF2B5EF4-FFF2-40B4-BE49-F238E27FC236}">
                <a16:creationId xmlns:a16="http://schemas.microsoft.com/office/drawing/2014/main" id="{29E0F780-CA99-A442-8496-39B664D180B1}"/>
              </a:ext>
            </a:extLst>
          </p:cNvPr>
          <p:cNvSpPr>
            <a:spLocks noChangeArrowheads="1"/>
          </p:cNvSpPr>
          <p:nvPr/>
        </p:nvSpPr>
        <p:spPr bwMode="auto">
          <a:xfrm>
            <a:off x="7239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10</a:t>
            </a:r>
          </a:p>
        </p:txBody>
      </p:sp>
      <p:sp>
        <p:nvSpPr>
          <p:cNvPr id="19469" name="Rectangle 13">
            <a:extLst>
              <a:ext uri="{FF2B5EF4-FFF2-40B4-BE49-F238E27FC236}">
                <a16:creationId xmlns:a16="http://schemas.microsoft.com/office/drawing/2014/main" id="{E4E817B8-3692-2EB6-8C75-B166A6816CB0}"/>
              </a:ext>
            </a:extLst>
          </p:cNvPr>
          <p:cNvSpPr>
            <a:spLocks noChangeArrowheads="1"/>
          </p:cNvSpPr>
          <p:nvPr/>
        </p:nvSpPr>
        <p:spPr bwMode="auto">
          <a:xfrm>
            <a:off x="6781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a:t>
            </a:r>
          </a:p>
        </p:txBody>
      </p:sp>
      <p:sp>
        <p:nvSpPr>
          <p:cNvPr id="19470" name="Rectangle 14">
            <a:extLst>
              <a:ext uri="{FF2B5EF4-FFF2-40B4-BE49-F238E27FC236}">
                <a16:creationId xmlns:a16="http://schemas.microsoft.com/office/drawing/2014/main" id="{C1C979D3-1DDC-77E7-73A4-7FB19B0C99D4}"/>
              </a:ext>
            </a:extLst>
          </p:cNvPr>
          <p:cNvSpPr>
            <a:spLocks noChangeArrowheads="1"/>
          </p:cNvSpPr>
          <p:nvPr/>
        </p:nvSpPr>
        <p:spPr bwMode="auto">
          <a:xfrm>
            <a:off x="76962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11</a:t>
            </a:r>
          </a:p>
        </p:txBody>
      </p:sp>
      <p:sp>
        <p:nvSpPr>
          <p:cNvPr id="19471" name="Rectangle 15">
            <a:extLst>
              <a:ext uri="{FF2B5EF4-FFF2-40B4-BE49-F238E27FC236}">
                <a16:creationId xmlns:a16="http://schemas.microsoft.com/office/drawing/2014/main" id="{3FF221C1-8A97-19BC-6506-A4597092266B}"/>
              </a:ext>
            </a:extLst>
          </p:cNvPr>
          <p:cNvSpPr>
            <a:spLocks noChangeArrowheads="1"/>
          </p:cNvSpPr>
          <p:nvPr/>
        </p:nvSpPr>
        <p:spPr bwMode="auto">
          <a:xfrm>
            <a:off x="81534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12</a:t>
            </a:r>
          </a:p>
        </p:txBody>
      </p:sp>
      <p:sp>
        <p:nvSpPr>
          <p:cNvPr id="19472" name="Rectangle 16">
            <a:extLst>
              <a:ext uri="{FF2B5EF4-FFF2-40B4-BE49-F238E27FC236}">
                <a16:creationId xmlns:a16="http://schemas.microsoft.com/office/drawing/2014/main" id="{543DC3CC-FCAD-B75A-F2D8-8035D2DF2ABF}"/>
              </a:ext>
            </a:extLst>
          </p:cNvPr>
          <p:cNvSpPr>
            <a:spLocks noChangeArrowheads="1"/>
          </p:cNvSpPr>
          <p:nvPr/>
        </p:nvSpPr>
        <p:spPr bwMode="auto">
          <a:xfrm>
            <a:off x="90678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9473" name="Rectangle 17">
            <a:extLst>
              <a:ext uri="{FF2B5EF4-FFF2-40B4-BE49-F238E27FC236}">
                <a16:creationId xmlns:a16="http://schemas.microsoft.com/office/drawing/2014/main" id="{B5F2431E-8028-D1D4-D5D3-B87E56860FCD}"/>
              </a:ext>
            </a:extLst>
          </p:cNvPr>
          <p:cNvSpPr>
            <a:spLocks noChangeArrowheads="1"/>
          </p:cNvSpPr>
          <p:nvPr/>
        </p:nvSpPr>
        <p:spPr bwMode="auto">
          <a:xfrm>
            <a:off x="86106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9474" name="Rectangle 18">
            <a:extLst>
              <a:ext uri="{FF2B5EF4-FFF2-40B4-BE49-F238E27FC236}">
                <a16:creationId xmlns:a16="http://schemas.microsoft.com/office/drawing/2014/main" id="{76A55E6C-F8BD-AC6C-189D-5A28EFAA9D9C}"/>
              </a:ext>
            </a:extLst>
          </p:cNvPr>
          <p:cNvSpPr>
            <a:spLocks noChangeArrowheads="1"/>
          </p:cNvSpPr>
          <p:nvPr/>
        </p:nvSpPr>
        <p:spPr bwMode="auto">
          <a:xfrm>
            <a:off x="2667000" y="4557714"/>
            <a:ext cx="457200" cy="1920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0</a:t>
            </a:r>
          </a:p>
        </p:txBody>
      </p:sp>
      <p:sp>
        <p:nvSpPr>
          <p:cNvPr id="19475" name="Rectangle 19" descr="Outlined diamond">
            <a:extLst>
              <a:ext uri="{FF2B5EF4-FFF2-40B4-BE49-F238E27FC236}">
                <a16:creationId xmlns:a16="http://schemas.microsoft.com/office/drawing/2014/main" id="{F1966862-6A36-7BFA-BBC8-8EEADC38B6FF}"/>
              </a:ext>
            </a:extLst>
          </p:cNvPr>
          <p:cNvSpPr>
            <a:spLocks noChangeArrowheads="1"/>
          </p:cNvSpPr>
          <p:nvPr/>
        </p:nvSpPr>
        <p:spPr bwMode="auto">
          <a:xfrm>
            <a:off x="6324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64</a:t>
            </a:r>
          </a:p>
        </p:txBody>
      </p:sp>
      <p:sp>
        <p:nvSpPr>
          <p:cNvPr id="19476" name="Rectangle 20" descr="Outlined diamond">
            <a:extLst>
              <a:ext uri="{FF2B5EF4-FFF2-40B4-BE49-F238E27FC236}">
                <a16:creationId xmlns:a16="http://schemas.microsoft.com/office/drawing/2014/main" id="{DDEF5695-D6C6-69D9-3EF4-D727EC12CBD0}"/>
              </a:ext>
            </a:extLst>
          </p:cNvPr>
          <p:cNvSpPr>
            <a:spLocks noChangeArrowheads="1"/>
          </p:cNvSpPr>
          <p:nvPr/>
        </p:nvSpPr>
        <p:spPr bwMode="auto">
          <a:xfrm>
            <a:off x="3581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14</a:t>
            </a:r>
          </a:p>
        </p:txBody>
      </p:sp>
      <p:sp>
        <p:nvSpPr>
          <p:cNvPr id="19477" name="Rectangle 21" descr="Outlined diamond">
            <a:extLst>
              <a:ext uri="{FF2B5EF4-FFF2-40B4-BE49-F238E27FC236}">
                <a16:creationId xmlns:a16="http://schemas.microsoft.com/office/drawing/2014/main" id="{02A2E49B-BC10-C142-D43E-9786EAB7AE74}"/>
              </a:ext>
            </a:extLst>
          </p:cNvPr>
          <p:cNvSpPr>
            <a:spLocks noChangeArrowheads="1"/>
          </p:cNvSpPr>
          <p:nvPr/>
        </p:nvSpPr>
        <p:spPr bwMode="auto">
          <a:xfrm>
            <a:off x="3124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13</a:t>
            </a:r>
          </a:p>
        </p:txBody>
      </p:sp>
      <p:sp>
        <p:nvSpPr>
          <p:cNvPr id="19478" name="Rectangle 22" descr="Outlined diamond">
            <a:extLst>
              <a:ext uri="{FF2B5EF4-FFF2-40B4-BE49-F238E27FC236}">
                <a16:creationId xmlns:a16="http://schemas.microsoft.com/office/drawing/2014/main" id="{41F8E2AB-8B0E-9FEA-4B94-0E8B1C9AD423}"/>
              </a:ext>
            </a:extLst>
          </p:cNvPr>
          <p:cNvSpPr>
            <a:spLocks noChangeArrowheads="1"/>
          </p:cNvSpPr>
          <p:nvPr/>
        </p:nvSpPr>
        <p:spPr bwMode="auto">
          <a:xfrm>
            <a:off x="4038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25</a:t>
            </a:r>
          </a:p>
        </p:txBody>
      </p:sp>
      <p:sp>
        <p:nvSpPr>
          <p:cNvPr id="19479" name="Rectangle 23">
            <a:extLst>
              <a:ext uri="{FF2B5EF4-FFF2-40B4-BE49-F238E27FC236}">
                <a16:creationId xmlns:a16="http://schemas.microsoft.com/office/drawing/2014/main" id="{ADB1DEDA-162D-E91E-5BF9-4A9823ADF385}"/>
              </a:ext>
            </a:extLst>
          </p:cNvPr>
          <p:cNvSpPr>
            <a:spLocks noChangeArrowheads="1"/>
          </p:cNvSpPr>
          <p:nvPr/>
        </p:nvSpPr>
        <p:spPr bwMode="auto">
          <a:xfrm>
            <a:off x="4495800" y="4108450"/>
            <a:ext cx="457200" cy="420688"/>
          </a:xfrm>
          <a:prstGeom prst="rect">
            <a:avLst/>
          </a:prstGeom>
          <a:solidFill>
            <a:srgbClr val="00800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prstClr val="white"/>
                </a:solidFill>
                <a:effectLst/>
                <a:uLnTx/>
                <a:uFillTx/>
                <a:latin typeface="Courier New" panose="02070309020205020404" pitchFamily="49" charset="0"/>
                <a:ea typeface="MS PGothic" panose="020B0600070205080204" pitchFamily="34" charset="-128"/>
                <a:cs typeface="+mn-cs"/>
              </a:rPr>
              <a:t>33</a:t>
            </a:r>
          </a:p>
        </p:txBody>
      </p:sp>
      <p:sp>
        <p:nvSpPr>
          <p:cNvPr id="19480" name="Rectangle 24" descr="Outlined diamond">
            <a:extLst>
              <a:ext uri="{FF2B5EF4-FFF2-40B4-BE49-F238E27FC236}">
                <a16:creationId xmlns:a16="http://schemas.microsoft.com/office/drawing/2014/main" id="{9ADAE9E3-8675-D4BE-F47F-16FCDBED35F1}"/>
              </a:ext>
            </a:extLst>
          </p:cNvPr>
          <p:cNvSpPr>
            <a:spLocks noChangeArrowheads="1"/>
          </p:cNvSpPr>
          <p:nvPr/>
        </p:nvSpPr>
        <p:spPr bwMode="auto">
          <a:xfrm>
            <a:off x="5410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51</a:t>
            </a:r>
          </a:p>
        </p:txBody>
      </p:sp>
      <p:sp>
        <p:nvSpPr>
          <p:cNvPr id="19481" name="Rectangle 25" descr="Outlined diamond">
            <a:extLst>
              <a:ext uri="{FF2B5EF4-FFF2-40B4-BE49-F238E27FC236}">
                <a16:creationId xmlns:a16="http://schemas.microsoft.com/office/drawing/2014/main" id="{A009853F-0774-C47D-93E9-9F7B00744C3D}"/>
              </a:ext>
            </a:extLst>
          </p:cNvPr>
          <p:cNvSpPr>
            <a:spLocks noChangeArrowheads="1"/>
          </p:cNvSpPr>
          <p:nvPr/>
        </p:nvSpPr>
        <p:spPr bwMode="auto">
          <a:xfrm>
            <a:off x="4953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43</a:t>
            </a:r>
          </a:p>
        </p:txBody>
      </p:sp>
      <p:sp>
        <p:nvSpPr>
          <p:cNvPr id="19482" name="Rectangle 26" descr="Outlined diamond">
            <a:extLst>
              <a:ext uri="{FF2B5EF4-FFF2-40B4-BE49-F238E27FC236}">
                <a16:creationId xmlns:a16="http://schemas.microsoft.com/office/drawing/2014/main" id="{F75410E4-B978-AE09-356D-4516109190FA}"/>
              </a:ext>
            </a:extLst>
          </p:cNvPr>
          <p:cNvSpPr>
            <a:spLocks noChangeArrowheads="1"/>
          </p:cNvSpPr>
          <p:nvPr/>
        </p:nvSpPr>
        <p:spPr bwMode="auto">
          <a:xfrm>
            <a:off x="5867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53</a:t>
            </a:r>
          </a:p>
        </p:txBody>
      </p:sp>
      <p:sp>
        <p:nvSpPr>
          <p:cNvPr id="19483" name="Rectangle 27" descr="Outlined diamond">
            <a:extLst>
              <a:ext uri="{FF2B5EF4-FFF2-40B4-BE49-F238E27FC236}">
                <a16:creationId xmlns:a16="http://schemas.microsoft.com/office/drawing/2014/main" id="{6400B094-A8F5-B74B-8D81-8FAD616D16BB}"/>
              </a:ext>
            </a:extLst>
          </p:cNvPr>
          <p:cNvSpPr>
            <a:spLocks noChangeArrowheads="1"/>
          </p:cNvSpPr>
          <p:nvPr/>
        </p:nvSpPr>
        <p:spPr bwMode="auto">
          <a:xfrm>
            <a:off x="7239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84</a:t>
            </a:r>
          </a:p>
        </p:txBody>
      </p:sp>
      <p:sp>
        <p:nvSpPr>
          <p:cNvPr id="19484" name="Rectangle 28" descr="Outlined diamond">
            <a:extLst>
              <a:ext uri="{FF2B5EF4-FFF2-40B4-BE49-F238E27FC236}">
                <a16:creationId xmlns:a16="http://schemas.microsoft.com/office/drawing/2014/main" id="{D34D4940-4377-6F04-C873-3799A1A916D6}"/>
              </a:ext>
            </a:extLst>
          </p:cNvPr>
          <p:cNvSpPr>
            <a:spLocks noChangeArrowheads="1"/>
          </p:cNvSpPr>
          <p:nvPr/>
        </p:nvSpPr>
        <p:spPr bwMode="auto">
          <a:xfrm>
            <a:off x="6781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72</a:t>
            </a:r>
          </a:p>
        </p:txBody>
      </p:sp>
      <p:sp>
        <p:nvSpPr>
          <p:cNvPr id="19485" name="Rectangle 29" descr="Outlined diamond">
            <a:extLst>
              <a:ext uri="{FF2B5EF4-FFF2-40B4-BE49-F238E27FC236}">
                <a16:creationId xmlns:a16="http://schemas.microsoft.com/office/drawing/2014/main" id="{8C08F1AF-07F9-5BD6-E0A7-58F408A5EC40}"/>
              </a:ext>
            </a:extLst>
          </p:cNvPr>
          <p:cNvSpPr>
            <a:spLocks noChangeArrowheads="1"/>
          </p:cNvSpPr>
          <p:nvPr/>
        </p:nvSpPr>
        <p:spPr bwMode="auto">
          <a:xfrm>
            <a:off x="76962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93</a:t>
            </a:r>
          </a:p>
        </p:txBody>
      </p:sp>
      <p:sp>
        <p:nvSpPr>
          <p:cNvPr id="19486" name="Rectangle 30" descr="Outlined diamond">
            <a:extLst>
              <a:ext uri="{FF2B5EF4-FFF2-40B4-BE49-F238E27FC236}">
                <a16:creationId xmlns:a16="http://schemas.microsoft.com/office/drawing/2014/main" id="{CD05FDCB-B2B7-4538-9BB8-16DFA8AD7ACE}"/>
              </a:ext>
            </a:extLst>
          </p:cNvPr>
          <p:cNvSpPr>
            <a:spLocks noChangeArrowheads="1"/>
          </p:cNvSpPr>
          <p:nvPr/>
        </p:nvSpPr>
        <p:spPr bwMode="auto">
          <a:xfrm>
            <a:off x="81534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95</a:t>
            </a:r>
          </a:p>
        </p:txBody>
      </p:sp>
      <p:sp>
        <p:nvSpPr>
          <p:cNvPr id="19487" name="Rectangle 31" descr="Outlined diamond">
            <a:extLst>
              <a:ext uri="{FF2B5EF4-FFF2-40B4-BE49-F238E27FC236}">
                <a16:creationId xmlns:a16="http://schemas.microsoft.com/office/drawing/2014/main" id="{318FA5C4-DDAC-C111-89B7-FF4D9DBA4E3E}"/>
              </a:ext>
            </a:extLst>
          </p:cNvPr>
          <p:cNvSpPr>
            <a:spLocks noChangeArrowheads="1"/>
          </p:cNvSpPr>
          <p:nvPr/>
        </p:nvSpPr>
        <p:spPr bwMode="auto">
          <a:xfrm>
            <a:off x="90678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97</a:t>
            </a:r>
          </a:p>
        </p:txBody>
      </p:sp>
      <p:sp>
        <p:nvSpPr>
          <p:cNvPr id="19488" name="Rectangle 32" descr="Outlined diamond">
            <a:extLst>
              <a:ext uri="{FF2B5EF4-FFF2-40B4-BE49-F238E27FC236}">
                <a16:creationId xmlns:a16="http://schemas.microsoft.com/office/drawing/2014/main" id="{BCF231AB-AD3E-6BEA-7AC3-F7AB412B4E19}"/>
              </a:ext>
            </a:extLst>
          </p:cNvPr>
          <p:cNvSpPr>
            <a:spLocks noChangeArrowheads="1"/>
          </p:cNvSpPr>
          <p:nvPr/>
        </p:nvSpPr>
        <p:spPr bwMode="auto">
          <a:xfrm>
            <a:off x="86106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96</a:t>
            </a:r>
          </a:p>
        </p:txBody>
      </p:sp>
      <p:sp>
        <p:nvSpPr>
          <p:cNvPr id="19489" name="Rectangle 33" descr="Outlined diamond">
            <a:extLst>
              <a:ext uri="{FF2B5EF4-FFF2-40B4-BE49-F238E27FC236}">
                <a16:creationId xmlns:a16="http://schemas.microsoft.com/office/drawing/2014/main" id="{899B2071-59A7-5916-838D-2612AE35F76D}"/>
              </a:ext>
            </a:extLst>
          </p:cNvPr>
          <p:cNvSpPr>
            <a:spLocks noChangeArrowheads="1"/>
          </p:cNvSpPr>
          <p:nvPr/>
        </p:nvSpPr>
        <p:spPr bwMode="auto">
          <a:xfrm>
            <a:off x="2667000" y="4108450"/>
            <a:ext cx="457200" cy="420688"/>
          </a:xfrm>
          <a:prstGeom prst="rect">
            <a:avLst/>
          </a:prstGeom>
          <a:pattFill prst="openDmnd">
            <a:fgClr>
              <a:schemeClr val="bg2"/>
            </a:fgClr>
            <a:bgClr>
              <a:schemeClr val="tx2"/>
            </a:bgClr>
          </a:patt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563C1"/>
                </a:solidFill>
                <a:effectLst/>
                <a:uLnTx/>
                <a:uFillTx/>
                <a:latin typeface="Courier New" panose="02070309020205020404" pitchFamily="49" charset="0"/>
                <a:ea typeface="MS PGothic" panose="020B0600070205080204" pitchFamily="34" charset="-128"/>
                <a:cs typeface="+mn-cs"/>
              </a:rPr>
              <a:t>6</a:t>
            </a:r>
          </a:p>
        </p:txBody>
      </p:sp>
      <p:sp>
        <p:nvSpPr>
          <p:cNvPr id="19490" name="Rectangle 34">
            <a:extLst>
              <a:ext uri="{FF2B5EF4-FFF2-40B4-BE49-F238E27FC236}">
                <a16:creationId xmlns:a16="http://schemas.microsoft.com/office/drawing/2014/main" id="{375E6FCA-5AD7-0EF1-5896-E7BCA70635D0}"/>
              </a:ext>
            </a:extLst>
          </p:cNvPr>
          <p:cNvSpPr>
            <a:spLocks noChangeArrowheads="1"/>
          </p:cNvSpPr>
          <p:nvPr/>
        </p:nvSpPr>
        <p:spPr bwMode="auto">
          <a:xfrm>
            <a:off x="4478262" y="5103813"/>
            <a:ext cx="508152" cy="73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lo</a:t>
            </a:r>
            <a:b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b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hi</a:t>
            </a:r>
            <a:b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br>
            <a:r>
              <a:rPr kumimoji="1" lang="en-US" altLang="en-US" sz="1400" b="1" i="0" u="none" strike="noStrike" kern="1200" cap="none" spc="0" normalizeH="0" baseline="0" noProof="0">
                <a:ln>
                  <a:noFill/>
                </a:ln>
                <a:solidFill>
                  <a:prstClr val="black"/>
                </a:solidFill>
                <a:effectLst/>
                <a:uLnTx/>
                <a:uFillTx/>
                <a:latin typeface="Courier New" panose="02070309020205020404" pitchFamily="49" charset="0"/>
                <a:ea typeface="MS PGothic" panose="020B0600070205080204" pitchFamily="34" charset="-128"/>
                <a:cs typeface="+mn-cs"/>
              </a:rPr>
              <a:t>mid</a:t>
            </a:r>
          </a:p>
        </p:txBody>
      </p:sp>
      <p:sp>
        <p:nvSpPr>
          <p:cNvPr id="19491" name="Line 35">
            <a:extLst>
              <a:ext uri="{FF2B5EF4-FFF2-40B4-BE49-F238E27FC236}">
                <a16:creationId xmlns:a16="http://schemas.microsoft.com/office/drawing/2014/main" id="{2A5ACF9C-F088-11CC-F04D-0BE6C1D27005}"/>
              </a:ext>
            </a:extLst>
          </p:cNvPr>
          <p:cNvSpPr>
            <a:spLocks noChangeShapeType="1"/>
          </p:cNvSpPr>
          <p:nvPr/>
        </p:nvSpPr>
        <p:spPr bwMode="auto">
          <a:xfrm flipV="1">
            <a:off x="4714875" y="4840288"/>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7594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F94D2-5374-55D2-7840-6D5A305B5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A2921-6FC7-1AB7-5437-C02E378B1734}"/>
              </a:ext>
            </a:extLst>
          </p:cNvPr>
          <p:cNvSpPr>
            <a:spLocks noGrp="1"/>
          </p:cNvSpPr>
          <p:nvPr>
            <p:ph type="title"/>
          </p:nvPr>
        </p:nvSpPr>
        <p:spPr>
          <a:xfrm>
            <a:off x="838200" y="365125"/>
            <a:ext cx="10515600" cy="535207"/>
          </a:xfrm>
        </p:spPr>
        <p:txBody>
          <a:bodyPr>
            <a:normAutofit fontScale="90000"/>
          </a:bodyPr>
          <a:lstStyle/>
          <a:p>
            <a:r>
              <a:rPr lang="en-US" dirty="0"/>
              <a:t>Binary Search Algorithm</a:t>
            </a:r>
            <a:endParaRPr lang="en-IN" dirty="0"/>
          </a:p>
        </p:txBody>
      </p:sp>
      <p:sp>
        <p:nvSpPr>
          <p:cNvPr id="4" name="Rectangle 3">
            <a:extLst>
              <a:ext uri="{FF2B5EF4-FFF2-40B4-BE49-F238E27FC236}">
                <a16:creationId xmlns:a16="http://schemas.microsoft.com/office/drawing/2014/main" id="{61CFEE91-2493-B0C5-2474-D0E6614125A0}"/>
              </a:ext>
            </a:extLst>
          </p:cNvPr>
          <p:cNvSpPr/>
          <p:nvPr/>
        </p:nvSpPr>
        <p:spPr>
          <a:xfrm>
            <a:off x="1252025" y="1690689"/>
            <a:ext cx="9805181" cy="489364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Univers-Bold"/>
                <a:ea typeface="+mn-ea"/>
                <a:cs typeface="+mn-cs"/>
              </a:rPr>
              <a:t>ALGORITHM </a:t>
            </a:r>
            <a:r>
              <a:rPr kumimoji="0" lang="en-IN" sz="2400" b="0" i="1" u="none" strike="noStrike" kern="1200" cap="none" spc="0" normalizeH="0" baseline="0" noProof="0" dirty="0" err="1">
                <a:ln>
                  <a:noFill/>
                </a:ln>
                <a:solidFill>
                  <a:prstClr val="black"/>
                </a:solidFill>
                <a:effectLst/>
                <a:uLnTx/>
                <a:uFillTx/>
                <a:latin typeface="TimesTen-Italic"/>
                <a:ea typeface="+mn-ea"/>
                <a:cs typeface="+mn-cs"/>
              </a:rPr>
              <a:t>BinarySearch</a:t>
            </a:r>
            <a:r>
              <a:rPr kumimoji="0" lang="en-IN" sz="2400" b="0" i="1" u="none" strike="noStrike" kern="1200" cap="none" spc="0" normalizeH="0" baseline="0" noProof="0" dirty="0">
                <a:ln>
                  <a:noFill/>
                </a:ln>
                <a:solidFill>
                  <a:prstClr val="black"/>
                </a:solidFill>
                <a:effectLst/>
                <a:uLnTx/>
                <a:uFillTx/>
                <a:latin typeface="MTMI"/>
                <a:ea typeface="+mn-ea"/>
                <a:cs typeface="+mn-cs"/>
              </a:rPr>
              <a:t>(A</a:t>
            </a:r>
            <a:r>
              <a:rPr kumimoji="0" lang="en-IN" sz="2400" b="0" i="0" u="none" strike="noStrike" kern="1200" cap="none" spc="0" normalizeH="0" baseline="0" noProof="0" dirty="0">
                <a:ln>
                  <a:noFill/>
                </a:ln>
                <a:solidFill>
                  <a:prstClr val="black"/>
                </a:solidFill>
                <a:effectLst/>
                <a:uLnTx/>
                <a:uFillTx/>
                <a:latin typeface="TimesTen-Roman"/>
                <a:ea typeface="+mn-ea"/>
                <a:cs typeface="+mn-cs"/>
              </a:rPr>
              <a:t>[0</a:t>
            </a:r>
            <a:r>
              <a:rPr kumimoji="0" lang="en-IN" sz="2400" b="0" i="1" u="none" strike="noStrike" kern="1200" cap="none" spc="0" normalizeH="0" baseline="0" noProof="0" dirty="0">
                <a:ln>
                  <a:noFill/>
                </a:ln>
                <a:solidFill>
                  <a:prstClr val="black"/>
                </a:solidFill>
                <a:effectLst/>
                <a:uLnTx/>
                <a:uFillTx/>
                <a:latin typeface="MTMI"/>
                <a:ea typeface="+mn-ea"/>
                <a:cs typeface="+mn-cs"/>
              </a:rPr>
              <a:t>..n </a:t>
            </a:r>
            <a:r>
              <a:rPr kumimoji="0" lang="en-IN" sz="2400" b="0" i="0" u="none" strike="noStrike" kern="1200" cap="none" spc="0" normalizeH="0" baseline="0" noProof="0" dirty="0">
                <a:ln>
                  <a:noFill/>
                </a:ln>
                <a:solidFill>
                  <a:prstClr val="black"/>
                </a:solidFill>
                <a:effectLst/>
                <a:uLnTx/>
                <a:uFillTx/>
                <a:latin typeface="MTSYN"/>
                <a:ea typeface="+mn-ea"/>
                <a:cs typeface="+mn-cs"/>
              </a:rPr>
              <a:t>− </a:t>
            </a:r>
            <a:r>
              <a:rPr kumimoji="0" lang="en-IN" sz="2400" b="0" i="0" u="none" strike="noStrike" kern="1200" cap="none" spc="0" normalizeH="0" baseline="0" noProof="0" dirty="0">
                <a:ln>
                  <a:noFill/>
                </a:ln>
                <a:solidFill>
                  <a:prstClr val="black"/>
                </a:solidFill>
                <a:effectLst/>
                <a:uLnTx/>
                <a:uFillTx/>
                <a:latin typeface="TimesTen-Roman"/>
                <a:ea typeface="+mn-ea"/>
                <a:cs typeface="+mn-cs"/>
              </a:rPr>
              <a:t>1]</a:t>
            </a:r>
            <a:r>
              <a:rPr kumimoji="0" lang="en-IN" sz="2400" b="0" i="1" u="none" strike="noStrike" kern="1200" cap="none" spc="0" normalizeH="0" baseline="0" noProof="0" dirty="0">
                <a:ln>
                  <a:noFill/>
                </a:ln>
                <a:solidFill>
                  <a:prstClr val="black"/>
                </a:solidFill>
                <a:effectLst/>
                <a:uLnTx/>
                <a:uFillTx/>
                <a:latin typeface="MTMI"/>
                <a:ea typeface="+mn-ea"/>
                <a:cs typeface="+mn-cs"/>
              </a:rPr>
              <a:t>, 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TimesTen-Roman"/>
                <a:ea typeface="+mn-ea"/>
                <a:cs typeface="+mn-cs"/>
              </a:rPr>
              <a:t>//Implements </a:t>
            </a:r>
            <a:r>
              <a:rPr kumimoji="0" lang="en-IN" sz="2400" b="0" i="0" u="none" strike="noStrike" kern="1200" cap="none" spc="0" normalizeH="0" baseline="0" noProof="0" dirty="0" err="1">
                <a:ln>
                  <a:noFill/>
                </a:ln>
                <a:solidFill>
                  <a:prstClr val="black"/>
                </a:solidFill>
                <a:effectLst/>
                <a:uLnTx/>
                <a:uFillTx/>
                <a:latin typeface="TimesTen-Roman"/>
                <a:ea typeface="+mn-ea"/>
                <a:cs typeface="+mn-cs"/>
              </a:rPr>
              <a:t>nonrecursive</a:t>
            </a:r>
            <a:r>
              <a:rPr kumimoji="0" lang="en-IN" sz="2400" b="0" i="0" u="none" strike="noStrike" kern="1200" cap="none" spc="0" normalizeH="0" baseline="0" noProof="0" dirty="0">
                <a:ln>
                  <a:noFill/>
                </a:ln>
                <a:solidFill>
                  <a:prstClr val="black"/>
                </a:solidFill>
                <a:effectLst/>
                <a:uLnTx/>
                <a:uFillTx/>
                <a:latin typeface="TimesTen-Roman"/>
                <a:ea typeface="+mn-ea"/>
                <a:cs typeface="+mn-cs"/>
              </a:rPr>
              <a:t> binary search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Ten-Roman"/>
                <a:ea typeface="+mn-ea"/>
                <a:cs typeface="+mn-cs"/>
              </a:rPr>
              <a:t>//Input: An array </a:t>
            </a:r>
            <a:r>
              <a:rPr kumimoji="0" lang="en-US" sz="2400" b="0" i="1" u="none" strike="noStrike" kern="1200" cap="none" spc="0" normalizeH="0" baseline="0" noProof="0" dirty="0">
                <a:ln>
                  <a:noFill/>
                </a:ln>
                <a:solidFill>
                  <a:prstClr val="black"/>
                </a:solidFill>
                <a:effectLst/>
                <a:uLnTx/>
                <a:uFillTx/>
                <a:latin typeface="MTMI"/>
                <a:ea typeface="+mn-ea"/>
                <a:cs typeface="+mn-cs"/>
              </a:rPr>
              <a:t>A</a:t>
            </a:r>
            <a:r>
              <a:rPr kumimoji="0" lang="en-US" sz="2400" b="0" i="0" u="none" strike="noStrike" kern="1200" cap="none" spc="0" normalizeH="0" baseline="0" noProof="0" dirty="0">
                <a:ln>
                  <a:noFill/>
                </a:ln>
                <a:solidFill>
                  <a:prstClr val="black"/>
                </a:solidFill>
                <a:effectLst/>
                <a:uLnTx/>
                <a:uFillTx/>
                <a:latin typeface="TimesTen-Roman"/>
                <a:ea typeface="+mn-ea"/>
                <a:cs typeface="+mn-cs"/>
              </a:rPr>
              <a:t>[0</a:t>
            </a:r>
            <a:r>
              <a:rPr kumimoji="0" lang="en-US" sz="2400" b="0" i="1" u="none" strike="noStrike" kern="1200" cap="none" spc="0" normalizeH="0" baseline="0" noProof="0" dirty="0">
                <a:ln>
                  <a:noFill/>
                </a:ln>
                <a:solidFill>
                  <a:prstClr val="black"/>
                </a:solidFill>
                <a:effectLst/>
                <a:uLnTx/>
                <a:uFillTx/>
                <a:latin typeface="MTMI"/>
                <a:ea typeface="+mn-ea"/>
                <a:cs typeface="+mn-cs"/>
              </a:rPr>
              <a:t>..n </a:t>
            </a:r>
            <a:r>
              <a:rPr kumimoji="0" lang="en-US" sz="2400" b="0" i="0" u="none" strike="noStrike" kern="1200" cap="none" spc="0" normalizeH="0" baseline="0" noProof="0" dirty="0">
                <a:ln>
                  <a:noFill/>
                </a:ln>
                <a:solidFill>
                  <a:prstClr val="black"/>
                </a:solidFill>
                <a:effectLst/>
                <a:uLnTx/>
                <a:uFillTx/>
                <a:latin typeface="MTSYN"/>
                <a:ea typeface="+mn-ea"/>
                <a:cs typeface="+mn-cs"/>
              </a:rPr>
              <a:t>− </a:t>
            </a:r>
            <a:r>
              <a:rPr kumimoji="0" lang="en-US" sz="2400" b="0" i="0" u="none" strike="noStrike" kern="1200" cap="none" spc="0" normalizeH="0" baseline="0" noProof="0" dirty="0">
                <a:ln>
                  <a:noFill/>
                </a:ln>
                <a:solidFill>
                  <a:prstClr val="black"/>
                </a:solidFill>
                <a:effectLst/>
                <a:uLnTx/>
                <a:uFillTx/>
                <a:latin typeface="TimesTen-Roman"/>
                <a:ea typeface="+mn-ea"/>
                <a:cs typeface="+mn-cs"/>
              </a:rPr>
              <a:t>1] sorted in ascending order 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TimesTen-Roman"/>
                <a:ea typeface="+mn-ea"/>
                <a:cs typeface="+mn-cs"/>
              </a:rPr>
              <a:t>// a search key </a:t>
            </a:r>
            <a:r>
              <a:rPr kumimoji="0" lang="en-IN" sz="2400" b="0" i="1" u="none" strike="noStrike" kern="1200" cap="none" spc="0" normalizeH="0" baseline="0" noProof="0" dirty="0">
                <a:ln>
                  <a:noFill/>
                </a:ln>
                <a:solidFill>
                  <a:prstClr val="black"/>
                </a:solidFill>
                <a:effectLst/>
                <a:uLnTx/>
                <a:uFillTx/>
                <a:latin typeface="MTMI"/>
                <a:ea typeface="+mn-ea"/>
                <a:cs typeface="+mn-cs"/>
              </a:rPr>
              <a:t>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Ten-Roman"/>
                <a:ea typeface="+mn-ea"/>
                <a:cs typeface="+mn-cs"/>
              </a:rPr>
              <a:t>//Output: An index of the array’s element that is equal to </a:t>
            </a:r>
            <a:r>
              <a:rPr kumimoji="0" lang="en-US" sz="2400" b="0" i="1" u="none" strike="noStrike" kern="1200" cap="none" spc="0" normalizeH="0" baseline="0" noProof="0" dirty="0">
                <a:ln>
                  <a:noFill/>
                </a:ln>
                <a:solidFill>
                  <a:prstClr val="black"/>
                </a:solidFill>
                <a:effectLst/>
                <a:uLnTx/>
                <a:uFillTx/>
                <a:latin typeface="MTMI"/>
                <a:ea typeface="+mn-ea"/>
                <a:cs typeface="+mn-cs"/>
              </a:rPr>
              <a:t>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Ten-Roman"/>
                <a:ea typeface="+mn-ea"/>
                <a:cs typeface="+mn-cs"/>
              </a:rPr>
              <a:t>// or </a:t>
            </a:r>
            <a:r>
              <a:rPr kumimoji="0" lang="en-US" sz="2400" b="0" i="0" u="none" strike="noStrike" kern="1200" cap="none" spc="0" normalizeH="0" baseline="0" noProof="0" dirty="0">
                <a:ln>
                  <a:noFill/>
                </a:ln>
                <a:solidFill>
                  <a:prstClr val="black"/>
                </a:solidFill>
                <a:effectLst/>
                <a:uLnTx/>
                <a:uFillTx/>
                <a:latin typeface="MTSYN"/>
                <a:ea typeface="+mn-ea"/>
                <a:cs typeface="+mn-cs"/>
              </a:rPr>
              <a:t>−</a:t>
            </a:r>
            <a:r>
              <a:rPr kumimoji="0" lang="en-US" sz="2400" b="0" i="0" u="none" strike="noStrike" kern="1200" cap="none" spc="0" normalizeH="0" baseline="0" noProof="0" dirty="0">
                <a:ln>
                  <a:noFill/>
                </a:ln>
                <a:solidFill>
                  <a:prstClr val="black"/>
                </a:solidFill>
                <a:effectLst/>
                <a:uLnTx/>
                <a:uFillTx/>
                <a:latin typeface="TimesTen-Roman"/>
                <a:ea typeface="+mn-ea"/>
                <a:cs typeface="+mn-cs"/>
              </a:rPr>
              <a:t>1 if there is no such element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400" b="0" i="1" u="none" strike="noStrike" kern="1200" cap="none" spc="0" normalizeH="0" baseline="0" noProof="0" dirty="0">
                <a:ln>
                  <a:noFill/>
                </a:ln>
                <a:solidFill>
                  <a:prstClr val="black"/>
                </a:solidFill>
                <a:effectLst/>
                <a:uLnTx/>
                <a:uFillTx/>
                <a:latin typeface="MTMI"/>
                <a:ea typeface="+mn-ea"/>
                <a:cs typeface="+mn-cs"/>
              </a:rPr>
              <a:t>l</a:t>
            </a:r>
            <a:r>
              <a:rPr kumimoji="0" lang="pt-BR" sz="2400" b="0" i="0" u="none" strike="noStrike" kern="1200" cap="none" spc="0" normalizeH="0" baseline="0" noProof="0" dirty="0">
                <a:ln>
                  <a:noFill/>
                </a:ln>
                <a:solidFill>
                  <a:prstClr val="black"/>
                </a:solidFill>
                <a:effectLst/>
                <a:uLnTx/>
                <a:uFillTx/>
                <a:latin typeface="MTSYN"/>
                <a:ea typeface="+mn-ea"/>
                <a:cs typeface="+mn-cs"/>
              </a:rPr>
              <a:t>←</a:t>
            </a:r>
            <a:r>
              <a:rPr kumimoji="0" lang="pt-BR" sz="2400" b="0" i="0" u="none" strike="noStrike" kern="1200" cap="none" spc="0" normalizeH="0" baseline="0" noProof="0" dirty="0">
                <a:ln>
                  <a:noFill/>
                </a:ln>
                <a:solidFill>
                  <a:prstClr val="black"/>
                </a:solidFill>
                <a:effectLst/>
                <a:uLnTx/>
                <a:uFillTx/>
                <a:latin typeface="TimesTen-Roman"/>
                <a:ea typeface="+mn-ea"/>
                <a:cs typeface="+mn-cs"/>
              </a:rPr>
              <a:t>0; </a:t>
            </a:r>
            <a:r>
              <a:rPr kumimoji="0" lang="pt-BR" sz="2400" b="0" i="1" u="none" strike="noStrike" kern="1200" cap="none" spc="0" normalizeH="0" baseline="0" noProof="0" dirty="0">
                <a:ln>
                  <a:noFill/>
                </a:ln>
                <a:solidFill>
                  <a:prstClr val="black"/>
                </a:solidFill>
                <a:effectLst/>
                <a:uLnTx/>
                <a:uFillTx/>
                <a:latin typeface="MTMI"/>
                <a:ea typeface="+mn-ea"/>
                <a:cs typeface="+mn-cs"/>
              </a:rPr>
              <a:t>r </a:t>
            </a:r>
            <a:r>
              <a:rPr kumimoji="0" lang="pt-BR" sz="2400" b="0" i="0" u="none" strike="noStrike" kern="1200" cap="none" spc="0" normalizeH="0" baseline="0" noProof="0" dirty="0">
                <a:ln>
                  <a:noFill/>
                </a:ln>
                <a:solidFill>
                  <a:prstClr val="black"/>
                </a:solidFill>
                <a:effectLst/>
                <a:uLnTx/>
                <a:uFillTx/>
                <a:latin typeface="MTSYN"/>
                <a:ea typeface="+mn-ea"/>
                <a:cs typeface="+mn-cs"/>
              </a:rPr>
              <a:t>←</a:t>
            </a:r>
            <a:r>
              <a:rPr kumimoji="0" lang="pt-BR" sz="2400" b="0" i="1" u="none" strike="noStrike" kern="1200" cap="none" spc="0" normalizeH="0" baseline="0" noProof="0" dirty="0">
                <a:ln>
                  <a:noFill/>
                </a:ln>
                <a:solidFill>
                  <a:prstClr val="black"/>
                </a:solidFill>
                <a:effectLst/>
                <a:uLnTx/>
                <a:uFillTx/>
                <a:latin typeface="MTMI"/>
                <a:ea typeface="+mn-ea"/>
                <a:cs typeface="+mn-cs"/>
              </a:rPr>
              <a:t>n </a:t>
            </a:r>
            <a:r>
              <a:rPr kumimoji="0" lang="pt-BR" sz="2400" b="0" i="0" u="none" strike="noStrike" kern="1200" cap="none" spc="0" normalizeH="0" baseline="0" noProof="0" dirty="0">
                <a:ln>
                  <a:noFill/>
                </a:ln>
                <a:solidFill>
                  <a:prstClr val="black"/>
                </a:solidFill>
                <a:effectLst/>
                <a:uLnTx/>
                <a:uFillTx/>
                <a:latin typeface="MTSYN"/>
                <a:ea typeface="+mn-ea"/>
                <a:cs typeface="+mn-cs"/>
              </a:rPr>
              <a:t>− </a:t>
            </a:r>
            <a:r>
              <a:rPr kumimoji="0" lang="pt-BR" sz="2400" b="0" i="0" u="none" strike="noStrike" kern="1200" cap="none" spc="0" normalizeH="0" baseline="0" noProof="0" dirty="0">
                <a:ln>
                  <a:noFill/>
                </a:ln>
                <a:solidFill>
                  <a:prstClr val="black"/>
                </a:solidFill>
                <a:effectLst/>
                <a:uLnTx/>
                <a:uFillTx/>
                <a:latin typeface="TimesTen-Roman"/>
                <a:ea typeface="+mn-ea"/>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TimesTen-Bold"/>
                <a:ea typeface="+mn-ea"/>
                <a:cs typeface="+mn-cs"/>
              </a:rPr>
              <a:t>while </a:t>
            </a:r>
            <a:r>
              <a:rPr kumimoji="0" lang="en-IN" sz="2400" b="0" i="1" u="none" strike="noStrike" kern="1200" cap="none" spc="0" normalizeH="0" baseline="0" noProof="0" dirty="0">
                <a:ln>
                  <a:noFill/>
                </a:ln>
                <a:solidFill>
                  <a:prstClr val="black"/>
                </a:solidFill>
                <a:effectLst/>
                <a:uLnTx/>
                <a:uFillTx/>
                <a:latin typeface="MTMI"/>
                <a:ea typeface="+mn-ea"/>
                <a:cs typeface="+mn-cs"/>
              </a:rPr>
              <a:t>l </a:t>
            </a:r>
            <a:r>
              <a:rPr kumimoji="0" lang="en-IN" sz="2400" b="0" i="0" u="none" strike="noStrike" kern="1200" cap="none" spc="0" normalizeH="0" baseline="0" noProof="0" dirty="0">
                <a:ln>
                  <a:noFill/>
                </a:ln>
                <a:solidFill>
                  <a:prstClr val="black"/>
                </a:solidFill>
                <a:effectLst/>
                <a:uLnTx/>
                <a:uFillTx/>
                <a:latin typeface="MTSYN"/>
                <a:ea typeface="+mn-ea"/>
                <a:cs typeface="+mn-cs"/>
              </a:rPr>
              <a:t>≤ </a:t>
            </a:r>
            <a:r>
              <a:rPr kumimoji="0" lang="en-IN" sz="2400" b="0" i="1" u="none" strike="noStrike" kern="1200" cap="none" spc="0" normalizeH="0" baseline="0" noProof="0" dirty="0">
                <a:ln>
                  <a:noFill/>
                </a:ln>
                <a:solidFill>
                  <a:prstClr val="black"/>
                </a:solidFill>
                <a:effectLst/>
                <a:uLnTx/>
                <a:uFillTx/>
                <a:latin typeface="MTMI"/>
                <a:ea typeface="+mn-ea"/>
                <a:cs typeface="+mn-cs"/>
              </a:rPr>
              <a:t>r </a:t>
            </a:r>
            <a:r>
              <a:rPr kumimoji="0" lang="en-IN" sz="2400" b="1" i="0" u="none" strike="noStrike" kern="1200" cap="none" spc="0" normalizeH="0" baseline="0" noProof="0" dirty="0">
                <a:ln>
                  <a:noFill/>
                </a:ln>
                <a:solidFill>
                  <a:prstClr val="black"/>
                </a:solidFill>
                <a:effectLst/>
                <a:uLnTx/>
                <a:uFillTx/>
                <a:latin typeface="TimesTen-Bold"/>
                <a:ea typeface="+mn-ea"/>
                <a:cs typeface="+mn-cs"/>
              </a:rPr>
              <a:t>do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1" u="none" strike="noStrike" kern="1200" cap="none" spc="0" normalizeH="0" baseline="0" noProof="0" dirty="0">
                <a:ln>
                  <a:noFill/>
                </a:ln>
                <a:solidFill>
                  <a:prstClr val="black"/>
                </a:solidFill>
                <a:effectLst/>
                <a:uLnTx/>
                <a:uFillTx/>
                <a:latin typeface="MTMI"/>
                <a:ea typeface="+mn-ea"/>
                <a:cs typeface="+mn-cs"/>
              </a:rPr>
              <a:t>     m</a:t>
            </a:r>
            <a:r>
              <a:rPr kumimoji="0" lang="en-IN" sz="2400" b="0" i="0" u="none" strike="noStrike" kern="1200" cap="none" spc="0" normalizeH="0" baseline="0" noProof="0" dirty="0">
                <a:ln>
                  <a:noFill/>
                </a:ln>
                <a:solidFill>
                  <a:prstClr val="black"/>
                </a:solidFill>
                <a:effectLst/>
                <a:uLnTx/>
                <a:uFillTx/>
                <a:latin typeface="MTSYN"/>
                <a:ea typeface="+mn-ea"/>
                <a:cs typeface="+mn-cs"/>
              </a:rPr>
              <a:t>←</a:t>
            </a:r>
            <a:r>
              <a:rPr kumimoji="0" lang="en-IN" sz="2400" b="0" i="1" u="none" strike="noStrike" kern="1200" cap="none" spc="0" normalizeH="0" baseline="0" noProof="0" dirty="0">
                <a:ln>
                  <a:noFill/>
                </a:ln>
                <a:solidFill>
                  <a:prstClr val="black"/>
                </a:solidFill>
                <a:effectLst/>
                <a:uLnTx/>
                <a:uFillTx/>
                <a:latin typeface="MTMI"/>
                <a:ea typeface="+mn-ea"/>
                <a:cs typeface="+mn-cs"/>
              </a:rPr>
              <a:t>(l </a:t>
            </a:r>
            <a:r>
              <a:rPr kumimoji="0" lang="en-IN" sz="2400" b="0" i="0" u="none" strike="noStrike" kern="1200" cap="none" spc="0" normalizeH="0" baseline="0" noProof="0" dirty="0">
                <a:ln>
                  <a:noFill/>
                </a:ln>
                <a:solidFill>
                  <a:prstClr val="black"/>
                </a:solidFill>
                <a:effectLst/>
                <a:uLnTx/>
                <a:uFillTx/>
                <a:latin typeface="MTSYN"/>
                <a:ea typeface="+mn-ea"/>
                <a:cs typeface="+mn-cs"/>
              </a:rPr>
              <a:t>+ </a:t>
            </a:r>
            <a:r>
              <a:rPr kumimoji="0" lang="en-IN" sz="2400" b="0" i="1" u="none" strike="noStrike" kern="1200" cap="none" spc="0" normalizeH="0" baseline="0" noProof="0" dirty="0">
                <a:ln>
                  <a:noFill/>
                </a:ln>
                <a:solidFill>
                  <a:prstClr val="black"/>
                </a:solidFill>
                <a:effectLst/>
                <a:uLnTx/>
                <a:uFillTx/>
                <a:latin typeface="MTMI"/>
                <a:ea typeface="+mn-ea"/>
                <a:cs typeface="+mn-cs"/>
              </a:rPr>
              <a:t>r)/</a:t>
            </a:r>
            <a:r>
              <a:rPr kumimoji="0" lang="en-IN" sz="2400" b="0" i="0" u="none" strike="noStrike" kern="1200" cap="none" spc="0" normalizeH="0" baseline="0" noProof="0" dirty="0">
                <a:ln>
                  <a:noFill/>
                </a:ln>
                <a:solidFill>
                  <a:prstClr val="black"/>
                </a:solidFill>
                <a:effectLst/>
                <a:uLnTx/>
                <a:uFillTx/>
                <a:latin typeface="TimesTen-Roman"/>
                <a:ea typeface="+mn-ea"/>
                <a:cs typeface="+mn-cs"/>
              </a:rPr>
              <a:t>2</a:t>
            </a:r>
            <a:endParaRPr kumimoji="0" lang="en-IN" sz="2400" b="0" i="0" u="none" strike="noStrike" kern="1200" cap="none" spc="0" normalizeH="0" baseline="0" noProof="0" dirty="0">
              <a:ln>
                <a:noFill/>
              </a:ln>
              <a:solidFill>
                <a:prstClr val="black"/>
              </a:solidFill>
              <a:effectLst/>
              <a:uLnTx/>
              <a:uFillTx/>
              <a:latin typeface="MTSY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Ten-Bold"/>
                <a:ea typeface="+mn-ea"/>
                <a:cs typeface="+mn-cs"/>
              </a:rPr>
              <a:t>    if </a:t>
            </a:r>
            <a:r>
              <a:rPr kumimoji="0" lang="en-US" sz="2400" b="0" i="1" u="none" strike="noStrike" kern="1200" cap="none" spc="0" normalizeH="0" baseline="0" noProof="0" dirty="0">
                <a:ln>
                  <a:noFill/>
                </a:ln>
                <a:solidFill>
                  <a:prstClr val="black"/>
                </a:solidFill>
                <a:effectLst/>
                <a:uLnTx/>
                <a:uFillTx/>
                <a:latin typeface="MTMI"/>
                <a:ea typeface="+mn-ea"/>
                <a:cs typeface="+mn-cs"/>
              </a:rPr>
              <a:t>K </a:t>
            </a:r>
            <a:r>
              <a:rPr kumimoji="0" lang="en-US" sz="2400" b="0" i="0" u="none" strike="noStrike" kern="1200" cap="none" spc="0" normalizeH="0" baseline="0" noProof="0" dirty="0">
                <a:ln>
                  <a:noFill/>
                </a:ln>
                <a:solidFill>
                  <a:prstClr val="black"/>
                </a:solidFill>
                <a:effectLst/>
                <a:uLnTx/>
                <a:uFillTx/>
                <a:latin typeface="MTSYN"/>
                <a:ea typeface="+mn-ea"/>
                <a:cs typeface="+mn-cs"/>
              </a:rPr>
              <a:t>= </a:t>
            </a:r>
            <a:r>
              <a:rPr kumimoji="0" lang="en-US" sz="2400" b="0" i="1" u="none" strike="noStrike" kern="1200" cap="none" spc="0" normalizeH="0" baseline="0" noProof="0" dirty="0">
                <a:ln>
                  <a:noFill/>
                </a:ln>
                <a:solidFill>
                  <a:prstClr val="black"/>
                </a:solidFill>
                <a:effectLst/>
                <a:uLnTx/>
                <a:uFillTx/>
                <a:latin typeface="MTMI"/>
                <a:ea typeface="+mn-ea"/>
                <a:cs typeface="+mn-cs"/>
              </a:rPr>
              <a:t>A</a:t>
            </a:r>
            <a:r>
              <a:rPr kumimoji="0" lang="en-US" sz="2400" b="0" i="0" u="none" strike="noStrike" kern="1200" cap="none" spc="0" normalizeH="0" baseline="0" noProof="0" dirty="0">
                <a:ln>
                  <a:noFill/>
                </a:ln>
                <a:solidFill>
                  <a:prstClr val="black"/>
                </a:solidFill>
                <a:effectLst/>
                <a:uLnTx/>
                <a:uFillTx/>
                <a:latin typeface="TimesTen-Roman"/>
                <a:ea typeface="+mn-ea"/>
                <a:cs typeface="+mn-cs"/>
              </a:rPr>
              <a:t>[</a:t>
            </a:r>
            <a:r>
              <a:rPr kumimoji="0" lang="en-US" sz="2400" b="0" i="1" u="none" strike="noStrike" kern="1200" cap="none" spc="0" normalizeH="0" baseline="0" noProof="0" dirty="0">
                <a:ln>
                  <a:noFill/>
                </a:ln>
                <a:solidFill>
                  <a:prstClr val="black"/>
                </a:solidFill>
                <a:effectLst/>
                <a:uLnTx/>
                <a:uFillTx/>
                <a:latin typeface="MTMI"/>
                <a:ea typeface="+mn-ea"/>
                <a:cs typeface="+mn-cs"/>
              </a:rPr>
              <a:t>m</a:t>
            </a:r>
            <a:r>
              <a:rPr kumimoji="0" lang="en-US" sz="2400" b="0" i="0" u="none" strike="noStrike" kern="1200" cap="none" spc="0" normalizeH="0" baseline="0" noProof="0" dirty="0">
                <a:ln>
                  <a:noFill/>
                </a:ln>
                <a:solidFill>
                  <a:prstClr val="black"/>
                </a:solidFill>
                <a:effectLst/>
                <a:uLnTx/>
                <a:uFillTx/>
                <a:latin typeface="TimesTen-Roman"/>
                <a:ea typeface="+mn-ea"/>
                <a:cs typeface="+mn-cs"/>
              </a:rPr>
              <a:t>] </a:t>
            </a:r>
            <a:r>
              <a:rPr kumimoji="0" lang="en-US" sz="2400" b="1" i="0" u="none" strike="noStrike" kern="1200" cap="none" spc="0" normalizeH="0" baseline="0" noProof="0" dirty="0">
                <a:ln>
                  <a:noFill/>
                </a:ln>
                <a:solidFill>
                  <a:prstClr val="black"/>
                </a:solidFill>
                <a:effectLst/>
                <a:uLnTx/>
                <a:uFillTx/>
                <a:latin typeface="TimesTen-Bold"/>
                <a:ea typeface="+mn-ea"/>
                <a:cs typeface="+mn-cs"/>
              </a:rPr>
              <a:t>return </a:t>
            </a:r>
            <a:r>
              <a:rPr kumimoji="0" lang="en-US" sz="2400" b="0" i="1" u="none" strike="noStrike" kern="1200" cap="none" spc="0" normalizeH="0" baseline="0" noProof="0" dirty="0">
                <a:ln>
                  <a:noFill/>
                </a:ln>
                <a:solidFill>
                  <a:prstClr val="black"/>
                </a:solidFill>
                <a:effectLst/>
                <a:uLnTx/>
                <a:uFillTx/>
                <a:latin typeface="MTMI"/>
                <a:ea typeface="+mn-ea"/>
                <a:cs typeface="+mn-cs"/>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2400" b="1" i="0" u="none" strike="noStrike" kern="1200" cap="none" spc="0" normalizeH="0" baseline="0" noProof="0" dirty="0">
                <a:ln>
                  <a:noFill/>
                </a:ln>
                <a:solidFill>
                  <a:prstClr val="black"/>
                </a:solidFill>
                <a:effectLst/>
                <a:uLnTx/>
                <a:uFillTx/>
                <a:latin typeface="TimesTen-Bold"/>
                <a:ea typeface="+mn-ea"/>
                <a:cs typeface="+mn-cs"/>
              </a:rPr>
              <a:t>    else if </a:t>
            </a:r>
            <a:r>
              <a:rPr kumimoji="0" lang="pt-BR" sz="2400" b="0" i="1" u="none" strike="noStrike" kern="1200" cap="none" spc="0" normalizeH="0" baseline="0" noProof="0" dirty="0">
                <a:ln>
                  <a:noFill/>
                </a:ln>
                <a:solidFill>
                  <a:prstClr val="black"/>
                </a:solidFill>
                <a:effectLst/>
                <a:uLnTx/>
                <a:uFillTx/>
                <a:latin typeface="MTMI"/>
                <a:ea typeface="+mn-ea"/>
                <a:cs typeface="+mn-cs"/>
              </a:rPr>
              <a:t>K &lt; A</a:t>
            </a:r>
            <a:r>
              <a:rPr kumimoji="0" lang="pt-BR" sz="2400" b="0" i="0" u="none" strike="noStrike" kern="1200" cap="none" spc="0" normalizeH="0" baseline="0" noProof="0" dirty="0">
                <a:ln>
                  <a:noFill/>
                </a:ln>
                <a:solidFill>
                  <a:prstClr val="black"/>
                </a:solidFill>
                <a:effectLst/>
                <a:uLnTx/>
                <a:uFillTx/>
                <a:latin typeface="TimesTen-Roman"/>
                <a:ea typeface="+mn-ea"/>
                <a:cs typeface="+mn-cs"/>
              </a:rPr>
              <a:t>[</a:t>
            </a:r>
            <a:r>
              <a:rPr kumimoji="0" lang="pt-BR" sz="2400" b="0" i="1" u="none" strike="noStrike" kern="1200" cap="none" spc="0" normalizeH="0" baseline="0" noProof="0" dirty="0">
                <a:ln>
                  <a:noFill/>
                </a:ln>
                <a:solidFill>
                  <a:prstClr val="black"/>
                </a:solidFill>
                <a:effectLst/>
                <a:uLnTx/>
                <a:uFillTx/>
                <a:latin typeface="MTMI"/>
                <a:ea typeface="+mn-ea"/>
                <a:cs typeface="+mn-cs"/>
              </a:rPr>
              <a:t>m</a:t>
            </a:r>
            <a:r>
              <a:rPr kumimoji="0" lang="pt-BR" sz="2400" b="0" i="0" u="none" strike="noStrike" kern="1200" cap="none" spc="0" normalizeH="0" baseline="0" noProof="0" dirty="0">
                <a:ln>
                  <a:noFill/>
                </a:ln>
                <a:solidFill>
                  <a:prstClr val="black"/>
                </a:solidFill>
                <a:effectLst/>
                <a:uLnTx/>
                <a:uFillTx/>
                <a:latin typeface="TimesTen-Roman"/>
                <a:ea typeface="+mn-ea"/>
                <a:cs typeface="+mn-cs"/>
              </a:rPr>
              <a:t>]  </a:t>
            </a:r>
            <a:r>
              <a:rPr kumimoji="0" lang="pt-BR" sz="2400" b="0" i="1" u="none" strike="noStrike" kern="1200" cap="none" spc="0" normalizeH="0" baseline="0" noProof="0" dirty="0">
                <a:ln>
                  <a:noFill/>
                </a:ln>
                <a:solidFill>
                  <a:prstClr val="black"/>
                </a:solidFill>
                <a:effectLst/>
                <a:uLnTx/>
                <a:uFillTx/>
                <a:latin typeface="MTMI"/>
                <a:ea typeface="+mn-ea"/>
                <a:cs typeface="+mn-cs"/>
              </a:rPr>
              <a:t>r </a:t>
            </a:r>
            <a:r>
              <a:rPr kumimoji="0" lang="pt-BR" sz="2400" b="0" i="0" u="none" strike="noStrike" kern="1200" cap="none" spc="0" normalizeH="0" baseline="0" noProof="0" dirty="0">
                <a:ln>
                  <a:noFill/>
                </a:ln>
                <a:solidFill>
                  <a:prstClr val="black"/>
                </a:solidFill>
                <a:effectLst/>
                <a:uLnTx/>
                <a:uFillTx/>
                <a:latin typeface="MTSYN"/>
                <a:ea typeface="+mn-ea"/>
                <a:cs typeface="+mn-cs"/>
              </a:rPr>
              <a:t>← </a:t>
            </a:r>
            <a:r>
              <a:rPr kumimoji="0" lang="pt-BR" sz="2400" b="0" i="1" u="none" strike="noStrike" kern="1200" cap="none" spc="0" normalizeH="0" baseline="0" noProof="0" dirty="0">
                <a:ln>
                  <a:noFill/>
                </a:ln>
                <a:solidFill>
                  <a:prstClr val="black"/>
                </a:solidFill>
                <a:effectLst/>
                <a:uLnTx/>
                <a:uFillTx/>
                <a:latin typeface="MTMI"/>
                <a:ea typeface="+mn-ea"/>
                <a:cs typeface="+mn-cs"/>
              </a:rPr>
              <a:t>m </a:t>
            </a:r>
            <a:r>
              <a:rPr kumimoji="0" lang="pt-BR" sz="2400" b="0" i="0" u="none" strike="noStrike" kern="1200" cap="none" spc="0" normalizeH="0" baseline="0" noProof="0" dirty="0">
                <a:ln>
                  <a:noFill/>
                </a:ln>
                <a:solidFill>
                  <a:prstClr val="black"/>
                </a:solidFill>
                <a:effectLst/>
                <a:uLnTx/>
                <a:uFillTx/>
                <a:latin typeface="MTSYN"/>
                <a:ea typeface="+mn-ea"/>
                <a:cs typeface="+mn-cs"/>
              </a:rPr>
              <a:t>− </a:t>
            </a:r>
            <a:r>
              <a:rPr kumimoji="0" lang="pt-BR" sz="2400" b="0" i="0" u="none" strike="noStrike" kern="1200" cap="none" spc="0" normalizeH="0" baseline="0" noProof="0" dirty="0">
                <a:ln>
                  <a:noFill/>
                </a:ln>
                <a:solidFill>
                  <a:prstClr val="black"/>
                </a:solidFill>
                <a:effectLst/>
                <a:uLnTx/>
                <a:uFillTx/>
                <a:latin typeface="TimesTen-Roman"/>
                <a:ea typeface="+mn-ea"/>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TimesTen-Bold"/>
                <a:ea typeface="+mn-ea"/>
                <a:cs typeface="+mn-cs"/>
              </a:rPr>
              <a:t>    else </a:t>
            </a:r>
            <a:r>
              <a:rPr kumimoji="0" lang="en-IN" sz="2400" b="0" i="1" u="none" strike="noStrike" kern="1200" cap="none" spc="0" normalizeH="0" baseline="0" noProof="0" dirty="0">
                <a:ln>
                  <a:noFill/>
                </a:ln>
                <a:solidFill>
                  <a:prstClr val="black"/>
                </a:solidFill>
                <a:effectLst/>
                <a:uLnTx/>
                <a:uFillTx/>
                <a:latin typeface="MTMI"/>
                <a:ea typeface="+mn-ea"/>
                <a:cs typeface="+mn-cs"/>
              </a:rPr>
              <a:t>l </a:t>
            </a:r>
            <a:r>
              <a:rPr kumimoji="0" lang="en-IN" sz="2400" b="0" i="0" u="none" strike="noStrike" kern="1200" cap="none" spc="0" normalizeH="0" baseline="0" noProof="0" dirty="0">
                <a:ln>
                  <a:noFill/>
                </a:ln>
                <a:solidFill>
                  <a:prstClr val="black"/>
                </a:solidFill>
                <a:effectLst/>
                <a:uLnTx/>
                <a:uFillTx/>
                <a:latin typeface="MTSYN"/>
                <a:ea typeface="+mn-ea"/>
                <a:cs typeface="+mn-cs"/>
              </a:rPr>
              <a:t>← </a:t>
            </a:r>
            <a:r>
              <a:rPr kumimoji="0" lang="en-IN" sz="2400" b="0" i="1" u="none" strike="noStrike" kern="1200" cap="none" spc="0" normalizeH="0" baseline="0" noProof="0" dirty="0">
                <a:ln>
                  <a:noFill/>
                </a:ln>
                <a:solidFill>
                  <a:prstClr val="black"/>
                </a:solidFill>
                <a:effectLst/>
                <a:uLnTx/>
                <a:uFillTx/>
                <a:latin typeface="MTMI"/>
                <a:ea typeface="+mn-ea"/>
                <a:cs typeface="+mn-cs"/>
              </a:rPr>
              <a:t>m </a:t>
            </a:r>
            <a:r>
              <a:rPr kumimoji="0" lang="en-IN" sz="2400" b="0" i="0" u="none" strike="noStrike" kern="1200" cap="none" spc="0" normalizeH="0" baseline="0" noProof="0" dirty="0">
                <a:ln>
                  <a:noFill/>
                </a:ln>
                <a:solidFill>
                  <a:prstClr val="black"/>
                </a:solidFill>
                <a:effectLst/>
                <a:uLnTx/>
                <a:uFillTx/>
                <a:latin typeface="MTSYN"/>
                <a:ea typeface="+mn-ea"/>
                <a:cs typeface="+mn-cs"/>
              </a:rPr>
              <a:t>+ </a:t>
            </a:r>
            <a:r>
              <a:rPr kumimoji="0" lang="en-IN" sz="2400" b="0" i="0" u="none" strike="noStrike" kern="1200" cap="none" spc="0" normalizeH="0" baseline="0" noProof="0" dirty="0">
                <a:ln>
                  <a:noFill/>
                </a:ln>
                <a:solidFill>
                  <a:prstClr val="black"/>
                </a:solidFill>
                <a:effectLst/>
                <a:uLnTx/>
                <a:uFillTx/>
                <a:latin typeface="TimesTen-Roman"/>
                <a:ea typeface="+mn-ea"/>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TimesTen-Bold"/>
                <a:ea typeface="+mn-ea"/>
                <a:cs typeface="+mn-cs"/>
              </a:rPr>
              <a:t>return </a:t>
            </a:r>
            <a:r>
              <a:rPr kumimoji="0" lang="en-IN" sz="2400" b="0" i="0" u="none" strike="noStrike" kern="1200" cap="none" spc="0" normalizeH="0" baseline="0" noProof="0" dirty="0">
                <a:ln>
                  <a:noFill/>
                </a:ln>
                <a:solidFill>
                  <a:prstClr val="black"/>
                </a:solidFill>
                <a:effectLst/>
                <a:uLnTx/>
                <a:uFillTx/>
                <a:latin typeface="MTSYN"/>
                <a:ea typeface="+mn-ea"/>
                <a:cs typeface="+mn-cs"/>
              </a:rPr>
              <a:t>−</a:t>
            </a:r>
            <a:r>
              <a:rPr kumimoji="0" lang="en-IN" sz="2400" b="0" i="0" u="none" strike="noStrike" kern="1200" cap="none" spc="0" normalizeH="0" baseline="0" noProof="0" dirty="0">
                <a:ln>
                  <a:noFill/>
                </a:ln>
                <a:solidFill>
                  <a:prstClr val="black"/>
                </a:solidFill>
                <a:effectLst/>
                <a:uLnTx/>
                <a:uFillTx/>
                <a:latin typeface="TimesTen-Roman"/>
                <a:ea typeface="+mn-ea"/>
                <a:cs typeface="+mn-cs"/>
              </a:rPr>
              <a:t>1</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6839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a:extLst>
              <a:ext uri="{FF2B5EF4-FFF2-40B4-BE49-F238E27FC236}">
                <a16:creationId xmlns:a16="http://schemas.microsoft.com/office/drawing/2014/main" id="{C3AE633A-4FE9-7DA3-D784-2DF583BBDD14}"/>
              </a:ext>
            </a:extLst>
          </p:cNvPr>
          <p:cNvSpPr>
            <a:spLocks noGrp="1" noChangeArrowheads="1"/>
          </p:cNvSpPr>
          <p:nvPr>
            <p:ph type="title"/>
          </p:nvPr>
        </p:nvSpPr>
        <p:spPr/>
        <p:txBody>
          <a:bodyPr/>
          <a:lstStyle/>
          <a:p>
            <a:pPr>
              <a:defRPr/>
            </a:pPr>
            <a:r>
              <a:rPr lang="en-US" altLang="en-US"/>
              <a:t>Binary Search</a:t>
            </a:r>
          </a:p>
        </p:txBody>
      </p:sp>
      <p:sp>
        <p:nvSpPr>
          <p:cNvPr id="301059" name="Rectangle 3">
            <a:extLst>
              <a:ext uri="{FF2B5EF4-FFF2-40B4-BE49-F238E27FC236}">
                <a16:creationId xmlns:a16="http://schemas.microsoft.com/office/drawing/2014/main" id="{83DB7DD6-C7C5-2DD9-4C2D-E178281E4BFE}"/>
              </a:ext>
            </a:extLst>
          </p:cNvPr>
          <p:cNvSpPr>
            <a:spLocks noGrp="1" noChangeArrowheads="1"/>
          </p:cNvSpPr>
          <p:nvPr>
            <p:ph type="body" idx="1"/>
          </p:nvPr>
        </p:nvSpPr>
        <p:spPr>
          <a:xfrm>
            <a:off x="2133600" y="1143001"/>
            <a:ext cx="8534400" cy="5438775"/>
          </a:xfrm>
        </p:spPr>
        <p:txBody>
          <a:bodyPr/>
          <a:lstStyle/>
          <a:p>
            <a:pPr>
              <a:lnSpc>
                <a:spcPct val="80000"/>
              </a:lnSpc>
              <a:buFont typeface="Monotype Sorts" pitchFamily="2" charset="2"/>
              <a:buNone/>
              <a:defRPr/>
            </a:pPr>
            <a:r>
              <a:rPr lang="en-US" altLang="en-US" dirty="0">
                <a:sym typeface="Symbol" panose="05050102010706020507" pitchFamily="18" charset="2"/>
              </a:rPr>
              <a:t>int </a:t>
            </a:r>
            <a:r>
              <a:rPr lang="en-US" altLang="en-US" dirty="0" err="1">
                <a:sym typeface="Symbol" panose="05050102010706020507" pitchFamily="18" charset="2"/>
              </a:rPr>
              <a:t>binarySearch</a:t>
            </a:r>
            <a:r>
              <a:rPr lang="en-US" altLang="en-US" dirty="0">
                <a:sym typeface="Symbol" panose="05050102010706020507" pitchFamily="18" charset="2"/>
              </a:rPr>
              <a:t>(int a[], int n, const int  x, int l, int r)</a:t>
            </a:r>
          </a:p>
          <a:p>
            <a:pPr>
              <a:lnSpc>
                <a:spcPct val="80000"/>
              </a:lnSpc>
              <a:buFont typeface="Monotype Sorts" pitchFamily="2" charset="2"/>
              <a:buNone/>
              <a:defRPr/>
            </a:pPr>
            <a:r>
              <a:rPr lang="en-US" altLang="en-US" dirty="0">
                <a:sym typeface="Symbol" panose="05050102010706020507" pitchFamily="18" charset="2"/>
              </a:rPr>
              <a:t>{</a:t>
            </a:r>
          </a:p>
          <a:p>
            <a:pPr>
              <a:lnSpc>
                <a:spcPct val="80000"/>
              </a:lnSpc>
              <a:buFont typeface="Monotype Sorts" pitchFamily="2" charset="2"/>
              <a:buNone/>
              <a:defRPr/>
            </a:pPr>
            <a:r>
              <a:rPr lang="en-US" altLang="en-US" dirty="0">
                <a:sym typeface="Symbol" panose="05050102010706020507" pitchFamily="18" charset="2"/>
              </a:rPr>
              <a:t> if(</a:t>
            </a:r>
            <a:r>
              <a:rPr lang="en-US" altLang="en-US">
                <a:sym typeface="Symbol" panose="05050102010706020507" pitchFamily="18" charset="2"/>
              </a:rPr>
              <a:t>l &gt; </a:t>
            </a:r>
            <a:r>
              <a:rPr lang="en-US" altLang="en-US" dirty="0">
                <a:sym typeface="Symbol" panose="05050102010706020507" pitchFamily="18" charset="2"/>
              </a:rPr>
              <a:t>r) return -1; // x not found</a:t>
            </a:r>
          </a:p>
          <a:p>
            <a:pPr>
              <a:lnSpc>
                <a:spcPct val="80000"/>
              </a:lnSpc>
              <a:buFont typeface="Monotype Sorts" pitchFamily="2" charset="2"/>
              <a:buNone/>
              <a:defRPr/>
            </a:pPr>
            <a:endParaRPr lang="en-US" altLang="en-US" dirty="0">
              <a:sym typeface="Symbol" panose="05050102010706020507" pitchFamily="18" charset="2"/>
            </a:endParaRPr>
          </a:p>
          <a:p>
            <a:pPr>
              <a:lnSpc>
                <a:spcPct val="80000"/>
              </a:lnSpc>
              <a:buFont typeface="Monotype Sorts" pitchFamily="2" charset="2"/>
              <a:buNone/>
              <a:defRPr/>
            </a:pPr>
            <a:endParaRPr lang="en-US" altLang="en-US" dirty="0">
              <a:sym typeface="Symbol" panose="05050102010706020507" pitchFamily="18" charset="2"/>
            </a:endParaRPr>
          </a:p>
          <a:p>
            <a:pPr>
              <a:lnSpc>
                <a:spcPct val="80000"/>
              </a:lnSpc>
              <a:buFont typeface="Monotype Sorts" pitchFamily="2" charset="2"/>
              <a:buNone/>
              <a:defRPr/>
            </a:pPr>
            <a:endParaRPr lang="en-US" altLang="en-US" dirty="0">
              <a:sym typeface="Symbol" panose="05050102010706020507" pitchFamily="18" charset="2"/>
            </a:endParaRPr>
          </a:p>
          <a:p>
            <a:pPr>
              <a:lnSpc>
                <a:spcPct val="80000"/>
              </a:lnSpc>
              <a:buFont typeface="Monotype Sorts" pitchFamily="2" charset="2"/>
              <a:buNone/>
              <a:defRPr/>
            </a:pPr>
            <a:r>
              <a:rPr lang="en-US" altLang="en-US" dirty="0">
                <a:sym typeface="Symbol" panose="05050102010706020507" pitchFamily="18" charset="2"/>
              </a:rPr>
              <a:t>      int m = (l + r)/2;   </a:t>
            </a:r>
          </a:p>
          <a:p>
            <a:pPr>
              <a:lnSpc>
                <a:spcPct val="80000"/>
              </a:lnSpc>
              <a:buFont typeface="Monotype Sorts" pitchFamily="2" charset="2"/>
              <a:buNone/>
              <a:defRPr/>
            </a:pPr>
            <a:r>
              <a:rPr lang="en-US" altLang="en-US" dirty="0">
                <a:sym typeface="Symbol" panose="05050102010706020507" pitchFamily="18" charset="2"/>
              </a:rPr>
              <a:t>      if (x == a[m]) return m;</a:t>
            </a:r>
          </a:p>
          <a:p>
            <a:pPr>
              <a:lnSpc>
                <a:spcPct val="80000"/>
              </a:lnSpc>
              <a:buFont typeface="Monotype Sorts" pitchFamily="2" charset="2"/>
              <a:buNone/>
              <a:defRPr/>
            </a:pPr>
            <a:r>
              <a:rPr lang="en-US" altLang="en-US" dirty="0">
                <a:sym typeface="Symbol" panose="05050102010706020507" pitchFamily="18" charset="2"/>
              </a:rPr>
              <a:t>      else if (x &gt; a[m])  </a:t>
            </a:r>
            <a:r>
              <a:rPr lang="en-US" altLang="en-US" dirty="0" err="1">
                <a:sym typeface="Symbol" panose="05050102010706020507" pitchFamily="18" charset="2"/>
              </a:rPr>
              <a:t>binarySearch</a:t>
            </a:r>
            <a:r>
              <a:rPr lang="en-US" altLang="en-US" dirty="0">
                <a:sym typeface="Symbol" panose="05050102010706020507" pitchFamily="18" charset="2"/>
              </a:rPr>
              <a:t>(a, n, x, m+1, r);}</a:t>
            </a:r>
          </a:p>
          <a:p>
            <a:pPr>
              <a:lnSpc>
                <a:spcPct val="80000"/>
              </a:lnSpc>
              <a:buFont typeface="Monotype Sorts" pitchFamily="2" charset="2"/>
              <a:buNone/>
              <a:defRPr/>
            </a:pPr>
            <a:r>
              <a:rPr lang="en-US" altLang="en-US" dirty="0">
                <a:sym typeface="Symbol" panose="05050102010706020507" pitchFamily="18" charset="2"/>
              </a:rPr>
              <a:t>	  else  </a:t>
            </a:r>
            <a:r>
              <a:rPr lang="en-US" altLang="en-US" dirty="0" err="1">
                <a:sym typeface="Symbol" panose="05050102010706020507" pitchFamily="18" charset="2"/>
              </a:rPr>
              <a:t>binarySearch</a:t>
            </a:r>
            <a:r>
              <a:rPr lang="en-US" altLang="en-US" dirty="0">
                <a:sym typeface="Symbol" panose="05050102010706020507" pitchFamily="18" charset="2"/>
              </a:rPr>
              <a:t>(a, n, x,  l, m-1);</a:t>
            </a:r>
          </a:p>
          <a:p>
            <a:pPr>
              <a:lnSpc>
                <a:spcPct val="80000"/>
              </a:lnSpc>
              <a:buFont typeface="Monotype Sorts" pitchFamily="2" charset="2"/>
              <a:buNone/>
              <a:defRPr/>
            </a:pPr>
            <a:r>
              <a:rPr lang="en-US" altLang="en-US" dirty="0">
                <a:sym typeface="Symbol" panose="05050102010706020507" pitchFamily="18" charset="2"/>
              </a:rPr>
              <a:t>   </a:t>
            </a:r>
          </a:p>
          <a:p>
            <a:pPr>
              <a:lnSpc>
                <a:spcPct val="80000"/>
              </a:lnSpc>
              <a:buFont typeface="Monotype Sorts" pitchFamily="2" charset="2"/>
              <a:buNone/>
              <a:defRPr/>
            </a:pPr>
            <a:r>
              <a:rPr lang="en-US" altLang="en-US" dirty="0">
                <a:sym typeface="Symbol" panose="05050102010706020507" pitchFamily="18" charset="2"/>
              </a:rPr>
              <a:t>   </a:t>
            </a:r>
          </a:p>
          <a:p>
            <a:pPr>
              <a:lnSpc>
                <a:spcPct val="80000"/>
              </a:lnSpc>
              <a:buFont typeface="Monotype Sorts" pitchFamily="2" charset="2"/>
              <a:buNone/>
              <a:defRPr/>
            </a:pPr>
            <a:r>
              <a:rPr lang="en-US" altLang="en-US" dirty="0">
                <a:sym typeface="Symbol" panose="05050102010706020507" pitchFamily="18" charset="2"/>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355E7-91AB-70A1-E904-7FB67BD4FC5A}"/>
              </a:ext>
            </a:extLst>
          </p:cNvPr>
          <p:cNvSpPr>
            <a:spLocks noGrp="1"/>
          </p:cNvSpPr>
          <p:nvPr>
            <p:ph type="title"/>
          </p:nvPr>
        </p:nvSpPr>
        <p:spPr/>
        <p:txBody>
          <a:bodyPr/>
          <a:lstStyle/>
          <a:p>
            <a:pPr>
              <a:defRPr/>
            </a:pPr>
            <a:r>
              <a:rPr lang="en-US" dirty="0"/>
              <a:t>Binary Search Complexity</a:t>
            </a:r>
          </a:p>
        </p:txBody>
      </p:sp>
      <p:sp>
        <p:nvSpPr>
          <p:cNvPr id="3" name="Content Placeholder 2">
            <a:extLst>
              <a:ext uri="{FF2B5EF4-FFF2-40B4-BE49-F238E27FC236}">
                <a16:creationId xmlns:a16="http://schemas.microsoft.com/office/drawing/2014/main" id="{5A21A8B6-7FFC-AA3D-87C8-0F19524BCDCB}"/>
              </a:ext>
            </a:extLst>
          </p:cNvPr>
          <p:cNvSpPr>
            <a:spLocks noGrp="1"/>
          </p:cNvSpPr>
          <p:nvPr>
            <p:ph idx="1"/>
          </p:nvPr>
        </p:nvSpPr>
        <p:spPr/>
        <p:txBody>
          <a:bodyPr/>
          <a:lstStyle/>
          <a:p>
            <a:pPr>
              <a:defRPr/>
            </a:pPr>
            <a:r>
              <a:rPr lang="en-US" dirty="0"/>
              <a:t>T(n) = T(n/2) + c   ,  T(1) = d, where d is a constant</a:t>
            </a:r>
          </a:p>
          <a:p>
            <a:pPr>
              <a:defRPr/>
            </a:pPr>
            <a:r>
              <a:rPr lang="en-US" dirty="0"/>
              <a:t> T(n) = T(n/2) + c = T(n/2</a:t>
            </a:r>
            <a:r>
              <a:rPr lang="en-US" baseline="30000" dirty="0"/>
              <a:t>2</a:t>
            </a:r>
            <a:r>
              <a:rPr lang="en-US" dirty="0"/>
              <a:t>) + 2c = ….. =T(n/2</a:t>
            </a:r>
            <a:r>
              <a:rPr lang="en-US" baseline="30000" dirty="0"/>
              <a:t>k</a:t>
            </a:r>
            <a:r>
              <a:rPr lang="en-US" dirty="0"/>
              <a:t>) + kc </a:t>
            </a:r>
          </a:p>
          <a:p>
            <a:pPr>
              <a:defRPr/>
            </a:pPr>
            <a:r>
              <a:rPr lang="en-US" dirty="0"/>
              <a:t>          = kc + d  (Assuming n=2</a:t>
            </a:r>
            <a:r>
              <a:rPr lang="en-US" baseline="30000" dirty="0"/>
              <a:t>k</a:t>
            </a:r>
            <a:r>
              <a:rPr lang="en-US" dirty="0"/>
              <a:t> , which implies k = </a:t>
            </a:r>
            <a:r>
              <a:rPr lang="en-US" dirty="0" err="1"/>
              <a:t>logn</a:t>
            </a:r>
            <a:r>
              <a:rPr lang="en-US" dirty="0"/>
              <a:t>) </a:t>
            </a:r>
          </a:p>
          <a:p>
            <a:pPr>
              <a:defRPr/>
            </a:pPr>
            <a:r>
              <a:rPr lang="en-US" dirty="0"/>
              <a:t>           = O(log 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1B08B-BF75-799F-363E-34405AA81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CB33F-5923-DF67-44EA-FCC67BC88397}"/>
              </a:ext>
            </a:extLst>
          </p:cNvPr>
          <p:cNvSpPr>
            <a:spLocks noGrp="1"/>
          </p:cNvSpPr>
          <p:nvPr>
            <p:ph type="title"/>
          </p:nvPr>
        </p:nvSpPr>
        <p:spPr/>
        <p:txBody>
          <a:bodyPr/>
          <a:lstStyle/>
          <a:p>
            <a:r>
              <a:rPr lang="en-US" altLang="en-US" dirty="0"/>
              <a:t>Analysis of Binary Search</a:t>
            </a:r>
            <a:endParaRPr lang="en-IN" dirty="0"/>
          </a:p>
        </p:txBody>
      </p:sp>
      <p:sp>
        <p:nvSpPr>
          <p:cNvPr id="3" name="Content Placeholder 2">
            <a:extLst>
              <a:ext uri="{FF2B5EF4-FFF2-40B4-BE49-F238E27FC236}">
                <a16:creationId xmlns:a16="http://schemas.microsoft.com/office/drawing/2014/main" id="{5F72C399-EC72-319B-868A-3665BF0AC559}"/>
              </a:ext>
            </a:extLst>
          </p:cNvPr>
          <p:cNvSpPr>
            <a:spLocks noGrp="1"/>
          </p:cNvSpPr>
          <p:nvPr>
            <p:ph idx="1"/>
          </p:nvPr>
        </p:nvSpPr>
        <p:spPr/>
        <p:txBody>
          <a:bodyPr>
            <a:normAutofit/>
          </a:bodyPr>
          <a:lstStyle/>
          <a:p>
            <a:pPr>
              <a:defRPr/>
            </a:pPr>
            <a:r>
              <a:rPr lang="en-US" altLang="en-US" dirty="0">
                <a:cs typeface="Times New Roman" panose="02020603050405020304" pitchFamily="18" charset="0"/>
              </a:rPr>
              <a:t>This is VERY fast: </a:t>
            </a:r>
            <a:r>
              <a:rPr lang="en-US" altLang="en-US" dirty="0">
                <a:sym typeface="Symbol" panose="05050102010706020507" pitchFamily="18" charset="2"/>
              </a:rPr>
              <a:t>e.g., T(2</a:t>
            </a:r>
            <a:r>
              <a:rPr lang="en-US" altLang="en-US" baseline="30000" dirty="0">
                <a:sym typeface="Symbol" panose="05050102010706020507" pitchFamily="18" charset="2"/>
              </a:rPr>
              <a:t>60</a:t>
            </a:r>
            <a:r>
              <a:rPr lang="en-US" altLang="en-US" dirty="0">
                <a:sym typeface="Symbol" panose="05050102010706020507" pitchFamily="18" charset="2"/>
              </a:rPr>
              <a:t>) = 60</a:t>
            </a:r>
          </a:p>
          <a:p>
            <a:pPr>
              <a:defRPr/>
            </a:pPr>
            <a:endParaRPr lang="en-US" altLang="en-US" dirty="0">
              <a:sym typeface="Symbol" panose="05050102010706020507" pitchFamily="18" charset="2"/>
            </a:endParaRPr>
          </a:p>
          <a:p>
            <a:pPr>
              <a:defRPr/>
            </a:pPr>
            <a:r>
              <a:rPr lang="en-US" altLang="en-US" dirty="0">
                <a:sym typeface="Symbol" panose="05050102010706020507" pitchFamily="18" charset="2"/>
              </a:rPr>
              <a:t>Sequential search will take O (2</a:t>
            </a:r>
            <a:r>
              <a:rPr lang="en-US" altLang="en-US" baseline="30000" dirty="0">
                <a:sym typeface="Symbol" panose="05050102010706020507" pitchFamily="18" charset="2"/>
              </a:rPr>
              <a:t>60</a:t>
            </a:r>
            <a:r>
              <a:rPr lang="en-US" altLang="en-US" dirty="0">
                <a:sym typeface="Symbol" panose="05050102010706020507" pitchFamily="18" charset="2"/>
              </a:rPr>
              <a:t>) </a:t>
            </a:r>
            <a:br>
              <a:rPr lang="en-US" altLang="en-US" dirty="0">
                <a:sym typeface="Symbol" panose="05050102010706020507" pitchFamily="18" charset="2"/>
              </a:rPr>
            </a:br>
            <a:endParaRPr lang="en-US" altLang="en-US" dirty="0"/>
          </a:p>
          <a:p>
            <a:pPr>
              <a:defRPr/>
            </a:pPr>
            <a:r>
              <a:rPr lang="en-US" altLang="en-US" dirty="0"/>
              <a:t>Optimal for searching a sorted array</a:t>
            </a:r>
            <a:br>
              <a:rPr lang="en-US" altLang="en-US" dirty="0"/>
            </a:br>
            <a:endParaRPr lang="en-US" altLang="en-US" dirty="0"/>
          </a:p>
          <a:p>
            <a:pPr>
              <a:defRPr/>
            </a:pPr>
            <a:r>
              <a:rPr lang="en-US" altLang="en-US" dirty="0"/>
              <a:t>Limitations: must be a sorted array </a:t>
            </a:r>
            <a:endParaRPr lang="en-IN" dirty="0"/>
          </a:p>
        </p:txBody>
      </p:sp>
    </p:spTree>
    <p:extLst>
      <p:ext uri="{BB962C8B-B14F-4D97-AF65-F5344CB8AC3E}">
        <p14:creationId xmlns:p14="http://schemas.microsoft.com/office/powerpoint/2010/main" val="2018937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FD878B32-5377-4380-A357-5C7685557050}"/>
              </a:ext>
            </a:extLst>
          </p:cNvPr>
          <p:cNvSpPr>
            <a:spLocks noGrp="1"/>
          </p:cNvSpPr>
          <p:nvPr>
            <p:ph type="sldNum" sz="quarter" idx="10"/>
          </p:nvPr>
        </p:nvSpPr>
        <p:spPr>
          <a:xfrm>
            <a:off x="8077200" y="6248400"/>
            <a:ext cx="2133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82945" tIns="41473" rIns="82945" bIns="41473" rtlCol="0" anchor="ctr"/>
          <a:lstStyle>
            <a:lvl1pPr>
              <a:defRPr sz="1400">
                <a:solidFill>
                  <a:schemeClr val="tx1"/>
                </a:solidFill>
                <a:latin typeface="Courier New" panose="02070309020205020404" pitchFamily="49" charset="0"/>
                <a:ea typeface="MS PGothic" panose="020B0600070205080204" pitchFamily="34" charset="-128"/>
              </a:defRPr>
            </a:lvl1pPr>
            <a:lvl2pPr marL="742950" indent="-285750">
              <a:defRPr sz="1400">
                <a:solidFill>
                  <a:schemeClr val="tx1"/>
                </a:solidFill>
                <a:latin typeface="Courier New" panose="02070309020205020404" pitchFamily="49" charset="0"/>
                <a:ea typeface="MS PGothic" panose="020B0600070205080204" pitchFamily="34" charset="-128"/>
              </a:defRPr>
            </a:lvl2pPr>
            <a:lvl3pPr marL="1143000" indent="-228600">
              <a:defRPr sz="1400">
                <a:solidFill>
                  <a:schemeClr val="tx1"/>
                </a:solidFill>
                <a:latin typeface="Courier New" panose="02070309020205020404" pitchFamily="49" charset="0"/>
                <a:ea typeface="MS PGothic" panose="020B0600070205080204" pitchFamily="34" charset="-128"/>
              </a:defRPr>
            </a:lvl3pPr>
            <a:lvl4pPr marL="1600200" indent="-228600">
              <a:defRPr sz="1400">
                <a:solidFill>
                  <a:schemeClr val="tx1"/>
                </a:solidFill>
                <a:latin typeface="Courier New" panose="02070309020205020404" pitchFamily="49" charset="0"/>
                <a:ea typeface="MS PGothic" panose="020B0600070205080204" pitchFamily="34" charset="-128"/>
              </a:defRPr>
            </a:lvl4pPr>
            <a:lvl5pPr marL="2057400" indent="-228600">
              <a:defRPr sz="1400">
                <a:solidFill>
                  <a:schemeClr val="tx1"/>
                </a:solidFill>
                <a:latin typeface="Courier New" panose="02070309020205020404" pitchFamily="49"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Courier New" panose="02070309020205020404" pitchFamily="49" charset="0"/>
                <a:ea typeface="MS PGothic" panose="020B0600070205080204" pitchFamily="34" charset="-128"/>
              </a:defRPr>
            </a:lvl9pPr>
          </a:lstStyle>
          <a:p>
            <a:fld id="{389DFA22-A611-442C-8521-2460A4DA5BF0}" type="slidenum">
              <a:rPr lang="en-US" altLang="en-US" sz="800">
                <a:latin typeface="Arial Black" panose="020B0A04020102020204" pitchFamily="34" charset="0"/>
              </a:rPr>
              <a:pPr/>
              <a:t>31</a:t>
            </a:fld>
            <a:endParaRPr lang="en-US" altLang="en-US" sz="800">
              <a:latin typeface="Arial Black" panose="020B0A04020102020204" pitchFamily="34" charset="0"/>
            </a:endParaRPr>
          </a:p>
        </p:txBody>
      </p:sp>
      <p:sp>
        <p:nvSpPr>
          <p:cNvPr id="26627" name="Rectangle 2">
            <a:extLst>
              <a:ext uri="{FF2B5EF4-FFF2-40B4-BE49-F238E27FC236}">
                <a16:creationId xmlns:a16="http://schemas.microsoft.com/office/drawing/2014/main" id="{65A62EFF-63EF-44D1-B26F-8C62AA548BB6}"/>
              </a:ext>
            </a:extLst>
          </p:cNvPr>
          <p:cNvSpPr>
            <a:spLocks noGrp="1" noChangeArrowheads="1"/>
          </p:cNvSpPr>
          <p:nvPr>
            <p:ph type="title"/>
          </p:nvPr>
        </p:nvSpPr>
        <p:spPr>
          <a:xfrm>
            <a:off x="2155825" y="2668589"/>
            <a:ext cx="8229600" cy="1373187"/>
          </a:xfrm>
        </p:spPr>
        <p:txBody>
          <a:bodyPr/>
          <a:lstStyle/>
          <a:p>
            <a:pPr eaLnBrk="1" hangingPunct="1"/>
            <a:r>
              <a:rPr lang="en-US" altLang="en-US" sz="4900" b="1" dirty="0"/>
              <a:t>Topological Sort</a:t>
            </a:r>
          </a:p>
        </p:txBody>
      </p:sp>
    </p:spTree>
    <p:extLst>
      <p:ext uri="{BB962C8B-B14F-4D97-AF65-F5344CB8AC3E}">
        <p14:creationId xmlns:p14="http://schemas.microsoft.com/office/powerpoint/2010/main" val="2458596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0AB7784-C175-95F7-8BFD-275E7416CB8C}"/>
              </a:ext>
            </a:extLst>
          </p:cNvPr>
          <p:cNvPicPr>
            <a:picLocks noGrp="1" noChangeAspect="1"/>
          </p:cNvPicPr>
          <p:nvPr>
            <p:ph idx="1"/>
          </p:nvPr>
        </p:nvPicPr>
        <p:blipFill>
          <a:blip r:embed="rId2"/>
          <a:stretch>
            <a:fillRect/>
          </a:stretch>
        </p:blipFill>
        <p:spPr>
          <a:xfrm>
            <a:off x="1120612" y="1209822"/>
            <a:ext cx="8825246" cy="4951459"/>
          </a:xfrm>
        </p:spPr>
      </p:pic>
    </p:spTree>
    <p:extLst>
      <p:ext uri="{BB962C8B-B14F-4D97-AF65-F5344CB8AC3E}">
        <p14:creationId xmlns:p14="http://schemas.microsoft.com/office/powerpoint/2010/main" val="1110712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C7DAA-A50B-086E-64BA-57EE9706550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80B5ADC-F94B-26DD-97E1-30208B7F932F}"/>
              </a:ext>
            </a:extLst>
          </p:cNvPr>
          <p:cNvPicPr>
            <a:picLocks noGrp="1" noChangeAspect="1"/>
          </p:cNvPicPr>
          <p:nvPr>
            <p:ph idx="1"/>
          </p:nvPr>
        </p:nvPicPr>
        <p:blipFill>
          <a:blip r:embed="rId2"/>
          <a:stretch>
            <a:fillRect/>
          </a:stretch>
        </p:blipFill>
        <p:spPr>
          <a:xfrm>
            <a:off x="1270078" y="534572"/>
            <a:ext cx="8633577" cy="6201968"/>
          </a:xfrm>
        </p:spPr>
      </p:pic>
    </p:spTree>
    <p:extLst>
      <p:ext uri="{BB962C8B-B14F-4D97-AF65-F5344CB8AC3E}">
        <p14:creationId xmlns:p14="http://schemas.microsoft.com/office/powerpoint/2010/main" val="25784398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CAE9-02A0-399A-A84C-4656A0CD99C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B17B188-8E95-C56D-AFB3-C9C0BDF78288}"/>
              </a:ext>
            </a:extLst>
          </p:cNvPr>
          <p:cNvPicPr>
            <a:picLocks noGrp="1" noChangeAspect="1"/>
          </p:cNvPicPr>
          <p:nvPr>
            <p:ph idx="1"/>
          </p:nvPr>
        </p:nvPicPr>
        <p:blipFill>
          <a:blip r:embed="rId2"/>
          <a:stretch>
            <a:fillRect/>
          </a:stretch>
        </p:blipFill>
        <p:spPr>
          <a:xfrm>
            <a:off x="1111349" y="119946"/>
            <a:ext cx="8890780" cy="6589971"/>
          </a:xfrm>
        </p:spPr>
      </p:pic>
    </p:spTree>
    <p:extLst>
      <p:ext uri="{BB962C8B-B14F-4D97-AF65-F5344CB8AC3E}">
        <p14:creationId xmlns:p14="http://schemas.microsoft.com/office/powerpoint/2010/main" val="36013611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202FB-D073-479A-BE7D-7918517C6165}"/>
              </a:ext>
            </a:extLst>
          </p:cNvPr>
          <p:cNvSpPr>
            <a:spLocks noGrp="1"/>
          </p:cNvSpPr>
          <p:nvPr>
            <p:ph type="title"/>
          </p:nvPr>
        </p:nvSpPr>
        <p:spPr/>
        <p:txBody>
          <a:bodyPr/>
          <a:lstStyle/>
          <a:p>
            <a:r>
              <a:rPr lang="en-US" dirty="0"/>
              <a:t>Topological Sort </a:t>
            </a:r>
            <a:endParaRPr lang="en-IN" dirty="0"/>
          </a:p>
        </p:txBody>
      </p:sp>
      <p:sp>
        <p:nvSpPr>
          <p:cNvPr id="3" name="Content Placeholder 2">
            <a:extLst>
              <a:ext uri="{FF2B5EF4-FFF2-40B4-BE49-F238E27FC236}">
                <a16:creationId xmlns:a16="http://schemas.microsoft.com/office/drawing/2014/main" id="{49E0AF29-6877-4950-8CA8-BBD397CDB201}"/>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Topological sort can only be applied to </a:t>
            </a:r>
            <a:r>
              <a:rPr lang="en-US" sz="2400" b="1" dirty="0">
                <a:latin typeface="Times New Roman" panose="02020603050405020304" pitchFamily="18" charset="0"/>
                <a:cs typeface="Times New Roman" panose="02020603050405020304" pitchFamily="18" charset="0"/>
              </a:rPr>
              <a:t>Directed Acyclic Graphs (DAGs)</a:t>
            </a:r>
            <a:r>
              <a:rPr lang="en-US" sz="2400" dirty="0">
                <a:latin typeface="Times New Roman" panose="02020603050405020304" pitchFamily="18" charset="0"/>
                <a:cs typeface="Times New Roman" panose="02020603050405020304" pitchFamily="18" charset="0"/>
              </a:rPr>
              <a:t>. A DAG is a graph that has directed edges with no cycles.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If the digraph contains cycles, it is not possible to find a valid topological ordering.</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Topological sorting is commonly used in various applications, such as task scheduling, dependency resolution, and in finding a linear order of events in a system.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46905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DBD0CD-1B41-E130-90F5-38245140D171}"/>
              </a:ext>
            </a:extLst>
          </p:cNvPr>
          <p:cNvPicPr>
            <a:picLocks noChangeAspect="1"/>
          </p:cNvPicPr>
          <p:nvPr/>
        </p:nvPicPr>
        <p:blipFill>
          <a:blip r:embed="rId2"/>
          <a:stretch>
            <a:fillRect/>
          </a:stretch>
        </p:blipFill>
        <p:spPr>
          <a:xfrm>
            <a:off x="1055077" y="449007"/>
            <a:ext cx="8679766" cy="5131132"/>
          </a:xfrm>
          <a:prstGeom prst="rect">
            <a:avLst/>
          </a:prstGeom>
        </p:spPr>
      </p:pic>
    </p:spTree>
    <p:extLst>
      <p:ext uri="{BB962C8B-B14F-4D97-AF65-F5344CB8AC3E}">
        <p14:creationId xmlns:p14="http://schemas.microsoft.com/office/powerpoint/2010/main" val="34441737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AEA0F6-1BC7-EB02-D6A0-BDCB98D8994D}"/>
              </a:ext>
            </a:extLst>
          </p:cNvPr>
          <p:cNvPicPr>
            <a:picLocks noChangeAspect="1"/>
          </p:cNvPicPr>
          <p:nvPr/>
        </p:nvPicPr>
        <p:blipFill>
          <a:blip r:embed="rId2"/>
          <a:stretch>
            <a:fillRect/>
          </a:stretch>
        </p:blipFill>
        <p:spPr>
          <a:xfrm>
            <a:off x="1800664" y="964464"/>
            <a:ext cx="9008917" cy="516905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F3EFB10-E539-F8E7-AE39-C9DA8C12AB3D}"/>
                  </a:ext>
                </a:extLst>
              </p14:cNvPr>
              <p14:cNvContentPartPr/>
              <p14:nvPr/>
            </p14:nvContentPartPr>
            <p14:xfrm>
              <a:off x="4492745" y="3038123"/>
              <a:ext cx="107640" cy="255600"/>
            </p14:xfrm>
          </p:contentPart>
        </mc:Choice>
        <mc:Fallback xmlns="">
          <p:pic>
            <p:nvPicPr>
              <p:cNvPr id="4" name="Ink 3">
                <a:extLst>
                  <a:ext uri="{FF2B5EF4-FFF2-40B4-BE49-F238E27FC236}">
                    <a16:creationId xmlns:a16="http://schemas.microsoft.com/office/drawing/2014/main" id="{CF3EFB10-E539-F8E7-AE39-C9DA8C12AB3D}"/>
                  </a:ext>
                </a:extLst>
              </p:cNvPr>
              <p:cNvPicPr/>
              <p:nvPr/>
            </p:nvPicPr>
            <p:blipFill>
              <a:blip r:embed="rId4"/>
              <a:stretch>
                <a:fillRect/>
              </a:stretch>
            </p:blipFill>
            <p:spPr>
              <a:xfrm>
                <a:off x="4483745" y="3029483"/>
                <a:ext cx="12528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E23DC7A9-5A54-AB3B-49D6-3A30C2C668D2}"/>
                  </a:ext>
                </a:extLst>
              </p14:cNvPr>
              <p14:cNvContentPartPr/>
              <p14:nvPr/>
            </p14:nvContentPartPr>
            <p14:xfrm>
              <a:off x="4571585" y="3066563"/>
              <a:ext cx="57600" cy="236520"/>
            </p14:xfrm>
          </p:contentPart>
        </mc:Choice>
        <mc:Fallback xmlns="">
          <p:pic>
            <p:nvPicPr>
              <p:cNvPr id="9" name="Ink 8">
                <a:extLst>
                  <a:ext uri="{FF2B5EF4-FFF2-40B4-BE49-F238E27FC236}">
                    <a16:creationId xmlns:a16="http://schemas.microsoft.com/office/drawing/2014/main" id="{E23DC7A9-5A54-AB3B-49D6-3A30C2C668D2}"/>
                  </a:ext>
                </a:extLst>
              </p:cNvPr>
              <p:cNvPicPr/>
              <p:nvPr/>
            </p:nvPicPr>
            <p:blipFill>
              <a:blip r:embed="rId6"/>
              <a:stretch>
                <a:fillRect/>
              </a:stretch>
            </p:blipFill>
            <p:spPr>
              <a:xfrm>
                <a:off x="4562945" y="3057563"/>
                <a:ext cx="7524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6F70A2AC-55DD-FC93-368A-404694A60BBF}"/>
                  </a:ext>
                </a:extLst>
              </p14:cNvPr>
              <p14:cNvContentPartPr/>
              <p14:nvPr/>
            </p14:nvContentPartPr>
            <p14:xfrm>
              <a:off x="4529465" y="3235043"/>
              <a:ext cx="110520" cy="360"/>
            </p14:xfrm>
          </p:contentPart>
        </mc:Choice>
        <mc:Fallback xmlns="">
          <p:pic>
            <p:nvPicPr>
              <p:cNvPr id="11" name="Ink 10">
                <a:extLst>
                  <a:ext uri="{FF2B5EF4-FFF2-40B4-BE49-F238E27FC236}">
                    <a16:creationId xmlns:a16="http://schemas.microsoft.com/office/drawing/2014/main" id="{6F70A2AC-55DD-FC93-368A-404694A60BBF}"/>
                  </a:ext>
                </a:extLst>
              </p:cNvPr>
              <p:cNvPicPr/>
              <p:nvPr/>
            </p:nvPicPr>
            <p:blipFill>
              <a:blip r:embed="rId8"/>
              <a:stretch>
                <a:fillRect/>
              </a:stretch>
            </p:blipFill>
            <p:spPr>
              <a:xfrm>
                <a:off x="4520825" y="3226043"/>
                <a:ext cx="128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D00C414F-EF51-BA2E-F631-848A5CE29F01}"/>
                  </a:ext>
                </a:extLst>
              </p14:cNvPr>
              <p14:cNvContentPartPr/>
              <p14:nvPr/>
            </p14:nvContentPartPr>
            <p14:xfrm>
              <a:off x="5570225" y="3530603"/>
              <a:ext cx="360" cy="360"/>
            </p14:xfrm>
          </p:contentPart>
        </mc:Choice>
        <mc:Fallback xmlns="">
          <p:pic>
            <p:nvPicPr>
              <p:cNvPr id="12" name="Ink 11">
                <a:extLst>
                  <a:ext uri="{FF2B5EF4-FFF2-40B4-BE49-F238E27FC236}">
                    <a16:creationId xmlns:a16="http://schemas.microsoft.com/office/drawing/2014/main" id="{D00C414F-EF51-BA2E-F631-848A5CE29F01}"/>
                  </a:ext>
                </a:extLst>
              </p:cNvPr>
              <p:cNvPicPr/>
              <p:nvPr/>
            </p:nvPicPr>
            <p:blipFill>
              <a:blip r:embed="rId10"/>
              <a:stretch>
                <a:fillRect/>
              </a:stretch>
            </p:blipFill>
            <p:spPr>
              <a:xfrm>
                <a:off x="5561225" y="352160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B0F8391D-F1BF-42DF-1DCC-C1897A833BA1}"/>
                  </a:ext>
                </a:extLst>
              </p14:cNvPr>
              <p14:cNvContentPartPr/>
              <p14:nvPr/>
            </p14:nvContentPartPr>
            <p14:xfrm>
              <a:off x="7582265" y="5711123"/>
              <a:ext cx="360" cy="360"/>
            </p14:xfrm>
          </p:contentPart>
        </mc:Choice>
        <mc:Fallback xmlns="">
          <p:pic>
            <p:nvPicPr>
              <p:cNvPr id="13" name="Ink 12">
                <a:extLst>
                  <a:ext uri="{FF2B5EF4-FFF2-40B4-BE49-F238E27FC236}">
                    <a16:creationId xmlns:a16="http://schemas.microsoft.com/office/drawing/2014/main" id="{B0F8391D-F1BF-42DF-1DCC-C1897A833BA1}"/>
                  </a:ext>
                </a:extLst>
              </p:cNvPr>
              <p:cNvPicPr/>
              <p:nvPr/>
            </p:nvPicPr>
            <p:blipFill>
              <a:blip r:embed="rId10"/>
              <a:stretch>
                <a:fillRect/>
              </a:stretch>
            </p:blipFill>
            <p:spPr>
              <a:xfrm>
                <a:off x="7573265" y="570212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8E4E307C-8B66-5963-0169-7F7DAD912162}"/>
                  </a:ext>
                </a:extLst>
              </p14:cNvPr>
              <p14:cNvContentPartPr/>
              <p14:nvPr/>
            </p14:nvContentPartPr>
            <p14:xfrm>
              <a:off x="7329185" y="5598443"/>
              <a:ext cx="360" cy="360"/>
            </p14:xfrm>
          </p:contentPart>
        </mc:Choice>
        <mc:Fallback xmlns="">
          <p:pic>
            <p:nvPicPr>
              <p:cNvPr id="14" name="Ink 13">
                <a:extLst>
                  <a:ext uri="{FF2B5EF4-FFF2-40B4-BE49-F238E27FC236}">
                    <a16:creationId xmlns:a16="http://schemas.microsoft.com/office/drawing/2014/main" id="{8E4E307C-8B66-5963-0169-7F7DAD912162}"/>
                  </a:ext>
                </a:extLst>
              </p:cNvPr>
              <p:cNvPicPr/>
              <p:nvPr/>
            </p:nvPicPr>
            <p:blipFill>
              <a:blip r:embed="rId10"/>
              <a:stretch>
                <a:fillRect/>
              </a:stretch>
            </p:blipFill>
            <p:spPr>
              <a:xfrm>
                <a:off x="7320185" y="558944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884B6D89-D5EC-5EDA-A111-C0F1E6A75777}"/>
                  </a:ext>
                </a:extLst>
              </p14:cNvPr>
              <p14:cNvContentPartPr/>
              <p14:nvPr/>
            </p14:nvContentPartPr>
            <p14:xfrm>
              <a:off x="7370945" y="4923083"/>
              <a:ext cx="360" cy="360"/>
            </p14:xfrm>
          </p:contentPart>
        </mc:Choice>
        <mc:Fallback xmlns="">
          <p:pic>
            <p:nvPicPr>
              <p:cNvPr id="15" name="Ink 14">
                <a:extLst>
                  <a:ext uri="{FF2B5EF4-FFF2-40B4-BE49-F238E27FC236}">
                    <a16:creationId xmlns:a16="http://schemas.microsoft.com/office/drawing/2014/main" id="{884B6D89-D5EC-5EDA-A111-C0F1E6A75777}"/>
                  </a:ext>
                </a:extLst>
              </p:cNvPr>
              <p:cNvPicPr/>
              <p:nvPr/>
            </p:nvPicPr>
            <p:blipFill>
              <a:blip r:embed="rId10"/>
              <a:stretch>
                <a:fillRect/>
              </a:stretch>
            </p:blipFill>
            <p:spPr>
              <a:xfrm>
                <a:off x="7362305" y="491444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66D4C87B-93B2-135E-193B-7840718C0311}"/>
                  </a:ext>
                </a:extLst>
              </p14:cNvPr>
              <p14:cNvContentPartPr/>
              <p14:nvPr/>
            </p14:nvContentPartPr>
            <p14:xfrm>
              <a:off x="7441145" y="4557323"/>
              <a:ext cx="360" cy="182520"/>
            </p14:xfrm>
          </p:contentPart>
        </mc:Choice>
        <mc:Fallback xmlns="">
          <p:pic>
            <p:nvPicPr>
              <p:cNvPr id="16" name="Ink 15">
                <a:extLst>
                  <a:ext uri="{FF2B5EF4-FFF2-40B4-BE49-F238E27FC236}">
                    <a16:creationId xmlns:a16="http://schemas.microsoft.com/office/drawing/2014/main" id="{66D4C87B-93B2-135E-193B-7840718C0311}"/>
                  </a:ext>
                </a:extLst>
              </p:cNvPr>
              <p:cNvPicPr/>
              <p:nvPr/>
            </p:nvPicPr>
            <p:blipFill>
              <a:blip r:embed="rId15"/>
              <a:stretch>
                <a:fillRect/>
              </a:stretch>
            </p:blipFill>
            <p:spPr>
              <a:xfrm>
                <a:off x="7432505" y="4548323"/>
                <a:ext cx="1800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67871BBC-4720-BD34-C167-B669DB4D5BA9}"/>
                  </a:ext>
                </a:extLst>
              </p14:cNvPr>
              <p14:cNvContentPartPr/>
              <p14:nvPr/>
            </p14:nvContentPartPr>
            <p14:xfrm>
              <a:off x="7427465" y="4556603"/>
              <a:ext cx="169200" cy="213480"/>
            </p14:xfrm>
          </p:contentPart>
        </mc:Choice>
        <mc:Fallback xmlns="">
          <p:pic>
            <p:nvPicPr>
              <p:cNvPr id="19" name="Ink 18">
                <a:extLst>
                  <a:ext uri="{FF2B5EF4-FFF2-40B4-BE49-F238E27FC236}">
                    <a16:creationId xmlns:a16="http://schemas.microsoft.com/office/drawing/2014/main" id="{67871BBC-4720-BD34-C167-B669DB4D5BA9}"/>
                  </a:ext>
                </a:extLst>
              </p:cNvPr>
              <p:cNvPicPr/>
              <p:nvPr/>
            </p:nvPicPr>
            <p:blipFill>
              <a:blip r:embed="rId17"/>
              <a:stretch>
                <a:fillRect/>
              </a:stretch>
            </p:blipFill>
            <p:spPr>
              <a:xfrm>
                <a:off x="7418465" y="4547963"/>
                <a:ext cx="18684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4" name="Ink 23">
                <a:extLst>
                  <a:ext uri="{FF2B5EF4-FFF2-40B4-BE49-F238E27FC236}">
                    <a16:creationId xmlns:a16="http://schemas.microsoft.com/office/drawing/2014/main" id="{4190F2EF-E126-A901-3021-418AEAC51634}"/>
                  </a:ext>
                </a:extLst>
              </p14:cNvPr>
              <p14:cNvContentPartPr/>
              <p14:nvPr/>
            </p14:nvContentPartPr>
            <p14:xfrm>
              <a:off x="7369865" y="4993643"/>
              <a:ext cx="37440" cy="258840"/>
            </p14:xfrm>
          </p:contentPart>
        </mc:Choice>
        <mc:Fallback xmlns="">
          <p:pic>
            <p:nvPicPr>
              <p:cNvPr id="24" name="Ink 23">
                <a:extLst>
                  <a:ext uri="{FF2B5EF4-FFF2-40B4-BE49-F238E27FC236}">
                    <a16:creationId xmlns:a16="http://schemas.microsoft.com/office/drawing/2014/main" id="{4190F2EF-E126-A901-3021-418AEAC51634}"/>
                  </a:ext>
                </a:extLst>
              </p:cNvPr>
              <p:cNvPicPr/>
              <p:nvPr/>
            </p:nvPicPr>
            <p:blipFill>
              <a:blip r:embed="rId19"/>
              <a:stretch>
                <a:fillRect/>
              </a:stretch>
            </p:blipFill>
            <p:spPr>
              <a:xfrm>
                <a:off x="7360865" y="4985003"/>
                <a:ext cx="5508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6" name="Ink 25">
                <a:extLst>
                  <a:ext uri="{FF2B5EF4-FFF2-40B4-BE49-F238E27FC236}">
                    <a16:creationId xmlns:a16="http://schemas.microsoft.com/office/drawing/2014/main" id="{70CDD272-3E43-46FF-F152-C6949624C417}"/>
                  </a:ext>
                </a:extLst>
              </p14:cNvPr>
              <p14:cNvContentPartPr/>
              <p14:nvPr/>
            </p14:nvContentPartPr>
            <p14:xfrm>
              <a:off x="7413065" y="5203883"/>
              <a:ext cx="125280" cy="15480"/>
            </p14:xfrm>
          </p:contentPart>
        </mc:Choice>
        <mc:Fallback xmlns="">
          <p:pic>
            <p:nvPicPr>
              <p:cNvPr id="26" name="Ink 25">
                <a:extLst>
                  <a:ext uri="{FF2B5EF4-FFF2-40B4-BE49-F238E27FC236}">
                    <a16:creationId xmlns:a16="http://schemas.microsoft.com/office/drawing/2014/main" id="{70CDD272-3E43-46FF-F152-C6949624C417}"/>
                  </a:ext>
                </a:extLst>
              </p:cNvPr>
              <p:cNvPicPr/>
              <p:nvPr/>
            </p:nvPicPr>
            <p:blipFill>
              <a:blip r:embed="rId21"/>
              <a:stretch>
                <a:fillRect/>
              </a:stretch>
            </p:blipFill>
            <p:spPr>
              <a:xfrm>
                <a:off x="7404065" y="5194883"/>
                <a:ext cx="1429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7" name="Ink 26">
                <a:extLst>
                  <a:ext uri="{FF2B5EF4-FFF2-40B4-BE49-F238E27FC236}">
                    <a16:creationId xmlns:a16="http://schemas.microsoft.com/office/drawing/2014/main" id="{485600BC-CBCF-335A-F53C-5FE561713FD5}"/>
                  </a:ext>
                </a:extLst>
              </p14:cNvPr>
              <p14:cNvContentPartPr/>
              <p14:nvPr/>
            </p14:nvContentPartPr>
            <p14:xfrm>
              <a:off x="7370945" y="4965203"/>
              <a:ext cx="210240" cy="14760"/>
            </p14:xfrm>
          </p:contentPart>
        </mc:Choice>
        <mc:Fallback xmlns="">
          <p:pic>
            <p:nvPicPr>
              <p:cNvPr id="27" name="Ink 26">
                <a:extLst>
                  <a:ext uri="{FF2B5EF4-FFF2-40B4-BE49-F238E27FC236}">
                    <a16:creationId xmlns:a16="http://schemas.microsoft.com/office/drawing/2014/main" id="{485600BC-CBCF-335A-F53C-5FE561713FD5}"/>
                  </a:ext>
                </a:extLst>
              </p:cNvPr>
              <p:cNvPicPr/>
              <p:nvPr/>
            </p:nvPicPr>
            <p:blipFill>
              <a:blip r:embed="rId23"/>
              <a:stretch>
                <a:fillRect/>
              </a:stretch>
            </p:blipFill>
            <p:spPr>
              <a:xfrm>
                <a:off x="7362305" y="4956203"/>
                <a:ext cx="2278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8" name="Ink 27">
                <a:extLst>
                  <a:ext uri="{FF2B5EF4-FFF2-40B4-BE49-F238E27FC236}">
                    <a16:creationId xmlns:a16="http://schemas.microsoft.com/office/drawing/2014/main" id="{D6F68426-0370-12AA-9448-99BCA18ADC24}"/>
                  </a:ext>
                </a:extLst>
              </p14:cNvPr>
              <p14:cNvContentPartPr/>
              <p14:nvPr/>
            </p14:nvContentPartPr>
            <p14:xfrm>
              <a:off x="7399025" y="5106323"/>
              <a:ext cx="196200" cy="14400"/>
            </p14:xfrm>
          </p:contentPart>
        </mc:Choice>
        <mc:Fallback xmlns="">
          <p:pic>
            <p:nvPicPr>
              <p:cNvPr id="28" name="Ink 27">
                <a:extLst>
                  <a:ext uri="{FF2B5EF4-FFF2-40B4-BE49-F238E27FC236}">
                    <a16:creationId xmlns:a16="http://schemas.microsoft.com/office/drawing/2014/main" id="{D6F68426-0370-12AA-9448-99BCA18ADC24}"/>
                  </a:ext>
                </a:extLst>
              </p:cNvPr>
              <p:cNvPicPr/>
              <p:nvPr/>
            </p:nvPicPr>
            <p:blipFill>
              <a:blip r:embed="rId25"/>
              <a:stretch>
                <a:fillRect/>
              </a:stretch>
            </p:blipFill>
            <p:spPr>
              <a:xfrm>
                <a:off x="7390385" y="5097323"/>
                <a:ext cx="21384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9" name="Ink 28">
                <a:extLst>
                  <a:ext uri="{FF2B5EF4-FFF2-40B4-BE49-F238E27FC236}">
                    <a16:creationId xmlns:a16="http://schemas.microsoft.com/office/drawing/2014/main" id="{A0ECE9DC-DD0A-7D4D-E7D5-977E53FFD203}"/>
                  </a:ext>
                </a:extLst>
              </p14:cNvPr>
              <p14:cNvContentPartPr/>
              <p14:nvPr/>
            </p14:nvContentPartPr>
            <p14:xfrm>
              <a:off x="7497665" y="5894003"/>
              <a:ext cx="360" cy="360"/>
            </p14:xfrm>
          </p:contentPart>
        </mc:Choice>
        <mc:Fallback xmlns="">
          <p:pic>
            <p:nvPicPr>
              <p:cNvPr id="29" name="Ink 28">
                <a:extLst>
                  <a:ext uri="{FF2B5EF4-FFF2-40B4-BE49-F238E27FC236}">
                    <a16:creationId xmlns:a16="http://schemas.microsoft.com/office/drawing/2014/main" id="{A0ECE9DC-DD0A-7D4D-E7D5-977E53FFD203}"/>
                  </a:ext>
                </a:extLst>
              </p:cNvPr>
              <p:cNvPicPr/>
              <p:nvPr/>
            </p:nvPicPr>
            <p:blipFill>
              <a:blip r:embed="rId27"/>
              <a:stretch>
                <a:fillRect/>
              </a:stretch>
            </p:blipFill>
            <p:spPr>
              <a:xfrm>
                <a:off x="7443665" y="5786003"/>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0" name="Ink 29">
                <a:extLst>
                  <a:ext uri="{FF2B5EF4-FFF2-40B4-BE49-F238E27FC236}">
                    <a16:creationId xmlns:a16="http://schemas.microsoft.com/office/drawing/2014/main" id="{5D242AB5-6C2E-1B5F-9C40-B2435C4B9DB4}"/>
                  </a:ext>
                </a:extLst>
              </p14:cNvPr>
              <p14:cNvContentPartPr/>
              <p14:nvPr/>
            </p14:nvContentPartPr>
            <p14:xfrm>
              <a:off x="7497665" y="5894003"/>
              <a:ext cx="360" cy="360"/>
            </p14:xfrm>
          </p:contentPart>
        </mc:Choice>
        <mc:Fallback xmlns="">
          <p:pic>
            <p:nvPicPr>
              <p:cNvPr id="30" name="Ink 29">
                <a:extLst>
                  <a:ext uri="{FF2B5EF4-FFF2-40B4-BE49-F238E27FC236}">
                    <a16:creationId xmlns:a16="http://schemas.microsoft.com/office/drawing/2014/main" id="{5D242AB5-6C2E-1B5F-9C40-B2435C4B9DB4}"/>
                  </a:ext>
                </a:extLst>
              </p:cNvPr>
              <p:cNvPicPr/>
              <p:nvPr/>
            </p:nvPicPr>
            <p:blipFill>
              <a:blip r:embed="rId27"/>
              <a:stretch>
                <a:fillRect/>
              </a:stretch>
            </p:blipFill>
            <p:spPr>
              <a:xfrm>
                <a:off x="7443665" y="5786003"/>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1" name="Ink 30">
                <a:extLst>
                  <a:ext uri="{FF2B5EF4-FFF2-40B4-BE49-F238E27FC236}">
                    <a16:creationId xmlns:a16="http://schemas.microsoft.com/office/drawing/2014/main" id="{D95E7F8E-A8EA-7401-F09D-551E09AD2AB4}"/>
                  </a:ext>
                </a:extLst>
              </p14:cNvPr>
              <p14:cNvContentPartPr/>
              <p14:nvPr/>
            </p14:nvContentPartPr>
            <p14:xfrm>
              <a:off x="7429625" y="5894003"/>
              <a:ext cx="82800" cy="360"/>
            </p14:xfrm>
          </p:contentPart>
        </mc:Choice>
        <mc:Fallback xmlns="">
          <p:pic>
            <p:nvPicPr>
              <p:cNvPr id="31" name="Ink 30">
                <a:extLst>
                  <a:ext uri="{FF2B5EF4-FFF2-40B4-BE49-F238E27FC236}">
                    <a16:creationId xmlns:a16="http://schemas.microsoft.com/office/drawing/2014/main" id="{D95E7F8E-A8EA-7401-F09D-551E09AD2AB4}"/>
                  </a:ext>
                </a:extLst>
              </p:cNvPr>
              <p:cNvPicPr/>
              <p:nvPr/>
            </p:nvPicPr>
            <p:blipFill>
              <a:blip r:embed="rId30"/>
              <a:stretch>
                <a:fillRect/>
              </a:stretch>
            </p:blipFill>
            <p:spPr>
              <a:xfrm>
                <a:off x="7375625" y="5786003"/>
                <a:ext cx="1904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2" name="Ink 31">
                <a:extLst>
                  <a:ext uri="{FF2B5EF4-FFF2-40B4-BE49-F238E27FC236}">
                    <a16:creationId xmlns:a16="http://schemas.microsoft.com/office/drawing/2014/main" id="{21B65227-29F3-BCBD-748A-4EDD5D25BB8C}"/>
                  </a:ext>
                </a:extLst>
              </p14:cNvPr>
              <p14:cNvContentPartPr/>
              <p14:nvPr/>
            </p14:nvContentPartPr>
            <p14:xfrm>
              <a:off x="7455545" y="5865923"/>
              <a:ext cx="360" cy="360"/>
            </p14:xfrm>
          </p:contentPart>
        </mc:Choice>
        <mc:Fallback xmlns="">
          <p:pic>
            <p:nvPicPr>
              <p:cNvPr id="32" name="Ink 31">
                <a:extLst>
                  <a:ext uri="{FF2B5EF4-FFF2-40B4-BE49-F238E27FC236}">
                    <a16:creationId xmlns:a16="http://schemas.microsoft.com/office/drawing/2014/main" id="{21B65227-29F3-BCBD-748A-4EDD5D25BB8C}"/>
                  </a:ext>
                </a:extLst>
              </p:cNvPr>
              <p:cNvPicPr/>
              <p:nvPr/>
            </p:nvPicPr>
            <p:blipFill>
              <a:blip r:embed="rId27"/>
              <a:stretch>
                <a:fillRect/>
              </a:stretch>
            </p:blipFill>
            <p:spPr>
              <a:xfrm>
                <a:off x="7401905" y="5757923"/>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3" name="Ink 32">
                <a:extLst>
                  <a:ext uri="{FF2B5EF4-FFF2-40B4-BE49-F238E27FC236}">
                    <a16:creationId xmlns:a16="http://schemas.microsoft.com/office/drawing/2014/main" id="{3105649E-6309-E74E-00E1-BEB273DF8CD8}"/>
                  </a:ext>
                </a:extLst>
              </p14:cNvPr>
              <p14:cNvContentPartPr/>
              <p14:nvPr/>
            </p14:nvContentPartPr>
            <p14:xfrm>
              <a:off x="7455545" y="5865923"/>
              <a:ext cx="360" cy="360"/>
            </p14:xfrm>
          </p:contentPart>
        </mc:Choice>
        <mc:Fallback xmlns="">
          <p:pic>
            <p:nvPicPr>
              <p:cNvPr id="33" name="Ink 32">
                <a:extLst>
                  <a:ext uri="{FF2B5EF4-FFF2-40B4-BE49-F238E27FC236}">
                    <a16:creationId xmlns:a16="http://schemas.microsoft.com/office/drawing/2014/main" id="{3105649E-6309-E74E-00E1-BEB273DF8CD8}"/>
                  </a:ext>
                </a:extLst>
              </p:cNvPr>
              <p:cNvPicPr/>
              <p:nvPr/>
            </p:nvPicPr>
            <p:blipFill>
              <a:blip r:embed="rId27"/>
              <a:stretch>
                <a:fillRect/>
              </a:stretch>
            </p:blipFill>
            <p:spPr>
              <a:xfrm>
                <a:off x="7401905" y="5757923"/>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4" name="Ink 33">
                <a:extLst>
                  <a:ext uri="{FF2B5EF4-FFF2-40B4-BE49-F238E27FC236}">
                    <a16:creationId xmlns:a16="http://schemas.microsoft.com/office/drawing/2014/main" id="{DCF2DF05-5DBA-A250-701D-8C03F4AD66AA}"/>
                  </a:ext>
                </a:extLst>
              </p14:cNvPr>
              <p14:cNvContentPartPr/>
              <p14:nvPr/>
            </p14:nvContentPartPr>
            <p14:xfrm>
              <a:off x="7455545" y="5865923"/>
              <a:ext cx="360" cy="360"/>
            </p14:xfrm>
          </p:contentPart>
        </mc:Choice>
        <mc:Fallback xmlns="">
          <p:pic>
            <p:nvPicPr>
              <p:cNvPr id="34" name="Ink 33">
                <a:extLst>
                  <a:ext uri="{FF2B5EF4-FFF2-40B4-BE49-F238E27FC236}">
                    <a16:creationId xmlns:a16="http://schemas.microsoft.com/office/drawing/2014/main" id="{DCF2DF05-5DBA-A250-701D-8C03F4AD66AA}"/>
                  </a:ext>
                </a:extLst>
              </p:cNvPr>
              <p:cNvPicPr/>
              <p:nvPr/>
            </p:nvPicPr>
            <p:blipFill>
              <a:blip r:embed="rId27"/>
              <a:stretch>
                <a:fillRect/>
              </a:stretch>
            </p:blipFill>
            <p:spPr>
              <a:xfrm>
                <a:off x="7401905" y="5757923"/>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5" name="Ink 34">
                <a:extLst>
                  <a:ext uri="{FF2B5EF4-FFF2-40B4-BE49-F238E27FC236}">
                    <a16:creationId xmlns:a16="http://schemas.microsoft.com/office/drawing/2014/main" id="{1644D6E5-6A43-6CAC-2DF5-7A7CDF45A50A}"/>
                  </a:ext>
                </a:extLst>
              </p14:cNvPr>
              <p14:cNvContentPartPr/>
              <p14:nvPr/>
            </p14:nvContentPartPr>
            <p14:xfrm>
              <a:off x="7473905" y="5964203"/>
              <a:ext cx="52200" cy="360"/>
            </p14:xfrm>
          </p:contentPart>
        </mc:Choice>
        <mc:Fallback xmlns="">
          <p:pic>
            <p:nvPicPr>
              <p:cNvPr id="35" name="Ink 34">
                <a:extLst>
                  <a:ext uri="{FF2B5EF4-FFF2-40B4-BE49-F238E27FC236}">
                    <a16:creationId xmlns:a16="http://schemas.microsoft.com/office/drawing/2014/main" id="{1644D6E5-6A43-6CAC-2DF5-7A7CDF45A50A}"/>
                  </a:ext>
                </a:extLst>
              </p:cNvPr>
              <p:cNvPicPr/>
              <p:nvPr/>
            </p:nvPicPr>
            <p:blipFill>
              <a:blip r:embed="rId35"/>
              <a:stretch>
                <a:fillRect/>
              </a:stretch>
            </p:blipFill>
            <p:spPr>
              <a:xfrm>
                <a:off x="7384265" y="5784203"/>
                <a:ext cx="23184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6" name="Ink 35">
                <a:extLst>
                  <a:ext uri="{FF2B5EF4-FFF2-40B4-BE49-F238E27FC236}">
                    <a16:creationId xmlns:a16="http://schemas.microsoft.com/office/drawing/2014/main" id="{61943ECA-E164-BE0C-33CB-2551992BE86E}"/>
                  </a:ext>
                </a:extLst>
              </p14:cNvPr>
              <p14:cNvContentPartPr/>
              <p14:nvPr/>
            </p14:nvContentPartPr>
            <p14:xfrm>
              <a:off x="7458425" y="5936123"/>
              <a:ext cx="67680" cy="29880"/>
            </p14:xfrm>
          </p:contentPart>
        </mc:Choice>
        <mc:Fallback xmlns="">
          <p:pic>
            <p:nvPicPr>
              <p:cNvPr id="36" name="Ink 35">
                <a:extLst>
                  <a:ext uri="{FF2B5EF4-FFF2-40B4-BE49-F238E27FC236}">
                    <a16:creationId xmlns:a16="http://schemas.microsoft.com/office/drawing/2014/main" id="{61943ECA-E164-BE0C-33CB-2551992BE86E}"/>
                  </a:ext>
                </a:extLst>
              </p:cNvPr>
              <p:cNvPicPr/>
              <p:nvPr/>
            </p:nvPicPr>
            <p:blipFill>
              <a:blip r:embed="rId37"/>
              <a:stretch>
                <a:fillRect/>
              </a:stretch>
            </p:blipFill>
            <p:spPr>
              <a:xfrm>
                <a:off x="7368425" y="5756123"/>
                <a:ext cx="247320" cy="389520"/>
              </a:xfrm>
              <a:prstGeom prst="rect">
                <a:avLst/>
              </a:prstGeom>
            </p:spPr>
          </p:pic>
        </mc:Fallback>
      </mc:AlternateContent>
    </p:spTree>
    <p:extLst>
      <p:ext uri="{BB962C8B-B14F-4D97-AF65-F5344CB8AC3E}">
        <p14:creationId xmlns:p14="http://schemas.microsoft.com/office/powerpoint/2010/main" val="6788894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0A930B6D-45BB-4D53-A586-49848C72FC6D}"/>
              </a:ext>
            </a:extLst>
          </p:cNvPr>
          <p:cNvSpPr txBox="1"/>
          <p:nvPr/>
        </p:nvSpPr>
        <p:spPr>
          <a:xfrm>
            <a:off x="1329848" y="770051"/>
            <a:ext cx="9403801" cy="2931252"/>
          </a:xfrm>
          <a:prstGeom prst="rect">
            <a:avLst/>
          </a:prstGeom>
        </p:spPr>
        <p:txBody>
          <a:bodyPr wrap="square" lIns="0" tIns="0" rIns="0" bIns="0">
            <a:spAutoFit/>
          </a:bodyPr>
          <a:lstStyle/>
          <a:p>
            <a:pPr marL="22513">
              <a:defRPr/>
            </a:pPr>
            <a:r>
              <a:rPr sz="2400" spc="-17" dirty="0">
                <a:latin typeface="Times New Roman"/>
                <a:cs typeface="Times New Roman"/>
              </a:rPr>
              <a:t>T</a:t>
            </a:r>
            <a:r>
              <a:rPr sz="2400" spc="-10" dirty="0">
                <a:latin typeface="Times New Roman"/>
                <a:cs typeface="Times New Roman"/>
              </a:rPr>
              <a:t>o</a:t>
            </a:r>
            <a:r>
              <a:rPr sz="2400" spc="3" dirty="0">
                <a:latin typeface="Times New Roman"/>
                <a:cs typeface="Times New Roman"/>
              </a:rPr>
              <a:t>p</a:t>
            </a:r>
            <a:r>
              <a:rPr sz="2400" spc="-10" dirty="0">
                <a:latin typeface="Times New Roman"/>
                <a:cs typeface="Times New Roman"/>
              </a:rPr>
              <a:t>ol</a:t>
            </a:r>
            <a:r>
              <a:rPr sz="2400" spc="7" dirty="0">
                <a:latin typeface="Times New Roman"/>
                <a:cs typeface="Times New Roman"/>
              </a:rPr>
              <a:t>o</a:t>
            </a:r>
            <a:r>
              <a:rPr sz="2400" spc="-10" dirty="0">
                <a:latin typeface="Times New Roman"/>
                <a:cs typeface="Times New Roman"/>
              </a:rPr>
              <a:t>g</a:t>
            </a:r>
            <a:r>
              <a:rPr sz="2400" spc="3" dirty="0">
                <a:latin typeface="Times New Roman"/>
                <a:cs typeface="Times New Roman"/>
              </a:rPr>
              <a:t>ica</a:t>
            </a:r>
            <a:r>
              <a:rPr sz="2400" dirty="0">
                <a:latin typeface="Times New Roman"/>
                <a:cs typeface="Times New Roman"/>
              </a:rPr>
              <a:t>l</a:t>
            </a:r>
            <a:r>
              <a:rPr sz="2400" spc="-7" dirty="0">
                <a:latin typeface="Times New Roman"/>
                <a:cs typeface="Times New Roman"/>
              </a:rPr>
              <a:t> S</a:t>
            </a:r>
            <a:r>
              <a:rPr sz="2400" spc="-10" dirty="0">
                <a:latin typeface="Times New Roman"/>
                <a:cs typeface="Times New Roman"/>
              </a:rPr>
              <a:t>o</a:t>
            </a:r>
            <a:r>
              <a:rPr sz="2400" spc="-7" dirty="0">
                <a:latin typeface="Times New Roman"/>
                <a:cs typeface="Times New Roman"/>
              </a:rPr>
              <a:t>r</a:t>
            </a:r>
            <a:r>
              <a:rPr sz="2400" dirty="0">
                <a:latin typeface="Times New Roman"/>
                <a:cs typeface="Times New Roman"/>
              </a:rPr>
              <a:t>t</a:t>
            </a:r>
            <a:r>
              <a:rPr sz="2400" spc="10" dirty="0">
                <a:latin typeface="Times New Roman"/>
                <a:cs typeface="Times New Roman"/>
              </a:rPr>
              <a:t> </a:t>
            </a:r>
            <a:r>
              <a:rPr sz="2400" spc="-24" dirty="0">
                <a:latin typeface="Times New Roman"/>
                <a:cs typeface="Times New Roman"/>
              </a:rPr>
              <a:t>A</a:t>
            </a:r>
            <a:r>
              <a:rPr sz="2400" spc="-10" dirty="0">
                <a:latin typeface="Times New Roman"/>
                <a:cs typeface="Times New Roman"/>
              </a:rPr>
              <a:t>l</a:t>
            </a:r>
            <a:r>
              <a:rPr sz="2400" spc="3" dirty="0">
                <a:latin typeface="Times New Roman"/>
                <a:cs typeface="Times New Roman"/>
              </a:rPr>
              <a:t>g</a:t>
            </a:r>
            <a:r>
              <a:rPr sz="2400" spc="-10" dirty="0">
                <a:latin typeface="Times New Roman"/>
                <a:cs typeface="Times New Roman"/>
              </a:rPr>
              <a:t>o</a:t>
            </a:r>
            <a:r>
              <a:rPr sz="2400" spc="-7" dirty="0">
                <a:latin typeface="Times New Roman"/>
                <a:cs typeface="Times New Roman"/>
              </a:rPr>
              <a:t>r</a:t>
            </a:r>
            <a:r>
              <a:rPr sz="2400" spc="3" dirty="0">
                <a:latin typeface="Times New Roman"/>
                <a:cs typeface="Times New Roman"/>
              </a:rPr>
              <a:t>ith</a:t>
            </a:r>
            <a:r>
              <a:rPr sz="2400" dirty="0">
                <a:latin typeface="Times New Roman"/>
                <a:cs typeface="Times New Roman"/>
              </a:rPr>
              <a:t>m</a:t>
            </a:r>
            <a:r>
              <a:rPr sz="2400" spc="-14" dirty="0">
                <a:latin typeface="Times New Roman"/>
                <a:cs typeface="Times New Roman"/>
              </a:rPr>
              <a:t> </a:t>
            </a:r>
            <a:r>
              <a:rPr sz="2400" spc="-10" dirty="0">
                <a:latin typeface="Times New Roman"/>
                <a:cs typeface="Times New Roman"/>
              </a:rPr>
              <a:t>#</a:t>
            </a:r>
            <a:r>
              <a:rPr sz="2400" dirty="0">
                <a:latin typeface="Times New Roman"/>
                <a:cs typeface="Times New Roman"/>
              </a:rPr>
              <a:t>2</a:t>
            </a:r>
          </a:p>
          <a:p>
            <a:pPr marL="155859" indent="-155859">
              <a:spcBef>
                <a:spcPts val="958"/>
              </a:spcBef>
              <a:buSzPct val="83333"/>
              <a:buFont typeface="Times New Roman"/>
              <a:buAutoNum type="arabicPeriod"/>
              <a:tabLst>
                <a:tab pos="155859" algn="l"/>
              </a:tabLst>
              <a:defRPr/>
            </a:pPr>
            <a:r>
              <a:rPr sz="2400" dirty="0">
                <a:latin typeface="Times New Roman"/>
                <a:cs typeface="Times New Roman"/>
              </a:rPr>
              <a:t>St</a:t>
            </a:r>
            <a:r>
              <a:rPr sz="2400" spc="-3" dirty="0">
                <a:latin typeface="Times New Roman"/>
                <a:cs typeface="Times New Roman"/>
              </a:rPr>
              <a:t>o</a:t>
            </a:r>
            <a:r>
              <a:rPr sz="2400" spc="3" dirty="0">
                <a:latin typeface="Times New Roman"/>
                <a:cs typeface="Times New Roman"/>
              </a:rPr>
              <a:t>r</a:t>
            </a:r>
            <a:r>
              <a:rPr sz="2400" dirty="0">
                <a:latin typeface="Times New Roman"/>
                <a:cs typeface="Times New Roman"/>
              </a:rPr>
              <a:t>e</a:t>
            </a:r>
            <a:r>
              <a:rPr sz="2400" spc="3" dirty="0">
                <a:latin typeface="Times New Roman"/>
                <a:cs typeface="Times New Roman"/>
              </a:rPr>
              <a:t> </a:t>
            </a:r>
            <a:r>
              <a:rPr sz="2400" spc="-3" dirty="0">
                <a:latin typeface="Times New Roman"/>
                <a:cs typeface="Times New Roman"/>
              </a:rPr>
              <a:t>eac</a:t>
            </a:r>
            <a:r>
              <a:rPr sz="2400" dirty="0">
                <a:latin typeface="Times New Roman"/>
                <a:cs typeface="Times New Roman"/>
              </a:rPr>
              <a:t>h</a:t>
            </a:r>
            <a:r>
              <a:rPr sz="2400" spc="-10" dirty="0">
                <a:latin typeface="Times New Roman"/>
                <a:cs typeface="Times New Roman"/>
              </a:rPr>
              <a:t> </a:t>
            </a:r>
            <a:r>
              <a:rPr sz="2400" spc="-17" dirty="0">
                <a:latin typeface="Times New Roman"/>
                <a:cs typeface="Times New Roman"/>
              </a:rPr>
              <a:t>v</a:t>
            </a:r>
            <a:r>
              <a:rPr sz="2400" spc="-3" dirty="0">
                <a:latin typeface="Times New Roman"/>
                <a:cs typeface="Times New Roman"/>
              </a:rPr>
              <a:t>e</a:t>
            </a:r>
            <a:r>
              <a:rPr sz="2400" spc="3" dirty="0">
                <a:latin typeface="Times New Roman"/>
                <a:cs typeface="Times New Roman"/>
              </a:rPr>
              <a:t>r</a:t>
            </a:r>
            <a:r>
              <a:rPr sz="2400" spc="17" dirty="0">
                <a:latin typeface="Times New Roman"/>
                <a:cs typeface="Times New Roman"/>
              </a:rPr>
              <a:t>t</a:t>
            </a:r>
            <a:r>
              <a:rPr sz="2400" spc="-3" dirty="0">
                <a:latin typeface="Times New Roman"/>
                <a:cs typeface="Times New Roman"/>
              </a:rPr>
              <a:t>e</a:t>
            </a:r>
            <a:r>
              <a:rPr sz="2400" spc="-17" dirty="0">
                <a:latin typeface="Times New Roman"/>
                <a:cs typeface="Times New Roman"/>
              </a:rPr>
              <a:t>x</a:t>
            </a:r>
            <a:r>
              <a:rPr sz="2400" spc="3" dirty="0">
                <a:latin typeface="Times New Roman"/>
                <a:cs typeface="Times New Roman"/>
              </a:rPr>
              <a:t>’</a:t>
            </a:r>
            <a:r>
              <a:rPr sz="2400" dirty="0">
                <a:latin typeface="Times New Roman"/>
                <a:cs typeface="Times New Roman"/>
              </a:rPr>
              <a:t>s </a:t>
            </a:r>
            <a:r>
              <a:rPr sz="2400" b="1" spc="-7" dirty="0">
                <a:solidFill>
                  <a:srgbClr val="0000FF"/>
                </a:solidFill>
                <a:latin typeface="Times New Roman"/>
                <a:cs typeface="Times New Roman"/>
              </a:rPr>
              <a:t>I</a:t>
            </a:r>
            <a:r>
              <a:rPr sz="2400" b="1" dirty="0">
                <a:solidFill>
                  <a:srgbClr val="0000FF"/>
                </a:solidFill>
                <a:latin typeface="Times New Roman"/>
                <a:cs typeface="Times New Roman"/>
              </a:rPr>
              <a:t>n</a:t>
            </a:r>
            <a:r>
              <a:rPr sz="2400" b="1" spc="3" dirty="0">
                <a:solidFill>
                  <a:srgbClr val="0000FF"/>
                </a:solidFill>
                <a:latin typeface="Times New Roman"/>
                <a:cs typeface="Times New Roman"/>
              </a:rPr>
              <a:t>-</a:t>
            </a:r>
            <a:r>
              <a:rPr sz="2400" b="1" spc="-3" dirty="0">
                <a:solidFill>
                  <a:srgbClr val="0000FF"/>
                </a:solidFill>
                <a:latin typeface="Times New Roman"/>
                <a:cs typeface="Times New Roman"/>
              </a:rPr>
              <a:t>D</a:t>
            </a:r>
            <a:r>
              <a:rPr sz="2400" b="1" spc="-7" dirty="0">
                <a:solidFill>
                  <a:srgbClr val="0000FF"/>
                </a:solidFill>
                <a:latin typeface="Times New Roman"/>
                <a:cs typeface="Times New Roman"/>
              </a:rPr>
              <a:t>e</a:t>
            </a:r>
            <a:r>
              <a:rPr sz="2400" b="1" spc="14" dirty="0">
                <a:solidFill>
                  <a:srgbClr val="0000FF"/>
                </a:solidFill>
                <a:latin typeface="Times New Roman"/>
                <a:cs typeface="Times New Roman"/>
              </a:rPr>
              <a:t>g</a:t>
            </a:r>
            <a:r>
              <a:rPr sz="2400" b="1" spc="-20" dirty="0">
                <a:solidFill>
                  <a:srgbClr val="0000FF"/>
                </a:solidFill>
                <a:latin typeface="Times New Roman"/>
                <a:cs typeface="Times New Roman"/>
              </a:rPr>
              <a:t>r</a:t>
            </a:r>
            <a:r>
              <a:rPr sz="2400" b="1" spc="-3" dirty="0">
                <a:solidFill>
                  <a:srgbClr val="0000FF"/>
                </a:solidFill>
                <a:latin typeface="Times New Roman"/>
                <a:cs typeface="Times New Roman"/>
              </a:rPr>
              <a:t>e</a:t>
            </a:r>
            <a:r>
              <a:rPr sz="2400" b="1" dirty="0">
                <a:solidFill>
                  <a:srgbClr val="0000FF"/>
                </a:solidFill>
                <a:latin typeface="Times New Roman"/>
                <a:cs typeface="Times New Roman"/>
              </a:rPr>
              <a:t>e</a:t>
            </a:r>
            <a:r>
              <a:rPr sz="2400" b="1" spc="20" dirty="0">
                <a:solidFill>
                  <a:srgbClr val="0000FF"/>
                </a:solidFill>
                <a:latin typeface="Times New Roman"/>
                <a:cs typeface="Times New Roman"/>
              </a:rPr>
              <a:t> </a:t>
            </a:r>
            <a:r>
              <a:rPr sz="2400" spc="-17" dirty="0">
                <a:latin typeface="Times New Roman"/>
                <a:cs typeface="Times New Roman"/>
              </a:rPr>
              <a:t>i</a:t>
            </a:r>
            <a:r>
              <a:rPr sz="2400" dirty="0">
                <a:latin typeface="Times New Roman"/>
                <a:cs typeface="Times New Roman"/>
              </a:rPr>
              <a:t>n</a:t>
            </a:r>
            <a:r>
              <a:rPr sz="2400" spc="-10" dirty="0">
                <a:latin typeface="Times New Roman"/>
                <a:cs typeface="Times New Roman"/>
              </a:rPr>
              <a:t> </a:t>
            </a:r>
            <a:r>
              <a:rPr sz="2400" spc="10" dirty="0">
                <a:latin typeface="Times New Roman"/>
                <a:cs typeface="Times New Roman"/>
              </a:rPr>
              <a:t>a</a:t>
            </a:r>
            <a:r>
              <a:rPr sz="2400" dirty="0">
                <a:latin typeface="Times New Roman"/>
                <a:cs typeface="Times New Roman"/>
              </a:rPr>
              <a:t>n</a:t>
            </a:r>
            <a:r>
              <a:rPr sz="2400" spc="-10" dirty="0">
                <a:latin typeface="Times New Roman"/>
                <a:cs typeface="Times New Roman"/>
              </a:rPr>
              <a:t> </a:t>
            </a:r>
            <a:r>
              <a:rPr sz="2400" spc="-3" dirty="0">
                <a:latin typeface="Times New Roman"/>
                <a:cs typeface="Times New Roman"/>
              </a:rPr>
              <a:t>a</a:t>
            </a:r>
            <a:r>
              <a:rPr sz="2400" spc="3" dirty="0">
                <a:latin typeface="Times New Roman"/>
                <a:cs typeface="Times New Roman"/>
              </a:rPr>
              <a:t>rr</a:t>
            </a:r>
            <a:r>
              <a:rPr sz="2400" spc="10" dirty="0">
                <a:latin typeface="Times New Roman"/>
                <a:cs typeface="Times New Roman"/>
              </a:rPr>
              <a:t>a</a:t>
            </a:r>
            <a:r>
              <a:rPr sz="2400" dirty="0">
                <a:latin typeface="Times New Roman"/>
                <a:cs typeface="Times New Roman"/>
              </a:rPr>
              <a:t>y</a:t>
            </a:r>
          </a:p>
          <a:p>
            <a:pPr marL="155859" indent="-155859">
              <a:spcBef>
                <a:spcPts val="375"/>
              </a:spcBef>
              <a:buSzPct val="83333"/>
              <a:buFont typeface="Times New Roman"/>
              <a:buAutoNum type="arabicPeriod"/>
              <a:tabLst>
                <a:tab pos="155859" algn="l"/>
              </a:tabLst>
              <a:defRPr/>
            </a:pPr>
            <a:r>
              <a:rPr sz="2400" spc="3" dirty="0">
                <a:latin typeface="Times New Roman"/>
                <a:cs typeface="Times New Roman"/>
              </a:rPr>
              <a:t>I</a:t>
            </a:r>
            <a:r>
              <a:rPr sz="2400" dirty="0">
                <a:latin typeface="Times New Roman"/>
                <a:cs typeface="Times New Roman"/>
              </a:rPr>
              <a:t>n</a:t>
            </a:r>
            <a:r>
              <a:rPr sz="2400" spc="-34" dirty="0">
                <a:latin typeface="Times New Roman"/>
                <a:cs typeface="Times New Roman"/>
              </a:rPr>
              <a:t>i</a:t>
            </a:r>
            <a:r>
              <a:rPr sz="2400" spc="34" dirty="0">
                <a:latin typeface="Times New Roman"/>
                <a:cs typeface="Times New Roman"/>
              </a:rPr>
              <a:t>t</a:t>
            </a:r>
            <a:r>
              <a:rPr sz="2400" spc="-34" dirty="0">
                <a:latin typeface="Times New Roman"/>
                <a:cs typeface="Times New Roman"/>
              </a:rPr>
              <a:t>i</a:t>
            </a:r>
            <a:r>
              <a:rPr sz="2400" spc="10" dirty="0">
                <a:latin typeface="Times New Roman"/>
                <a:cs typeface="Times New Roman"/>
              </a:rPr>
              <a:t>a</a:t>
            </a:r>
            <a:r>
              <a:rPr sz="2400" dirty="0">
                <a:latin typeface="Times New Roman"/>
                <a:cs typeface="Times New Roman"/>
              </a:rPr>
              <a:t>l</a:t>
            </a:r>
            <a:r>
              <a:rPr sz="2400" spc="-17" dirty="0">
                <a:latin typeface="Times New Roman"/>
                <a:cs typeface="Times New Roman"/>
              </a:rPr>
              <a:t>i</a:t>
            </a:r>
            <a:r>
              <a:rPr sz="2400" spc="-3" dirty="0">
                <a:latin typeface="Times New Roman"/>
                <a:cs typeface="Times New Roman"/>
              </a:rPr>
              <a:t>z</a:t>
            </a:r>
            <a:r>
              <a:rPr sz="2400" dirty="0">
                <a:latin typeface="Times New Roman"/>
                <a:cs typeface="Times New Roman"/>
              </a:rPr>
              <a:t>e</a:t>
            </a:r>
            <a:r>
              <a:rPr sz="2400" spc="3" dirty="0">
                <a:latin typeface="Times New Roman"/>
                <a:cs typeface="Times New Roman"/>
              </a:rPr>
              <a:t> </a:t>
            </a:r>
            <a:r>
              <a:rPr sz="2400" dirty="0">
                <a:latin typeface="Times New Roman"/>
                <a:cs typeface="Times New Roman"/>
              </a:rPr>
              <a:t>a</a:t>
            </a:r>
            <a:r>
              <a:rPr sz="2400" spc="3" dirty="0">
                <a:latin typeface="Times New Roman"/>
                <a:cs typeface="Times New Roman"/>
              </a:rPr>
              <a:t> </a:t>
            </a:r>
            <a:r>
              <a:rPr sz="2400" spc="-3" dirty="0">
                <a:latin typeface="Times New Roman"/>
                <a:cs typeface="Times New Roman"/>
              </a:rPr>
              <a:t>queu</a:t>
            </a:r>
            <a:r>
              <a:rPr sz="2400" dirty="0">
                <a:latin typeface="Times New Roman"/>
                <a:cs typeface="Times New Roman"/>
              </a:rPr>
              <a:t>e</a:t>
            </a:r>
            <a:r>
              <a:rPr sz="2400" spc="3" dirty="0">
                <a:latin typeface="Times New Roman"/>
                <a:cs typeface="Times New Roman"/>
              </a:rPr>
              <a:t> </a:t>
            </a:r>
            <a:r>
              <a:rPr sz="2400" spc="14" dirty="0">
                <a:latin typeface="Times New Roman"/>
                <a:cs typeface="Times New Roman"/>
              </a:rPr>
              <a:t>w</a:t>
            </a:r>
            <a:r>
              <a:rPr sz="2400" spc="-34" dirty="0">
                <a:latin typeface="Times New Roman"/>
                <a:cs typeface="Times New Roman"/>
              </a:rPr>
              <a:t>i</a:t>
            </a:r>
            <a:r>
              <a:rPr sz="2400" spc="17" dirty="0">
                <a:latin typeface="Times New Roman"/>
                <a:cs typeface="Times New Roman"/>
              </a:rPr>
              <a:t>t</a:t>
            </a:r>
            <a:r>
              <a:rPr sz="2400" dirty="0">
                <a:latin typeface="Times New Roman"/>
                <a:cs typeface="Times New Roman"/>
              </a:rPr>
              <a:t>h</a:t>
            </a:r>
            <a:r>
              <a:rPr sz="2400" spc="-10" dirty="0">
                <a:latin typeface="Times New Roman"/>
                <a:cs typeface="Times New Roman"/>
              </a:rPr>
              <a:t> </a:t>
            </a:r>
            <a:r>
              <a:rPr sz="2400" spc="10" dirty="0">
                <a:latin typeface="Times New Roman"/>
                <a:cs typeface="Times New Roman"/>
              </a:rPr>
              <a:t>a</a:t>
            </a:r>
            <a:r>
              <a:rPr sz="2400" spc="-17" dirty="0">
                <a:latin typeface="Times New Roman"/>
                <a:cs typeface="Times New Roman"/>
              </a:rPr>
              <a:t>l</a:t>
            </a:r>
            <a:r>
              <a:rPr sz="2400" dirty="0">
                <a:latin typeface="Times New Roman"/>
                <a:cs typeface="Times New Roman"/>
              </a:rPr>
              <a:t>l</a:t>
            </a:r>
            <a:r>
              <a:rPr sz="2400" spc="7" dirty="0">
                <a:latin typeface="Times New Roman"/>
                <a:cs typeface="Times New Roman"/>
              </a:rPr>
              <a:t> </a:t>
            </a:r>
            <a:r>
              <a:rPr sz="2400" spc="-17" dirty="0">
                <a:latin typeface="Times New Roman"/>
                <a:cs typeface="Times New Roman"/>
              </a:rPr>
              <a:t>in</a:t>
            </a:r>
            <a:r>
              <a:rPr sz="2400" spc="3" dirty="0">
                <a:latin typeface="Times New Roman"/>
                <a:cs typeface="Times New Roman"/>
              </a:rPr>
              <a:t>-</a:t>
            </a:r>
            <a:r>
              <a:rPr sz="2400" dirty="0">
                <a:latin typeface="Times New Roman"/>
                <a:cs typeface="Times New Roman"/>
              </a:rPr>
              <a:t>d</a:t>
            </a:r>
            <a:r>
              <a:rPr sz="2400" spc="-3" dirty="0">
                <a:latin typeface="Times New Roman"/>
                <a:cs typeface="Times New Roman"/>
              </a:rPr>
              <a:t>eg</a:t>
            </a:r>
            <a:r>
              <a:rPr sz="2400" spc="3" dirty="0">
                <a:latin typeface="Times New Roman"/>
                <a:cs typeface="Times New Roman"/>
              </a:rPr>
              <a:t>r</a:t>
            </a:r>
            <a:r>
              <a:rPr sz="2400" spc="-3" dirty="0">
                <a:latin typeface="Times New Roman"/>
                <a:cs typeface="Times New Roman"/>
              </a:rPr>
              <a:t>e</a:t>
            </a:r>
            <a:r>
              <a:rPr sz="2400" dirty="0">
                <a:latin typeface="Times New Roman"/>
                <a:cs typeface="Times New Roman"/>
              </a:rPr>
              <a:t>e</a:t>
            </a:r>
            <a:r>
              <a:rPr sz="2400" spc="3" dirty="0">
                <a:latin typeface="Times New Roman"/>
                <a:cs typeface="Times New Roman"/>
              </a:rPr>
              <a:t> </a:t>
            </a:r>
            <a:r>
              <a:rPr sz="2400" spc="-3" dirty="0">
                <a:latin typeface="Times New Roman"/>
                <a:cs typeface="Times New Roman"/>
              </a:rPr>
              <a:t>ze</a:t>
            </a:r>
            <a:r>
              <a:rPr sz="2400" spc="3" dirty="0">
                <a:latin typeface="Times New Roman"/>
                <a:cs typeface="Times New Roman"/>
              </a:rPr>
              <a:t>r</a:t>
            </a:r>
            <a:r>
              <a:rPr sz="2400" dirty="0">
                <a:latin typeface="Times New Roman"/>
                <a:cs typeface="Times New Roman"/>
              </a:rPr>
              <a:t>o</a:t>
            </a:r>
            <a:r>
              <a:rPr sz="2400" spc="24" dirty="0">
                <a:latin typeface="Times New Roman"/>
                <a:cs typeface="Times New Roman"/>
              </a:rPr>
              <a:t> </a:t>
            </a:r>
            <a:r>
              <a:rPr sz="2400" spc="-17" dirty="0">
                <a:latin typeface="Times New Roman"/>
                <a:cs typeface="Times New Roman"/>
              </a:rPr>
              <a:t>v</a:t>
            </a:r>
            <a:r>
              <a:rPr sz="2400" spc="-3" dirty="0">
                <a:latin typeface="Times New Roman"/>
                <a:cs typeface="Times New Roman"/>
              </a:rPr>
              <a:t>e</a:t>
            </a:r>
            <a:r>
              <a:rPr sz="2400" spc="3" dirty="0">
                <a:latin typeface="Times New Roman"/>
                <a:cs typeface="Times New Roman"/>
              </a:rPr>
              <a:t>r</a:t>
            </a:r>
            <a:r>
              <a:rPr sz="2400" spc="17" dirty="0">
                <a:latin typeface="Times New Roman"/>
                <a:cs typeface="Times New Roman"/>
              </a:rPr>
              <a:t>t</a:t>
            </a:r>
            <a:r>
              <a:rPr sz="2400" spc="-34" dirty="0">
                <a:latin typeface="Times New Roman"/>
                <a:cs typeface="Times New Roman"/>
              </a:rPr>
              <a:t>i</a:t>
            </a:r>
            <a:r>
              <a:rPr sz="2400" spc="-3" dirty="0">
                <a:latin typeface="Times New Roman"/>
                <a:cs typeface="Times New Roman"/>
              </a:rPr>
              <a:t>ces</a:t>
            </a:r>
            <a:endParaRPr lang="en-US" sz="2400" spc="-3" dirty="0">
              <a:latin typeface="Times New Roman"/>
              <a:cs typeface="Times New Roman"/>
            </a:endParaRPr>
          </a:p>
          <a:p>
            <a:pPr marL="155859" indent="-155859">
              <a:spcBef>
                <a:spcPts val="375"/>
              </a:spcBef>
              <a:buSzPct val="83333"/>
              <a:buFont typeface="Times New Roman"/>
              <a:buAutoNum type="arabicPeriod"/>
              <a:tabLst>
                <a:tab pos="155859" algn="l"/>
              </a:tabLst>
              <a:defRPr/>
            </a:pPr>
            <a:endParaRPr sz="2400" dirty="0">
              <a:latin typeface="Times New Roman"/>
              <a:cs typeface="Times New Roman"/>
            </a:endParaRPr>
          </a:p>
          <a:p>
            <a:pPr marL="155859" indent="-155859">
              <a:lnSpc>
                <a:spcPts val="934"/>
              </a:lnSpc>
              <a:spcBef>
                <a:spcPts val="392"/>
              </a:spcBef>
              <a:buSzPct val="83333"/>
              <a:buFont typeface="Times New Roman"/>
              <a:buAutoNum type="arabicPeriod"/>
              <a:tabLst>
                <a:tab pos="155859" algn="l"/>
              </a:tabLst>
              <a:defRPr/>
            </a:pPr>
            <a:r>
              <a:rPr sz="2400" spc="-3" dirty="0">
                <a:latin typeface="Times New Roman"/>
                <a:cs typeface="Times New Roman"/>
              </a:rPr>
              <a:t>Wh</a:t>
            </a:r>
            <a:r>
              <a:rPr sz="2400" dirty="0">
                <a:latin typeface="Times New Roman"/>
                <a:cs typeface="Times New Roman"/>
              </a:rPr>
              <a:t>i</a:t>
            </a:r>
            <a:r>
              <a:rPr sz="2400" spc="-17" dirty="0">
                <a:latin typeface="Times New Roman"/>
                <a:cs typeface="Times New Roman"/>
              </a:rPr>
              <a:t>l</a:t>
            </a:r>
            <a:r>
              <a:rPr sz="2400" dirty="0">
                <a:latin typeface="Times New Roman"/>
                <a:cs typeface="Times New Roman"/>
              </a:rPr>
              <a:t>e</a:t>
            </a:r>
            <a:r>
              <a:rPr sz="2400" spc="3" dirty="0">
                <a:latin typeface="Times New Roman"/>
                <a:cs typeface="Times New Roman"/>
              </a:rPr>
              <a:t> </a:t>
            </a:r>
            <a:r>
              <a:rPr sz="2400" spc="17" dirty="0">
                <a:latin typeface="Times New Roman"/>
                <a:cs typeface="Times New Roman"/>
              </a:rPr>
              <a:t>t</a:t>
            </a:r>
            <a:r>
              <a:rPr sz="2400" spc="-17" dirty="0">
                <a:latin typeface="Times New Roman"/>
                <a:cs typeface="Times New Roman"/>
              </a:rPr>
              <a:t>h</a:t>
            </a:r>
            <a:r>
              <a:rPr sz="2400" spc="-3" dirty="0">
                <a:latin typeface="Times New Roman"/>
                <a:cs typeface="Times New Roman"/>
              </a:rPr>
              <a:t>e</a:t>
            </a:r>
            <a:r>
              <a:rPr sz="2400" spc="3" dirty="0">
                <a:latin typeface="Times New Roman"/>
                <a:cs typeface="Times New Roman"/>
              </a:rPr>
              <a:t>r</a:t>
            </a:r>
            <a:r>
              <a:rPr sz="2400" dirty="0">
                <a:latin typeface="Times New Roman"/>
                <a:cs typeface="Times New Roman"/>
              </a:rPr>
              <a:t>e</a:t>
            </a:r>
            <a:r>
              <a:rPr sz="2400" spc="3" dirty="0">
                <a:latin typeface="Times New Roman"/>
                <a:cs typeface="Times New Roman"/>
              </a:rPr>
              <a:t> </a:t>
            </a:r>
            <a:r>
              <a:rPr sz="2400" spc="-3" dirty="0">
                <a:latin typeface="Times New Roman"/>
                <a:cs typeface="Times New Roman"/>
              </a:rPr>
              <a:t>a</a:t>
            </a:r>
            <a:r>
              <a:rPr sz="2400" spc="3" dirty="0">
                <a:latin typeface="Times New Roman"/>
                <a:cs typeface="Times New Roman"/>
              </a:rPr>
              <a:t>r</a:t>
            </a:r>
            <a:r>
              <a:rPr sz="2400" dirty="0">
                <a:latin typeface="Times New Roman"/>
                <a:cs typeface="Times New Roman"/>
              </a:rPr>
              <a:t>e</a:t>
            </a:r>
            <a:r>
              <a:rPr sz="2400" spc="3" dirty="0">
                <a:latin typeface="Times New Roman"/>
                <a:cs typeface="Times New Roman"/>
              </a:rPr>
              <a:t> </a:t>
            </a:r>
            <a:r>
              <a:rPr sz="2400" spc="-17" dirty="0">
                <a:latin typeface="Times New Roman"/>
                <a:cs typeface="Times New Roman"/>
              </a:rPr>
              <a:t>v</a:t>
            </a:r>
            <a:r>
              <a:rPr sz="2400" spc="-3" dirty="0">
                <a:latin typeface="Times New Roman"/>
                <a:cs typeface="Times New Roman"/>
              </a:rPr>
              <a:t>e</a:t>
            </a:r>
            <a:r>
              <a:rPr sz="2400" spc="3" dirty="0">
                <a:latin typeface="Times New Roman"/>
                <a:cs typeface="Times New Roman"/>
              </a:rPr>
              <a:t>r</a:t>
            </a:r>
            <a:r>
              <a:rPr sz="2400" spc="17" dirty="0">
                <a:latin typeface="Times New Roman"/>
                <a:cs typeface="Times New Roman"/>
              </a:rPr>
              <a:t>t</a:t>
            </a:r>
            <a:r>
              <a:rPr sz="2400" spc="-34" dirty="0">
                <a:latin typeface="Times New Roman"/>
                <a:cs typeface="Times New Roman"/>
              </a:rPr>
              <a:t>i</a:t>
            </a:r>
            <a:r>
              <a:rPr sz="2400" spc="-3" dirty="0">
                <a:latin typeface="Times New Roman"/>
                <a:cs typeface="Times New Roman"/>
              </a:rPr>
              <a:t>ce</a:t>
            </a:r>
            <a:r>
              <a:rPr sz="2400" dirty="0">
                <a:latin typeface="Times New Roman"/>
                <a:cs typeface="Times New Roman"/>
              </a:rPr>
              <a:t>s</a:t>
            </a:r>
            <a:r>
              <a:rPr sz="2400" spc="3" dirty="0">
                <a:latin typeface="Times New Roman"/>
                <a:cs typeface="Times New Roman"/>
              </a:rPr>
              <a:t> r</a:t>
            </a:r>
            <a:r>
              <a:rPr sz="2400" spc="10" dirty="0">
                <a:latin typeface="Times New Roman"/>
                <a:cs typeface="Times New Roman"/>
              </a:rPr>
              <a:t>e</a:t>
            </a:r>
            <a:r>
              <a:rPr sz="2400" spc="-34" dirty="0">
                <a:latin typeface="Times New Roman"/>
                <a:cs typeface="Times New Roman"/>
              </a:rPr>
              <a:t>m</a:t>
            </a:r>
            <a:r>
              <a:rPr sz="2400" spc="10" dirty="0">
                <a:latin typeface="Times New Roman"/>
                <a:cs typeface="Times New Roman"/>
              </a:rPr>
              <a:t>a</a:t>
            </a:r>
            <a:r>
              <a:rPr sz="2400" spc="-17" dirty="0">
                <a:latin typeface="Times New Roman"/>
                <a:cs typeface="Times New Roman"/>
              </a:rPr>
              <a:t>i</a:t>
            </a:r>
            <a:r>
              <a:rPr sz="2400" spc="14" dirty="0">
                <a:latin typeface="Times New Roman"/>
                <a:cs typeface="Times New Roman"/>
              </a:rPr>
              <a:t>n</a:t>
            </a:r>
            <a:r>
              <a:rPr sz="2400" spc="-17" dirty="0">
                <a:latin typeface="Times New Roman"/>
                <a:cs typeface="Times New Roman"/>
              </a:rPr>
              <a:t>i</a:t>
            </a:r>
            <a:r>
              <a:rPr sz="2400" spc="-3" dirty="0">
                <a:latin typeface="Times New Roman"/>
                <a:cs typeface="Times New Roman"/>
              </a:rPr>
              <a:t>n</a:t>
            </a:r>
            <a:r>
              <a:rPr sz="2400" dirty="0">
                <a:latin typeface="Times New Roman"/>
                <a:cs typeface="Times New Roman"/>
              </a:rPr>
              <a:t>g</a:t>
            </a:r>
            <a:r>
              <a:rPr sz="2400" spc="20" dirty="0">
                <a:latin typeface="Times New Roman"/>
                <a:cs typeface="Times New Roman"/>
              </a:rPr>
              <a:t> </a:t>
            </a:r>
            <a:r>
              <a:rPr sz="2400" spc="-17" dirty="0">
                <a:latin typeface="Times New Roman"/>
                <a:cs typeface="Times New Roman"/>
              </a:rPr>
              <a:t>i</a:t>
            </a:r>
            <a:r>
              <a:rPr sz="2400" dirty="0">
                <a:latin typeface="Times New Roman"/>
                <a:cs typeface="Times New Roman"/>
              </a:rPr>
              <a:t>n</a:t>
            </a:r>
            <a:r>
              <a:rPr sz="2400" spc="-10" dirty="0">
                <a:latin typeface="Times New Roman"/>
                <a:cs typeface="Times New Roman"/>
              </a:rPr>
              <a:t> </a:t>
            </a:r>
            <a:r>
              <a:rPr sz="2400" spc="17" dirty="0">
                <a:latin typeface="Times New Roman"/>
                <a:cs typeface="Times New Roman"/>
              </a:rPr>
              <a:t>t</a:t>
            </a:r>
            <a:r>
              <a:rPr sz="2400" spc="-17" dirty="0">
                <a:latin typeface="Times New Roman"/>
                <a:cs typeface="Times New Roman"/>
              </a:rPr>
              <a:t>h</a:t>
            </a:r>
            <a:r>
              <a:rPr sz="2400" dirty="0">
                <a:latin typeface="Times New Roman"/>
                <a:cs typeface="Times New Roman"/>
              </a:rPr>
              <a:t>e</a:t>
            </a:r>
            <a:r>
              <a:rPr sz="2400" spc="3" dirty="0">
                <a:latin typeface="Times New Roman"/>
                <a:cs typeface="Times New Roman"/>
              </a:rPr>
              <a:t> </a:t>
            </a:r>
            <a:r>
              <a:rPr sz="2400" spc="-3" dirty="0">
                <a:latin typeface="Times New Roman"/>
                <a:cs typeface="Times New Roman"/>
              </a:rPr>
              <a:t>queue:</a:t>
            </a:r>
            <a:endParaRPr lang="en-US" sz="2400" spc="-3" dirty="0">
              <a:latin typeface="Times New Roman"/>
              <a:cs typeface="Times New Roman"/>
            </a:endParaRPr>
          </a:p>
          <a:p>
            <a:pPr>
              <a:lnSpc>
                <a:spcPts val="934"/>
              </a:lnSpc>
              <a:buSzPct val="83333"/>
              <a:tabLst>
                <a:tab pos="155859" algn="l"/>
              </a:tabLst>
              <a:defRPr/>
            </a:pPr>
            <a:endParaRPr sz="2400" dirty="0">
              <a:latin typeface="Times New Roman"/>
              <a:cs typeface="Times New Roman"/>
            </a:endParaRPr>
          </a:p>
          <a:p>
            <a:pPr>
              <a:lnSpc>
                <a:spcPts val="883"/>
              </a:lnSpc>
              <a:defRPr/>
            </a:pPr>
            <a:r>
              <a:rPr sz="2400" spc="-256" dirty="0">
                <a:latin typeface="Arial"/>
                <a:cs typeface="Arial"/>
              </a:rPr>
              <a:t>➭</a:t>
            </a:r>
            <a:r>
              <a:rPr sz="2400" spc="-256" dirty="0">
                <a:latin typeface="Times New Roman"/>
                <a:cs typeface="Times New Roman"/>
              </a:rPr>
              <a:t> </a:t>
            </a:r>
            <a:r>
              <a:rPr sz="2400" spc="51" dirty="0">
                <a:latin typeface="Times New Roman"/>
                <a:cs typeface="Times New Roman"/>
              </a:rPr>
              <a:t> </a:t>
            </a:r>
            <a:r>
              <a:rPr sz="2400" spc="-3" dirty="0">
                <a:latin typeface="Times New Roman"/>
                <a:cs typeface="Times New Roman"/>
              </a:rPr>
              <a:t>Dequeu</a:t>
            </a:r>
            <a:r>
              <a:rPr sz="2400" dirty="0">
                <a:latin typeface="Times New Roman"/>
                <a:cs typeface="Times New Roman"/>
              </a:rPr>
              <a:t>e</a:t>
            </a:r>
            <a:r>
              <a:rPr sz="2400" spc="3" dirty="0">
                <a:latin typeface="Times New Roman"/>
                <a:cs typeface="Times New Roman"/>
              </a:rPr>
              <a:t> </a:t>
            </a:r>
            <a:r>
              <a:rPr sz="2400" spc="-3" dirty="0">
                <a:latin typeface="Times New Roman"/>
                <a:cs typeface="Times New Roman"/>
              </a:rPr>
              <a:t>a</a:t>
            </a:r>
            <a:r>
              <a:rPr sz="2400" spc="-17" dirty="0">
                <a:latin typeface="Times New Roman"/>
                <a:cs typeface="Times New Roman"/>
              </a:rPr>
              <a:t>n</a:t>
            </a:r>
            <a:r>
              <a:rPr sz="2400" dirty="0">
                <a:latin typeface="Times New Roman"/>
                <a:cs typeface="Times New Roman"/>
              </a:rPr>
              <a:t>d</a:t>
            </a:r>
            <a:r>
              <a:rPr sz="2400" spc="3" dirty="0">
                <a:latin typeface="Times New Roman"/>
                <a:cs typeface="Times New Roman"/>
              </a:rPr>
              <a:t> </a:t>
            </a:r>
            <a:r>
              <a:rPr sz="2400" spc="14" dirty="0">
                <a:latin typeface="Times New Roman"/>
                <a:cs typeface="Times New Roman"/>
              </a:rPr>
              <a:t>o</a:t>
            </a:r>
            <a:r>
              <a:rPr sz="2400" dirty="0">
                <a:latin typeface="Times New Roman"/>
                <a:cs typeface="Times New Roman"/>
              </a:rPr>
              <a:t>u</a:t>
            </a:r>
            <a:r>
              <a:rPr sz="2400" spc="17" dirty="0">
                <a:latin typeface="Times New Roman"/>
                <a:cs typeface="Times New Roman"/>
              </a:rPr>
              <a:t>t</a:t>
            </a:r>
            <a:r>
              <a:rPr sz="2400" dirty="0">
                <a:latin typeface="Times New Roman"/>
                <a:cs typeface="Times New Roman"/>
              </a:rPr>
              <a:t>p</a:t>
            </a:r>
            <a:r>
              <a:rPr sz="2400" spc="-17" dirty="0">
                <a:latin typeface="Times New Roman"/>
                <a:cs typeface="Times New Roman"/>
              </a:rPr>
              <a:t>u</a:t>
            </a:r>
            <a:r>
              <a:rPr sz="2400" dirty="0">
                <a:latin typeface="Times New Roman"/>
                <a:cs typeface="Times New Roman"/>
              </a:rPr>
              <a:t>t</a:t>
            </a:r>
            <a:r>
              <a:rPr sz="2400" spc="7" dirty="0">
                <a:latin typeface="Times New Roman"/>
                <a:cs typeface="Times New Roman"/>
              </a:rPr>
              <a:t> </a:t>
            </a:r>
            <a:r>
              <a:rPr sz="2400" dirty="0">
                <a:latin typeface="Times New Roman"/>
                <a:cs typeface="Times New Roman"/>
              </a:rPr>
              <a:t>a</a:t>
            </a:r>
            <a:r>
              <a:rPr sz="2400" spc="-14" dirty="0">
                <a:latin typeface="Times New Roman"/>
                <a:cs typeface="Times New Roman"/>
              </a:rPr>
              <a:t> </a:t>
            </a:r>
            <a:r>
              <a:rPr sz="2400" spc="-17" dirty="0">
                <a:latin typeface="Times New Roman"/>
                <a:cs typeface="Times New Roman"/>
              </a:rPr>
              <a:t>v</a:t>
            </a:r>
            <a:r>
              <a:rPr sz="2400" spc="-3" dirty="0">
                <a:latin typeface="Times New Roman"/>
                <a:cs typeface="Times New Roman"/>
              </a:rPr>
              <a:t>e</a:t>
            </a:r>
            <a:r>
              <a:rPr sz="2400" spc="3" dirty="0">
                <a:latin typeface="Times New Roman"/>
                <a:cs typeface="Times New Roman"/>
              </a:rPr>
              <a:t>r</a:t>
            </a:r>
            <a:r>
              <a:rPr sz="2400" spc="17" dirty="0">
                <a:latin typeface="Times New Roman"/>
                <a:cs typeface="Times New Roman"/>
              </a:rPr>
              <a:t>t</a:t>
            </a:r>
            <a:r>
              <a:rPr sz="2400" spc="-3" dirty="0">
                <a:latin typeface="Times New Roman"/>
                <a:cs typeface="Times New Roman"/>
              </a:rPr>
              <a:t>ex</a:t>
            </a:r>
            <a:endParaRPr lang="en-US" sz="2400" spc="-3" dirty="0">
              <a:latin typeface="Times New Roman"/>
              <a:cs typeface="Times New Roman"/>
            </a:endParaRPr>
          </a:p>
          <a:p>
            <a:pPr>
              <a:lnSpc>
                <a:spcPts val="883"/>
              </a:lnSpc>
              <a:defRPr/>
            </a:pPr>
            <a:endParaRPr sz="2400" dirty="0">
              <a:latin typeface="Times New Roman"/>
              <a:cs typeface="Times New Roman"/>
            </a:endParaRPr>
          </a:p>
          <a:p>
            <a:pPr>
              <a:lnSpc>
                <a:spcPts val="883"/>
              </a:lnSpc>
              <a:defRPr/>
            </a:pPr>
            <a:r>
              <a:rPr sz="2400" spc="-256" dirty="0">
                <a:latin typeface="Arial"/>
                <a:cs typeface="Arial"/>
              </a:rPr>
              <a:t>➭</a:t>
            </a:r>
            <a:r>
              <a:rPr sz="2400" spc="-256" dirty="0">
                <a:latin typeface="Times New Roman"/>
                <a:cs typeface="Times New Roman"/>
              </a:rPr>
              <a:t> </a:t>
            </a:r>
            <a:r>
              <a:rPr sz="2400" spc="51" dirty="0">
                <a:latin typeface="Times New Roman"/>
                <a:cs typeface="Times New Roman"/>
              </a:rPr>
              <a:t> </a:t>
            </a:r>
            <a:r>
              <a:rPr sz="2400" spc="-3" dirty="0">
                <a:latin typeface="Times New Roman"/>
                <a:cs typeface="Times New Roman"/>
              </a:rPr>
              <a:t>Reduc</a:t>
            </a:r>
            <a:r>
              <a:rPr sz="2400" dirty="0">
                <a:latin typeface="Times New Roman"/>
                <a:cs typeface="Times New Roman"/>
              </a:rPr>
              <a:t>e</a:t>
            </a:r>
            <a:r>
              <a:rPr sz="2400" spc="3" dirty="0">
                <a:latin typeface="Times New Roman"/>
                <a:cs typeface="Times New Roman"/>
              </a:rPr>
              <a:t> I</a:t>
            </a:r>
            <a:r>
              <a:rPr sz="2400" spc="-17" dirty="0">
                <a:latin typeface="Times New Roman"/>
                <a:cs typeface="Times New Roman"/>
              </a:rPr>
              <a:t>n</a:t>
            </a:r>
            <a:r>
              <a:rPr sz="2400" spc="3" dirty="0">
                <a:latin typeface="Times New Roman"/>
                <a:cs typeface="Times New Roman"/>
              </a:rPr>
              <a:t>-</a:t>
            </a:r>
            <a:r>
              <a:rPr sz="2400" spc="-3" dirty="0">
                <a:latin typeface="Times New Roman"/>
                <a:cs typeface="Times New Roman"/>
              </a:rPr>
              <a:t>Deg</a:t>
            </a:r>
            <a:r>
              <a:rPr sz="2400" spc="3" dirty="0">
                <a:latin typeface="Times New Roman"/>
                <a:cs typeface="Times New Roman"/>
              </a:rPr>
              <a:t>r</a:t>
            </a:r>
            <a:r>
              <a:rPr sz="2400" spc="-3" dirty="0">
                <a:latin typeface="Times New Roman"/>
                <a:cs typeface="Times New Roman"/>
              </a:rPr>
              <a:t>e</a:t>
            </a:r>
            <a:r>
              <a:rPr sz="2400" dirty="0">
                <a:latin typeface="Times New Roman"/>
                <a:cs typeface="Times New Roman"/>
              </a:rPr>
              <a:t>e</a:t>
            </a:r>
            <a:r>
              <a:rPr sz="2400" spc="3" dirty="0">
                <a:latin typeface="Times New Roman"/>
                <a:cs typeface="Times New Roman"/>
              </a:rPr>
              <a:t> </a:t>
            </a:r>
            <a:r>
              <a:rPr sz="2400" spc="14" dirty="0">
                <a:latin typeface="Times New Roman"/>
                <a:cs typeface="Times New Roman"/>
              </a:rPr>
              <a:t>o</a:t>
            </a:r>
            <a:r>
              <a:rPr sz="2400" dirty="0">
                <a:latin typeface="Times New Roman"/>
                <a:cs typeface="Times New Roman"/>
              </a:rPr>
              <a:t>f</a:t>
            </a:r>
            <a:r>
              <a:rPr sz="2400" spc="-20" dirty="0">
                <a:latin typeface="Times New Roman"/>
                <a:cs typeface="Times New Roman"/>
              </a:rPr>
              <a:t> </a:t>
            </a:r>
            <a:r>
              <a:rPr sz="2400" spc="10" dirty="0">
                <a:latin typeface="Times New Roman"/>
                <a:cs typeface="Times New Roman"/>
              </a:rPr>
              <a:t>a</a:t>
            </a:r>
            <a:r>
              <a:rPr sz="2400" spc="-17" dirty="0">
                <a:latin typeface="Times New Roman"/>
                <a:cs typeface="Times New Roman"/>
              </a:rPr>
              <a:t>l</a:t>
            </a:r>
            <a:r>
              <a:rPr sz="2400" dirty="0">
                <a:latin typeface="Times New Roman"/>
                <a:cs typeface="Times New Roman"/>
              </a:rPr>
              <a:t>l</a:t>
            </a:r>
            <a:r>
              <a:rPr sz="2400" spc="7" dirty="0">
                <a:latin typeface="Times New Roman"/>
                <a:cs typeface="Times New Roman"/>
              </a:rPr>
              <a:t> </a:t>
            </a:r>
            <a:r>
              <a:rPr sz="2400" spc="-17" dirty="0">
                <a:latin typeface="Times New Roman"/>
                <a:cs typeface="Times New Roman"/>
              </a:rPr>
              <a:t>v</a:t>
            </a:r>
            <a:r>
              <a:rPr sz="2400" spc="-3" dirty="0">
                <a:latin typeface="Times New Roman"/>
                <a:cs typeface="Times New Roman"/>
              </a:rPr>
              <a:t>e</a:t>
            </a:r>
            <a:r>
              <a:rPr sz="2400" spc="3" dirty="0">
                <a:latin typeface="Times New Roman"/>
                <a:cs typeface="Times New Roman"/>
              </a:rPr>
              <a:t>r</a:t>
            </a:r>
            <a:r>
              <a:rPr sz="2400" spc="17" dirty="0">
                <a:latin typeface="Times New Roman"/>
                <a:cs typeface="Times New Roman"/>
              </a:rPr>
              <a:t>t</a:t>
            </a:r>
            <a:r>
              <a:rPr sz="2400" spc="-34" dirty="0">
                <a:latin typeface="Times New Roman"/>
                <a:cs typeface="Times New Roman"/>
              </a:rPr>
              <a:t>i</a:t>
            </a:r>
            <a:r>
              <a:rPr sz="2400" spc="-3" dirty="0">
                <a:latin typeface="Times New Roman"/>
                <a:cs typeface="Times New Roman"/>
              </a:rPr>
              <a:t>c</a:t>
            </a:r>
            <a:r>
              <a:rPr sz="2400" spc="10" dirty="0">
                <a:latin typeface="Times New Roman"/>
                <a:cs typeface="Times New Roman"/>
              </a:rPr>
              <a:t>e</a:t>
            </a:r>
            <a:r>
              <a:rPr sz="2400" dirty="0">
                <a:latin typeface="Times New Roman"/>
                <a:cs typeface="Times New Roman"/>
              </a:rPr>
              <a:t>s </a:t>
            </a:r>
            <a:r>
              <a:rPr sz="2400" spc="-3" dirty="0">
                <a:latin typeface="Times New Roman"/>
                <a:cs typeface="Times New Roman"/>
              </a:rPr>
              <a:t>a</a:t>
            </a:r>
            <a:r>
              <a:rPr sz="2400" spc="14" dirty="0">
                <a:latin typeface="Times New Roman"/>
                <a:cs typeface="Times New Roman"/>
              </a:rPr>
              <a:t>d</a:t>
            </a:r>
            <a:r>
              <a:rPr sz="2400" spc="-17" dirty="0">
                <a:latin typeface="Times New Roman"/>
                <a:cs typeface="Times New Roman"/>
              </a:rPr>
              <a:t>j</a:t>
            </a:r>
            <a:r>
              <a:rPr sz="2400" spc="-3" dirty="0">
                <a:latin typeface="Times New Roman"/>
                <a:cs typeface="Times New Roman"/>
              </a:rPr>
              <a:t>ac</a:t>
            </a:r>
            <a:r>
              <a:rPr sz="2400" spc="10" dirty="0">
                <a:latin typeface="Times New Roman"/>
                <a:cs typeface="Times New Roman"/>
              </a:rPr>
              <a:t>e</a:t>
            </a:r>
            <a:r>
              <a:rPr sz="2400" spc="-17" dirty="0">
                <a:latin typeface="Times New Roman"/>
                <a:cs typeface="Times New Roman"/>
              </a:rPr>
              <a:t>n</a:t>
            </a:r>
            <a:r>
              <a:rPr sz="2400" dirty="0">
                <a:latin typeface="Times New Roman"/>
                <a:cs typeface="Times New Roman"/>
              </a:rPr>
              <a:t>t</a:t>
            </a:r>
            <a:r>
              <a:rPr sz="2400" spc="7" dirty="0">
                <a:latin typeface="Times New Roman"/>
                <a:cs typeface="Times New Roman"/>
              </a:rPr>
              <a:t> </a:t>
            </a:r>
            <a:r>
              <a:rPr sz="2400" dirty="0">
                <a:latin typeface="Times New Roman"/>
                <a:cs typeface="Times New Roman"/>
              </a:rPr>
              <a:t>to</a:t>
            </a:r>
            <a:r>
              <a:rPr sz="2400" spc="7" dirty="0">
                <a:latin typeface="Times New Roman"/>
                <a:cs typeface="Times New Roman"/>
              </a:rPr>
              <a:t> </a:t>
            </a:r>
            <a:r>
              <a:rPr sz="2400" spc="-34" dirty="0">
                <a:latin typeface="Times New Roman"/>
                <a:cs typeface="Times New Roman"/>
              </a:rPr>
              <a:t>i</a:t>
            </a:r>
            <a:r>
              <a:rPr sz="2400" dirty="0">
                <a:latin typeface="Times New Roman"/>
                <a:cs typeface="Times New Roman"/>
              </a:rPr>
              <a:t>t</a:t>
            </a:r>
            <a:r>
              <a:rPr sz="2400" spc="24" dirty="0">
                <a:latin typeface="Times New Roman"/>
                <a:cs typeface="Times New Roman"/>
              </a:rPr>
              <a:t> </a:t>
            </a:r>
            <a:r>
              <a:rPr sz="2400" spc="-3" dirty="0">
                <a:latin typeface="Times New Roman"/>
                <a:cs typeface="Times New Roman"/>
              </a:rPr>
              <a:t>b</a:t>
            </a:r>
            <a:r>
              <a:rPr sz="2400" dirty="0">
                <a:latin typeface="Times New Roman"/>
                <a:cs typeface="Times New Roman"/>
              </a:rPr>
              <a:t>y</a:t>
            </a:r>
            <a:r>
              <a:rPr sz="2400" spc="-27" dirty="0">
                <a:latin typeface="Times New Roman"/>
                <a:cs typeface="Times New Roman"/>
              </a:rPr>
              <a:t> </a:t>
            </a:r>
            <a:r>
              <a:rPr sz="2400" dirty="0">
                <a:latin typeface="Times New Roman"/>
                <a:cs typeface="Times New Roman"/>
              </a:rPr>
              <a:t>1</a:t>
            </a:r>
            <a:endParaRPr lang="en-US" sz="2400" dirty="0">
              <a:latin typeface="Times New Roman"/>
              <a:cs typeface="Times New Roman"/>
            </a:endParaRPr>
          </a:p>
          <a:p>
            <a:pPr>
              <a:lnSpc>
                <a:spcPts val="883"/>
              </a:lnSpc>
              <a:defRPr/>
            </a:pPr>
            <a:endParaRPr sz="2400" dirty="0">
              <a:latin typeface="Times New Roman"/>
              <a:cs typeface="Times New Roman"/>
            </a:endParaRPr>
          </a:p>
          <a:p>
            <a:pPr indent="-131182">
              <a:lnSpc>
                <a:spcPts val="886"/>
              </a:lnSpc>
              <a:defRPr/>
            </a:pPr>
            <a:r>
              <a:rPr sz="2400" spc="-256" dirty="0">
                <a:latin typeface="Arial"/>
                <a:cs typeface="Arial"/>
              </a:rPr>
              <a:t>➭</a:t>
            </a:r>
            <a:r>
              <a:rPr sz="2400" spc="-256" dirty="0">
                <a:latin typeface="Times New Roman"/>
                <a:cs typeface="Times New Roman"/>
              </a:rPr>
              <a:t> </a:t>
            </a:r>
            <a:r>
              <a:rPr sz="2400" spc="51" dirty="0">
                <a:latin typeface="Times New Roman"/>
                <a:cs typeface="Times New Roman"/>
              </a:rPr>
              <a:t> </a:t>
            </a:r>
            <a:r>
              <a:rPr sz="2400" spc="7" dirty="0">
                <a:latin typeface="Times New Roman"/>
                <a:cs typeface="Times New Roman"/>
              </a:rPr>
              <a:t>E</a:t>
            </a:r>
            <a:r>
              <a:rPr sz="2400" spc="-17" dirty="0">
                <a:latin typeface="Times New Roman"/>
                <a:cs typeface="Times New Roman"/>
              </a:rPr>
              <a:t>n</a:t>
            </a:r>
            <a:r>
              <a:rPr sz="2400" spc="-3" dirty="0">
                <a:latin typeface="Times New Roman"/>
                <a:cs typeface="Times New Roman"/>
              </a:rPr>
              <a:t>queu</a:t>
            </a:r>
            <a:r>
              <a:rPr sz="2400" dirty="0">
                <a:latin typeface="Times New Roman"/>
                <a:cs typeface="Times New Roman"/>
              </a:rPr>
              <a:t>e</a:t>
            </a:r>
            <a:r>
              <a:rPr sz="2400" spc="3" dirty="0">
                <a:latin typeface="Times New Roman"/>
                <a:cs typeface="Times New Roman"/>
              </a:rPr>
              <a:t> </a:t>
            </a:r>
            <a:r>
              <a:rPr sz="2400" spc="-3" dirty="0">
                <a:latin typeface="Times New Roman"/>
                <a:cs typeface="Times New Roman"/>
              </a:rPr>
              <a:t>an</a:t>
            </a:r>
            <a:r>
              <a:rPr sz="2400" dirty="0">
                <a:latin typeface="Times New Roman"/>
                <a:cs typeface="Times New Roman"/>
              </a:rPr>
              <a:t>y</a:t>
            </a:r>
            <a:r>
              <a:rPr sz="2400" spc="-10" dirty="0">
                <a:latin typeface="Times New Roman"/>
                <a:cs typeface="Times New Roman"/>
              </a:rPr>
              <a:t> </a:t>
            </a:r>
            <a:r>
              <a:rPr sz="2400" spc="31" dirty="0">
                <a:latin typeface="Times New Roman"/>
                <a:cs typeface="Times New Roman"/>
              </a:rPr>
              <a:t>o</a:t>
            </a:r>
            <a:r>
              <a:rPr sz="2400" dirty="0">
                <a:latin typeface="Times New Roman"/>
                <a:cs typeface="Times New Roman"/>
              </a:rPr>
              <a:t>f</a:t>
            </a:r>
            <a:r>
              <a:rPr sz="2400" spc="-20" dirty="0">
                <a:latin typeface="Times New Roman"/>
                <a:cs typeface="Times New Roman"/>
              </a:rPr>
              <a:t> </a:t>
            </a:r>
            <a:r>
              <a:rPr sz="2400" spc="17" dirty="0">
                <a:latin typeface="Times New Roman"/>
                <a:cs typeface="Times New Roman"/>
              </a:rPr>
              <a:t>t</a:t>
            </a:r>
            <a:r>
              <a:rPr sz="2400" spc="-17" dirty="0">
                <a:latin typeface="Times New Roman"/>
                <a:cs typeface="Times New Roman"/>
              </a:rPr>
              <a:t>h</a:t>
            </a:r>
            <a:r>
              <a:rPr sz="2400" spc="-3" dirty="0">
                <a:latin typeface="Times New Roman"/>
                <a:cs typeface="Times New Roman"/>
              </a:rPr>
              <a:t>es</a:t>
            </a:r>
            <a:r>
              <a:rPr sz="2400" dirty="0">
                <a:latin typeface="Times New Roman"/>
                <a:cs typeface="Times New Roman"/>
              </a:rPr>
              <a:t>e</a:t>
            </a:r>
            <a:r>
              <a:rPr sz="2400" spc="3" dirty="0">
                <a:latin typeface="Times New Roman"/>
                <a:cs typeface="Times New Roman"/>
              </a:rPr>
              <a:t> </a:t>
            </a:r>
            <a:r>
              <a:rPr sz="2400" spc="-17" dirty="0">
                <a:latin typeface="Times New Roman"/>
                <a:cs typeface="Times New Roman"/>
              </a:rPr>
              <a:t>v</a:t>
            </a:r>
            <a:r>
              <a:rPr sz="2400" spc="-3" dirty="0">
                <a:latin typeface="Times New Roman"/>
                <a:cs typeface="Times New Roman"/>
              </a:rPr>
              <a:t>e</a:t>
            </a:r>
            <a:r>
              <a:rPr sz="2400" spc="3" dirty="0">
                <a:latin typeface="Times New Roman"/>
                <a:cs typeface="Times New Roman"/>
              </a:rPr>
              <a:t>r</a:t>
            </a:r>
            <a:r>
              <a:rPr sz="2400" spc="34" dirty="0">
                <a:latin typeface="Times New Roman"/>
                <a:cs typeface="Times New Roman"/>
              </a:rPr>
              <a:t>t</a:t>
            </a:r>
            <a:r>
              <a:rPr sz="2400" spc="-34" dirty="0">
                <a:latin typeface="Times New Roman"/>
                <a:cs typeface="Times New Roman"/>
              </a:rPr>
              <a:t>i</a:t>
            </a:r>
            <a:r>
              <a:rPr sz="2400" spc="-3" dirty="0">
                <a:latin typeface="Times New Roman"/>
                <a:cs typeface="Times New Roman"/>
              </a:rPr>
              <a:t>ce</a:t>
            </a:r>
            <a:r>
              <a:rPr sz="2400" dirty="0">
                <a:latin typeface="Times New Roman"/>
                <a:cs typeface="Times New Roman"/>
              </a:rPr>
              <a:t>s</a:t>
            </a:r>
            <a:r>
              <a:rPr sz="2400" spc="3" dirty="0">
                <a:latin typeface="Times New Roman"/>
                <a:cs typeface="Times New Roman"/>
              </a:rPr>
              <a:t> </a:t>
            </a:r>
            <a:r>
              <a:rPr sz="2400" spc="14" dirty="0">
                <a:latin typeface="Times New Roman"/>
                <a:cs typeface="Times New Roman"/>
              </a:rPr>
              <a:t>w</a:t>
            </a:r>
            <a:r>
              <a:rPr sz="2400" spc="-17" dirty="0">
                <a:latin typeface="Times New Roman"/>
                <a:cs typeface="Times New Roman"/>
              </a:rPr>
              <a:t>h</a:t>
            </a:r>
            <a:r>
              <a:rPr sz="2400" spc="14" dirty="0">
                <a:latin typeface="Times New Roman"/>
                <a:cs typeface="Times New Roman"/>
              </a:rPr>
              <a:t>o</a:t>
            </a:r>
            <a:r>
              <a:rPr sz="2400" spc="-10" dirty="0">
                <a:latin typeface="Times New Roman"/>
                <a:cs typeface="Times New Roman"/>
              </a:rPr>
              <a:t>s</a:t>
            </a:r>
            <a:r>
              <a:rPr sz="2400" dirty="0">
                <a:latin typeface="Times New Roman"/>
                <a:cs typeface="Times New Roman"/>
              </a:rPr>
              <a:t>e</a:t>
            </a:r>
            <a:r>
              <a:rPr sz="2400" spc="3" dirty="0">
                <a:latin typeface="Times New Roman"/>
                <a:cs typeface="Times New Roman"/>
              </a:rPr>
              <a:t> I</a:t>
            </a:r>
            <a:r>
              <a:rPr sz="2400" spc="-17" dirty="0">
                <a:latin typeface="Times New Roman"/>
                <a:cs typeface="Times New Roman"/>
              </a:rPr>
              <a:t>n</a:t>
            </a:r>
            <a:r>
              <a:rPr sz="2400" spc="3" dirty="0">
                <a:latin typeface="Times New Roman"/>
                <a:cs typeface="Times New Roman"/>
              </a:rPr>
              <a:t>-</a:t>
            </a:r>
            <a:r>
              <a:rPr sz="2400" spc="-3" dirty="0">
                <a:latin typeface="Times New Roman"/>
                <a:cs typeface="Times New Roman"/>
              </a:rPr>
              <a:t>Deg</a:t>
            </a:r>
            <a:r>
              <a:rPr sz="2400" spc="3" dirty="0">
                <a:latin typeface="Times New Roman"/>
                <a:cs typeface="Times New Roman"/>
              </a:rPr>
              <a:t>r</a:t>
            </a:r>
            <a:r>
              <a:rPr sz="2400" spc="-3" dirty="0">
                <a:latin typeface="Times New Roman"/>
                <a:cs typeface="Times New Roman"/>
              </a:rPr>
              <a:t>e</a:t>
            </a:r>
            <a:r>
              <a:rPr sz="2400" dirty="0">
                <a:latin typeface="Times New Roman"/>
                <a:cs typeface="Times New Roman"/>
              </a:rPr>
              <a:t>e</a:t>
            </a:r>
            <a:r>
              <a:rPr sz="2400" spc="3" dirty="0">
                <a:latin typeface="Times New Roman"/>
                <a:cs typeface="Times New Roman"/>
              </a:rPr>
              <a:t> </a:t>
            </a:r>
            <a:endParaRPr lang="en-US" sz="2400" spc="3" dirty="0">
              <a:latin typeface="Times New Roman"/>
              <a:cs typeface="Times New Roman"/>
            </a:endParaRPr>
          </a:p>
          <a:p>
            <a:pPr indent="-131182">
              <a:lnSpc>
                <a:spcPts val="886"/>
              </a:lnSpc>
              <a:defRPr/>
            </a:pPr>
            <a:endParaRPr lang="en-IN" sz="2400" spc="3" dirty="0">
              <a:latin typeface="Times New Roman"/>
              <a:cs typeface="Times New Roman"/>
            </a:endParaRPr>
          </a:p>
          <a:p>
            <a:pPr indent="-131182">
              <a:lnSpc>
                <a:spcPts val="886"/>
              </a:lnSpc>
              <a:defRPr/>
            </a:pPr>
            <a:r>
              <a:rPr sz="2400" spc="-17" dirty="0">
                <a:latin typeface="Times New Roman"/>
                <a:cs typeface="Times New Roman"/>
              </a:rPr>
              <a:t>b</a:t>
            </a:r>
            <a:r>
              <a:rPr sz="2400" spc="10" dirty="0">
                <a:latin typeface="Times New Roman"/>
                <a:cs typeface="Times New Roman"/>
              </a:rPr>
              <a:t>e</a:t>
            </a:r>
            <a:r>
              <a:rPr sz="2400" spc="-3" dirty="0">
                <a:latin typeface="Times New Roman"/>
                <a:cs typeface="Times New Roman"/>
              </a:rPr>
              <a:t>c</a:t>
            </a:r>
            <a:r>
              <a:rPr sz="2400" spc="10" dirty="0">
                <a:latin typeface="Times New Roman"/>
                <a:cs typeface="Times New Roman"/>
              </a:rPr>
              <a:t>a</a:t>
            </a:r>
            <a:r>
              <a:rPr sz="2400" spc="-34" dirty="0">
                <a:latin typeface="Times New Roman"/>
                <a:cs typeface="Times New Roman"/>
              </a:rPr>
              <a:t>m</a:t>
            </a:r>
            <a:r>
              <a:rPr sz="2400" dirty="0">
                <a:latin typeface="Times New Roman"/>
                <a:cs typeface="Times New Roman"/>
              </a:rPr>
              <a:t>e </a:t>
            </a:r>
            <a:r>
              <a:rPr sz="2400" spc="-3" dirty="0">
                <a:latin typeface="Times New Roman"/>
                <a:cs typeface="Times New Roman"/>
              </a:rPr>
              <a:t>ze</a:t>
            </a:r>
            <a:r>
              <a:rPr sz="2400" spc="3" dirty="0">
                <a:latin typeface="Times New Roman"/>
                <a:cs typeface="Times New Roman"/>
              </a:rPr>
              <a:t>r</a:t>
            </a:r>
            <a:r>
              <a:rPr sz="2400" dirty="0">
                <a:latin typeface="Times New Roman"/>
                <a:cs typeface="Times New Roman"/>
              </a:rPr>
              <a:t>o</a:t>
            </a:r>
          </a:p>
        </p:txBody>
      </p:sp>
      <p:sp>
        <p:nvSpPr>
          <p:cNvPr id="5" name="object 5">
            <a:extLst>
              <a:ext uri="{FF2B5EF4-FFF2-40B4-BE49-F238E27FC236}">
                <a16:creationId xmlns:a16="http://schemas.microsoft.com/office/drawing/2014/main" id="{7952CC1A-D5A7-41C3-BAC8-3A4CA971136C}"/>
              </a:ext>
            </a:extLst>
          </p:cNvPr>
          <p:cNvSpPr txBox="1"/>
          <p:nvPr/>
        </p:nvSpPr>
        <p:spPr>
          <a:xfrm>
            <a:off x="8311741" y="5381644"/>
            <a:ext cx="2562632" cy="307777"/>
          </a:xfrm>
          <a:prstGeom prst="rect">
            <a:avLst/>
          </a:prstGeom>
        </p:spPr>
        <p:txBody>
          <a:bodyPr wrap="square" lIns="0" tIns="0" rIns="0" bIns="0">
            <a:spAutoFit/>
          </a:bodyPr>
          <a:lstStyle/>
          <a:p>
            <a:pPr>
              <a:defRPr/>
            </a:pPr>
            <a:r>
              <a:rPr sz="2000" dirty="0">
                <a:latin typeface="Times New Roman"/>
                <a:cs typeface="Times New Roman"/>
              </a:rPr>
              <a:t>S</a:t>
            </a:r>
            <a:r>
              <a:rPr sz="2000" spc="14" dirty="0">
                <a:latin typeface="Times New Roman"/>
                <a:cs typeface="Times New Roman"/>
              </a:rPr>
              <a:t>o</a:t>
            </a:r>
            <a:r>
              <a:rPr sz="2000" spc="-14" dirty="0">
                <a:latin typeface="Times New Roman"/>
                <a:cs typeface="Times New Roman"/>
              </a:rPr>
              <a:t>r</a:t>
            </a:r>
            <a:r>
              <a:rPr sz="2000" dirty="0">
                <a:latin typeface="Times New Roman"/>
                <a:cs typeface="Times New Roman"/>
              </a:rPr>
              <a:t>t</a:t>
            </a:r>
            <a:r>
              <a:rPr sz="2000" spc="-7" dirty="0">
                <a:latin typeface="Times New Roman"/>
                <a:cs typeface="Times New Roman"/>
              </a:rPr>
              <a:t> </a:t>
            </a:r>
            <a:r>
              <a:rPr sz="2000" spc="17" dirty="0">
                <a:latin typeface="Times New Roman"/>
                <a:cs typeface="Times New Roman"/>
              </a:rPr>
              <a:t>t</a:t>
            </a:r>
            <a:r>
              <a:rPr sz="2000" spc="-17" dirty="0">
                <a:latin typeface="Times New Roman"/>
                <a:cs typeface="Times New Roman"/>
              </a:rPr>
              <a:t>hi</a:t>
            </a:r>
            <a:r>
              <a:rPr sz="2000" dirty="0">
                <a:latin typeface="Times New Roman"/>
                <a:cs typeface="Times New Roman"/>
              </a:rPr>
              <a:t>s </a:t>
            </a:r>
            <a:r>
              <a:rPr sz="2000" spc="14" dirty="0">
                <a:latin typeface="Times New Roman"/>
                <a:cs typeface="Times New Roman"/>
              </a:rPr>
              <a:t>d</a:t>
            </a:r>
            <a:r>
              <a:rPr sz="2000" spc="-34" dirty="0">
                <a:latin typeface="Times New Roman"/>
                <a:cs typeface="Times New Roman"/>
              </a:rPr>
              <a:t>i</a:t>
            </a:r>
            <a:r>
              <a:rPr sz="2000" dirty="0">
                <a:latin typeface="Times New Roman"/>
                <a:cs typeface="Times New Roman"/>
              </a:rPr>
              <a:t>g</a:t>
            </a:r>
            <a:r>
              <a:rPr sz="2000" spc="3" dirty="0">
                <a:latin typeface="Times New Roman"/>
                <a:cs typeface="Times New Roman"/>
              </a:rPr>
              <a:t>r</a:t>
            </a:r>
            <a:r>
              <a:rPr sz="2000" dirty="0">
                <a:latin typeface="Times New Roman"/>
                <a:cs typeface="Times New Roman"/>
              </a:rPr>
              <a:t>a</a:t>
            </a:r>
            <a:r>
              <a:rPr sz="2000" spc="14" dirty="0">
                <a:latin typeface="Times New Roman"/>
                <a:cs typeface="Times New Roman"/>
              </a:rPr>
              <a:t>p</a:t>
            </a:r>
            <a:r>
              <a:rPr sz="2000" dirty="0">
                <a:latin typeface="Times New Roman"/>
                <a:cs typeface="Times New Roman"/>
              </a:rPr>
              <a:t>h!</a:t>
            </a:r>
          </a:p>
        </p:txBody>
      </p:sp>
      <p:grpSp>
        <p:nvGrpSpPr>
          <p:cNvPr id="6" name="Group 5">
            <a:extLst>
              <a:ext uri="{FF2B5EF4-FFF2-40B4-BE49-F238E27FC236}">
                <a16:creationId xmlns:a16="http://schemas.microsoft.com/office/drawing/2014/main" id="{711C0FDC-426B-4413-A5A0-DB149249A88A}"/>
              </a:ext>
            </a:extLst>
          </p:cNvPr>
          <p:cNvGrpSpPr/>
          <p:nvPr/>
        </p:nvGrpSpPr>
        <p:grpSpPr>
          <a:xfrm>
            <a:off x="5220350" y="4319950"/>
            <a:ext cx="2678244" cy="1138169"/>
            <a:chOff x="5220350" y="4319951"/>
            <a:chExt cx="1286957" cy="546916"/>
          </a:xfrm>
        </p:grpSpPr>
        <p:sp>
          <p:nvSpPr>
            <p:cNvPr id="20486" name="object 6">
              <a:extLst>
                <a:ext uri="{FF2B5EF4-FFF2-40B4-BE49-F238E27FC236}">
                  <a16:creationId xmlns:a16="http://schemas.microsoft.com/office/drawing/2014/main" id="{65C145AC-8FB4-402C-9DE9-3BA96438A27B}"/>
                </a:ext>
              </a:extLst>
            </p:cNvPr>
            <p:cNvSpPr>
              <a:spLocks/>
            </p:cNvSpPr>
            <p:nvPr/>
          </p:nvSpPr>
          <p:spPr bwMode="auto">
            <a:xfrm>
              <a:off x="5220350" y="4482309"/>
              <a:ext cx="153699" cy="166688"/>
            </a:xfrm>
            <a:custGeom>
              <a:avLst/>
              <a:gdLst>
                <a:gd name="T0" fmla="*/ 113519 w 226060"/>
                <a:gd name="T1" fmla="*/ 0 h 243839"/>
                <a:gd name="T2" fmla="*/ 71981 w 226060"/>
                <a:gd name="T3" fmla="*/ 7726 h 243839"/>
                <a:gd name="T4" fmla="*/ 37848 w 226060"/>
                <a:gd name="T5" fmla="*/ 29309 h 243839"/>
                <a:gd name="T6" fmla="*/ 13435 w 226060"/>
                <a:gd name="T7" fmla="*/ 62348 h 243839"/>
                <a:gd name="T8" fmla="*/ 1053 w 226060"/>
                <a:gd name="T9" fmla="*/ 104438 h 243839"/>
                <a:gd name="T10" fmla="*/ 0 w 226060"/>
                <a:gd name="T11" fmla="*/ 120064 h 243839"/>
                <a:gd name="T12" fmla="*/ 819 w 226060"/>
                <a:gd name="T13" fmla="*/ 135567 h 243839"/>
                <a:gd name="T14" fmla="*/ 12449 w 226060"/>
                <a:gd name="T15" fmla="*/ 178045 h 243839"/>
                <a:gd name="T16" fmla="*/ 36010 w 226060"/>
                <a:gd name="T17" fmla="*/ 212254 h 243839"/>
                <a:gd name="T18" fmla="*/ 69145 w 226060"/>
                <a:gd name="T19" fmla="*/ 235335 h 243839"/>
                <a:gd name="T20" fmla="*/ 109503 w 226060"/>
                <a:gd name="T21" fmla="*/ 244431 h 243839"/>
                <a:gd name="T22" fmla="*/ 123720 w 226060"/>
                <a:gd name="T23" fmla="*/ 243517 h 243839"/>
                <a:gd name="T24" fmla="*/ 162875 w 226060"/>
                <a:gd name="T25" fmla="*/ 230571 h 243839"/>
                <a:gd name="T26" fmla="*/ 194626 w 226060"/>
                <a:gd name="T27" fmla="*/ 204651 h 243839"/>
                <a:gd name="T28" fmla="*/ 216207 w 226060"/>
                <a:gd name="T29" fmla="*/ 168748 h 243839"/>
                <a:gd name="T30" fmla="*/ 224853 w 226060"/>
                <a:gd name="T31" fmla="*/ 125850 h 243839"/>
                <a:gd name="T32" fmla="*/ 224902 w 226060"/>
                <a:gd name="T33" fmla="*/ 122232 h 243839"/>
                <a:gd name="T34" fmla="*/ 224015 w 226060"/>
                <a:gd name="T35" fmla="*/ 106445 h 243839"/>
                <a:gd name="T36" fmla="*/ 211618 w 226060"/>
                <a:gd name="T37" fmla="*/ 63843 h 243839"/>
                <a:gd name="T38" fmla="*/ 187014 w 226060"/>
                <a:gd name="T39" fmla="*/ 30279 h 243839"/>
                <a:gd name="T40" fmla="*/ 153287 w 226060"/>
                <a:gd name="T41" fmla="*/ 8186 h 243839"/>
                <a:gd name="T42" fmla="*/ 113519 w 226060"/>
                <a:gd name="T43" fmla="*/ 0 h 2438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060" h="243839">
                  <a:moveTo>
                    <a:pt x="113839" y="0"/>
                  </a:moveTo>
                  <a:lnTo>
                    <a:pt x="72184" y="7706"/>
                  </a:lnTo>
                  <a:lnTo>
                    <a:pt x="37955" y="29233"/>
                  </a:lnTo>
                  <a:lnTo>
                    <a:pt x="13473" y="62186"/>
                  </a:lnTo>
                  <a:lnTo>
                    <a:pt x="1056" y="104166"/>
                  </a:lnTo>
                  <a:lnTo>
                    <a:pt x="0" y="119752"/>
                  </a:lnTo>
                  <a:lnTo>
                    <a:pt x="821" y="135214"/>
                  </a:lnTo>
                  <a:lnTo>
                    <a:pt x="12484" y="177582"/>
                  </a:lnTo>
                  <a:lnTo>
                    <a:pt x="36111" y="211702"/>
                  </a:lnTo>
                  <a:lnTo>
                    <a:pt x="69340" y="234723"/>
                  </a:lnTo>
                  <a:lnTo>
                    <a:pt x="109811" y="243795"/>
                  </a:lnTo>
                  <a:lnTo>
                    <a:pt x="124069" y="242883"/>
                  </a:lnTo>
                  <a:lnTo>
                    <a:pt x="163334" y="229971"/>
                  </a:lnTo>
                  <a:lnTo>
                    <a:pt x="195174" y="204119"/>
                  </a:lnTo>
                  <a:lnTo>
                    <a:pt x="216816" y="168309"/>
                  </a:lnTo>
                  <a:lnTo>
                    <a:pt x="225486" y="125523"/>
                  </a:lnTo>
                  <a:lnTo>
                    <a:pt x="225536" y="121914"/>
                  </a:lnTo>
                  <a:lnTo>
                    <a:pt x="224646" y="106168"/>
                  </a:lnTo>
                  <a:lnTo>
                    <a:pt x="212214" y="63677"/>
                  </a:lnTo>
                  <a:lnTo>
                    <a:pt x="187541" y="30200"/>
                  </a:lnTo>
                  <a:lnTo>
                    <a:pt x="153719" y="8165"/>
                  </a:lnTo>
                  <a:lnTo>
                    <a:pt x="113839"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487" name="object 7">
              <a:extLst>
                <a:ext uri="{FF2B5EF4-FFF2-40B4-BE49-F238E27FC236}">
                  <a16:creationId xmlns:a16="http://schemas.microsoft.com/office/drawing/2014/main" id="{9B286309-E94D-473C-B61A-771A7EA306AE}"/>
                </a:ext>
              </a:extLst>
            </p:cNvPr>
            <p:cNvSpPr>
              <a:spLocks/>
            </p:cNvSpPr>
            <p:nvPr/>
          </p:nvSpPr>
          <p:spPr bwMode="auto">
            <a:xfrm>
              <a:off x="5220350" y="4482309"/>
              <a:ext cx="153699" cy="166688"/>
            </a:xfrm>
            <a:custGeom>
              <a:avLst/>
              <a:gdLst>
                <a:gd name="T0" fmla="*/ 224902 w 226060"/>
                <a:gd name="T1" fmla="*/ 122232 h 243839"/>
                <a:gd name="T2" fmla="*/ 217258 w 226060"/>
                <a:gd name="T3" fmla="*/ 77160 h 243839"/>
                <a:gd name="T4" fmla="*/ 196381 w 226060"/>
                <a:gd name="T5" fmla="*/ 40313 h 243839"/>
                <a:gd name="T6" fmla="*/ 165353 w 226060"/>
                <a:gd name="T7" fmla="*/ 14126 h 243839"/>
                <a:gd name="T8" fmla="*/ 127257 w 226060"/>
                <a:gd name="T9" fmla="*/ 1033 h 243839"/>
                <a:gd name="T10" fmla="*/ 113519 w 226060"/>
                <a:gd name="T11" fmla="*/ 0 h 243839"/>
                <a:gd name="T12" fmla="*/ 98993 w 226060"/>
                <a:gd name="T13" fmla="*/ 887 h 243839"/>
                <a:gd name="T14" fmla="*/ 59666 w 226060"/>
                <a:gd name="T15" fmla="*/ 13499 h 243839"/>
                <a:gd name="T16" fmla="*/ 28517 w 226060"/>
                <a:gd name="T17" fmla="*/ 39169 h 243839"/>
                <a:gd name="T18" fmla="*/ 7857 w 226060"/>
                <a:gd name="T19" fmla="*/ 75491 h 243839"/>
                <a:gd name="T20" fmla="*/ 0 w 226060"/>
                <a:gd name="T21" fmla="*/ 120064 h 243839"/>
                <a:gd name="T22" fmla="*/ 819 w 226060"/>
                <a:gd name="T23" fmla="*/ 135567 h 243839"/>
                <a:gd name="T24" fmla="*/ 12449 w 226060"/>
                <a:gd name="T25" fmla="*/ 178045 h 243839"/>
                <a:gd name="T26" fmla="*/ 36010 w 226060"/>
                <a:gd name="T27" fmla="*/ 212254 h 243839"/>
                <a:gd name="T28" fmla="*/ 69145 w 226060"/>
                <a:gd name="T29" fmla="*/ 235335 h 243839"/>
                <a:gd name="T30" fmla="*/ 109503 w 226060"/>
                <a:gd name="T31" fmla="*/ 244431 h 243839"/>
                <a:gd name="T32" fmla="*/ 123720 w 226060"/>
                <a:gd name="T33" fmla="*/ 243517 h 243839"/>
                <a:gd name="T34" fmla="*/ 162875 w 226060"/>
                <a:gd name="T35" fmla="*/ 230571 h 243839"/>
                <a:gd name="T36" fmla="*/ 194626 w 226060"/>
                <a:gd name="T37" fmla="*/ 204651 h 243839"/>
                <a:gd name="T38" fmla="*/ 216207 w 226060"/>
                <a:gd name="T39" fmla="*/ 168748 h 243839"/>
                <a:gd name="T40" fmla="*/ 224853 w 226060"/>
                <a:gd name="T41" fmla="*/ 125850 h 243839"/>
                <a:gd name="T42" fmla="*/ 224902 w 226060"/>
                <a:gd name="T43" fmla="*/ 122232 h 2438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060" h="243839">
                  <a:moveTo>
                    <a:pt x="225536" y="121914"/>
                  </a:moveTo>
                  <a:lnTo>
                    <a:pt x="217870" y="76959"/>
                  </a:lnTo>
                  <a:lnTo>
                    <a:pt x="196934" y="40208"/>
                  </a:lnTo>
                  <a:lnTo>
                    <a:pt x="165819" y="14089"/>
                  </a:lnTo>
                  <a:lnTo>
                    <a:pt x="127615" y="1030"/>
                  </a:lnTo>
                  <a:lnTo>
                    <a:pt x="113839" y="0"/>
                  </a:lnTo>
                  <a:lnTo>
                    <a:pt x="99272" y="885"/>
                  </a:lnTo>
                  <a:lnTo>
                    <a:pt x="59834" y="13464"/>
                  </a:lnTo>
                  <a:lnTo>
                    <a:pt x="28597" y="39067"/>
                  </a:lnTo>
                  <a:lnTo>
                    <a:pt x="7879" y="75295"/>
                  </a:lnTo>
                  <a:lnTo>
                    <a:pt x="0" y="119752"/>
                  </a:lnTo>
                  <a:lnTo>
                    <a:pt x="821" y="135214"/>
                  </a:lnTo>
                  <a:lnTo>
                    <a:pt x="12484" y="177582"/>
                  </a:lnTo>
                  <a:lnTo>
                    <a:pt x="36111" y="211702"/>
                  </a:lnTo>
                  <a:lnTo>
                    <a:pt x="69340" y="234723"/>
                  </a:lnTo>
                  <a:lnTo>
                    <a:pt x="109811" y="243795"/>
                  </a:lnTo>
                  <a:lnTo>
                    <a:pt x="124069" y="242883"/>
                  </a:lnTo>
                  <a:lnTo>
                    <a:pt x="163334" y="229971"/>
                  </a:lnTo>
                  <a:lnTo>
                    <a:pt x="195174" y="204119"/>
                  </a:lnTo>
                  <a:lnTo>
                    <a:pt x="216816" y="168309"/>
                  </a:lnTo>
                  <a:lnTo>
                    <a:pt x="225486" y="125523"/>
                  </a:lnTo>
                  <a:lnTo>
                    <a:pt x="225536" y="121914"/>
                  </a:lnTo>
                  <a:close/>
                </a:path>
              </a:pathLst>
            </a:custGeom>
            <a:noFill/>
            <a:ln w="609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488" name="object 8">
              <a:extLst>
                <a:ext uri="{FF2B5EF4-FFF2-40B4-BE49-F238E27FC236}">
                  <a16:creationId xmlns:a16="http://schemas.microsoft.com/office/drawing/2014/main" id="{406AF6BE-F426-449A-BDE8-8C3B7DC0E214}"/>
                </a:ext>
              </a:extLst>
            </p:cNvPr>
            <p:cNvSpPr>
              <a:spLocks/>
            </p:cNvSpPr>
            <p:nvPr/>
          </p:nvSpPr>
          <p:spPr bwMode="auto">
            <a:xfrm>
              <a:off x="5539654" y="4319951"/>
              <a:ext cx="154782" cy="166688"/>
            </a:xfrm>
            <a:custGeom>
              <a:avLst/>
              <a:gdLst>
                <a:gd name="T0" fmla="*/ 114319 w 226060"/>
                <a:gd name="T1" fmla="*/ 0 h 243839"/>
                <a:gd name="T2" fmla="*/ 72488 w 226060"/>
                <a:gd name="T3" fmla="*/ 7726 h 243839"/>
                <a:gd name="T4" fmla="*/ 38115 w 226060"/>
                <a:gd name="T5" fmla="*/ 29309 h 243839"/>
                <a:gd name="T6" fmla="*/ 13530 w 226060"/>
                <a:gd name="T7" fmla="*/ 62348 h 243839"/>
                <a:gd name="T8" fmla="*/ 1060 w 226060"/>
                <a:gd name="T9" fmla="*/ 104438 h 243839"/>
                <a:gd name="T10" fmla="*/ 0 w 226060"/>
                <a:gd name="T11" fmla="*/ 120064 h 243839"/>
                <a:gd name="T12" fmla="*/ 824 w 226060"/>
                <a:gd name="T13" fmla="*/ 135567 h 243839"/>
                <a:gd name="T14" fmla="*/ 12537 w 226060"/>
                <a:gd name="T15" fmla="*/ 178045 h 243839"/>
                <a:gd name="T16" fmla="*/ 36263 w 226060"/>
                <a:gd name="T17" fmla="*/ 212254 h 243839"/>
                <a:gd name="T18" fmla="*/ 69632 w 226060"/>
                <a:gd name="T19" fmla="*/ 235335 h 243839"/>
                <a:gd name="T20" fmla="*/ 110274 w 226060"/>
                <a:gd name="T21" fmla="*/ 244431 h 243839"/>
                <a:gd name="T22" fmla="*/ 124592 w 226060"/>
                <a:gd name="T23" fmla="*/ 243517 h 243839"/>
                <a:gd name="T24" fmla="*/ 164023 w 226060"/>
                <a:gd name="T25" fmla="*/ 230571 h 243839"/>
                <a:gd name="T26" fmla="*/ 195997 w 226060"/>
                <a:gd name="T27" fmla="*/ 204651 h 243839"/>
                <a:gd name="T28" fmla="*/ 217730 w 226060"/>
                <a:gd name="T29" fmla="*/ 168748 h 243839"/>
                <a:gd name="T30" fmla="*/ 226437 w 226060"/>
                <a:gd name="T31" fmla="*/ 125850 h 243839"/>
                <a:gd name="T32" fmla="*/ 226487 w 226060"/>
                <a:gd name="T33" fmla="*/ 122232 h 243839"/>
                <a:gd name="T34" fmla="*/ 225593 w 226060"/>
                <a:gd name="T35" fmla="*/ 106445 h 243839"/>
                <a:gd name="T36" fmla="*/ 213109 w 226060"/>
                <a:gd name="T37" fmla="*/ 63843 h 243839"/>
                <a:gd name="T38" fmla="*/ 188332 w 226060"/>
                <a:gd name="T39" fmla="*/ 30279 h 243839"/>
                <a:gd name="T40" fmla="*/ 154367 w 226060"/>
                <a:gd name="T41" fmla="*/ 8186 h 243839"/>
                <a:gd name="T42" fmla="*/ 114319 w 226060"/>
                <a:gd name="T43" fmla="*/ 0 h 2438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060" h="243839">
                  <a:moveTo>
                    <a:pt x="113839" y="0"/>
                  </a:moveTo>
                  <a:lnTo>
                    <a:pt x="72184" y="7706"/>
                  </a:lnTo>
                  <a:lnTo>
                    <a:pt x="37955" y="29233"/>
                  </a:lnTo>
                  <a:lnTo>
                    <a:pt x="13473" y="62186"/>
                  </a:lnTo>
                  <a:lnTo>
                    <a:pt x="1056" y="104166"/>
                  </a:lnTo>
                  <a:lnTo>
                    <a:pt x="0" y="119752"/>
                  </a:lnTo>
                  <a:lnTo>
                    <a:pt x="821" y="135214"/>
                  </a:lnTo>
                  <a:lnTo>
                    <a:pt x="12484" y="177582"/>
                  </a:lnTo>
                  <a:lnTo>
                    <a:pt x="36111" y="211702"/>
                  </a:lnTo>
                  <a:lnTo>
                    <a:pt x="69340" y="234723"/>
                  </a:lnTo>
                  <a:lnTo>
                    <a:pt x="109811" y="243795"/>
                  </a:lnTo>
                  <a:lnTo>
                    <a:pt x="124069" y="242883"/>
                  </a:lnTo>
                  <a:lnTo>
                    <a:pt x="163334" y="229971"/>
                  </a:lnTo>
                  <a:lnTo>
                    <a:pt x="195174" y="204119"/>
                  </a:lnTo>
                  <a:lnTo>
                    <a:pt x="216816" y="168309"/>
                  </a:lnTo>
                  <a:lnTo>
                    <a:pt x="225486" y="125523"/>
                  </a:lnTo>
                  <a:lnTo>
                    <a:pt x="225536" y="121914"/>
                  </a:lnTo>
                  <a:lnTo>
                    <a:pt x="224646" y="106168"/>
                  </a:lnTo>
                  <a:lnTo>
                    <a:pt x="212214" y="63677"/>
                  </a:lnTo>
                  <a:lnTo>
                    <a:pt x="187541" y="30200"/>
                  </a:lnTo>
                  <a:lnTo>
                    <a:pt x="153719" y="8165"/>
                  </a:lnTo>
                  <a:lnTo>
                    <a:pt x="113839"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489" name="object 9">
              <a:extLst>
                <a:ext uri="{FF2B5EF4-FFF2-40B4-BE49-F238E27FC236}">
                  <a16:creationId xmlns:a16="http://schemas.microsoft.com/office/drawing/2014/main" id="{CB6EA5EB-0F31-48D2-94D2-6B91E5EC542E}"/>
                </a:ext>
              </a:extLst>
            </p:cNvPr>
            <p:cNvSpPr>
              <a:spLocks/>
            </p:cNvSpPr>
            <p:nvPr/>
          </p:nvSpPr>
          <p:spPr bwMode="auto">
            <a:xfrm>
              <a:off x="5539654" y="4319951"/>
              <a:ext cx="154782" cy="166688"/>
            </a:xfrm>
            <a:custGeom>
              <a:avLst/>
              <a:gdLst>
                <a:gd name="T0" fmla="*/ 226487 w 226060"/>
                <a:gd name="T1" fmla="*/ 122232 h 243839"/>
                <a:gd name="T2" fmla="*/ 218788 w 226060"/>
                <a:gd name="T3" fmla="*/ 77160 h 243839"/>
                <a:gd name="T4" fmla="*/ 197764 w 226060"/>
                <a:gd name="T5" fmla="*/ 40313 h 243839"/>
                <a:gd name="T6" fmla="*/ 166518 w 226060"/>
                <a:gd name="T7" fmla="*/ 14126 h 243839"/>
                <a:gd name="T8" fmla="*/ 128153 w 226060"/>
                <a:gd name="T9" fmla="*/ 1033 h 243839"/>
                <a:gd name="T10" fmla="*/ 114319 w 226060"/>
                <a:gd name="T11" fmla="*/ 0 h 243839"/>
                <a:gd name="T12" fmla="*/ 99691 w 226060"/>
                <a:gd name="T13" fmla="*/ 887 h 243839"/>
                <a:gd name="T14" fmla="*/ 60086 w 226060"/>
                <a:gd name="T15" fmla="*/ 13499 h 243839"/>
                <a:gd name="T16" fmla="*/ 28718 w 226060"/>
                <a:gd name="T17" fmla="*/ 39169 h 243839"/>
                <a:gd name="T18" fmla="*/ 7912 w 226060"/>
                <a:gd name="T19" fmla="*/ 75491 h 243839"/>
                <a:gd name="T20" fmla="*/ 0 w 226060"/>
                <a:gd name="T21" fmla="*/ 120064 h 243839"/>
                <a:gd name="T22" fmla="*/ 824 w 226060"/>
                <a:gd name="T23" fmla="*/ 135567 h 243839"/>
                <a:gd name="T24" fmla="*/ 12537 w 226060"/>
                <a:gd name="T25" fmla="*/ 178045 h 243839"/>
                <a:gd name="T26" fmla="*/ 36263 w 226060"/>
                <a:gd name="T27" fmla="*/ 212254 h 243839"/>
                <a:gd name="T28" fmla="*/ 69632 w 226060"/>
                <a:gd name="T29" fmla="*/ 235335 h 243839"/>
                <a:gd name="T30" fmla="*/ 110274 w 226060"/>
                <a:gd name="T31" fmla="*/ 244431 h 243839"/>
                <a:gd name="T32" fmla="*/ 124592 w 226060"/>
                <a:gd name="T33" fmla="*/ 243517 h 243839"/>
                <a:gd name="T34" fmla="*/ 164023 w 226060"/>
                <a:gd name="T35" fmla="*/ 230571 h 243839"/>
                <a:gd name="T36" fmla="*/ 195997 w 226060"/>
                <a:gd name="T37" fmla="*/ 204651 h 243839"/>
                <a:gd name="T38" fmla="*/ 217730 w 226060"/>
                <a:gd name="T39" fmla="*/ 168748 h 243839"/>
                <a:gd name="T40" fmla="*/ 226437 w 226060"/>
                <a:gd name="T41" fmla="*/ 125850 h 243839"/>
                <a:gd name="T42" fmla="*/ 226487 w 226060"/>
                <a:gd name="T43" fmla="*/ 122232 h 2438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060" h="243839">
                  <a:moveTo>
                    <a:pt x="225536" y="121914"/>
                  </a:moveTo>
                  <a:lnTo>
                    <a:pt x="217870" y="76959"/>
                  </a:lnTo>
                  <a:lnTo>
                    <a:pt x="196934" y="40208"/>
                  </a:lnTo>
                  <a:lnTo>
                    <a:pt x="165819" y="14089"/>
                  </a:lnTo>
                  <a:lnTo>
                    <a:pt x="127615" y="1030"/>
                  </a:lnTo>
                  <a:lnTo>
                    <a:pt x="113839" y="0"/>
                  </a:lnTo>
                  <a:lnTo>
                    <a:pt x="99272" y="885"/>
                  </a:lnTo>
                  <a:lnTo>
                    <a:pt x="59834" y="13464"/>
                  </a:lnTo>
                  <a:lnTo>
                    <a:pt x="28597" y="39067"/>
                  </a:lnTo>
                  <a:lnTo>
                    <a:pt x="7879" y="75295"/>
                  </a:lnTo>
                  <a:lnTo>
                    <a:pt x="0" y="119752"/>
                  </a:lnTo>
                  <a:lnTo>
                    <a:pt x="821" y="135214"/>
                  </a:lnTo>
                  <a:lnTo>
                    <a:pt x="12484" y="177582"/>
                  </a:lnTo>
                  <a:lnTo>
                    <a:pt x="36111" y="211702"/>
                  </a:lnTo>
                  <a:lnTo>
                    <a:pt x="69340" y="234723"/>
                  </a:lnTo>
                  <a:lnTo>
                    <a:pt x="109811" y="243795"/>
                  </a:lnTo>
                  <a:lnTo>
                    <a:pt x="124069" y="242883"/>
                  </a:lnTo>
                  <a:lnTo>
                    <a:pt x="163334" y="229971"/>
                  </a:lnTo>
                  <a:lnTo>
                    <a:pt x="195174" y="204119"/>
                  </a:lnTo>
                  <a:lnTo>
                    <a:pt x="216816" y="168309"/>
                  </a:lnTo>
                  <a:lnTo>
                    <a:pt x="225486" y="125523"/>
                  </a:lnTo>
                  <a:lnTo>
                    <a:pt x="225536" y="121914"/>
                  </a:lnTo>
                  <a:close/>
                </a:path>
              </a:pathLst>
            </a:custGeom>
            <a:noFill/>
            <a:ln w="609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490" name="object 10">
              <a:extLst>
                <a:ext uri="{FF2B5EF4-FFF2-40B4-BE49-F238E27FC236}">
                  <a16:creationId xmlns:a16="http://schemas.microsoft.com/office/drawing/2014/main" id="{554A7E19-5469-4B3C-855B-A62BF071AA89}"/>
                </a:ext>
              </a:extLst>
            </p:cNvPr>
            <p:cNvSpPr>
              <a:spLocks/>
            </p:cNvSpPr>
            <p:nvPr/>
          </p:nvSpPr>
          <p:spPr bwMode="auto">
            <a:xfrm>
              <a:off x="6087341" y="4381647"/>
              <a:ext cx="153699" cy="163441"/>
            </a:xfrm>
            <a:custGeom>
              <a:avLst/>
              <a:gdLst>
                <a:gd name="T0" fmla="*/ 125087 w 225425"/>
                <a:gd name="T1" fmla="*/ 0 h 240029"/>
                <a:gd name="T2" fmla="*/ 78803 w 225425"/>
                <a:gd name="T3" fmla="*/ 6722 h 240029"/>
                <a:gd name="T4" fmla="*/ 41934 w 225425"/>
                <a:gd name="T5" fmla="*/ 26289 h 240029"/>
                <a:gd name="T6" fmla="*/ 15811 w 225425"/>
                <a:gd name="T7" fmla="*/ 56327 h 240029"/>
                <a:gd name="T8" fmla="*/ 1767 w 225425"/>
                <a:gd name="T9" fmla="*/ 94456 h 240029"/>
                <a:gd name="T10" fmla="*/ 0 w 225425"/>
                <a:gd name="T11" fmla="*/ 108554 h 240029"/>
                <a:gd name="T12" fmla="*/ 705 w 225425"/>
                <a:gd name="T13" fmla="*/ 124983 h 240029"/>
                <a:gd name="T14" fmla="*/ 11511 w 225425"/>
                <a:gd name="T15" fmla="*/ 169313 h 240029"/>
                <a:gd name="T16" fmla="*/ 33673 w 225425"/>
                <a:gd name="T17" fmla="*/ 204563 h 240029"/>
                <a:gd name="T18" fmla="*/ 65034 w 225425"/>
                <a:gd name="T19" fmla="*/ 228618 h 240029"/>
                <a:gd name="T20" fmla="*/ 103436 w 225425"/>
                <a:gd name="T21" fmla="*/ 239360 h 240029"/>
                <a:gd name="T22" fmla="*/ 118575 w 225425"/>
                <a:gd name="T23" fmla="*/ 238563 h 240029"/>
                <a:gd name="T24" fmla="*/ 159646 w 225425"/>
                <a:gd name="T25" fmla="*/ 226444 h 240029"/>
                <a:gd name="T26" fmla="*/ 192512 w 225425"/>
                <a:gd name="T27" fmla="*/ 201898 h 240029"/>
                <a:gd name="T28" fmla="*/ 214999 w 225425"/>
                <a:gd name="T29" fmla="*/ 167696 h 240029"/>
                <a:gd name="T30" fmla="*/ 224935 w 225425"/>
                <a:gd name="T31" fmla="*/ 126614 h 240029"/>
                <a:gd name="T32" fmla="*/ 225225 w 225425"/>
                <a:gd name="T33" fmla="*/ 117968 h 240029"/>
                <a:gd name="T34" fmla="*/ 224311 w 225425"/>
                <a:gd name="T35" fmla="*/ 102689 h 240029"/>
                <a:gd name="T36" fmla="*/ 211556 w 225425"/>
                <a:gd name="T37" fmla="*/ 61160 h 240029"/>
                <a:gd name="T38" fmla="*/ 186283 w 225425"/>
                <a:gd name="T39" fmla="*/ 28243 h 240029"/>
                <a:gd name="T40" fmla="*/ 151711 w 225425"/>
                <a:gd name="T41" fmla="*/ 6692 h 240029"/>
                <a:gd name="T42" fmla="*/ 125087 w 225425"/>
                <a:gd name="T43" fmla="*/ 0 h 24002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5425" h="240029">
                  <a:moveTo>
                    <a:pt x="125087" y="0"/>
                  </a:moveTo>
                  <a:lnTo>
                    <a:pt x="78803" y="6731"/>
                  </a:lnTo>
                  <a:lnTo>
                    <a:pt x="41934" y="26324"/>
                  </a:lnTo>
                  <a:lnTo>
                    <a:pt x="15811" y="56401"/>
                  </a:lnTo>
                  <a:lnTo>
                    <a:pt x="1767" y="94581"/>
                  </a:lnTo>
                  <a:lnTo>
                    <a:pt x="0" y="108697"/>
                  </a:lnTo>
                  <a:lnTo>
                    <a:pt x="705" y="125148"/>
                  </a:lnTo>
                  <a:lnTo>
                    <a:pt x="11511" y="169536"/>
                  </a:lnTo>
                  <a:lnTo>
                    <a:pt x="33673" y="204833"/>
                  </a:lnTo>
                  <a:lnTo>
                    <a:pt x="65034" y="228919"/>
                  </a:lnTo>
                  <a:lnTo>
                    <a:pt x="103436" y="239676"/>
                  </a:lnTo>
                  <a:lnTo>
                    <a:pt x="118575" y="238877"/>
                  </a:lnTo>
                  <a:lnTo>
                    <a:pt x="159646" y="226743"/>
                  </a:lnTo>
                  <a:lnTo>
                    <a:pt x="192512" y="202164"/>
                  </a:lnTo>
                  <a:lnTo>
                    <a:pt x="214999" y="167917"/>
                  </a:lnTo>
                  <a:lnTo>
                    <a:pt x="224935" y="126781"/>
                  </a:lnTo>
                  <a:lnTo>
                    <a:pt x="225225" y="118124"/>
                  </a:lnTo>
                  <a:lnTo>
                    <a:pt x="224311" y="102824"/>
                  </a:lnTo>
                  <a:lnTo>
                    <a:pt x="211556" y="61241"/>
                  </a:lnTo>
                  <a:lnTo>
                    <a:pt x="186283" y="28280"/>
                  </a:lnTo>
                  <a:lnTo>
                    <a:pt x="151711" y="6701"/>
                  </a:lnTo>
                  <a:lnTo>
                    <a:pt x="125087"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491" name="object 11">
              <a:extLst>
                <a:ext uri="{FF2B5EF4-FFF2-40B4-BE49-F238E27FC236}">
                  <a16:creationId xmlns:a16="http://schemas.microsoft.com/office/drawing/2014/main" id="{135DEB9F-0B6D-4C90-A77C-8190C77122F8}"/>
                </a:ext>
              </a:extLst>
            </p:cNvPr>
            <p:cNvSpPr>
              <a:spLocks/>
            </p:cNvSpPr>
            <p:nvPr/>
          </p:nvSpPr>
          <p:spPr bwMode="auto">
            <a:xfrm>
              <a:off x="6087341" y="4381647"/>
              <a:ext cx="153699" cy="163441"/>
            </a:xfrm>
            <a:custGeom>
              <a:avLst/>
              <a:gdLst>
                <a:gd name="T0" fmla="*/ 225225 w 225425"/>
                <a:gd name="T1" fmla="*/ 117968 h 240029"/>
                <a:gd name="T2" fmla="*/ 217357 w 225425"/>
                <a:gd name="T3" fmla="*/ 74182 h 240029"/>
                <a:gd name="T4" fmla="*/ 195899 w 225425"/>
                <a:gd name="T5" fmla="*/ 38089 h 240029"/>
                <a:gd name="T6" fmla="*/ 164069 w 225425"/>
                <a:gd name="T7" fmla="*/ 12443 h 240029"/>
                <a:gd name="T8" fmla="*/ 125087 w 225425"/>
                <a:gd name="T9" fmla="*/ 0 h 240029"/>
                <a:gd name="T10" fmla="*/ 108695 w 225425"/>
                <a:gd name="T11" fmla="*/ 666 h 240029"/>
                <a:gd name="T12" fmla="*/ 65401 w 225425"/>
                <a:gd name="T13" fmla="*/ 11934 h 240029"/>
                <a:gd name="T14" fmla="*/ 31966 w 225425"/>
                <a:gd name="T15" fmla="*/ 35256 h 240029"/>
                <a:gd name="T16" fmla="*/ 9722 w 225425"/>
                <a:gd name="T17" fmla="*/ 68254 h 240029"/>
                <a:gd name="T18" fmla="*/ 0 w 225425"/>
                <a:gd name="T19" fmla="*/ 108554 h 240029"/>
                <a:gd name="T20" fmla="*/ 705 w 225425"/>
                <a:gd name="T21" fmla="*/ 124983 h 240029"/>
                <a:gd name="T22" fmla="*/ 11511 w 225425"/>
                <a:gd name="T23" fmla="*/ 169313 h 240029"/>
                <a:gd name="T24" fmla="*/ 33673 w 225425"/>
                <a:gd name="T25" fmla="*/ 204563 h 240029"/>
                <a:gd name="T26" fmla="*/ 65034 w 225425"/>
                <a:gd name="T27" fmla="*/ 228618 h 240029"/>
                <a:gd name="T28" fmla="*/ 103436 w 225425"/>
                <a:gd name="T29" fmla="*/ 239360 h 240029"/>
                <a:gd name="T30" fmla="*/ 118575 w 225425"/>
                <a:gd name="T31" fmla="*/ 238563 h 240029"/>
                <a:gd name="T32" fmla="*/ 159646 w 225425"/>
                <a:gd name="T33" fmla="*/ 226444 h 240029"/>
                <a:gd name="T34" fmla="*/ 192512 w 225425"/>
                <a:gd name="T35" fmla="*/ 201898 h 240029"/>
                <a:gd name="T36" fmla="*/ 214999 w 225425"/>
                <a:gd name="T37" fmla="*/ 167696 h 240029"/>
                <a:gd name="T38" fmla="*/ 224935 w 225425"/>
                <a:gd name="T39" fmla="*/ 126614 h 240029"/>
                <a:gd name="T40" fmla="*/ 225225 w 225425"/>
                <a:gd name="T41" fmla="*/ 117968 h 2400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5425" h="240029">
                  <a:moveTo>
                    <a:pt x="225225" y="118124"/>
                  </a:moveTo>
                  <a:lnTo>
                    <a:pt x="217357" y="74280"/>
                  </a:lnTo>
                  <a:lnTo>
                    <a:pt x="195899" y="38139"/>
                  </a:lnTo>
                  <a:lnTo>
                    <a:pt x="164069" y="12459"/>
                  </a:lnTo>
                  <a:lnTo>
                    <a:pt x="125087" y="0"/>
                  </a:lnTo>
                  <a:lnTo>
                    <a:pt x="108695" y="667"/>
                  </a:lnTo>
                  <a:lnTo>
                    <a:pt x="65401" y="11950"/>
                  </a:lnTo>
                  <a:lnTo>
                    <a:pt x="31966" y="35302"/>
                  </a:lnTo>
                  <a:lnTo>
                    <a:pt x="9722" y="68344"/>
                  </a:lnTo>
                  <a:lnTo>
                    <a:pt x="0" y="108697"/>
                  </a:lnTo>
                  <a:lnTo>
                    <a:pt x="705" y="125148"/>
                  </a:lnTo>
                  <a:lnTo>
                    <a:pt x="11511" y="169536"/>
                  </a:lnTo>
                  <a:lnTo>
                    <a:pt x="33673" y="204833"/>
                  </a:lnTo>
                  <a:lnTo>
                    <a:pt x="65034" y="228919"/>
                  </a:lnTo>
                  <a:lnTo>
                    <a:pt x="103436" y="239676"/>
                  </a:lnTo>
                  <a:lnTo>
                    <a:pt x="118575" y="238877"/>
                  </a:lnTo>
                  <a:lnTo>
                    <a:pt x="159646" y="226743"/>
                  </a:lnTo>
                  <a:lnTo>
                    <a:pt x="192512" y="202164"/>
                  </a:lnTo>
                  <a:lnTo>
                    <a:pt x="214999" y="167917"/>
                  </a:lnTo>
                  <a:lnTo>
                    <a:pt x="224935" y="126781"/>
                  </a:lnTo>
                  <a:lnTo>
                    <a:pt x="225225" y="118124"/>
                  </a:lnTo>
                  <a:close/>
                </a:path>
              </a:pathLst>
            </a:custGeom>
            <a:noFill/>
            <a:ln w="609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492" name="object 12">
              <a:extLst>
                <a:ext uri="{FF2B5EF4-FFF2-40B4-BE49-F238E27FC236}">
                  <a16:creationId xmlns:a16="http://schemas.microsoft.com/office/drawing/2014/main" id="{21711E59-A00D-4E49-98D9-10E854D4E5A1}"/>
                </a:ext>
              </a:extLst>
            </p:cNvPr>
            <p:cNvSpPr>
              <a:spLocks/>
            </p:cNvSpPr>
            <p:nvPr/>
          </p:nvSpPr>
          <p:spPr bwMode="auto">
            <a:xfrm>
              <a:off x="5538571" y="4695539"/>
              <a:ext cx="151534" cy="163441"/>
            </a:xfrm>
            <a:custGeom>
              <a:avLst/>
              <a:gdLst>
                <a:gd name="T0" fmla="*/ 121837 w 222885"/>
                <a:gd name="T1" fmla="*/ 0 h 240029"/>
                <a:gd name="T2" fmla="*/ 76764 w 222885"/>
                <a:gd name="T3" fmla="*/ 6896 h 240029"/>
                <a:gd name="T4" fmla="*/ 40634 w 222885"/>
                <a:gd name="T5" fmla="*/ 26938 h 240029"/>
                <a:gd name="T6" fmla="*/ 15031 w 222885"/>
                <a:gd name="T7" fmla="*/ 57658 h 240029"/>
                <a:gd name="T8" fmla="*/ 1535 w 222885"/>
                <a:gd name="T9" fmla="*/ 96585 h 240029"/>
                <a:gd name="T10" fmla="*/ 0 w 222885"/>
                <a:gd name="T11" fmla="*/ 110959 h 240029"/>
                <a:gd name="T12" fmla="*/ 767 w 222885"/>
                <a:gd name="T13" fmla="*/ 127256 h 240029"/>
                <a:gd name="T14" fmla="*/ 12014 w 222885"/>
                <a:gd name="T15" fmla="*/ 171368 h 240029"/>
                <a:gd name="T16" fmla="*/ 34737 w 222885"/>
                <a:gd name="T17" fmla="*/ 206419 h 240029"/>
                <a:gd name="T18" fmla="*/ 66433 w 222885"/>
                <a:gd name="T19" fmla="*/ 229980 h 240029"/>
                <a:gd name="T20" fmla="*/ 104603 w 222885"/>
                <a:gd name="T21" fmla="*/ 239621 h 240029"/>
                <a:gd name="T22" fmla="*/ 119074 w 222885"/>
                <a:gd name="T23" fmla="*/ 238737 h 240029"/>
                <a:gd name="T24" fmla="*/ 158739 w 222885"/>
                <a:gd name="T25" fmla="*/ 226050 h 240029"/>
                <a:gd name="T26" fmla="*/ 190776 w 222885"/>
                <a:gd name="T27" fmla="*/ 200583 h 240029"/>
                <a:gd name="T28" fmla="*/ 212591 w 222885"/>
                <a:gd name="T29" fmla="*/ 165254 h 240029"/>
                <a:gd name="T30" fmla="*/ 221593 w 222885"/>
                <a:gd name="T31" fmla="*/ 122983 h 240029"/>
                <a:gd name="T32" fmla="*/ 221690 w 222885"/>
                <a:gd name="T33" fmla="*/ 117968 h 240029"/>
                <a:gd name="T34" fmla="*/ 220778 w 222885"/>
                <a:gd name="T35" fmla="*/ 102689 h 240029"/>
                <a:gd name="T36" fmla="*/ 208060 w 222885"/>
                <a:gd name="T37" fmla="*/ 61160 h 240029"/>
                <a:gd name="T38" fmla="*/ 182859 w 222885"/>
                <a:gd name="T39" fmla="*/ 28243 h 240029"/>
                <a:gd name="T40" fmla="*/ 148385 w 222885"/>
                <a:gd name="T41" fmla="*/ 6692 h 240029"/>
                <a:gd name="T42" fmla="*/ 121837 w 222885"/>
                <a:gd name="T43" fmla="*/ 0 h 24002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2885" h="240029">
                  <a:moveTo>
                    <a:pt x="122185" y="0"/>
                  </a:moveTo>
                  <a:lnTo>
                    <a:pt x="76983" y="6905"/>
                  </a:lnTo>
                  <a:lnTo>
                    <a:pt x="40750" y="26974"/>
                  </a:lnTo>
                  <a:lnTo>
                    <a:pt x="15074" y="57734"/>
                  </a:lnTo>
                  <a:lnTo>
                    <a:pt x="1539" y="96712"/>
                  </a:lnTo>
                  <a:lnTo>
                    <a:pt x="0" y="111105"/>
                  </a:lnTo>
                  <a:lnTo>
                    <a:pt x="769" y="127424"/>
                  </a:lnTo>
                  <a:lnTo>
                    <a:pt x="12048" y="171594"/>
                  </a:lnTo>
                  <a:lnTo>
                    <a:pt x="34836" y="206691"/>
                  </a:lnTo>
                  <a:lnTo>
                    <a:pt x="66623" y="230283"/>
                  </a:lnTo>
                  <a:lnTo>
                    <a:pt x="104902" y="239937"/>
                  </a:lnTo>
                  <a:lnTo>
                    <a:pt x="119414" y="239052"/>
                  </a:lnTo>
                  <a:lnTo>
                    <a:pt x="159193" y="226348"/>
                  </a:lnTo>
                  <a:lnTo>
                    <a:pt x="191321" y="200847"/>
                  </a:lnTo>
                  <a:lnTo>
                    <a:pt x="213198" y="165472"/>
                  </a:lnTo>
                  <a:lnTo>
                    <a:pt x="222226" y="123145"/>
                  </a:lnTo>
                  <a:lnTo>
                    <a:pt x="222323" y="118124"/>
                  </a:lnTo>
                  <a:lnTo>
                    <a:pt x="221409" y="102824"/>
                  </a:lnTo>
                  <a:lnTo>
                    <a:pt x="208654" y="61241"/>
                  </a:lnTo>
                  <a:lnTo>
                    <a:pt x="183381" y="28280"/>
                  </a:lnTo>
                  <a:lnTo>
                    <a:pt x="148809" y="6701"/>
                  </a:lnTo>
                  <a:lnTo>
                    <a:pt x="122185"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493" name="object 13">
              <a:extLst>
                <a:ext uri="{FF2B5EF4-FFF2-40B4-BE49-F238E27FC236}">
                  <a16:creationId xmlns:a16="http://schemas.microsoft.com/office/drawing/2014/main" id="{9B274604-8FCE-4924-8C1A-41BFE60456F5}"/>
                </a:ext>
              </a:extLst>
            </p:cNvPr>
            <p:cNvSpPr>
              <a:spLocks/>
            </p:cNvSpPr>
            <p:nvPr/>
          </p:nvSpPr>
          <p:spPr bwMode="auto">
            <a:xfrm>
              <a:off x="5538571" y="4695539"/>
              <a:ext cx="151534" cy="163441"/>
            </a:xfrm>
            <a:custGeom>
              <a:avLst/>
              <a:gdLst>
                <a:gd name="T0" fmla="*/ 221690 w 222885"/>
                <a:gd name="T1" fmla="*/ 117968 h 240029"/>
                <a:gd name="T2" fmla="*/ 213844 w 222885"/>
                <a:gd name="T3" fmla="*/ 74182 h 240029"/>
                <a:gd name="T4" fmla="*/ 192447 w 222885"/>
                <a:gd name="T5" fmla="*/ 38089 h 240029"/>
                <a:gd name="T6" fmla="*/ 160709 w 222885"/>
                <a:gd name="T7" fmla="*/ 12443 h 240029"/>
                <a:gd name="T8" fmla="*/ 121837 w 222885"/>
                <a:gd name="T9" fmla="*/ 0 h 240029"/>
                <a:gd name="T10" fmla="*/ 105916 w 222885"/>
                <a:gd name="T11" fmla="*/ 685 h 240029"/>
                <a:gd name="T12" fmla="*/ 63648 w 222885"/>
                <a:gd name="T13" fmla="*/ 12239 h 240029"/>
                <a:gd name="T14" fmla="*/ 30852 w 222885"/>
                <a:gd name="T15" fmla="*/ 36114 h 240029"/>
                <a:gd name="T16" fmla="*/ 9109 w 222885"/>
                <a:gd name="T17" fmla="*/ 69843 h 240029"/>
                <a:gd name="T18" fmla="*/ 0 w 222885"/>
                <a:gd name="T19" fmla="*/ 110959 h 240029"/>
                <a:gd name="T20" fmla="*/ 767 w 222885"/>
                <a:gd name="T21" fmla="*/ 127256 h 240029"/>
                <a:gd name="T22" fmla="*/ 12014 w 222885"/>
                <a:gd name="T23" fmla="*/ 171368 h 240029"/>
                <a:gd name="T24" fmla="*/ 34737 w 222885"/>
                <a:gd name="T25" fmla="*/ 206419 h 240029"/>
                <a:gd name="T26" fmla="*/ 66433 w 222885"/>
                <a:gd name="T27" fmla="*/ 229980 h 240029"/>
                <a:gd name="T28" fmla="*/ 104603 w 222885"/>
                <a:gd name="T29" fmla="*/ 239621 h 240029"/>
                <a:gd name="T30" fmla="*/ 119074 w 222885"/>
                <a:gd name="T31" fmla="*/ 238737 h 240029"/>
                <a:gd name="T32" fmla="*/ 158739 w 222885"/>
                <a:gd name="T33" fmla="*/ 226050 h 240029"/>
                <a:gd name="T34" fmla="*/ 190776 w 222885"/>
                <a:gd name="T35" fmla="*/ 200583 h 240029"/>
                <a:gd name="T36" fmla="*/ 212591 w 222885"/>
                <a:gd name="T37" fmla="*/ 165254 h 240029"/>
                <a:gd name="T38" fmla="*/ 221593 w 222885"/>
                <a:gd name="T39" fmla="*/ 122983 h 240029"/>
                <a:gd name="T40" fmla="*/ 221690 w 222885"/>
                <a:gd name="T41" fmla="*/ 117968 h 2400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2885" h="240029">
                  <a:moveTo>
                    <a:pt x="222323" y="118124"/>
                  </a:moveTo>
                  <a:lnTo>
                    <a:pt x="214455" y="74280"/>
                  </a:lnTo>
                  <a:lnTo>
                    <a:pt x="192997" y="38139"/>
                  </a:lnTo>
                  <a:lnTo>
                    <a:pt x="161168" y="12459"/>
                  </a:lnTo>
                  <a:lnTo>
                    <a:pt x="122185" y="0"/>
                  </a:lnTo>
                  <a:lnTo>
                    <a:pt x="106219" y="686"/>
                  </a:lnTo>
                  <a:lnTo>
                    <a:pt x="63830" y="12255"/>
                  </a:lnTo>
                  <a:lnTo>
                    <a:pt x="30940" y="36162"/>
                  </a:lnTo>
                  <a:lnTo>
                    <a:pt x="9135" y="69935"/>
                  </a:lnTo>
                  <a:lnTo>
                    <a:pt x="0" y="111105"/>
                  </a:lnTo>
                  <a:lnTo>
                    <a:pt x="769" y="127424"/>
                  </a:lnTo>
                  <a:lnTo>
                    <a:pt x="12048" y="171594"/>
                  </a:lnTo>
                  <a:lnTo>
                    <a:pt x="34836" y="206691"/>
                  </a:lnTo>
                  <a:lnTo>
                    <a:pt x="66623" y="230283"/>
                  </a:lnTo>
                  <a:lnTo>
                    <a:pt x="104902" y="239937"/>
                  </a:lnTo>
                  <a:lnTo>
                    <a:pt x="119414" y="239052"/>
                  </a:lnTo>
                  <a:lnTo>
                    <a:pt x="159193" y="226348"/>
                  </a:lnTo>
                  <a:lnTo>
                    <a:pt x="191321" y="200847"/>
                  </a:lnTo>
                  <a:lnTo>
                    <a:pt x="213198" y="165472"/>
                  </a:lnTo>
                  <a:lnTo>
                    <a:pt x="222226" y="123145"/>
                  </a:lnTo>
                  <a:lnTo>
                    <a:pt x="222323" y="118124"/>
                  </a:lnTo>
                  <a:close/>
                </a:path>
              </a:pathLst>
            </a:custGeom>
            <a:noFill/>
            <a:ln w="609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494" name="object 14">
              <a:extLst>
                <a:ext uri="{FF2B5EF4-FFF2-40B4-BE49-F238E27FC236}">
                  <a16:creationId xmlns:a16="http://schemas.microsoft.com/office/drawing/2014/main" id="{1D410512-3A29-4A3C-B528-9BA948FF59C7}"/>
                </a:ext>
              </a:extLst>
            </p:cNvPr>
            <p:cNvSpPr>
              <a:spLocks/>
            </p:cNvSpPr>
            <p:nvPr/>
          </p:nvSpPr>
          <p:spPr bwMode="auto">
            <a:xfrm>
              <a:off x="5365390" y="4443343"/>
              <a:ext cx="133133" cy="81179"/>
            </a:xfrm>
            <a:custGeom>
              <a:avLst/>
              <a:gdLst>
                <a:gd name="T0" fmla="*/ 0 w 195580"/>
                <a:gd name="T1" fmla="*/ 118555 h 119379"/>
                <a:gd name="T2" fmla="*/ 194754 w 195580"/>
                <a:gd name="T3" fmla="*/ 0 h 119379"/>
                <a:gd name="T4" fmla="*/ 0 60000 65536"/>
                <a:gd name="T5" fmla="*/ 0 60000 65536"/>
              </a:gdLst>
              <a:ahLst/>
              <a:cxnLst>
                <a:cxn ang="T4">
                  <a:pos x="T0" y="T1"/>
                </a:cxn>
                <a:cxn ang="T5">
                  <a:pos x="T2" y="T3"/>
                </a:cxn>
              </a:cxnLst>
              <a:rect l="0" t="0" r="r" b="b"/>
              <a:pathLst>
                <a:path w="195580" h="119379">
                  <a:moveTo>
                    <a:pt x="0" y="118871"/>
                  </a:moveTo>
                  <a:lnTo>
                    <a:pt x="195071" y="0"/>
                  </a:lnTo>
                </a:path>
              </a:pathLst>
            </a:custGeom>
            <a:noFill/>
            <a:ln w="1523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495" name="object 15">
              <a:extLst>
                <a:ext uri="{FF2B5EF4-FFF2-40B4-BE49-F238E27FC236}">
                  <a16:creationId xmlns:a16="http://schemas.microsoft.com/office/drawing/2014/main" id="{314A731E-E81C-4950-B2DC-0720A0C0B6DC}"/>
                </a:ext>
              </a:extLst>
            </p:cNvPr>
            <p:cNvSpPr>
              <a:spLocks/>
            </p:cNvSpPr>
            <p:nvPr/>
          </p:nvSpPr>
          <p:spPr bwMode="auto">
            <a:xfrm>
              <a:off x="5482288" y="4423860"/>
              <a:ext cx="58449" cy="46542"/>
            </a:xfrm>
            <a:custGeom>
              <a:avLst/>
              <a:gdLst>
                <a:gd name="T0" fmla="*/ 85331 w 85725"/>
                <a:gd name="T1" fmla="*/ 0 h 67310"/>
                <a:gd name="T2" fmla="*/ 0 w 85725"/>
                <a:gd name="T3" fmla="*/ 3090 h 67310"/>
                <a:gd name="T4" fmla="*/ 36575 w 85725"/>
                <a:gd name="T5" fmla="*/ 68003 h 67310"/>
                <a:gd name="T6" fmla="*/ 85331 w 85725"/>
                <a:gd name="T7" fmla="*/ 0 h 673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5725" h="67310">
                  <a:moveTo>
                    <a:pt x="85331" y="0"/>
                  </a:moveTo>
                  <a:lnTo>
                    <a:pt x="0" y="3047"/>
                  </a:lnTo>
                  <a:lnTo>
                    <a:pt x="36575" y="67055"/>
                  </a:lnTo>
                  <a:lnTo>
                    <a:pt x="853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496" name="object 16">
              <a:extLst>
                <a:ext uri="{FF2B5EF4-FFF2-40B4-BE49-F238E27FC236}">
                  <a16:creationId xmlns:a16="http://schemas.microsoft.com/office/drawing/2014/main" id="{0F1383EE-2412-470E-9FC2-C8567769B144}"/>
                </a:ext>
              </a:extLst>
            </p:cNvPr>
            <p:cNvSpPr>
              <a:spLocks/>
            </p:cNvSpPr>
            <p:nvPr/>
          </p:nvSpPr>
          <p:spPr bwMode="auto">
            <a:xfrm>
              <a:off x="5695517" y="4416284"/>
              <a:ext cx="343117" cy="45460"/>
            </a:xfrm>
            <a:custGeom>
              <a:avLst/>
              <a:gdLst>
                <a:gd name="T0" fmla="*/ 0 w 502920"/>
                <a:gd name="T1" fmla="*/ 0 h 67310"/>
                <a:gd name="T2" fmla="*/ 503237 w 502920"/>
                <a:gd name="T3" fmla="*/ 66422 h 67310"/>
                <a:gd name="T4" fmla="*/ 0 60000 65536"/>
                <a:gd name="T5" fmla="*/ 0 60000 65536"/>
              </a:gdLst>
              <a:ahLst/>
              <a:cxnLst>
                <a:cxn ang="T4">
                  <a:pos x="T0" y="T1"/>
                </a:cxn>
                <a:cxn ang="T5">
                  <a:pos x="T2" y="T3"/>
                </a:cxn>
              </a:cxnLst>
              <a:rect l="0" t="0" r="r" b="b"/>
              <a:pathLst>
                <a:path w="502920" h="67310">
                  <a:moveTo>
                    <a:pt x="0" y="0"/>
                  </a:moveTo>
                  <a:lnTo>
                    <a:pt x="502919" y="67055"/>
                  </a:lnTo>
                </a:path>
              </a:pathLst>
            </a:custGeom>
            <a:noFill/>
            <a:ln w="1523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497" name="object 17">
              <a:extLst>
                <a:ext uri="{FF2B5EF4-FFF2-40B4-BE49-F238E27FC236}">
                  <a16:creationId xmlns:a16="http://schemas.microsoft.com/office/drawing/2014/main" id="{60541CA3-F335-4E9E-8B31-6980E3A0618B}"/>
                </a:ext>
              </a:extLst>
            </p:cNvPr>
            <p:cNvSpPr>
              <a:spLocks/>
            </p:cNvSpPr>
            <p:nvPr/>
          </p:nvSpPr>
          <p:spPr bwMode="auto">
            <a:xfrm>
              <a:off x="6032139" y="4436849"/>
              <a:ext cx="51955" cy="51955"/>
            </a:xfrm>
            <a:custGeom>
              <a:avLst/>
              <a:gdLst>
                <a:gd name="T0" fmla="*/ 9143 w 76200"/>
                <a:gd name="T1" fmla="*/ 0 h 76200"/>
                <a:gd name="T2" fmla="*/ 0 w 76200"/>
                <a:gd name="T3" fmla="*/ 76199 h 76200"/>
                <a:gd name="T4" fmla="*/ 76199 w 76200"/>
                <a:gd name="T5" fmla="*/ 48767 h 76200"/>
                <a:gd name="T6" fmla="*/ 9143 w 76200"/>
                <a:gd name="T7" fmla="*/ 0 h 762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200" h="76200">
                  <a:moveTo>
                    <a:pt x="9143" y="0"/>
                  </a:moveTo>
                  <a:lnTo>
                    <a:pt x="0" y="76199"/>
                  </a:lnTo>
                  <a:lnTo>
                    <a:pt x="76199" y="48767"/>
                  </a:lnTo>
                  <a:lnTo>
                    <a:pt x="91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498" name="object 18">
              <a:extLst>
                <a:ext uri="{FF2B5EF4-FFF2-40B4-BE49-F238E27FC236}">
                  <a16:creationId xmlns:a16="http://schemas.microsoft.com/office/drawing/2014/main" id="{139999D7-3D0B-4D85-B132-CAF74CB5D5A7}"/>
                </a:ext>
              </a:extLst>
            </p:cNvPr>
            <p:cNvSpPr>
              <a:spLocks/>
            </p:cNvSpPr>
            <p:nvPr/>
          </p:nvSpPr>
          <p:spPr bwMode="auto">
            <a:xfrm>
              <a:off x="5358895" y="4626266"/>
              <a:ext cx="141792" cy="90920"/>
            </a:xfrm>
            <a:custGeom>
              <a:avLst/>
              <a:gdLst>
                <a:gd name="T0" fmla="*/ 0 w 207644"/>
                <a:gd name="T1" fmla="*/ 0 h 134620"/>
                <a:gd name="T2" fmla="*/ 207580 w 207644"/>
                <a:gd name="T3" fmla="*/ 132846 h 134620"/>
                <a:gd name="T4" fmla="*/ 0 60000 65536"/>
                <a:gd name="T5" fmla="*/ 0 60000 65536"/>
              </a:gdLst>
              <a:ahLst/>
              <a:cxnLst>
                <a:cxn ang="T4">
                  <a:pos x="T0" y="T1"/>
                </a:cxn>
                <a:cxn ang="T5">
                  <a:pos x="T2" y="T3"/>
                </a:cxn>
              </a:cxnLst>
              <a:rect l="0" t="0" r="r" b="b"/>
              <a:pathLst>
                <a:path w="207644" h="134620">
                  <a:moveTo>
                    <a:pt x="0" y="0"/>
                  </a:moveTo>
                  <a:lnTo>
                    <a:pt x="207263" y="134111"/>
                  </a:lnTo>
                </a:path>
              </a:pathLst>
            </a:custGeom>
            <a:noFill/>
            <a:ln w="1523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499" name="object 19">
              <a:extLst>
                <a:ext uri="{FF2B5EF4-FFF2-40B4-BE49-F238E27FC236}">
                  <a16:creationId xmlns:a16="http://schemas.microsoft.com/office/drawing/2014/main" id="{E63F0890-1A35-4B54-B6D4-92FB5023B290}"/>
                </a:ext>
              </a:extLst>
            </p:cNvPr>
            <p:cNvSpPr>
              <a:spLocks/>
            </p:cNvSpPr>
            <p:nvPr/>
          </p:nvSpPr>
          <p:spPr bwMode="auto">
            <a:xfrm>
              <a:off x="5484452" y="4692292"/>
              <a:ext cx="56284" cy="48707"/>
            </a:xfrm>
            <a:custGeom>
              <a:avLst/>
              <a:gdLst>
                <a:gd name="T0" fmla="*/ 39623 w 82550"/>
                <a:gd name="T1" fmla="*/ 0 h 70485"/>
                <a:gd name="T2" fmla="*/ 0 w 82550"/>
                <a:gd name="T3" fmla="*/ 61782 h 70485"/>
                <a:gd name="T4" fmla="*/ 82283 w 82550"/>
                <a:gd name="T5" fmla="*/ 71050 h 70485"/>
                <a:gd name="T6" fmla="*/ 39623 w 82550"/>
                <a:gd name="T7" fmla="*/ 0 h 704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2550" h="70485">
                  <a:moveTo>
                    <a:pt x="39623" y="0"/>
                  </a:moveTo>
                  <a:lnTo>
                    <a:pt x="0" y="60959"/>
                  </a:lnTo>
                  <a:lnTo>
                    <a:pt x="82283" y="70103"/>
                  </a:lnTo>
                  <a:lnTo>
                    <a:pt x="396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500" name="object 20">
              <a:extLst>
                <a:ext uri="{FF2B5EF4-FFF2-40B4-BE49-F238E27FC236}">
                  <a16:creationId xmlns:a16="http://schemas.microsoft.com/office/drawing/2014/main" id="{1478F122-050A-4CC7-A201-9802CA0E50A9}"/>
                </a:ext>
              </a:extLst>
            </p:cNvPr>
            <p:cNvSpPr>
              <a:spLocks/>
            </p:cNvSpPr>
            <p:nvPr/>
          </p:nvSpPr>
          <p:spPr bwMode="auto">
            <a:xfrm>
              <a:off x="5690106" y="4764812"/>
              <a:ext cx="456767" cy="21648"/>
            </a:xfrm>
            <a:custGeom>
              <a:avLst/>
              <a:gdLst>
                <a:gd name="T0" fmla="*/ 0 w 670560"/>
                <a:gd name="T1" fmla="*/ 0 h 30479"/>
                <a:gd name="T2" fmla="*/ 669924 w 670560"/>
                <a:gd name="T3" fmla="*/ 31750 h 30479"/>
                <a:gd name="T4" fmla="*/ 0 60000 65536"/>
                <a:gd name="T5" fmla="*/ 0 60000 65536"/>
              </a:gdLst>
              <a:ahLst/>
              <a:cxnLst>
                <a:cxn ang="T4">
                  <a:pos x="T0" y="T1"/>
                </a:cxn>
                <a:cxn ang="T5">
                  <a:pos x="T2" y="T3"/>
                </a:cxn>
              </a:cxnLst>
              <a:rect l="0" t="0" r="r" b="b"/>
              <a:pathLst>
                <a:path w="670560" h="30479">
                  <a:moveTo>
                    <a:pt x="0" y="0"/>
                  </a:moveTo>
                  <a:lnTo>
                    <a:pt x="670559" y="30479"/>
                  </a:lnTo>
                </a:path>
              </a:pathLst>
            </a:custGeom>
            <a:noFill/>
            <a:ln w="1523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501" name="object 21">
              <a:extLst>
                <a:ext uri="{FF2B5EF4-FFF2-40B4-BE49-F238E27FC236}">
                  <a16:creationId xmlns:a16="http://schemas.microsoft.com/office/drawing/2014/main" id="{3FDF92E1-B5F7-401D-94F9-52250D73AC9F}"/>
                </a:ext>
              </a:extLst>
            </p:cNvPr>
            <p:cNvSpPr>
              <a:spLocks/>
            </p:cNvSpPr>
            <p:nvPr/>
          </p:nvSpPr>
          <p:spPr bwMode="auto">
            <a:xfrm>
              <a:off x="6142543" y="4760482"/>
              <a:ext cx="50872" cy="51955"/>
            </a:xfrm>
            <a:custGeom>
              <a:avLst/>
              <a:gdLst>
                <a:gd name="T0" fmla="*/ 3086 w 73660"/>
                <a:gd name="T1" fmla="*/ 0 h 76200"/>
                <a:gd name="T2" fmla="*/ 0 w 73660"/>
                <a:gd name="T3" fmla="*/ 76199 h 76200"/>
                <a:gd name="T4" fmla="*/ 74096 w 73660"/>
                <a:gd name="T5" fmla="*/ 42671 h 76200"/>
                <a:gd name="T6" fmla="*/ 3086 w 73660"/>
                <a:gd name="T7" fmla="*/ 0 h 762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660" h="76200">
                  <a:moveTo>
                    <a:pt x="3047" y="0"/>
                  </a:moveTo>
                  <a:lnTo>
                    <a:pt x="0" y="76199"/>
                  </a:lnTo>
                  <a:lnTo>
                    <a:pt x="73151" y="42671"/>
                  </a:lnTo>
                  <a:lnTo>
                    <a:pt x="304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502" name="object 22">
              <a:extLst>
                <a:ext uri="{FF2B5EF4-FFF2-40B4-BE49-F238E27FC236}">
                  <a16:creationId xmlns:a16="http://schemas.microsoft.com/office/drawing/2014/main" id="{675F5A5F-EE5F-46E4-91E1-3F13595E79FD}"/>
                </a:ext>
              </a:extLst>
            </p:cNvPr>
            <p:cNvSpPr>
              <a:spLocks/>
            </p:cNvSpPr>
            <p:nvPr/>
          </p:nvSpPr>
          <p:spPr bwMode="auto">
            <a:xfrm>
              <a:off x="6188004" y="4538594"/>
              <a:ext cx="40048" cy="101744"/>
            </a:xfrm>
            <a:custGeom>
              <a:avLst/>
              <a:gdLst>
                <a:gd name="T0" fmla="*/ 58225 w 58420"/>
                <a:gd name="T1" fmla="*/ 148718 h 149860"/>
                <a:gd name="T2" fmla="*/ 0 w 58420"/>
                <a:gd name="T3" fmla="*/ 0 h 149860"/>
                <a:gd name="T4" fmla="*/ 0 60000 65536"/>
                <a:gd name="T5" fmla="*/ 0 60000 65536"/>
              </a:gdLst>
              <a:ahLst/>
              <a:cxnLst>
                <a:cxn ang="T4">
                  <a:pos x="T0" y="T1"/>
                </a:cxn>
                <a:cxn ang="T5">
                  <a:pos x="T2" y="T3"/>
                </a:cxn>
              </a:cxnLst>
              <a:rect l="0" t="0" r="r" b="b"/>
              <a:pathLst>
                <a:path w="58420" h="149860">
                  <a:moveTo>
                    <a:pt x="57911" y="149351"/>
                  </a:moveTo>
                  <a:lnTo>
                    <a:pt x="0" y="0"/>
                  </a:lnTo>
                </a:path>
              </a:pathLst>
            </a:custGeom>
            <a:noFill/>
            <a:ln w="1523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503" name="object 23">
              <a:extLst>
                <a:ext uri="{FF2B5EF4-FFF2-40B4-BE49-F238E27FC236}">
                  <a16:creationId xmlns:a16="http://schemas.microsoft.com/office/drawing/2014/main" id="{417CB855-B0CE-4D2D-B061-5A60991CAECC}"/>
                </a:ext>
              </a:extLst>
            </p:cNvPr>
            <p:cNvSpPr>
              <a:spLocks/>
            </p:cNvSpPr>
            <p:nvPr/>
          </p:nvSpPr>
          <p:spPr bwMode="auto">
            <a:xfrm>
              <a:off x="6205321" y="4626266"/>
              <a:ext cx="47625" cy="56284"/>
            </a:xfrm>
            <a:custGeom>
              <a:avLst/>
              <a:gdLst>
                <a:gd name="T0" fmla="*/ 69471 w 70485"/>
                <a:gd name="T1" fmla="*/ 0 h 82550"/>
                <a:gd name="T2" fmla="*/ 0 w 70485"/>
                <a:gd name="T3" fmla="*/ 30479 h 82550"/>
                <a:gd name="T4" fmla="*/ 60410 w 70485"/>
                <a:gd name="T5" fmla="*/ 82295 h 82550"/>
                <a:gd name="T6" fmla="*/ 69471 w 70485"/>
                <a:gd name="T7" fmla="*/ 0 h 825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0485" h="82550">
                  <a:moveTo>
                    <a:pt x="70103" y="0"/>
                  </a:moveTo>
                  <a:lnTo>
                    <a:pt x="0" y="30479"/>
                  </a:lnTo>
                  <a:lnTo>
                    <a:pt x="60959" y="82295"/>
                  </a:lnTo>
                  <a:lnTo>
                    <a:pt x="701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504" name="object 24">
              <a:extLst>
                <a:ext uri="{FF2B5EF4-FFF2-40B4-BE49-F238E27FC236}">
                  <a16:creationId xmlns:a16="http://schemas.microsoft.com/office/drawing/2014/main" id="{F55B1396-8846-4C24-AD0E-38192625F796}"/>
                </a:ext>
              </a:extLst>
            </p:cNvPr>
            <p:cNvSpPr>
              <a:spLocks/>
            </p:cNvSpPr>
            <p:nvPr/>
          </p:nvSpPr>
          <p:spPr bwMode="auto">
            <a:xfrm>
              <a:off x="5710671" y="4524522"/>
              <a:ext cx="395071" cy="172100"/>
            </a:xfrm>
            <a:custGeom>
              <a:avLst/>
              <a:gdLst>
                <a:gd name="T0" fmla="*/ 0 w 579120"/>
                <a:gd name="T1" fmla="*/ 252033 h 253364"/>
                <a:gd name="T2" fmla="*/ 579437 w 579120"/>
                <a:gd name="T3" fmla="*/ 0 h 253364"/>
                <a:gd name="T4" fmla="*/ 0 60000 65536"/>
                <a:gd name="T5" fmla="*/ 0 60000 65536"/>
              </a:gdLst>
              <a:ahLst/>
              <a:cxnLst>
                <a:cxn ang="T4">
                  <a:pos x="T0" y="T1"/>
                </a:cxn>
                <a:cxn ang="T5">
                  <a:pos x="T2" y="T3"/>
                </a:cxn>
              </a:cxnLst>
              <a:rect l="0" t="0" r="r" b="b"/>
              <a:pathLst>
                <a:path w="579120" h="253364">
                  <a:moveTo>
                    <a:pt x="0" y="252983"/>
                  </a:moveTo>
                  <a:lnTo>
                    <a:pt x="579119" y="0"/>
                  </a:lnTo>
                </a:path>
              </a:pathLst>
            </a:custGeom>
            <a:noFill/>
            <a:ln w="15239">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505" name="object 25">
              <a:extLst>
                <a:ext uri="{FF2B5EF4-FFF2-40B4-BE49-F238E27FC236}">
                  <a16:creationId xmlns:a16="http://schemas.microsoft.com/office/drawing/2014/main" id="{7CB5E489-4154-4CAD-AD8C-79613063A23D}"/>
                </a:ext>
              </a:extLst>
            </p:cNvPr>
            <p:cNvSpPr>
              <a:spLocks/>
            </p:cNvSpPr>
            <p:nvPr/>
          </p:nvSpPr>
          <p:spPr bwMode="auto">
            <a:xfrm>
              <a:off x="5668458" y="4673891"/>
              <a:ext cx="58449" cy="47625"/>
            </a:xfrm>
            <a:custGeom>
              <a:avLst/>
              <a:gdLst>
                <a:gd name="T0" fmla="*/ 54863 w 85725"/>
                <a:gd name="T1" fmla="*/ 0 h 70485"/>
                <a:gd name="T2" fmla="*/ 0 w 85725"/>
                <a:gd name="T3" fmla="*/ 66451 h 70485"/>
                <a:gd name="T4" fmla="*/ 85343 w 85725"/>
                <a:gd name="T5" fmla="*/ 69471 h 70485"/>
                <a:gd name="T6" fmla="*/ 54863 w 85725"/>
                <a:gd name="T7" fmla="*/ 0 h 704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5725" h="70485">
                  <a:moveTo>
                    <a:pt x="54863" y="0"/>
                  </a:moveTo>
                  <a:lnTo>
                    <a:pt x="0" y="67055"/>
                  </a:lnTo>
                  <a:lnTo>
                    <a:pt x="85343" y="70103"/>
                  </a:lnTo>
                  <a:lnTo>
                    <a:pt x="548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506" name="object 26">
              <a:extLst>
                <a:ext uri="{FF2B5EF4-FFF2-40B4-BE49-F238E27FC236}">
                  <a16:creationId xmlns:a16="http://schemas.microsoft.com/office/drawing/2014/main" id="{EDA49ACE-2F24-4001-B134-41D40E01B874}"/>
                </a:ext>
              </a:extLst>
            </p:cNvPr>
            <p:cNvSpPr>
              <a:spLocks/>
            </p:cNvSpPr>
            <p:nvPr/>
          </p:nvSpPr>
          <p:spPr bwMode="auto">
            <a:xfrm>
              <a:off x="6352526" y="4432519"/>
              <a:ext cx="154781" cy="166688"/>
            </a:xfrm>
            <a:custGeom>
              <a:avLst/>
              <a:gdLst>
                <a:gd name="T0" fmla="*/ 114318 w 226060"/>
                <a:gd name="T1" fmla="*/ 0 h 243839"/>
                <a:gd name="T2" fmla="*/ 72488 w 226060"/>
                <a:gd name="T3" fmla="*/ 7726 h 243839"/>
                <a:gd name="T4" fmla="*/ 38115 w 226060"/>
                <a:gd name="T5" fmla="*/ 29309 h 243839"/>
                <a:gd name="T6" fmla="*/ 13530 w 226060"/>
                <a:gd name="T7" fmla="*/ 62348 h 243839"/>
                <a:gd name="T8" fmla="*/ 1060 w 226060"/>
                <a:gd name="T9" fmla="*/ 104438 h 243839"/>
                <a:gd name="T10" fmla="*/ 0 w 226060"/>
                <a:gd name="T11" fmla="*/ 120064 h 243839"/>
                <a:gd name="T12" fmla="*/ 824 w 226060"/>
                <a:gd name="T13" fmla="*/ 135567 h 243839"/>
                <a:gd name="T14" fmla="*/ 12537 w 226060"/>
                <a:gd name="T15" fmla="*/ 178045 h 243839"/>
                <a:gd name="T16" fmla="*/ 36263 w 226060"/>
                <a:gd name="T17" fmla="*/ 212254 h 243839"/>
                <a:gd name="T18" fmla="*/ 69632 w 226060"/>
                <a:gd name="T19" fmla="*/ 235335 h 243839"/>
                <a:gd name="T20" fmla="*/ 110273 w 226060"/>
                <a:gd name="T21" fmla="*/ 244431 h 243839"/>
                <a:gd name="T22" fmla="*/ 124591 w 226060"/>
                <a:gd name="T23" fmla="*/ 243517 h 243839"/>
                <a:gd name="T24" fmla="*/ 164022 w 226060"/>
                <a:gd name="T25" fmla="*/ 230571 h 243839"/>
                <a:gd name="T26" fmla="*/ 195996 w 226060"/>
                <a:gd name="T27" fmla="*/ 204651 h 243839"/>
                <a:gd name="T28" fmla="*/ 217729 w 226060"/>
                <a:gd name="T29" fmla="*/ 168748 h 243839"/>
                <a:gd name="T30" fmla="*/ 226436 w 226060"/>
                <a:gd name="T31" fmla="*/ 125850 h 243839"/>
                <a:gd name="T32" fmla="*/ 226486 w 226060"/>
                <a:gd name="T33" fmla="*/ 122232 h 243839"/>
                <a:gd name="T34" fmla="*/ 225592 w 226060"/>
                <a:gd name="T35" fmla="*/ 106445 h 243839"/>
                <a:gd name="T36" fmla="*/ 213108 w 226060"/>
                <a:gd name="T37" fmla="*/ 63843 h 243839"/>
                <a:gd name="T38" fmla="*/ 188331 w 226060"/>
                <a:gd name="T39" fmla="*/ 30279 h 243839"/>
                <a:gd name="T40" fmla="*/ 154366 w 226060"/>
                <a:gd name="T41" fmla="*/ 8186 h 243839"/>
                <a:gd name="T42" fmla="*/ 114318 w 226060"/>
                <a:gd name="T43" fmla="*/ 0 h 2438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060" h="243839">
                  <a:moveTo>
                    <a:pt x="113839" y="0"/>
                  </a:moveTo>
                  <a:lnTo>
                    <a:pt x="72184" y="7706"/>
                  </a:lnTo>
                  <a:lnTo>
                    <a:pt x="37955" y="29233"/>
                  </a:lnTo>
                  <a:lnTo>
                    <a:pt x="13473" y="62186"/>
                  </a:lnTo>
                  <a:lnTo>
                    <a:pt x="1056" y="104166"/>
                  </a:lnTo>
                  <a:lnTo>
                    <a:pt x="0" y="119752"/>
                  </a:lnTo>
                  <a:lnTo>
                    <a:pt x="821" y="135214"/>
                  </a:lnTo>
                  <a:lnTo>
                    <a:pt x="12484" y="177582"/>
                  </a:lnTo>
                  <a:lnTo>
                    <a:pt x="36111" y="211702"/>
                  </a:lnTo>
                  <a:lnTo>
                    <a:pt x="69340" y="234723"/>
                  </a:lnTo>
                  <a:lnTo>
                    <a:pt x="109811" y="243795"/>
                  </a:lnTo>
                  <a:lnTo>
                    <a:pt x="124069" y="242883"/>
                  </a:lnTo>
                  <a:lnTo>
                    <a:pt x="163334" y="229971"/>
                  </a:lnTo>
                  <a:lnTo>
                    <a:pt x="195174" y="204119"/>
                  </a:lnTo>
                  <a:lnTo>
                    <a:pt x="216816" y="168309"/>
                  </a:lnTo>
                  <a:lnTo>
                    <a:pt x="225486" y="125523"/>
                  </a:lnTo>
                  <a:lnTo>
                    <a:pt x="225536" y="121914"/>
                  </a:lnTo>
                  <a:lnTo>
                    <a:pt x="224646" y="106168"/>
                  </a:lnTo>
                  <a:lnTo>
                    <a:pt x="212214" y="63677"/>
                  </a:lnTo>
                  <a:lnTo>
                    <a:pt x="187541" y="30200"/>
                  </a:lnTo>
                  <a:lnTo>
                    <a:pt x="153719" y="8165"/>
                  </a:lnTo>
                  <a:lnTo>
                    <a:pt x="113839"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507" name="object 27">
              <a:extLst>
                <a:ext uri="{FF2B5EF4-FFF2-40B4-BE49-F238E27FC236}">
                  <a16:creationId xmlns:a16="http://schemas.microsoft.com/office/drawing/2014/main" id="{05FFE067-3618-40D5-8B8A-784E296D6D3F}"/>
                </a:ext>
              </a:extLst>
            </p:cNvPr>
            <p:cNvSpPr>
              <a:spLocks/>
            </p:cNvSpPr>
            <p:nvPr/>
          </p:nvSpPr>
          <p:spPr bwMode="auto">
            <a:xfrm>
              <a:off x="6352526" y="4432519"/>
              <a:ext cx="154781" cy="166688"/>
            </a:xfrm>
            <a:custGeom>
              <a:avLst/>
              <a:gdLst>
                <a:gd name="T0" fmla="*/ 226486 w 226060"/>
                <a:gd name="T1" fmla="*/ 122232 h 243839"/>
                <a:gd name="T2" fmla="*/ 218788 w 226060"/>
                <a:gd name="T3" fmla="*/ 77160 h 243839"/>
                <a:gd name="T4" fmla="*/ 197763 w 226060"/>
                <a:gd name="T5" fmla="*/ 40313 h 243839"/>
                <a:gd name="T6" fmla="*/ 166517 w 226060"/>
                <a:gd name="T7" fmla="*/ 14126 h 243839"/>
                <a:gd name="T8" fmla="*/ 128152 w 226060"/>
                <a:gd name="T9" fmla="*/ 1033 h 243839"/>
                <a:gd name="T10" fmla="*/ 114318 w 226060"/>
                <a:gd name="T11" fmla="*/ 0 h 243839"/>
                <a:gd name="T12" fmla="*/ 99690 w 226060"/>
                <a:gd name="T13" fmla="*/ 887 h 243839"/>
                <a:gd name="T14" fmla="*/ 60086 w 226060"/>
                <a:gd name="T15" fmla="*/ 13499 h 243839"/>
                <a:gd name="T16" fmla="*/ 28717 w 226060"/>
                <a:gd name="T17" fmla="*/ 39169 h 243839"/>
                <a:gd name="T18" fmla="*/ 7912 w 226060"/>
                <a:gd name="T19" fmla="*/ 75491 h 243839"/>
                <a:gd name="T20" fmla="*/ 0 w 226060"/>
                <a:gd name="T21" fmla="*/ 120064 h 243839"/>
                <a:gd name="T22" fmla="*/ 824 w 226060"/>
                <a:gd name="T23" fmla="*/ 135567 h 243839"/>
                <a:gd name="T24" fmla="*/ 12537 w 226060"/>
                <a:gd name="T25" fmla="*/ 178045 h 243839"/>
                <a:gd name="T26" fmla="*/ 36263 w 226060"/>
                <a:gd name="T27" fmla="*/ 212254 h 243839"/>
                <a:gd name="T28" fmla="*/ 69632 w 226060"/>
                <a:gd name="T29" fmla="*/ 235335 h 243839"/>
                <a:gd name="T30" fmla="*/ 110273 w 226060"/>
                <a:gd name="T31" fmla="*/ 244431 h 243839"/>
                <a:gd name="T32" fmla="*/ 124591 w 226060"/>
                <a:gd name="T33" fmla="*/ 243517 h 243839"/>
                <a:gd name="T34" fmla="*/ 164022 w 226060"/>
                <a:gd name="T35" fmla="*/ 230571 h 243839"/>
                <a:gd name="T36" fmla="*/ 195996 w 226060"/>
                <a:gd name="T37" fmla="*/ 204651 h 243839"/>
                <a:gd name="T38" fmla="*/ 217729 w 226060"/>
                <a:gd name="T39" fmla="*/ 168748 h 243839"/>
                <a:gd name="T40" fmla="*/ 226436 w 226060"/>
                <a:gd name="T41" fmla="*/ 125850 h 243839"/>
                <a:gd name="T42" fmla="*/ 226486 w 226060"/>
                <a:gd name="T43" fmla="*/ 122232 h 2438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060" h="243839">
                  <a:moveTo>
                    <a:pt x="225536" y="121914"/>
                  </a:moveTo>
                  <a:lnTo>
                    <a:pt x="217870" y="76959"/>
                  </a:lnTo>
                  <a:lnTo>
                    <a:pt x="196934" y="40208"/>
                  </a:lnTo>
                  <a:lnTo>
                    <a:pt x="165819" y="14089"/>
                  </a:lnTo>
                  <a:lnTo>
                    <a:pt x="127615" y="1030"/>
                  </a:lnTo>
                  <a:lnTo>
                    <a:pt x="113839" y="0"/>
                  </a:lnTo>
                  <a:lnTo>
                    <a:pt x="99272" y="885"/>
                  </a:lnTo>
                  <a:lnTo>
                    <a:pt x="59834" y="13464"/>
                  </a:lnTo>
                  <a:lnTo>
                    <a:pt x="28597" y="39067"/>
                  </a:lnTo>
                  <a:lnTo>
                    <a:pt x="7879" y="75295"/>
                  </a:lnTo>
                  <a:lnTo>
                    <a:pt x="0" y="119752"/>
                  </a:lnTo>
                  <a:lnTo>
                    <a:pt x="821" y="135214"/>
                  </a:lnTo>
                  <a:lnTo>
                    <a:pt x="12484" y="177582"/>
                  </a:lnTo>
                  <a:lnTo>
                    <a:pt x="36111" y="211702"/>
                  </a:lnTo>
                  <a:lnTo>
                    <a:pt x="69340" y="234723"/>
                  </a:lnTo>
                  <a:lnTo>
                    <a:pt x="109811" y="243795"/>
                  </a:lnTo>
                  <a:lnTo>
                    <a:pt x="124069" y="242883"/>
                  </a:lnTo>
                  <a:lnTo>
                    <a:pt x="163334" y="229971"/>
                  </a:lnTo>
                  <a:lnTo>
                    <a:pt x="195174" y="204119"/>
                  </a:lnTo>
                  <a:lnTo>
                    <a:pt x="216816" y="168309"/>
                  </a:lnTo>
                  <a:lnTo>
                    <a:pt x="225486" y="125523"/>
                  </a:lnTo>
                  <a:lnTo>
                    <a:pt x="225536" y="121914"/>
                  </a:lnTo>
                  <a:close/>
                </a:path>
              </a:pathLst>
            </a:custGeom>
            <a:noFill/>
            <a:ln w="609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508" name="object 28">
              <a:extLst>
                <a:ext uri="{FF2B5EF4-FFF2-40B4-BE49-F238E27FC236}">
                  <a16:creationId xmlns:a16="http://schemas.microsoft.com/office/drawing/2014/main" id="{838FA298-8555-467D-ACC5-F2506BDCC685}"/>
                </a:ext>
              </a:extLst>
            </p:cNvPr>
            <p:cNvSpPr txBox="1">
              <a:spLocks noChangeArrowheads="1"/>
            </p:cNvSpPr>
            <p:nvPr/>
          </p:nvSpPr>
          <p:spPr bwMode="auto">
            <a:xfrm>
              <a:off x="5274470" y="4521275"/>
              <a:ext cx="74684" cy="125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818">
                  <a:latin typeface="Times New Roman" panose="02020603050405020304" pitchFamily="18" charset="0"/>
                  <a:cs typeface="Times New Roman" panose="02020603050405020304" pitchFamily="18" charset="0"/>
                </a:rPr>
                <a:t>A</a:t>
              </a:r>
            </a:p>
          </p:txBody>
        </p:sp>
        <p:sp>
          <p:nvSpPr>
            <p:cNvPr id="20509" name="object 29">
              <a:extLst>
                <a:ext uri="{FF2B5EF4-FFF2-40B4-BE49-F238E27FC236}">
                  <a16:creationId xmlns:a16="http://schemas.microsoft.com/office/drawing/2014/main" id="{3782DDEC-35B8-4D22-A8B2-0A6BFA601244}"/>
                </a:ext>
              </a:extLst>
            </p:cNvPr>
            <p:cNvSpPr txBox="1">
              <a:spLocks noChangeArrowheads="1"/>
            </p:cNvSpPr>
            <p:nvPr/>
          </p:nvSpPr>
          <p:spPr bwMode="auto">
            <a:xfrm>
              <a:off x="5591608" y="4367576"/>
              <a:ext cx="70355" cy="125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818">
                  <a:latin typeface="Times New Roman" panose="02020603050405020304" pitchFamily="18" charset="0"/>
                  <a:cs typeface="Times New Roman" panose="02020603050405020304" pitchFamily="18" charset="0"/>
                </a:rPr>
                <a:t>B</a:t>
              </a:r>
            </a:p>
          </p:txBody>
        </p:sp>
        <p:sp>
          <p:nvSpPr>
            <p:cNvPr id="20510" name="object 30">
              <a:extLst>
                <a:ext uri="{FF2B5EF4-FFF2-40B4-BE49-F238E27FC236}">
                  <a16:creationId xmlns:a16="http://schemas.microsoft.com/office/drawing/2014/main" id="{6E58CC5A-32F3-4930-BA21-6DC81881B077}"/>
                </a:ext>
              </a:extLst>
            </p:cNvPr>
            <p:cNvSpPr txBox="1">
              <a:spLocks noChangeArrowheads="1"/>
            </p:cNvSpPr>
            <p:nvPr/>
          </p:nvSpPr>
          <p:spPr bwMode="auto">
            <a:xfrm>
              <a:off x="6132801" y="4413036"/>
              <a:ext cx="69273" cy="125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818">
                  <a:latin typeface="Times New Roman" panose="02020603050405020304" pitchFamily="18" charset="0"/>
                  <a:cs typeface="Times New Roman" panose="02020603050405020304" pitchFamily="18" charset="0"/>
                </a:rPr>
                <a:t>C</a:t>
              </a:r>
            </a:p>
          </p:txBody>
        </p:sp>
        <p:sp>
          <p:nvSpPr>
            <p:cNvPr id="20511" name="object 31">
              <a:extLst>
                <a:ext uri="{FF2B5EF4-FFF2-40B4-BE49-F238E27FC236}">
                  <a16:creationId xmlns:a16="http://schemas.microsoft.com/office/drawing/2014/main" id="{713097F7-905F-45F8-8B7C-99E963D0D655}"/>
                </a:ext>
              </a:extLst>
            </p:cNvPr>
            <p:cNvSpPr txBox="1">
              <a:spLocks noChangeArrowheads="1"/>
            </p:cNvSpPr>
            <p:nvPr/>
          </p:nvSpPr>
          <p:spPr bwMode="auto">
            <a:xfrm>
              <a:off x="6413140" y="4479062"/>
              <a:ext cx="57366" cy="125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818">
                  <a:latin typeface="Times New Roman" panose="02020603050405020304" pitchFamily="18" charset="0"/>
                  <a:cs typeface="Times New Roman" panose="02020603050405020304" pitchFamily="18" charset="0"/>
                </a:rPr>
                <a:t>F</a:t>
              </a:r>
            </a:p>
          </p:txBody>
        </p:sp>
        <p:sp>
          <p:nvSpPr>
            <p:cNvPr id="20512" name="object 32">
              <a:extLst>
                <a:ext uri="{FF2B5EF4-FFF2-40B4-BE49-F238E27FC236}">
                  <a16:creationId xmlns:a16="http://schemas.microsoft.com/office/drawing/2014/main" id="{C0390563-C858-453E-92EC-A2C9C4BDDF47}"/>
                </a:ext>
              </a:extLst>
            </p:cNvPr>
            <p:cNvSpPr txBox="1">
              <a:spLocks noChangeArrowheads="1"/>
            </p:cNvSpPr>
            <p:nvPr/>
          </p:nvSpPr>
          <p:spPr bwMode="auto">
            <a:xfrm>
              <a:off x="5591608" y="4731258"/>
              <a:ext cx="75767" cy="125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818">
                  <a:latin typeface="Times New Roman" panose="02020603050405020304" pitchFamily="18" charset="0"/>
                  <a:cs typeface="Times New Roman" panose="02020603050405020304" pitchFamily="18" charset="0"/>
                </a:rPr>
                <a:t>D</a:t>
              </a:r>
            </a:p>
          </p:txBody>
        </p:sp>
        <p:sp>
          <p:nvSpPr>
            <p:cNvPr id="20513" name="object 33">
              <a:extLst>
                <a:ext uri="{FF2B5EF4-FFF2-40B4-BE49-F238E27FC236}">
                  <a16:creationId xmlns:a16="http://schemas.microsoft.com/office/drawing/2014/main" id="{47688DD5-96AE-4A60-823D-CA0E6FEDD717}"/>
                </a:ext>
              </a:extLst>
            </p:cNvPr>
            <p:cNvSpPr>
              <a:spLocks/>
            </p:cNvSpPr>
            <p:nvPr/>
          </p:nvSpPr>
          <p:spPr bwMode="auto">
            <a:xfrm>
              <a:off x="6188003" y="4680386"/>
              <a:ext cx="154781" cy="165605"/>
            </a:xfrm>
            <a:custGeom>
              <a:avLst/>
              <a:gdLst>
                <a:gd name="T0" fmla="*/ 114318 w 226060"/>
                <a:gd name="T1" fmla="*/ 0 h 243839"/>
                <a:gd name="T2" fmla="*/ 72488 w 226060"/>
                <a:gd name="T3" fmla="*/ 7676 h 243839"/>
                <a:gd name="T4" fmla="*/ 38115 w 226060"/>
                <a:gd name="T5" fmla="*/ 29119 h 243839"/>
                <a:gd name="T6" fmla="*/ 13530 w 226060"/>
                <a:gd name="T7" fmla="*/ 61943 h 243839"/>
                <a:gd name="T8" fmla="*/ 1060 w 226060"/>
                <a:gd name="T9" fmla="*/ 103760 h 243839"/>
                <a:gd name="T10" fmla="*/ 0 w 226060"/>
                <a:gd name="T11" fmla="*/ 119285 h 243839"/>
                <a:gd name="T12" fmla="*/ 824 w 226060"/>
                <a:gd name="T13" fmla="*/ 134687 h 243839"/>
                <a:gd name="T14" fmla="*/ 12537 w 226060"/>
                <a:gd name="T15" fmla="*/ 176889 h 243839"/>
                <a:gd name="T16" fmla="*/ 36263 w 226060"/>
                <a:gd name="T17" fmla="*/ 210876 h 243839"/>
                <a:gd name="T18" fmla="*/ 69632 w 226060"/>
                <a:gd name="T19" fmla="*/ 233808 h 243839"/>
                <a:gd name="T20" fmla="*/ 110273 w 226060"/>
                <a:gd name="T21" fmla="*/ 242844 h 243839"/>
                <a:gd name="T22" fmla="*/ 124591 w 226060"/>
                <a:gd name="T23" fmla="*/ 241936 h 243839"/>
                <a:gd name="T24" fmla="*/ 164022 w 226060"/>
                <a:gd name="T25" fmla="*/ 229074 h 243839"/>
                <a:gd name="T26" fmla="*/ 195996 w 226060"/>
                <a:gd name="T27" fmla="*/ 203323 h 243839"/>
                <a:gd name="T28" fmla="*/ 217729 w 226060"/>
                <a:gd name="T29" fmla="*/ 167653 h 243839"/>
                <a:gd name="T30" fmla="*/ 226436 w 226060"/>
                <a:gd name="T31" fmla="*/ 125033 h 243839"/>
                <a:gd name="T32" fmla="*/ 226486 w 226060"/>
                <a:gd name="T33" fmla="*/ 121439 h 243839"/>
                <a:gd name="T34" fmla="*/ 225592 w 226060"/>
                <a:gd name="T35" fmla="*/ 105754 h 243839"/>
                <a:gd name="T36" fmla="*/ 213108 w 226060"/>
                <a:gd name="T37" fmla="*/ 63429 h 243839"/>
                <a:gd name="T38" fmla="*/ 188331 w 226060"/>
                <a:gd name="T39" fmla="*/ 30082 h 243839"/>
                <a:gd name="T40" fmla="*/ 154366 w 226060"/>
                <a:gd name="T41" fmla="*/ 8133 h 243839"/>
                <a:gd name="T42" fmla="*/ 114318 w 226060"/>
                <a:gd name="T43" fmla="*/ 0 h 2438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060" h="243839">
                  <a:moveTo>
                    <a:pt x="113839" y="0"/>
                  </a:moveTo>
                  <a:lnTo>
                    <a:pt x="72184" y="7706"/>
                  </a:lnTo>
                  <a:lnTo>
                    <a:pt x="37955" y="29233"/>
                  </a:lnTo>
                  <a:lnTo>
                    <a:pt x="13473" y="62186"/>
                  </a:lnTo>
                  <a:lnTo>
                    <a:pt x="1056" y="104166"/>
                  </a:lnTo>
                  <a:lnTo>
                    <a:pt x="0" y="119752"/>
                  </a:lnTo>
                  <a:lnTo>
                    <a:pt x="821" y="135214"/>
                  </a:lnTo>
                  <a:lnTo>
                    <a:pt x="12484" y="177582"/>
                  </a:lnTo>
                  <a:lnTo>
                    <a:pt x="36111" y="211702"/>
                  </a:lnTo>
                  <a:lnTo>
                    <a:pt x="69340" y="234723"/>
                  </a:lnTo>
                  <a:lnTo>
                    <a:pt x="109811" y="243795"/>
                  </a:lnTo>
                  <a:lnTo>
                    <a:pt x="124069" y="242883"/>
                  </a:lnTo>
                  <a:lnTo>
                    <a:pt x="163334" y="229971"/>
                  </a:lnTo>
                  <a:lnTo>
                    <a:pt x="195174" y="204119"/>
                  </a:lnTo>
                  <a:lnTo>
                    <a:pt x="216816" y="168309"/>
                  </a:lnTo>
                  <a:lnTo>
                    <a:pt x="225486" y="125523"/>
                  </a:lnTo>
                  <a:lnTo>
                    <a:pt x="225536" y="121914"/>
                  </a:lnTo>
                  <a:lnTo>
                    <a:pt x="224646" y="106168"/>
                  </a:lnTo>
                  <a:lnTo>
                    <a:pt x="212214" y="63677"/>
                  </a:lnTo>
                  <a:lnTo>
                    <a:pt x="187541" y="30200"/>
                  </a:lnTo>
                  <a:lnTo>
                    <a:pt x="153719" y="8165"/>
                  </a:lnTo>
                  <a:lnTo>
                    <a:pt x="113839" y="0"/>
                  </a:lnTo>
                  <a:close/>
                </a:path>
              </a:pathLst>
            </a:custGeom>
            <a:solidFill>
              <a:srgbClr val="00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IN" sz="1227"/>
            </a:p>
          </p:txBody>
        </p:sp>
        <p:sp>
          <p:nvSpPr>
            <p:cNvPr id="20514" name="object 34">
              <a:extLst>
                <a:ext uri="{FF2B5EF4-FFF2-40B4-BE49-F238E27FC236}">
                  <a16:creationId xmlns:a16="http://schemas.microsoft.com/office/drawing/2014/main" id="{90ABBB4F-DEF8-4A8F-B593-52654C753D9F}"/>
                </a:ext>
              </a:extLst>
            </p:cNvPr>
            <p:cNvSpPr>
              <a:spLocks/>
            </p:cNvSpPr>
            <p:nvPr/>
          </p:nvSpPr>
          <p:spPr bwMode="auto">
            <a:xfrm>
              <a:off x="6188003" y="4680386"/>
              <a:ext cx="154781" cy="165605"/>
            </a:xfrm>
            <a:custGeom>
              <a:avLst/>
              <a:gdLst>
                <a:gd name="T0" fmla="*/ 226486 w 226060"/>
                <a:gd name="T1" fmla="*/ 121439 h 243839"/>
                <a:gd name="T2" fmla="*/ 218788 w 226060"/>
                <a:gd name="T3" fmla="*/ 76659 h 243839"/>
                <a:gd name="T4" fmla="*/ 197763 w 226060"/>
                <a:gd name="T5" fmla="*/ 40051 h 243839"/>
                <a:gd name="T6" fmla="*/ 166517 w 226060"/>
                <a:gd name="T7" fmla="*/ 14034 h 243839"/>
                <a:gd name="T8" fmla="*/ 128152 w 226060"/>
                <a:gd name="T9" fmla="*/ 1026 h 243839"/>
                <a:gd name="T10" fmla="*/ 114318 w 226060"/>
                <a:gd name="T11" fmla="*/ 0 h 243839"/>
                <a:gd name="T12" fmla="*/ 99690 w 226060"/>
                <a:gd name="T13" fmla="*/ 882 h 243839"/>
                <a:gd name="T14" fmla="*/ 60086 w 226060"/>
                <a:gd name="T15" fmla="*/ 13411 h 243839"/>
                <a:gd name="T16" fmla="*/ 28717 w 226060"/>
                <a:gd name="T17" fmla="*/ 38915 h 243839"/>
                <a:gd name="T18" fmla="*/ 7912 w 226060"/>
                <a:gd name="T19" fmla="*/ 75001 h 243839"/>
                <a:gd name="T20" fmla="*/ 0 w 226060"/>
                <a:gd name="T21" fmla="*/ 119285 h 243839"/>
                <a:gd name="T22" fmla="*/ 824 w 226060"/>
                <a:gd name="T23" fmla="*/ 134687 h 243839"/>
                <a:gd name="T24" fmla="*/ 12537 w 226060"/>
                <a:gd name="T25" fmla="*/ 176889 h 243839"/>
                <a:gd name="T26" fmla="*/ 36263 w 226060"/>
                <a:gd name="T27" fmla="*/ 210876 h 243839"/>
                <a:gd name="T28" fmla="*/ 69632 w 226060"/>
                <a:gd name="T29" fmla="*/ 233808 h 243839"/>
                <a:gd name="T30" fmla="*/ 110273 w 226060"/>
                <a:gd name="T31" fmla="*/ 242844 h 243839"/>
                <a:gd name="T32" fmla="*/ 124591 w 226060"/>
                <a:gd name="T33" fmla="*/ 241936 h 243839"/>
                <a:gd name="T34" fmla="*/ 164022 w 226060"/>
                <a:gd name="T35" fmla="*/ 229074 h 243839"/>
                <a:gd name="T36" fmla="*/ 195996 w 226060"/>
                <a:gd name="T37" fmla="*/ 203323 h 243839"/>
                <a:gd name="T38" fmla="*/ 217729 w 226060"/>
                <a:gd name="T39" fmla="*/ 167653 h 243839"/>
                <a:gd name="T40" fmla="*/ 226436 w 226060"/>
                <a:gd name="T41" fmla="*/ 125033 h 243839"/>
                <a:gd name="T42" fmla="*/ 226486 w 226060"/>
                <a:gd name="T43" fmla="*/ 121439 h 2438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6060" h="243839">
                  <a:moveTo>
                    <a:pt x="225536" y="121914"/>
                  </a:moveTo>
                  <a:lnTo>
                    <a:pt x="217870" y="76959"/>
                  </a:lnTo>
                  <a:lnTo>
                    <a:pt x="196934" y="40208"/>
                  </a:lnTo>
                  <a:lnTo>
                    <a:pt x="165819" y="14089"/>
                  </a:lnTo>
                  <a:lnTo>
                    <a:pt x="127615" y="1030"/>
                  </a:lnTo>
                  <a:lnTo>
                    <a:pt x="113839" y="0"/>
                  </a:lnTo>
                  <a:lnTo>
                    <a:pt x="99272" y="885"/>
                  </a:lnTo>
                  <a:lnTo>
                    <a:pt x="59834" y="13464"/>
                  </a:lnTo>
                  <a:lnTo>
                    <a:pt x="28597" y="39067"/>
                  </a:lnTo>
                  <a:lnTo>
                    <a:pt x="7879" y="75295"/>
                  </a:lnTo>
                  <a:lnTo>
                    <a:pt x="0" y="119752"/>
                  </a:lnTo>
                  <a:lnTo>
                    <a:pt x="821" y="135214"/>
                  </a:lnTo>
                  <a:lnTo>
                    <a:pt x="12484" y="177582"/>
                  </a:lnTo>
                  <a:lnTo>
                    <a:pt x="36111" y="211702"/>
                  </a:lnTo>
                  <a:lnTo>
                    <a:pt x="69340" y="234723"/>
                  </a:lnTo>
                  <a:lnTo>
                    <a:pt x="109811" y="243795"/>
                  </a:lnTo>
                  <a:lnTo>
                    <a:pt x="124069" y="242883"/>
                  </a:lnTo>
                  <a:lnTo>
                    <a:pt x="163334" y="229971"/>
                  </a:lnTo>
                  <a:lnTo>
                    <a:pt x="195174" y="204119"/>
                  </a:lnTo>
                  <a:lnTo>
                    <a:pt x="216816" y="168309"/>
                  </a:lnTo>
                  <a:lnTo>
                    <a:pt x="225486" y="125523"/>
                  </a:lnTo>
                  <a:lnTo>
                    <a:pt x="225536" y="121914"/>
                  </a:lnTo>
                  <a:close/>
                </a:path>
              </a:pathLst>
            </a:custGeom>
            <a:noFill/>
            <a:ln w="609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20515" name="object 35">
              <a:extLst>
                <a:ext uri="{FF2B5EF4-FFF2-40B4-BE49-F238E27FC236}">
                  <a16:creationId xmlns:a16="http://schemas.microsoft.com/office/drawing/2014/main" id="{DB404231-35F5-4906-9DD5-6470816D8B5F}"/>
                </a:ext>
              </a:extLst>
            </p:cNvPr>
            <p:cNvSpPr txBox="1">
              <a:spLocks noChangeArrowheads="1"/>
            </p:cNvSpPr>
            <p:nvPr/>
          </p:nvSpPr>
          <p:spPr bwMode="auto">
            <a:xfrm>
              <a:off x="6242123" y="4740999"/>
              <a:ext cx="63860" cy="125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818">
                  <a:latin typeface="Times New Roman" panose="02020603050405020304" pitchFamily="18" charset="0"/>
                  <a:cs typeface="Times New Roman" panose="02020603050405020304" pitchFamily="18" charset="0"/>
                </a:rPr>
                <a:t>E</a:t>
              </a:r>
            </a:p>
          </p:txBody>
        </p:sp>
      </p:grpSp>
      <p:sp>
        <p:nvSpPr>
          <p:cNvPr id="20516" name="object 36">
            <a:extLst>
              <a:ext uri="{FF2B5EF4-FFF2-40B4-BE49-F238E27FC236}">
                <a16:creationId xmlns:a16="http://schemas.microsoft.com/office/drawing/2014/main" id="{D4D8AF3C-9490-4514-930B-5BB0BA9B6BA0}"/>
              </a:ext>
            </a:extLst>
          </p:cNvPr>
          <p:cNvSpPr>
            <a:spLocks/>
          </p:cNvSpPr>
          <p:nvPr/>
        </p:nvSpPr>
        <p:spPr bwMode="auto">
          <a:xfrm>
            <a:off x="1069145" y="731520"/>
            <a:ext cx="9564291" cy="5113099"/>
          </a:xfrm>
          <a:custGeom>
            <a:avLst/>
            <a:gdLst>
              <a:gd name="T0" fmla="*/ 0 w 4556760"/>
              <a:gd name="T1" fmla="*/ 3416172 h 3416935"/>
              <a:gd name="T2" fmla="*/ 4556124 w 4556760"/>
              <a:gd name="T3" fmla="*/ 3416172 h 3416935"/>
              <a:gd name="T4" fmla="*/ 4556124 w 4556760"/>
              <a:gd name="T5" fmla="*/ 0 h 3416935"/>
              <a:gd name="T6" fmla="*/ 0 w 4556760"/>
              <a:gd name="T7" fmla="*/ 0 h 3416935"/>
              <a:gd name="T8" fmla="*/ 0 w 4556760"/>
              <a:gd name="T9" fmla="*/ 3416172 h 34169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56760" h="3416935">
                <a:moveTo>
                  <a:pt x="0" y="3416807"/>
                </a:moveTo>
                <a:lnTo>
                  <a:pt x="4556759" y="3416807"/>
                </a:lnTo>
                <a:lnTo>
                  <a:pt x="4556759" y="0"/>
                </a:lnTo>
                <a:lnTo>
                  <a:pt x="0" y="0"/>
                </a:lnTo>
                <a:lnTo>
                  <a:pt x="0" y="3416807"/>
                </a:lnTo>
                <a:close/>
              </a:path>
            </a:pathLst>
          </a:custGeom>
          <a:noFill/>
          <a:ln w="12191">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IN" sz="1227"/>
          </a:p>
        </p:txBody>
      </p:sp>
      <p:sp>
        <p:nvSpPr>
          <p:cNvPr id="43" name="object 43">
            <a:extLst>
              <a:ext uri="{FF2B5EF4-FFF2-40B4-BE49-F238E27FC236}">
                <a16:creationId xmlns:a16="http://schemas.microsoft.com/office/drawing/2014/main" id="{F090954A-C10E-46D7-BF7D-27E4FCBF16BF}"/>
              </a:ext>
            </a:extLst>
          </p:cNvPr>
          <p:cNvSpPr>
            <a:spLocks noGrp="1"/>
          </p:cNvSpPr>
          <p:nvPr>
            <p:ph type="ftr" sz="quarter" idx="10"/>
          </p:nvPr>
        </p:nvSpPr>
        <p:spPr/>
        <p:txBody>
          <a:bodyPr vert="horz" rtlCol="0"/>
          <a:lstStyle/>
          <a:p>
            <a:pPr>
              <a:defRPr/>
            </a:pPr>
            <a:r>
              <a:t>R</a:t>
            </a:r>
            <a:r>
              <a:rPr spc="-3"/>
              <a:t>.</a:t>
            </a:r>
            <a:r>
              <a:rPr spc="7"/>
              <a:t> </a:t>
            </a:r>
            <a:r>
              <a:rPr spc="3"/>
              <a:t>R</a:t>
            </a:r>
            <a:r>
              <a:rPr spc="-20"/>
              <a:t>a</a:t>
            </a:r>
            <a:r>
              <a:t>o</a:t>
            </a:r>
            <a:r>
              <a:rPr spc="-3"/>
              <a:t>,</a:t>
            </a:r>
            <a:r>
              <a:t> </a:t>
            </a:r>
            <a:r>
              <a:rPr spc="3"/>
              <a:t>C</a:t>
            </a:r>
            <a:r>
              <a:rPr spc="-7"/>
              <a:t>S</a:t>
            </a:r>
            <a:r>
              <a:rPr spc="-3"/>
              <a:t>E </a:t>
            </a:r>
            <a:r>
              <a:t>3</a:t>
            </a:r>
            <a:r>
              <a:rPr spc="-14"/>
              <a:t>2</a:t>
            </a:r>
            <a:r>
              <a:rPr spc="-3"/>
              <a:t>6</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31DC-E34D-6CB9-82AC-9A719746B04F}"/>
              </a:ext>
            </a:extLst>
          </p:cNvPr>
          <p:cNvSpPr>
            <a:spLocks noGrp="1"/>
          </p:cNvSpPr>
          <p:nvPr>
            <p:ph type="title"/>
          </p:nvPr>
        </p:nvSpPr>
        <p:spPr>
          <a:xfrm>
            <a:off x="627185" y="0"/>
            <a:ext cx="10515600" cy="689952"/>
          </a:xfrm>
        </p:spPr>
        <p:txBody>
          <a:bodyPr>
            <a:normAutofit fontScale="90000"/>
          </a:bodyPr>
          <a:lstStyle/>
          <a:p>
            <a:r>
              <a:rPr lang="en-US" dirty="0"/>
              <a:t>Topological Sort Algorithm: Analysis</a:t>
            </a:r>
          </a:p>
        </p:txBody>
      </p:sp>
      <p:pic>
        <p:nvPicPr>
          <p:cNvPr id="5" name="Picture 4">
            <a:extLst>
              <a:ext uri="{FF2B5EF4-FFF2-40B4-BE49-F238E27FC236}">
                <a16:creationId xmlns:a16="http://schemas.microsoft.com/office/drawing/2014/main" id="{64E66784-266E-75E6-31CE-DC5CDD7EB81C}"/>
              </a:ext>
            </a:extLst>
          </p:cNvPr>
          <p:cNvPicPr>
            <a:picLocks noChangeAspect="1"/>
          </p:cNvPicPr>
          <p:nvPr/>
        </p:nvPicPr>
        <p:blipFill>
          <a:blip r:embed="rId2"/>
          <a:stretch>
            <a:fillRect/>
          </a:stretch>
        </p:blipFill>
        <p:spPr>
          <a:xfrm>
            <a:off x="825857" y="1097281"/>
            <a:ext cx="9401356" cy="5562468"/>
          </a:xfrm>
          <a:prstGeom prst="rect">
            <a:avLst/>
          </a:prstGeom>
        </p:spPr>
      </p:pic>
    </p:spTree>
    <p:extLst>
      <p:ext uri="{BB962C8B-B14F-4D97-AF65-F5344CB8AC3E}">
        <p14:creationId xmlns:p14="http://schemas.microsoft.com/office/powerpoint/2010/main" val="40901291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B635A-CF98-D548-C97F-9EFC4E5E6E6F}"/>
              </a:ext>
            </a:extLst>
          </p:cNvPr>
          <p:cNvSpPr>
            <a:spLocks noGrp="1"/>
          </p:cNvSpPr>
          <p:nvPr>
            <p:ph type="title"/>
          </p:nvPr>
        </p:nvSpPr>
        <p:spPr/>
        <p:txBody>
          <a:bodyPr/>
          <a:lstStyle/>
          <a:p>
            <a:r>
              <a:rPr lang="en-US" dirty="0"/>
              <a:t>Topological Sort DFS Method</a:t>
            </a:r>
          </a:p>
        </p:txBody>
      </p:sp>
      <p:sp>
        <p:nvSpPr>
          <p:cNvPr id="3" name="Content Placeholder 2">
            <a:extLst>
              <a:ext uri="{FF2B5EF4-FFF2-40B4-BE49-F238E27FC236}">
                <a16:creationId xmlns:a16="http://schemas.microsoft.com/office/drawing/2014/main" id="{03D7CA25-94D0-EA67-7DD7-23B48A7CF892}"/>
              </a:ext>
            </a:extLst>
          </p:cNvPr>
          <p:cNvSpPr>
            <a:spLocks noGrp="1"/>
          </p:cNvSpPr>
          <p:nvPr>
            <p:ph idx="1"/>
          </p:nvPr>
        </p:nvSpPr>
        <p:spPr/>
        <p:txBody>
          <a:bodyPr>
            <a:normAutofit/>
          </a:bodyPr>
          <a:lstStyle/>
          <a:p>
            <a:pPr algn="l" fontAlgn="base">
              <a:buFont typeface="Arial" panose="020B0604020202020204" pitchFamily="34" charset="0"/>
              <a:buChar char="•"/>
            </a:pPr>
            <a:r>
              <a:rPr lang="en-US" b="1" i="0" dirty="0">
                <a:solidFill>
                  <a:srgbClr val="090A0B"/>
                </a:solidFill>
                <a:effectLst/>
                <a:latin typeface="inherit"/>
              </a:rPr>
              <a:t>Step 1</a:t>
            </a:r>
            <a:r>
              <a:rPr lang="en-US" b="0" i="0" dirty="0">
                <a:solidFill>
                  <a:srgbClr val="3C484E"/>
                </a:solidFill>
                <a:effectLst/>
                <a:latin typeface="inherit"/>
              </a:rPr>
              <a:t>: Create a temporary stack.</a:t>
            </a:r>
          </a:p>
          <a:p>
            <a:pPr algn="l" fontAlgn="base">
              <a:buFont typeface="Arial" panose="020B0604020202020204" pitchFamily="34" charset="0"/>
              <a:buChar char="•"/>
            </a:pPr>
            <a:r>
              <a:rPr lang="en-US" b="1" i="0" dirty="0">
                <a:solidFill>
                  <a:srgbClr val="090A0B"/>
                </a:solidFill>
                <a:effectLst/>
                <a:latin typeface="inherit"/>
              </a:rPr>
              <a:t>Step 2</a:t>
            </a:r>
            <a:r>
              <a:rPr lang="en-US" b="0" i="0" dirty="0">
                <a:solidFill>
                  <a:srgbClr val="3C484E"/>
                </a:solidFill>
                <a:effectLst/>
                <a:latin typeface="inherit"/>
              </a:rPr>
              <a:t>: Recursively call topological sorting for all its adjacent vertices, then push it to the stack (when all adjacent vertices are on stack). Note this step is same as Depth First Search in a recursive way.</a:t>
            </a:r>
          </a:p>
          <a:p>
            <a:pPr algn="l" fontAlgn="base">
              <a:buFont typeface="Arial" panose="020B0604020202020204" pitchFamily="34" charset="0"/>
              <a:buChar char="•"/>
            </a:pPr>
            <a:r>
              <a:rPr lang="en-US" b="1" i="0" dirty="0">
                <a:solidFill>
                  <a:srgbClr val="090A0B"/>
                </a:solidFill>
                <a:effectLst/>
                <a:latin typeface="inherit"/>
              </a:rPr>
              <a:t>Step 3</a:t>
            </a:r>
            <a:r>
              <a:rPr lang="en-US" b="0" i="0" dirty="0">
                <a:solidFill>
                  <a:srgbClr val="3C484E"/>
                </a:solidFill>
                <a:effectLst/>
                <a:latin typeface="inherit"/>
              </a:rPr>
              <a:t>: Finally, print the contents of stack.</a:t>
            </a:r>
          </a:p>
          <a:p>
            <a:pPr algn="l" fontAlgn="base"/>
            <a:endParaRPr lang="en-US" b="0" i="0" dirty="0">
              <a:solidFill>
                <a:srgbClr val="3C484E"/>
              </a:solidFill>
              <a:effectLst/>
              <a:latin typeface="Arial" panose="020B0604020202020204" pitchFamily="34" charset="0"/>
            </a:endParaRPr>
          </a:p>
          <a:p>
            <a:pPr algn="l" fontAlgn="base"/>
            <a:r>
              <a:rPr lang="en-US" b="0" i="0" dirty="0">
                <a:solidFill>
                  <a:srgbClr val="3C484E"/>
                </a:solidFill>
                <a:effectLst/>
                <a:latin typeface="Arial" panose="020B0604020202020204" pitchFamily="34" charset="0"/>
              </a:rPr>
              <a:t>Note: A vertex is pushed to stack only when all of its adjacent vertices (and their adjacent vertices and so on) are already in stack.</a:t>
            </a:r>
          </a:p>
          <a:p>
            <a:endParaRPr lang="en-US" dirty="0"/>
          </a:p>
        </p:txBody>
      </p:sp>
    </p:spTree>
    <p:extLst>
      <p:ext uri="{BB962C8B-B14F-4D97-AF65-F5344CB8AC3E}">
        <p14:creationId xmlns:p14="http://schemas.microsoft.com/office/powerpoint/2010/main" val="17774849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B02A3D-C700-78B0-CA47-4AB719B07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7DFEE-8994-4659-4768-83CABCC48D3C}"/>
              </a:ext>
            </a:extLst>
          </p:cNvPr>
          <p:cNvSpPr>
            <a:spLocks noGrp="1"/>
          </p:cNvSpPr>
          <p:nvPr>
            <p:ph type="title"/>
          </p:nvPr>
        </p:nvSpPr>
        <p:spPr/>
        <p:txBody>
          <a:bodyPr/>
          <a:lstStyle/>
          <a:p>
            <a:r>
              <a:rPr lang="en-US" dirty="0"/>
              <a:t>Topological Sort DFS Method</a:t>
            </a:r>
          </a:p>
        </p:txBody>
      </p:sp>
      <p:sp>
        <p:nvSpPr>
          <p:cNvPr id="3" name="Content Placeholder 2">
            <a:extLst>
              <a:ext uri="{FF2B5EF4-FFF2-40B4-BE49-F238E27FC236}">
                <a16:creationId xmlns:a16="http://schemas.microsoft.com/office/drawing/2014/main" id="{2F42E084-4816-8B5F-CEC4-90396536B76A}"/>
              </a:ext>
            </a:extLst>
          </p:cNvPr>
          <p:cNvSpPr>
            <a:spLocks noGrp="1"/>
          </p:cNvSpPr>
          <p:nvPr>
            <p:ph idx="1"/>
          </p:nvPr>
        </p:nvSpPr>
        <p:spPr/>
        <p:txBody>
          <a:bodyPr>
            <a:normAutofit fontScale="92500" lnSpcReduction="10000"/>
          </a:bodyPr>
          <a:lstStyle/>
          <a:p>
            <a:pPr algn="l" fontAlgn="base">
              <a:buFont typeface="Arial" panose="020B0604020202020204" pitchFamily="34" charset="0"/>
              <a:buChar char="•"/>
            </a:pPr>
            <a:r>
              <a:rPr lang="en-US" b="1" i="0" dirty="0">
                <a:solidFill>
                  <a:srgbClr val="090A0B"/>
                </a:solidFill>
                <a:effectLst/>
                <a:latin typeface="inherit"/>
              </a:rPr>
              <a:t>Step 1:</a:t>
            </a:r>
            <a:r>
              <a:rPr lang="en-US" b="0" i="0" dirty="0">
                <a:solidFill>
                  <a:srgbClr val="3C484E"/>
                </a:solidFill>
                <a:effectLst/>
                <a:latin typeface="inherit"/>
              </a:rPr>
              <a:t> Create the graph by calling </a:t>
            </a:r>
            <a:r>
              <a:rPr lang="en-US" b="0" i="0" dirty="0" err="1">
                <a:solidFill>
                  <a:srgbClr val="3C484E"/>
                </a:solidFill>
                <a:effectLst/>
                <a:latin typeface="inherit"/>
              </a:rPr>
              <a:t>addEdge</a:t>
            </a:r>
            <a:r>
              <a:rPr lang="en-US" b="0" i="0" dirty="0">
                <a:solidFill>
                  <a:srgbClr val="3C484E"/>
                </a:solidFill>
                <a:effectLst/>
                <a:latin typeface="inherit"/>
              </a:rPr>
              <a:t>(</a:t>
            </a:r>
            <a:r>
              <a:rPr lang="en-US" b="0" i="0" dirty="0" err="1">
                <a:solidFill>
                  <a:srgbClr val="3C484E"/>
                </a:solidFill>
                <a:effectLst/>
                <a:latin typeface="inherit"/>
              </a:rPr>
              <a:t>a,b</a:t>
            </a:r>
            <a:r>
              <a:rPr lang="en-US" b="0" i="0" dirty="0">
                <a:solidFill>
                  <a:srgbClr val="3C484E"/>
                </a:solidFill>
                <a:effectLst/>
                <a:latin typeface="inherit"/>
              </a:rPr>
              <a:t>).</a:t>
            </a:r>
          </a:p>
          <a:p>
            <a:pPr algn="l" fontAlgn="base">
              <a:buFont typeface="Arial" panose="020B0604020202020204" pitchFamily="34" charset="0"/>
              <a:buChar char="•"/>
            </a:pPr>
            <a:r>
              <a:rPr lang="en-US" b="1" i="0" dirty="0">
                <a:solidFill>
                  <a:srgbClr val="090A0B"/>
                </a:solidFill>
                <a:effectLst/>
                <a:latin typeface="inherit"/>
              </a:rPr>
              <a:t>Step 2:</a:t>
            </a:r>
            <a:r>
              <a:rPr lang="en-US" b="0" i="0" dirty="0">
                <a:solidFill>
                  <a:srgbClr val="3C484E"/>
                </a:solidFill>
                <a:effectLst/>
                <a:latin typeface="inherit"/>
              </a:rPr>
              <a:t> Call the </a:t>
            </a:r>
            <a:r>
              <a:rPr lang="en-US" b="0" i="0" dirty="0" err="1">
                <a:solidFill>
                  <a:srgbClr val="3C484E"/>
                </a:solidFill>
                <a:effectLst/>
                <a:latin typeface="inherit"/>
              </a:rPr>
              <a:t>topologicalSort</a:t>
            </a:r>
            <a:r>
              <a:rPr lang="en-US" b="0" i="0" dirty="0">
                <a:solidFill>
                  <a:srgbClr val="3C484E"/>
                </a:solidFill>
                <a:effectLst/>
                <a:latin typeface="inherit"/>
              </a:rPr>
              <a:t>( )</a:t>
            </a:r>
          </a:p>
          <a:p>
            <a:pPr marL="742950" lvl="1" indent="-285750" algn="l" fontAlgn="base">
              <a:buFont typeface="Arial" panose="020B0604020202020204" pitchFamily="34" charset="0"/>
              <a:buChar char="•"/>
            </a:pPr>
            <a:r>
              <a:rPr lang="en-US" b="1" i="0" dirty="0">
                <a:solidFill>
                  <a:srgbClr val="090A0B"/>
                </a:solidFill>
                <a:effectLst/>
                <a:latin typeface="inherit"/>
              </a:rPr>
              <a:t>Step 2.1:</a:t>
            </a:r>
            <a:r>
              <a:rPr lang="en-US" b="0" i="0" dirty="0">
                <a:solidFill>
                  <a:srgbClr val="3C484E"/>
                </a:solidFill>
                <a:effectLst/>
                <a:latin typeface="inherit"/>
              </a:rPr>
              <a:t> Create a stack and a </a:t>
            </a:r>
            <a:r>
              <a:rPr lang="en-US" b="0" i="0" dirty="0" err="1">
                <a:solidFill>
                  <a:srgbClr val="3C484E"/>
                </a:solidFill>
                <a:effectLst/>
                <a:latin typeface="inherit"/>
              </a:rPr>
              <a:t>boolean</a:t>
            </a:r>
            <a:r>
              <a:rPr lang="en-US" b="0" i="0" dirty="0">
                <a:solidFill>
                  <a:srgbClr val="3C484E"/>
                </a:solidFill>
                <a:effectLst/>
                <a:latin typeface="inherit"/>
              </a:rPr>
              <a:t> array named as visited[ ];</a:t>
            </a:r>
          </a:p>
          <a:p>
            <a:pPr marL="742950" lvl="1" indent="-285750" algn="l" fontAlgn="base">
              <a:buFont typeface="Arial" panose="020B0604020202020204" pitchFamily="34" charset="0"/>
              <a:buChar char="•"/>
            </a:pPr>
            <a:r>
              <a:rPr lang="en-US" b="1" i="0" dirty="0">
                <a:solidFill>
                  <a:srgbClr val="090A0B"/>
                </a:solidFill>
                <a:effectLst/>
                <a:latin typeface="inherit"/>
              </a:rPr>
              <a:t>Step 2.2:</a:t>
            </a:r>
            <a:r>
              <a:rPr lang="en-US" b="0" i="0" dirty="0">
                <a:solidFill>
                  <a:srgbClr val="3C484E"/>
                </a:solidFill>
                <a:effectLst/>
                <a:latin typeface="inherit"/>
              </a:rPr>
              <a:t> Mark all the vertices as not visited i.e. initialize visited[ ] with 'false' value.</a:t>
            </a:r>
          </a:p>
          <a:p>
            <a:pPr marL="742950" lvl="1" indent="-285750" algn="l" fontAlgn="base">
              <a:buFont typeface="Arial" panose="020B0604020202020204" pitchFamily="34" charset="0"/>
              <a:buChar char="•"/>
            </a:pPr>
            <a:r>
              <a:rPr lang="en-US" b="1" i="0" dirty="0">
                <a:solidFill>
                  <a:srgbClr val="090A0B"/>
                </a:solidFill>
                <a:effectLst/>
                <a:latin typeface="inherit"/>
              </a:rPr>
              <a:t>Step 2.3:</a:t>
            </a:r>
            <a:r>
              <a:rPr lang="en-US" b="0" i="0" dirty="0">
                <a:solidFill>
                  <a:srgbClr val="3C484E"/>
                </a:solidFill>
                <a:effectLst/>
                <a:latin typeface="inherit"/>
              </a:rPr>
              <a:t> Call the recursive helper function </a:t>
            </a:r>
            <a:r>
              <a:rPr lang="en-US" b="0" i="0" dirty="0" err="1">
                <a:solidFill>
                  <a:srgbClr val="3C484E"/>
                </a:solidFill>
                <a:effectLst/>
                <a:latin typeface="inherit"/>
              </a:rPr>
              <a:t>topologicalSortUtil</a:t>
            </a:r>
            <a:r>
              <a:rPr lang="en-US" b="0" i="0" dirty="0">
                <a:solidFill>
                  <a:srgbClr val="3C484E"/>
                </a:solidFill>
                <a:effectLst/>
                <a:latin typeface="inherit"/>
              </a:rPr>
              <a:t>() to store Topological Sort starting from all vertices one by one.</a:t>
            </a:r>
          </a:p>
          <a:p>
            <a:pPr algn="l" fontAlgn="base">
              <a:buFont typeface="Arial" panose="020B0604020202020204" pitchFamily="34" charset="0"/>
              <a:buChar char="•"/>
            </a:pPr>
            <a:r>
              <a:rPr lang="en-US" b="1" i="0" dirty="0">
                <a:solidFill>
                  <a:srgbClr val="090A0B"/>
                </a:solidFill>
                <a:effectLst/>
                <a:latin typeface="inherit"/>
              </a:rPr>
              <a:t>Step 3:</a:t>
            </a:r>
            <a:r>
              <a:rPr lang="en-US" b="0" i="0" dirty="0">
                <a:solidFill>
                  <a:srgbClr val="3C484E"/>
                </a:solidFill>
                <a:effectLst/>
                <a:latin typeface="inherit"/>
              </a:rPr>
              <a:t> def </a:t>
            </a:r>
            <a:r>
              <a:rPr lang="en-US" b="0" i="0" dirty="0" err="1">
                <a:solidFill>
                  <a:srgbClr val="3C484E"/>
                </a:solidFill>
                <a:effectLst/>
                <a:latin typeface="inherit"/>
              </a:rPr>
              <a:t>topologicalSortUtil</a:t>
            </a:r>
            <a:r>
              <a:rPr lang="en-US" b="0" i="0" dirty="0">
                <a:solidFill>
                  <a:srgbClr val="3C484E"/>
                </a:solidFill>
                <a:effectLst/>
                <a:latin typeface="inherit"/>
              </a:rPr>
              <a:t>(int v, bool visited[],stack&lt;int&gt; &amp;Stack):</a:t>
            </a:r>
          </a:p>
          <a:p>
            <a:pPr marL="742950" lvl="1" indent="-285750" algn="l" fontAlgn="base">
              <a:buFont typeface="Arial" panose="020B0604020202020204" pitchFamily="34" charset="0"/>
              <a:buChar char="•"/>
            </a:pPr>
            <a:r>
              <a:rPr lang="en-US" b="1" i="0" dirty="0">
                <a:solidFill>
                  <a:srgbClr val="090A0B"/>
                </a:solidFill>
                <a:effectLst/>
                <a:latin typeface="inherit"/>
              </a:rPr>
              <a:t>Step 3.1:</a:t>
            </a:r>
            <a:r>
              <a:rPr lang="en-US" b="0" i="0" dirty="0">
                <a:solidFill>
                  <a:srgbClr val="3C484E"/>
                </a:solidFill>
                <a:effectLst/>
                <a:latin typeface="inherit"/>
              </a:rPr>
              <a:t> Mark the current node as visited.</a:t>
            </a:r>
          </a:p>
          <a:p>
            <a:pPr marL="742950" lvl="1" indent="-285750" algn="l" fontAlgn="base">
              <a:buFont typeface="Arial" panose="020B0604020202020204" pitchFamily="34" charset="0"/>
              <a:buChar char="•"/>
            </a:pPr>
            <a:r>
              <a:rPr lang="en-US" b="1" i="0" dirty="0">
                <a:solidFill>
                  <a:srgbClr val="090A0B"/>
                </a:solidFill>
                <a:effectLst/>
                <a:latin typeface="inherit"/>
              </a:rPr>
              <a:t>Step 3.2:</a:t>
            </a:r>
            <a:r>
              <a:rPr lang="en-US" b="0" i="0" dirty="0">
                <a:solidFill>
                  <a:srgbClr val="3C484E"/>
                </a:solidFill>
                <a:effectLst/>
                <a:latin typeface="inherit"/>
              </a:rPr>
              <a:t> Recur for all the vertices adjacent to this vertex.</a:t>
            </a:r>
          </a:p>
          <a:p>
            <a:pPr marL="742950" lvl="1" indent="-285750" algn="l" fontAlgn="base">
              <a:buFont typeface="Arial" panose="020B0604020202020204" pitchFamily="34" charset="0"/>
              <a:buChar char="•"/>
            </a:pPr>
            <a:r>
              <a:rPr lang="en-US" b="1" i="0" dirty="0">
                <a:solidFill>
                  <a:srgbClr val="090A0B"/>
                </a:solidFill>
                <a:effectLst/>
                <a:latin typeface="inherit"/>
              </a:rPr>
              <a:t>Step 3.3:</a:t>
            </a:r>
            <a:r>
              <a:rPr lang="en-US" b="0" i="0" dirty="0">
                <a:solidFill>
                  <a:srgbClr val="3C484E"/>
                </a:solidFill>
                <a:effectLst/>
                <a:latin typeface="inherit"/>
              </a:rPr>
              <a:t> Push current vertex to stack which stores result.</a:t>
            </a:r>
          </a:p>
          <a:p>
            <a:pPr algn="l" fontAlgn="base">
              <a:buFont typeface="Arial" panose="020B0604020202020204" pitchFamily="34" charset="0"/>
              <a:buChar char="•"/>
            </a:pPr>
            <a:r>
              <a:rPr lang="en-US" b="1" i="0" dirty="0">
                <a:solidFill>
                  <a:srgbClr val="090A0B"/>
                </a:solidFill>
                <a:effectLst/>
                <a:latin typeface="inherit"/>
              </a:rPr>
              <a:t>Step 4:</a:t>
            </a:r>
            <a:r>
              <a:rPr lang="en-US" b="0" i="0" dirty="0">
                <a:solidFill>
                  <a:srgbClr val="3C484E"/>
                </a:solidFill>
                <a:effectLst/>
                <a:latin typeface="inherit"/>
              </a:rPr>
              <a:t> </a:t>
            </a:r>
            <a:r>
              <a:rPr lang="en-US" b="0" i="0" dirty="0" err="1">
                <a:solidFill>
                  <a:srgbClr val="3C484E"/>
                </a:solidFill>
                <a:effectLst/>
                <a:latin typeface="inherit"/>
              </a:rPr>
              <a:t>Atlast</a:t>
            </a:r>
            <a:r>
              <a:rPr lang="en-US" b="0" i="0" dirty="0">
                <a:solidFill>
                  <a:srgbClr val="3C484E"/>
                </a:solidFill>
                <a:effectLst/>
                <a:latin typeface="inherit"/>
              </a:rPr>
              <a:t> after return from the utility function, print contents of stack.</a:t>
            </a:r>
          </a:p>
          <a:p>
            <a:endParaRPr lang="en-US" dirty="0"/>
          </a:p>
        </p:txBody>
      </p:sp>
    </p:spTree>
    <p:extLst>
      <p:ext uri="{BB962C8B-B14F-4D97-AF65-F5344CB8AC3E}">
        <p14:creationId xmlns:p14="http://schemas.microsoft.com/office/powerpoint/2010/main" val="13584625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opological_sort">
            <a:extLst>
              <a:ext uri="{FF2B5EF4-FFF2-40B4-BE49-F238E27FC236}">
                <a16:creationId xmlns:a16="http://schemas.microsoft.com/office/drawing/2014/main" id="{BF4165E1-4FA9-AB99-7F07-F6965F054DC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6948" y="1227752"/>
            <a:ext cx="4470400" cy="28829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djl">
            <a:extLst>
              <a:ext uri="{FF2B5EF4-FFF2-40B4-BE49-F238E27FC236}">
                <a16:creationId xmlns:a16="http://schemas.microsoft.com/office/drawing/2014/main" id="{7978054A-274D-FBE5-1504-AD85D98D0C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0572" y="0"/>
            <a:ext cx="4595446" cy="411065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t0">
            <a:extLst>
              <a:ext uri="{FF2B5EF4-FFF2-40B4-BE49-F238E27FC236}">
                <a16:creationId xmlns:a16="http://schemas.microsoft.com/office/drawing/2014/main" id="{81B1EE11-9FFF-A756-84E7-21F3FE1311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3080" y="4674869"/>
            <a:ext cx="5475839" cy="13179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3E470C1-2091-5281-7AC2-B8C3D4B29186}"/>
              </a:ext>
            </a:extLst>
          </p:cNvPr>
          <p:cNvSpPr txBox="1"/>
          <p:nvPr/>
        </p:nvSpPr>
        <p:spPr>
          <a:xfrm>
            <a:off x="2599006" y="6372387"/>
            <a:ext cx="8472268" cy="369332"/>
          </a:xfrm>
          <a:prstGeom prst="rect">
            <a:avLst/>
          </a:prstGeom>
          <a:noFill/>
        </p:spPr>
        <p:txBody>
          <a:bodyPr wrap="square">
            <a:spAutoFit/>
          </a:bodyPr>
          <a:lstStyle/>
          <a:p>
            <a:r>
              <a:rPr lang="en-US" dirty="0" err="1">
                <a:hlinkClick r:id="rId5"/>
              </a:rPr>
              <a:t>Source:Topological</a:t>
            </a:r>
            <a:r>
              <a:rPr lang="en-US" dirty="0">
                <a:hlinkClick r:id="rId5"/>
              </a:rPr>
              <a:t> Sorting using Depth First Search (DFS) (opengenus.org)</a:t>
            </a:r>
            <a:endParaRPr lang="en-US" dirty="0"/>
          </a:p>
        </p:txBody>
      </p:sp>
    </p:spTree>
    <p:extLst>
      <p:ext uri="{BB962C8B-B14F-4D97-AF65-F5344CB8AC3E}">
        <p14:creationId xmlns:p14="http://schemas.microsoft.com/office/powerpoint/2010/main" val="1725322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t-1">
            <a:extLst>
              <a:ext uri="{FF2B5EF4-FFF2-40B4-BE49-F238E27FC236}">
                <a16:creationId xmlns:a16="http://schemas.microsoft.com/office/drawing/2014/main" id="{E9F63AC2-BA6E-C2EF-26DF-1A9AAF2C2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01" y="1717845"/>
            <a:ext cx="10936247" cy="514015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topological_sort">
            <a:extLst>
              <a:ext uri="{FF2B5EF4-FFF2-40B4-BE49-F238E27FC236}">
                <a16:creationId xmlns:a16="http://schemas.microsoft.com/office/drawing/2014/main" id="{5802D944-D6F0-0A4A-5DDB-D4666BA7813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088087" y="-175500"/>
            <a:ext cx="4103914" cy="2646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5184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t1-1">
            <a:extLst>
              <a:ext uri="{FF2B5EF4-FFF2-40B4-BE49-F238E27FC236}">
                <a16:creationId xmlns:a16="http://schemas.microsoft.com/office/drawing/2014/main" id="{6A0B942A-AE42-F271-0D71-7ABAE4EA777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0"/>
            <a:ext cx="11891693" cy="621791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topological_sort">
            <a:extLst>
              <a:ext uri="{FF2B5EF4-FFF2-40B4-BE49-F238E27FC236}">
                <a16:creationId xmlns:a16="http://schemas.microsoft.com/office/drawing/2014/main" id="{7D226856-A6BB-130F-3653-913E80E102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2819" y="1839951"/>
            <a:ext cx="3058884" cy="2255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1971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tk">
            <a:extLst>
              <a:ext uri="{FF2B5EF4-FFF2-40B4-BE49-F238E27FC236}">
                <a16:creationId xmlns:a16="http://schemas.microsoft.com/office/drawing/2014/main" id="{CE2679A8-F72B-13F7-AE1D-BCCAB55AABD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79299" y="561813"/>
            <a:ext cx="4579295" cy="516870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1303A25-83D9-330A-6A02-C9BF097EB64C}"/>
              </a:ext>
            </a:extLst>
          </p:cNvPr>
          <p:cNvPicPr>
            <a:picLocks noChangeAspect="1"/>
          </p:cNvPicPr>
          <p:nvPr/>
        </p:nvPicPr>
        <p:blipFill>
          <a:blip r:embed="rId3"/>
          <a:stretch>
            <a:fillRect/>
          </a:stretch>
        </p:blipFill>
        <p:spPr>
          <a:xfrm>
            <a:off x="6250964" y="4040431"/>
            <a:ext cx="5146365" cy="2255756"/>
          </a:xfrm>
          <a:prstGeom prst="rect">
            <a:avLst/>
          </a:prstGeom>
        </p:spPr>
      </p:pic>
      <p:pic>
        <p:nvPicPr>
          <p:cNvPr id="2" name="Picture 2" descr="topological_sort">
            <a:extLst>
              <a:ext uri="{FF2B5EF4-FFF2-40B4-BE49-F238E27FC236}">
                <a16:creationId xmlns:a16="http://schemas.microsoft.com/office/drawing/2014/main" id="{CD436586-FEF9-8BF6-52A8-D2679DE039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2924" y="424543"/>
            <a:ext cx="4074636" cy="3004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02960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F6A6E-9B2E-4651-8621-554BAE2524B9}"/>
              </a:ext>
            </a:extLst>
          </p:cNvPr>
          <p:cNvSpPr>
            <a:spLocks noGrp="1"/>
          </p:cNvSpPr>
          <p:nvPr>
            <p:ph type="title"/>
          </p:nvPr>
        </p:nvSpPr>
        <p:spPr/>
        <p:txBody>
          <a:bodyPr/>
          <a:lstStyle/>
          <a:p>
            <a:r>
              <a:rPr lang="en-US" dirty="0"/>
              <a:t>Problem</a:t>
            </a:r>
            <a:endParaRPr lang="en-IN" dirty="0"/>
          </a:p>
        </p:txBody>
      </p:sp>
      <p:pic>
        <p:nvPicPr>
          <p:cNvPr id="4" name="Content Placeholder 3">
            <a:extLst>
              <a:ext uri="{FF2B5EF4-FFF2-40B4-BE49-F238E27FC236}">
                <a16:creationId xmlns:a16="http://schemas.microsoft.com/office/drawing/2014/main" id="{0B8BB965-0818-468E-9BA6-31AB6BECFFD0}"/>
              </a:ext>
            </a:extLst>
          </p:cNvPr>
          <p:cNvPicPr>
            <a:picLocks noGrp="1" noChangeAspect="1"/>
          </p:cNvPicPr>
          <p:nvPr>
            <p:ph idx="1"/>
          </p:nvPr>
        </p:nvPicPr>
        <p:blipFill>
          <a:blip r:embed="rId2"/>
          <a:stretch>
            <a:fillRect/>
          </a:stretch>
        </p:blipFill>
        <p:spPr>
          <a:xfrm>
            <a:off x="1966912" y="1690688"/>
            <a:ext cx="8258175" cy="4086225"/>
          </a:xfrm>
          <a:prstGeom prst="rect">
            <a:avLst/>
          </a:prstGeom>
        </p:spPr>
      </p:pic>
    </p:spTree>
    <p:extLst>
      <p:ext uri="{BB962C8B-B14F-4D97-AF65-F5344CB8AC3E}">
        <p14:creationId xmlns:p14="http://schemas.microsoft.com/office/powerpoint/2010/main" val="41784151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28B41A-0A82-0153-8B65-D5EF321F3587}"/>
              </a:ext>
            </a:extLst>
          </p:cNvPr>
          <p:cNvSpPr>
            <a:spLocks noGrp="1"/>
          </p:cNvSpPr>
          <p:nvPr>
            <p:ph idx="1"/>
          </p:nvPr>
        </p:nvSpPr>
        <p:spPr>
          <a:xfrm>
            <a:off x="620486" y="323397"/>
            <a:ext cx="10515600" cy="4351338"/>
          </a:xfrm>
        </p:spPr>
        <p:txBody>
          <a:bodyPr/>
          <a:lstStyle/>
          <a:p>
            <a:r>
              <a:rPr lang="en-US" dirty="0"/>
              <a:t>Prerequisite for CSE 143 course is Math 126 and CSE 142</a:t>
            </a:r>
          </a:p>
          <a:p>
            <a:r>
              <a:rPr lang="en-US" dirty="0"/>
              <a:t>Prerequisite for CSE 373 and CSE 374 is CSE 143</a:t>
            </a:r>
          </a:p>
          <a:p>
            <a:r>
              <a:rPr lang="en-US" dirty="0"/>
              <a:t>Prerequisite for CSE 417 is CSE 373 </a:t>
            </a:r>
          </a:p>
        </p:txBody>
      </p:sp>
      <p:pic>
        <p:nvPicPr>
          <p:cNvPr id="5" name="Picture 4">
            <a:extLst>
              <a:ext uri="{FF2B5EF4-FFF2-40B4-BE49-F238E27FC236}">
                <a16:creationId xmlns:a16="http://schemas.microsoft.com/office/drawing/2014/main" id="{572BE827-BD18-41A0-5745-1D72A6676059}"/>
              </a:ext>
            </a:extLst>
          </p:cNvPr>
          <p:cNvPicPr>
            <a:picLocks noChangeAspect="1"/>
          </p:cNvPicPr>
          <p:nvPr/>
        </p:nvPicPr>
        <p:blipFill>
          <a:blip r:embed="rId2"/>
          <a:stretch>
            <a:fillRect/>
          </a:stretch>
        </p:blipFill>
        <p:spPr>
          <a:xfrm>
            <a:off x="1561894" y="2994861"/>
            <a:ext cx="8768649" cy="3027272"/>
          </a:xfrm>
          <a:prstGeom prst="rect">
            <a:avLst/>
          </a:prstGeom>
        </p:spPr>
      </p:pic>
    </p:spTree>
    <p:extLst>
      <p:ext uri="{BB962C8B-B14F-4D97-AF65-F5344CB8AC3E}">
        <p14:creationId xmlns:p14="http://schemas.microsoft.com/office/powerpoint/2010/main" val="4293536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9C09F-7BA0-E047-FB06-C05631DB14EB}"/>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C50366F5-1C2F-A43F-3C21-6227CC1DDED6}"/>
              </a:ext>
            </a:extLst>
          </p:cNvPr>
          <p:cNvPicPr>
            <a:picLocks noGrp="1" noChangeAspect="1"/>
          </p:cNvPicPr>
          <p:nvPr>
            <p:ph idx="1"/>
          </p:nvPr>
        </p:nvPicPr>
        <p:blipFill>
          <a:blip r:embed="rId2"/>
          <a:stretch>
            <a:fillRect/>
          </a:stretch>
        </p:blipFill>
        <p:spPr>
          <a:xfrm>
            <a:off x="1481676" y="3652611"/>
            <a:ext cx="9012152" cy="3035234"/>
          </a:xfrm>
        </p:spPr>
      </p:pic>
      <p:pic>
        <p:nvPicPr>
          <p:cNvPr id="5" name="Picture 4">
            <a:extLst>
              <a:ext uri="{FF2B5EF4-FFF2-40B4-BE49-F238E27FC236}">
                <a16:creationId xmlns:a16="http://schemas.microsoft.com/office/drawing/2014/main" id="{D5D62C0C-E4FD-1FC4-ADCC-F704D10D9C38}"/>
              </a:ext>
            </a:extLst>
          </p:cNvPr>
          <p:cNvPicPr>
            <a:picLocks noChangeAspect="1"/>
          </p:cNvPicPr>
          <p:nvPr/>
        </p:nvPicPr>
        <p:blipFill>
          <a:blip r:embed="rId3"/>
          <a:stretch>
            <a:fillRect/>
          </a:stretch>
        </p:blipFill>
        <p:spPr>
          <a:xfrm>
            <a:off x="1366414" y="10886"/>
            <a:ext cx="8910006" cy="3287486"/>
          </a:xfrm>
          <a:prstGeom prst="rect">
            <a:avLst/>
          </a:prstGeom>
        </p:spPr>
      </p:pic>
    </p:spTree>
    <p:extLst>
      <p:ext uri="{BB962C8B-B14F-4D97-AF65-F5344CB8AC3E}">
        <p14:creationId xmlns:p14="http://schemas.microsoft.com/office/powerpoint/2010/main" val="3594248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47B6B-6134-5262-F018-A3C52BAD7982}"/>
              </a:ext>
            </a:extLst>
          </p:cNvPr>
          <p:cNvSpPr>
            <a:spLocks noGrp="1"/>
          </p:cNvSpPr>
          <p:nvPr>
            <p:ph type="title"/>
          </p:nvPr>
        </p:nvSpPr>
        <p:spPr>
          <a:xfrm>
            <a:off x="-1671638" y="614561"/>
            <a:ext cx="9601196" cy="45719"/>
          </a:xfrm>
        </p:spPr>
        <p:txBody>
          <a:bodyPr>
            <a:normAutofit fontScale="90000"/>
          </a:bodyPr>
          <a:lstStyle/>
          <a:p>
            <a:r>
              <a:rPr lang="en-US" dirty="0"/>
              <a:t>Tutorial</a:t>
            </a:r>
          </a:p>
        </p:txBody>
      </p:sp>
      <p:pic>
        <p:nvPicPr>
          <p:cNvPr id="5" name="Content Placeholder 4">
            <a:extLst>
              <a:ext uri="{FF2B5EF4-FFF2-40B4-BE49-F238E27FC236}">
                <a16:creationId xmlns:a16="http://schemas.microsoft.com/office/drawing/2014/main" id="{0AC25FE7-0C31-D3C1-2687-4B70D3384407}"/>
              </a:ext>
            </a:extLst>
          </p:cNvPr>
          <p:cNvPicPr>
            <a:picLocks noGrp="1" noChangeAspect="1"/>
          </p:cNvPicPr>
          <p:nvPr>
            <p:ph idx="1"/>
          </p:nvPr>
        </p:nvPicPr>
        <p:blipFill>
          <a:blip r:embed="rId2"/>
          <a:stretch>
            <a:fillRect/>
          </a:stretch>
        </p:blipFill>
        <p:spPr>
          <a:xfrm>
            <a:off x="596026" y="929971"/>
            <a:ext cx="5646547" cy="5313468"/>
          </a:xfrm>
        </p:spPr>
      </p:pic>
      <p:sp>
        <p:nvSpPr>
          <p:cNvPr id="6" name="TextBox 5">
            <a:extLst>
              <a:ext uri="{FF2B5EF4-FFF2-40B4-BE49-F238E27FC236}">
                <a16:creationId xmlns:a16="http://schemas.microsoft.com/office/drawing/2014/main" id="{322A44CE-36E7-33C4-B6A9-A6D7A457825F}"/>
              </a:ext>
            </a:extLst>
          </p:cNvPr>
          <p:cNvSpPr txBox="1"/>
          <p:nvPr/>
        </p:nvSpPr>
        <p:spPr>
          <a:xfrm>
            <a:off x="6460935" y="485776"/>
            <a:ext cx="5240527" cy="1569660"/>
          </a:xfrm>
          <a:prstGeom prst="rect">
            <a:avLst/>
          </a:prstGeom>
          <a:noFill/>
        </p:spPr>
        <p:txBody>
          <a:bodyPr wrap="square" rtlCol="0">
            <a:spAutoFit/>
          </a:bodyPr>
          <a:lstStyle/>
          <a:p>
            <a:pPr marL="342900" indent="-342900">
              <a:buAutoNum type="arabicPeriod"/>
            </a:pPr>
            <a:r>
              <a:rPr lang="en-US" sz="2400" dirty="0"/>
              <a:t>Draw activity network for the given table and sort the activity as per their topological ordering. </a:t>
            </a:r>
          </a:p>
          <a:p>
            <a:endParaRPr lang="en-US" sz="2400" dirty="0"/>
          </a:p>
        </p:txBody>
      </p:sp>
    </p:spTree>
    <p:extLst>
      <p:ext uri="{BB962C8B-B14F-4D97-AF65-F5344CB8AC3E}">
        <p14:creationId xmlns:p14="http://schemas.microsoft.com/office/powerpoint/2010/main" val="2418579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S1">
  <a:themeElements>
    <a:clrScheme name="">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FFFF99"/>
      </a:hlink>
      <a:folHlink>
        <a:srgbClr val="1C6D9A"/>
      </a:folHlink>
    </a:clrScheme>
    <a:fontScheme name="CS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FF0000"/>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rgbClr val="FF0000"/>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CS1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CS1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CS1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CS1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CS1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CS1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CS1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1085</TotalTime>
  <Words>2561</Words>
  <Application>Microsoft Office PowerPoint</Application>
  <PresentationFormat>Widescreen</PresentationFormat>
  <Paragraphs>642</Paragraphs>
  <Slides>49</Slides>
  <Notes>3</Notes>
  <HiddenSlides>2</HiddenSlides>
  <MMClips>0</MMClips>
  <ScaleCrop>false</ScaleCrop>
  <HeadingPairs>
    <vt:vector size="6" baseType="variant">
      <vt:variant>
        <vt:lpstr>Fonts Used</vt:lpstr>
      </vt:variant>
      <vt:variant>
        <vt:i4>17</vt:i4>
      </vt:variant>
      <vt:variant>
        <vt:lpstr>Theme</vt:lpstr>
      </vt:variant>
      <vt:variant>
        <vt:i4>2</vt:i4>
      </vt:variant>
      <vt:variant>
        <vt:lpstr>Slide Titles</vt:lpstr>
      </vt:variant>
      <vt:variant>
        <vt:i4>49</vt:i4>
      </vt:variant>
    </vt:vector>
  </HeadingPairs>
  <TitlesOfParts>
    <vt:vector size="68" baseType="lpstr">
      <vt:lpstr>Arial</vt:lpstr>
      <vt:lpstr>Arial Black</vt:lpstr>
      <vt:lpstr>Arial Narrow</vt:lpstr>
      <vt:lpstr>Calibri</vt:lpstr>
      <vt:lpstr>Calibri Light</vt:lpstr>
      <vt:lpstr>Courier New</vt:lpstr>
      <vt:lpstr>inherit</vt:lpstr>
      <vt:lpstr>Monotype Sorts</vt:lpstr>
      <vt:lpstr>MTMI</vt:lpstr>
      <vt:lpstr>MTSYN</vt:lpstr>
      <vt:lpstr>Symbol</vt:lpstr>
      <vt:lpstr>Times New Roman</vt:lpstr>
      <vt:lpstr>TimesTen-Bold</vt:lpstr>
      <vt:lpstr>TimesTen-Italic</vt:lpstr>
      <vt:lpstr>TimesTen-Roman</vt:lpstr>
      <vt:lpstr>Univers-Bold</vt:lpstr>
      <vt:lpstr>Wingdings</vt:lpstr>
      <vt:lpstr>Office Theme</vt:lpstr>
      <vt:lpstr>CS1</vt:lpstr>
      <vt:lpstr>Decrease and Conquer</vt:lpstr>
      <vt:lpstr>Three major variations of decrease and conquer </vt:lpstr>
      <vt:lpstr>PowerPoint Presentation</vt:lpstr>
      <vt:lpstr>PowerPoint Presentation</vt:lpstr>
      <vt:lpstr>Topics Cover</vt:lpstr>
      <vt:lpstr>Insertion Sort  - Already covered</vt:lpstr>
      <vt:lpstr>Insertion Sort</vt:lpstr>
      <vt:lpstr>Example of first step</vt:lpstr>
      <vt:lpstr>Example of first step</vt:lpstr>
      <vt:lpstr>Example of first step</vt:lpstr>
      <vt:lpstr>Example of step: Inserting an element in to sorted array</vt:lpstr>
      <vt:lpstr>Sort using the insertion sort</vt:lpstr>
      <vt:lpstr>Insertion Sort Code</vt:lpstr>
      <vt:lpstr>Insertion Sort Code</vt:lpstr>
      <vt:lpstr>Insertion Sort Analysis</vt:lpstr>
      <vt:lpstr> Look at the sorting!</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 Algorithm</vt:lpstr>
      <vt:lpstr>Binary Search</vt:lpstr>
      <vt:lpstr>Binary Search Complexity</vt:lpstr>
      <vt:lpstr>Analysis of Binary Search</vt:lpstr>
      <vt:lpstr>Topological Sort</vt:lpstr>
      <vt:lpstr>PowerPoint Presentation</vt:lpstr>
      <vt:lpstr>PowerPoint Presentation</vt:lpstr>
      <vt:lpstr>PowerPoint Presentation</vt:lpstr>
      <vt:lpstr>Topological Sort </vt:lpstr>
      <vt:lpstr>PowerPoint Presentation</vt:lpstr>
      <vt:lpstr>PowerPoint Presentation</vt:lpstr>
      <vt:lpstr>PowerPoint Presentation</vt:lpstr>
      <vt:lpstr>Topological Sort Algorithm: Analysis</vt:lpstr>
      <vt:lpstr>Topological Sort DFS Method</vt:lpstr>
      <vt:lpstr>Topological Sort DFS Method</vt:lpstr>
      <vt:lpstr>PowerPoint Presentation</vt:lpstr>
      <vt:lpstr>PowerPoint Presentation</vt:lpstr>
      <vt:lpstr>PowerPoint Presentation</vt:lpstr>
      <vt:lpstr>PowerPoint Presentation</vt:lpstr>
      <vt:lpstr>Problem</vt:lpstr>
      <vt:lpstr>PowerPoint Presentation</vt:lpstr>
      <vt:lpstr>PowerPoint Presentation</vt:lpstr>
      <vt:lpstr>Tutorial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Decrease and Conquer</dc:title>
  <dc:creator>Raghavendra S [MAHE-MIT]</dc:creator>
  <cp:lastModifiedBy>Ajitha Shenoy K B [MAHE-MIT]</cp:lastModifiedBy>
  <cp:revision>44</cp:revision>
  <dcterms:created xsi:type="dcterms:W3CDTF">2024-01-22T05:35:49Z</dcterms:created>
  <dcterms:modified xsi:type="dcterms:W3CDTF">2026-02-04T08:04:44Z</dcterms:modified>
</cp:coreProperties>
</file>