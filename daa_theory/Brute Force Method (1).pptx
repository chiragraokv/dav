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 id="2147483713" r:id="rId2"/>
  </p:sldMasterIdLst>
  <p:notesMasterIdLst>
    <p:notesMasterId r:id="rId68"/>
  </p:notesMasterIdLst>
  <p:sldIdLst>
    <p:sldId id="256" r:id="rId3"/>
    <p:sldId id="257" r:id="rId4"/>
    <p:sldId id="258" r:id="rId5"/>
    <p:sldId id="264" r:id="rId6"/>
    <p:sldId id="261" r:id="rId7"/>
    <p:sldId id="260" r:id="rId8"/>
    <p:sldId id="262" r:id="rId9"/>
    <p:sldId id="263" r:id="rId10"/>
    <p:sldId id="266" r:id="rId11"/>
    <p:sldId id="265" r:id="rId12"/>
    <p:sldId id="267" r:id="rId13"/>
    <p:sldId id="419" r:id="rId14"/>
    <p:sldId id="420" r:id="rId15"/>
    <p:sldId id="421" r:id="rId16"/>
    <p:sldId id="259" r:id="rId17"/>
    <p:sldId id="268" r:id="rId18"/>
    <p:sldId id="269" r:id="rId19"/>
    <p:sldId id="270" r:id="rId20"/>
    <p:sldId id="303"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316" r:id="rId38"/>
    <p:sldId id="318" r:id="rId39"/>
    <p:sldId id="413" r:id="rId40"/>
    <p:sldId id="393" r:id="rId41"/>
    <p:sldId id="394" r:id="rId42"/>
    <p:sldId id="395" r:id="rId43"/>
    <p:sldId id="396" r:id="rId44"/>
    <p:sldId id="397" r:id="rId45"/>
    <p:sldId id="398" r:id="rId46"/>
    <p:sldId id="399" r:id="rId47"/>
    <p:sldId id="400" r:id="rId48"/>
    <p:sldId id="401" r:id="rId49"/>
    <p:sldId id="402" r:id="rId50"/>
    <p:sldId id="403" r:id="rId51"/>
    <p:sldId id="404" r:id="rId52"/>
    <p:sldId id="405" r:id="rId53"/>
    <p:sldId id="406" r:id="rId54"/>
    <p:sldId id="407" r:id="rId55"/>
    <p:sldId id="408" r:id="rId56"/>
    <p:sldId id="409" r:id="rId57"/>
    <p:sldId id="410" r:id="rId58"/>
    <p:sldId id="411" r:id="rId59"/>
    <p:sldId id="412" r:id="rId60"/>
    <p:sldId id="422" r:id="rId61"/>
    <p:sldId id="414" r:id="rId62"/>
    <p:sldId id="292" r:id="rId63"/>
    <p:sldId id="416" r:id="rId64"/>
    <p:sldId id="418" r:id="rId65"/>
    <p:sldId id="287" r:id="rId66"/>
    <p:sldId id="415"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0E274A-8380-4645-90B3-0874C5464C64}" v="1277" dt="2024-01-08T10:55:36.6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3" d="100"/>
          <a:sy n="63" d="100"/>
        </p:scale>
        <p:origin x="6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ata5.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5.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FBA38D-0F0B-4FC5-9D82-4EEC66F3A4E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C2C9EA9-69D6-4B30-A9FE-B3299FACF8E0}">
      <dgm:prSet/>
      <dgm:spPr/>
      <dgm:t>
        <a:bodyPr/>
        <a:lstStyle/>
        <a:p>
          <a:pPr>
            <a:lnSpc>
              <a:spcPct val="100000"/>
            </a:lnSpc>
          </a:pPr>
          <a:r>
            <a:rPr lang="en-US"/>
            <a:t>Definition: Brute force is a straightforward approach to problem-solving that relies on directly applying the problem statement and definitions of the concepts involved.</a:t>
          </a:r>
        </a:p>
      </dgm:t>
    </dgm:pt>
    <dgm:pt modelId="{22CC030C-4496-43B4-863B-EDCA87215B50}" type="parTrans" cxnId="{289249E7-241C-4E74-A023-59734B307617}">
      <dgm:prSet/>
      <dgm:spPr/>
      <dgm:t>
        <a:bodyPr/>
        <a:lstStyle/>
        <a:p>
          <a:endParaRPr lang="en-US"/>
        </a:p>
      </dgm:t>
    </dgm:pt>
    <dgm:pt modelId="{0F0D56EF-BAE6-45C8-B0D2-7BFC1D5677EB}" type="sibTrans" cxnId="{289249E7-241C-4E74-A023-59734B307617}">
      <dgm:prSet/>
      <dgm:spPr/>
      <dgm:t>
        <a:bodyPr/>
        <a:lstStyle/>
        <a:p>
          <a:endParaRPr lang="en-US"/>
        </a:p>
      </dgm:t>
    </dgm:pt>
    <dgm:pt modelId="{B3589B61-4394-4015-A32C-5E4E6E6388DF}">
      <dgm:prSet/>
      <dgm:spPr/>
      <dgm:t>
        <a:bodyPr/>
        <a:lstStyle/>
        <a:p>
          <a:pPr>
            <a:lnSpc>
              <a:spcPct val="100000"/>
            </a:lnSpc>
          </a:pPr>
          <a:r>
            <a:rPr lang="en-US" dirty="0"/>
            <a:t>"Just do it!": The strategy's essence is to utilize the computational power of a computer rather than relying on complex intellectual reasoning.</a:t>
          </a:r>
        </a:p>
      </dgm:t>
    </dgm:pt>
    <dgm:pt modelId="{7EB7E9D0-9B9F-4124-8355-D3460FFBC858}" type="parTrans" cxnId="{9430B904-9B38-4761-9429-5B1C5FD5109B}">
      <dgm:prSet/>
      <dgm:spPr/>
      <dgm:t>
        <a:bodyPr/>
        <a:lstStyle/>
        <a:p>
          <a:endParaRPr lang="en-US"/>
        </a:p>
      </dgm:t>
    </dgm:pt>
    <dgm:pt modelId="{EF8F89C4-4BF8-4FC5-BBA8-38703BE7F24F}" type="sibTrans" cxnId="{9430B904-9B38-4761-9429-5B1C5FD5109B}">
      <dgm:prSet/>
      <dgm:spPr/>
      <dgm:t>
        <a:bodyPr/>
        <a:lstStyle/>
        <a:p>
          <a:endParaRPr lang="en-US"/>
        </a:p>
      </dgm:t>
    </dgm:pt>
    <dgm:pt modelId="{8064AD85-2906-4188-99A1-01140F865FE9}">
      <dgm:prSet/>
      <dgm:spPr/>
      <dgm:t>
        <a:bodyPr/>
        <a:lstStyle/>
        <a:p>
          <a:pPr>
            <a:lnSpc>
              <a:spcPct val="100000"/>
            </a:lnSpc>
          </a:pPr>
          <a:r>
            <a:rPr lang="en-US" dirty="0"/>
            <a:t>Simplicity: Brute force often represents the easiest and most intuitive method to apply when solving a problem.</a:t>
          </a:r>
        </a:p>
      </dgm:t>
    </dgm:pt>
    <dgm:pt modelId="{EBF10981-8173-45F6-A661-A86DF64E927C}" type="parTrans" cxnId="{0AFBDF04-9B92-4010-AD9A-CA0BCDBB3EB4}">
      <dgm:prSet/>
      <dgm:spPr/>
      <dgm:t>
        <a:bodyPr/>
        <a:lstStyle/>
        <a:p>
          <a:endParaRPr lang="en-US"/>
        </a:p>
      </dgm:t>
    </dgm:pt>
    <dgm:pt modelId="{B25C2DBF-B357-4F3A-BC9B-3E2DD8ABC892}" type="sibTrans" cxnId="{0AFBDF04-9B92-4010-AD9A-CA0BCDBB3EB4}">
      <dgm:prSet/>
      <dgm:spPr/>
      <dgm:t>
        <a:bodyPr/>
        <a:lstStyle/>
        <a:p>
          <a:endParaRPr lang="en-US"/>
        </a:p>
      </dgm:t>
    </dgm:pt>
    <dgm:pt modelId="{124074B3-96CD-4D54-AB4D-2094E8755F87}">
      <dgm:prSet/>
      <dgm:spPr/>
      <dgm:t>
        <a:bodyPr/>
        <a:lstStyle/>
        <a:p>
          <a:pPr>
            <a:lnSpc>
              <a:spcPct val="100000"/>
            </a:lnSpc>
          </a:pPr>
          <a:r>
            <a:rPr lang="en-US" dirty="0"/>
            <a:t>Example: The exponentiation problem, where you need to compute </a:t>
          </a:r>
          <a:r>
            <a:rPr lang="en-US" dirty="0" err="1"/>
            <a:t>a^b</a:t>
          </a:r>
          <a:r>
            <a:rPr lang="en-US" dirty="0"/>
            <a:t> for a given number a and non-negative integer b, can be solved using brute force.</a:t>
          </a:r>
        </a:p>
      </dgm:t>
    </dgm:pt>
    <dgm:pt modelId="{D7E74E62-5D84-43FA-A2F7-B24C19EB59A1}" type="parTrans" cxnId="{C46FB761-F979-48B4-9603-35B355D65A82}">
      <dgm:prSet/>
      <dgm:spPr/>
      <dgm:t>
        <a:bodyPr/>
        <a:lstStyle/>
        <a:p>
          <a:endParaRPr lang="en-US"/>
        </a:p>
      </dgm:t>
    </dgm:pt>
    <dgm:pt modelId="{215BD2D8-9235-403B-AE45-F3EB387DD122}" type="sibTrans" cxnId="{C46FB761-F979-48B4-9603-35B355D65A82}">
      <dgm:prSet/>
      <dgm:spPr/>
      <dgm:t>
        <a:bodyPr/>
        <a:lstStyle/>
        <a:p>
          <a:endParaRPr lang="en-US"/>
        </a:p>
      </dgm:t>
    </dgm:pt>
    <dgm:pt modelId="{1D00EED6-727F-4187-B9A7-C7FB02C7348C}" type="pres">
      <dgm:prSet presAssocID="{69FBA38D-0F0B-4FC5-9D82-4EEC66F3A4E2}" presName="root" presStyleCnt="0">
        <dgm:presLayoutVars>
          <dgm:dir/>
          <dgm:resizeHandles val="exact"/>
        </dgm:presLayoutVars>
      </dgm:prSet>
      <dgm:spPr/>
    </dgm:pt>
    <dgm:pt modelId="{9FABA9F7-9FF0-4D5B-81D8-5C561AF26758}" type="pres">
      <dgm:prSet presAssocID="{CC2C9EA9-69D6-4B30-A9FE-B3299FACF8E0}" presName="compNode" presStyleCnt="0"/>
      <dgm:spPr/>
    </dgm:pt>
    <dgm:pt modelId="{2A753029-0373-485F-9CC6-D9BADCB47A1C}" type="pres">
      <dgm:prSet presAssocID="{CC2C9EA9-69D6-4B30-A9FE-B3299FACF8E0}" presName="bgRect" presStyleLbl="bgShp" presStyleIdx="0" presStyleCnt="4"/>
      <dgm:spPr/>
    </dgm:pt>
    <dgm:pt modelId="{D790A6A3-68AA-4B05-9960-C685161B12F7}" type="pres">
      <dgm:prSet presAssocID="{CC2C9EA9-69D6-4B30-A9FE-B3299FACF8E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B3188680-DE41-41B0-A0A1-504DA43B056E}" type="pres">
      <dgm:prSet presAssocID="{CC2C9EA9-69D6-4B30-A9FE-B3299FACF8E0}" presName="spaceRect" presStyleCnt="0"/>
      <dgm:spPr/>
    </dgm:pt>
    <dgm:pt modelId="{7467E7FC-F901-4D1F-9A78-73B9A8B10F22}" type="pres">
      <dgm:prSet presAssocID="{CC2C9EA9-69D6-4B30-A9FE-B3299FACF8E0}" presName="parTx" presStyleLbl="revTx" presStyleIdx="0" presStyleCnt="4">
        <dgm:presLayoutVars>
          <dgm:chMax val="0"/>
          <dgm:chPref val="0"/>
        </dgm:presLayoutVars>
      </dgm:prSet>
      <dgm:spPr/>
    </dgm:pt>
    <dgm:pt modelId="{5D6E9C6C-DFD0-4D33-A124-18703D5EFA75}" type="pres">
      <dgm:prSet presAssocID="{0F0D56EF-BAE6-45C8-B0D2-7BFC1D5677EB}" presName="sibTrans" presStyleCnt="0"/>
      <dgm:spPr/>
    </dgm:pt>
    <dgm:pt modelId="{F3A1D295-B2BC-4920-A97D-D3B468C6E2EC}" type="pres">
      <dgm:prSet presAssocID="{B3589B61-4394-4015-A32C-5E4E6E6388DF}" presName="compNode" presStyleCnt="0"/>
      <dgm:spPr/>
    </dgm:pt>
    <dgm:pt modelId="{FC294798-C840-4431-8628-781BCCAA6D52}" type="pres">
      <dgm:prSet presAssocID="{B3589B61-4394-4015-A32C-5E4E6E6388DF}" presName="bgRect" presStyleLbl="bgShp" presStyleIdx="1" presStyleCnt="4"/>
      <dgm:spPr/>
    </dgm:pt>
    <dgm:pt modelId="{9AE4104E-1611-4DC5-98DE-D7B9C9C1BC66}" type="pres">
      <dgm:prSet presAssocID="{B3589B61-4394-4015-A32C-5E4E6E6388D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8F032AE4-D53D-4103-A4E3-EB281DC61DD3}" type="pres">
      <dgm:prSet presAssocID="{B3589B61-4394-4015-A32C-5E4E6E6388DF}" presName="spaceRect" presStyleCnt="0"/>
      <dgm:spPr/>
    </dgm:pt>
    <dgm:pt modelId="{B9E295C0-DC2C-4185-9211-5040CB831544}" type="pres">
      <dgm:prSet presAssocID="{B3589B61-4394-4015-A32C-5E4E6E6388DF}" presName="parTx" presStyleLbl="revTx" presStyleIdx="1" presStyleCnt="4">
        <dgm:presLayoutVars>
          <dgm:chMax val="0"/>
          <dgm:chPref val="0"/>
        </dgm:presLayoutVars>
      </dgm:prSet>
      <dgm:spPr/>
    </dgm:pt>
    <dgm:pt modelId="{2DA57955-B862-428A-B897-F402CF64372D}" type="pres">
      <dgm:prSet presAssocID="{EF8F89C4-4BF8-4FC5-BBA8-38703BE7F24F}" presName="sibTrans" presStyleCnt="0"/>
      <dgm:spPr/>
    </dgm:pt>
    <dgm:pt modelId="{1C073DB1-00F8-40DB-837D-3042D02906A8}" type="pres">
      <dgm:prSet presAssocID="{8064AD85-2906-4188-99A1-01140F865FE9}" presName="compNode" presStyleCnt="0"/>
      <dgm:spPr/>
    </dgm:pt>
    <dgm:pt modelId="{584D2F29-C301-4A99-A2B8-74F746268C71}" type="pres">
      <dgm:prSet presAssocID="{8064AD85-2906-4188-99A1-01140F865FE9}" presName="bgRect" presStyleLbl="bgShp" presStyleIdx="2" presStyleCnt="4"/>
      <dgm:spPr/>
    </dgm:pt>
    <dgm:pt modelId="{893AEF6B-3CD6-4D95-899A-63911AB1050C}" type="pres">
      <dgm:prSet presAssocID="{8064AD85-2906-4188-99A1-01140F865FE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ze"/>
        </a:ext>
      </dgm:extLst>
    </dgm:pt>
    <dgm:pt modelId="{54EE1F8B-E94E-4759-86C0-2A020E05FBB9}" type="pres">
      <dgm:prSet presAssocID="{8064AD85-2906-4188-99A1-01140F865FE9}" presName="spaceRect" presStyleCnt="0"/>
      <dgm:spPr/>
    </dgm:pt>
    <dgm:pt modelId="{67711320-7BB8-4CC3-9B57-C24B3E5CBC61}" type="pres">
      <dgm:prSet presAssocID="{8064AD85-2906-4188-99A1-01140F865FE9}" presName="parTx" presStyleLbl="revTx" presStyleIdx="2" presStyleCnt="4">
        <dgm:presLayoutVars>
          <dgm:chMax val="0"/>
          <dgm:chPref val="0"/>
        </dgm:presLayoutVars>
      </dgm:prSet>
      <dgm:spPr/>
    </dgm:pt>
    <dgm:pt modelId="{97BCF9BE-9F9A-43D6-AA73-E2F4242C5D3B}" type="pres">
      <dgm:prSet presAssocID="{B25C2DBF-B357-4F3A-BC9B-3E2DD8ABC892}" presName="sibTrans" presStyleCnt="0"/>
      <dgm:spPr/>
    </dgm:pt>
    <dgm:pt modelId="{ED9E7036-140A-4F12-8D86-9F53B8E3C6AD}" type="pres">
      <dgm:prSet presAssocID="{124074B3-96CD-4D54-AB4D-2094E8755F87}" presName="compNode" presStyleCnt="0"/>
      <dgm:spPr/>
    </dgm:pt>
    <dgm:pt modelId="{64A6FBF0-E344-4973-AD77-9363D896BC7F}" type="pres">
      <dgm:prSet presAssocID="{124074B3-96CD-4D54-AB4D-2094E8755F87}" presName="bgRect" presStyleLbl="bgShp" presStyleIdx="3" presStyleCnt="4"/>
      <dgm:spPr/>
    </dgm:pt>
    <dgm:pt modelId="{94A849CE-1939-4ED3-A86B-721577DBB96A}" type="pres">
      <dgm:prSet presAssocID="{124074B3-96CD-4D54-AB4D-2094E8755F8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thematics"/>
        </a:ext>
      </dgm:extLst>
    </dgm:pt>
    <dgm:pt modelId="{777EBD7A-C18D-4912-80F0-A30F055FEE45}" type="pres">
      <dgm:prSet presAssocID="{124074B3-96CD-4D54-AB4D-2094E8755F87}" presName="spaceRect" presStyleCnt="0"/>
      <dgm:spPr/>
    </dgm:pt>
    <dgm:pt modelId="{A4EE4DAA-8B41-4519-A905-F4B60C0890CC}" type="pres">
      <dgm:prSet presAssocID="{124074B3-96CD-4D54-AB4D-2094E8755F87}" presName="parTx" presStyleLbl="revTx" presStyleIdx="3" presStyleCnt="4">
        <dgm:presLayoutVars>
          <dgm:chMax val="0"/>
          <dgm:chPref val="0"/>
        </dgm:presLayoutVars>
      </dgm:prSet>
      <dgm:spPr/>
    </dgm:pt>
  </dgm:ptLst>
  <dgm:cxnLst>
    <dgm:cxn modelId="{9430B904-9B38-4761-9429-5B1C5FD5109B}" srcId="{69FBA38D-0F0B-4FC5-9D82-4EEC66F3A4E2}" destId="{B3589B61-4394-4015-A32C-5E4E6E6388DF}" srcOrd="1" destOrd="0" parTransId="{7EB7E9D0-9B9F-4124-8355-D3460FFBC858}" sibTransId="{EF8F89C4-4BF8-4FC5-BBA8-38703BE7F24F}"/>
    <dgm:cxn modelId="{0AFBDF04-9B92-4010-AD9A-CA0BCDBB3EB4}" srcId="{69FBA38D-0F0B-4FC5-9D82-4EEC66F3A4E2}" destId="{8064AD85-2906-4188-99A1-01140F865FE9}" srcOrd="2" destOrd="0" parTransId="{EBF10981-8173-45F6-A661-A86DF64E927C}" sibTransId="{B25C2DBF-B357-4F3A-BC9B-3E2DD8ABC892}"/>
    <dgm:cxn modelId="{C46FB761-F979-48B4-9603-35B355D65A82}" srcId="{69FBA38D-0F0B-4FC5-9D82-4EEC66F3A4E2}" destId="{124074B3-96CD-4D54-AB4D-2094E8755F87}" srcOrd="3" destOrd="0" parTransId="{D7E74E62-5D84-43FA-A2F7-B24C19EB59A1}" sibTransId="{215BD2D8-9235-403B-AE45-F3EB387DD122}"/>
    <dgm:cxn modelId="{1FCF4F48-69CC-4F13-90DB-468A586459D5}" type="presOf" srcId="{124074B3-96CD-4D54-AB4D-2094E8755F87}" destId="{A4EE4DAA-8B41-4519-A905-F4B60C0890CC}" srcOrd="0" destOrd="0" presId="urn:microsoft.com/office/officeart/2018/2/layout/IconVerticalSolidList"/>
    <dgm:cxn modelId="{B62C0A94-1459-4025-8CBD-50BE7CE911CC}" type="presOf" srcId="{CC2C9EA9-69D6-4B30-A9FE-B3299FACF8E0}" destId="{7467E7FC-F901-4D1F-9A78-73B9A8B10F22}" srcOrd="0" destOrd="0" presId="urn:microsoft.com/office/officeart/2018/2/layout/IconVerticalSolidList"/>
    <dgm:cxn modelId="{906806A4-0715-4A80-8CEF-47AD14C46CEF}" type="presOf" srcId="{69FBA38D-0F0B-4FC5-9D82-4EEC66F3A4E2}" destId="{1D00EED6-727F-4187-B9A7-C7FB02C7348C}" srcOrd="0" destOrd="0" presId="urn:microsoft.com/office/officeart/2018/2/layout/IconVerticalSolidList"/>
    <dgm:cxn modelId="{60D949AB-6565-46A9-94DC-CD28A9589771}" type="presOf" srcId="{8064AD85-2906-4188-99A1-01140F865FE9}" destId="{67711320-7BB8-4CC3-9B57-C24B3E5CBC61}" srcOrd="0" destOrd="0" presId="urn:microsoft.com/office/officeart/2018/2/layout/IconVerticalSolidList"/>
    <dgm:cxn modelId="{5FF0FEBC-83CF-4605-8253-4531E292700B}" type="presOf" srcId="{B3589B61-4394-4015-A32C-5E4E6E6388DF}" destId="{B9E295C0-DC2C-4185-9211-5040CB831544}" srcOrd="0" destOrd="0" presId="urn:microsoft.com/office/officeart/2018/2/layout/IconVerticalSolidList"/>
    <dgm:cxn modelId="{289249E7-241C-4E74-A023-59734B307617}" srcId="{69FBA38D-0F0B-4FC5-9D82-4EEC66F3A4E2}" destId="{CC2C9EA9-69D6-4B30-A9FE-B3299FACF8E0}" srcOrd="0" destOrd="0" parTransId="{22CC030C-4496-43B4-863B-EDCA87215B50}" sibTransId="{0F0D56EF-BAE6-45C8-B0D2-7BFC1D5677EB}"/>
    <dgm:cxn modelId="{4FFA758C-17B0-40E5-9E29-6D1DFD813683}" type="presParOf" srcId="{1D00EED6-727F-4187-B9A7-C7FB02C7348C}" destId="{9FABA9F7-9FF0-4D5B-81D8-5C561AF26758}" srcOrd="0" destOrd="0" presId="urn:microsoft.com/office/officeart/2018/2/layout/IconVerticalSolidList"/>
    <dgm:cxn modelId="{49EA2D31-74CF-4270-AFA8-2B64A604F83B}" type="presParOf" srcId="{9FABA9F7-9FF0-4D5B-81D8-5C561AF26758}" destId="{2A753029-0373-485F-9CC6-D9BADCB47A1C}" srcOrd="0" destOrd="0" presId="urn:microsoft.com/office/officeart/2018/2/layout/IconVerticalSolidList"/>
    <dgm:cxn modelId="{4C94DDDB-DB1E-4BFD-A2B0-08B4D9DDE1EE}" type="presParOf" srcId="{9FABA9F7-9FF0-4D5B-81D8-5C561AF26758}" destId="{D790A6A3-68AA-4B05-9960-C685161B12F7}" srcOrd="1" destOrd="0" presId="urn:microsoft.com/office/officeart/2018/2/layout/IconVerticalSolidList"/>
    <dgm:cxn modelId="{B0C49A67-E37A-446F-91E5-A87AD6DEB51F}" type="presParOf" srcId="{9FABA9F7-9FF0-4D5B-81D8-5C561AF26758}" destId="{B3188680-DE41-41B0-A0A1-504DA43B056E}" srcOrd="2" destOrd="0" presId="urn:microsoft.com/office/officeart/2018/2/layout/IconVerticalSolidList"/>
    <dgm:cxn modelId="{5D589B41-4303-4585-AF65-EF1BD97121B1}" type="presParOf" srcId="{9FABA9F7-9FF0-4D5B-81D8-5C561AF26758}" destId="{7467E7FC-F901-4D1F-9A78-73B9A8B10F22}" srcOrd="3" destOrd="0" presId="urn:microsoft.com/office/officeart/2018/2/layout/IconVerticalSolidList"/>
    <dgm:cxn modelId="{8949A387-5DB3-4039-B892-F803F8104D1E}" type="presParOf" srcId="{1D00EED6-727F-4187-B9A7-C7FB02C7348C}" destId="{5D6E9C6C-DFD0-4D33-A124-18703D5EFA75}" srcOrd="1" destOrd="0" presId="urn:microsoft.com/office/officeart/2018/2/layout/IconVerticalSolidList"/>
    <dgm:cxn modelId="{BA87338B-AF75-4E59-9EA6-9D13B7D5515F}" type="presParOf" srcId="{1D00EED6-727F-4187-B9A7-C7FB02C7348C}" destId="{F3A1D295-B2BC-4920-A97D-D3B468C6E2EC}" srcOrd="2" destOrd="0" presId="urn:microsoft.com/office/officeart/2018/2/layout/IconVerticalSolidList"/>
    <dgm:cxn modelId="{6D9EEE61-E514-4A87-BBB6-5B971271FDE0}" type="presParOf" srcId="{F3A1D295-B2BC-4920-A97D-D3B468C6E2EC}" destId="{FC294798-C840-4431-8628-781BCCAA6D52}" srcOrd="0" destOrd="0" presId="urn:microsoft.com/office/officeart/2018/2/layout/IconVerticalSolidList"/>
    <dgm:cxn modelId="{3156E15D-902D-46FB-8A5F-76B1E83A9F4C}" type="presParOf" srcId="{F3A1D295-B2BC-4920-A97D-D3B468C6E2EC}" destId="{9AE4104E-1611-4DC5-98DE-D7B9C9C1BC66}" srcOrd="1" destOrd="0" presId="urn:microsoft.com/office/officeart/2018/2/layout/IconVerticalSolidList"/>
    <dgm:cxn modelId="{82AF788D-AD87-4331-9F50-F451EF476997}" type="presParOf" srcId="{F3A1D295-B2BC-4920-A97D-D3B468C6E2EC}" destId="{8F032AE4-D53D-4103-A4E3-EB281DC61DD3}" srcOrd="2" destOrd="0" presId="urn:microsoft.com/office/officeart/2018/2/layout/IconVerticalSolidList"/>
    <dgm:cxn modelId="{64513F96-9ABF-4A3D-92C5-2F519643390A}" type="presParOf" srcId="{F3A1D295-B2BC-4920-A97D-D3B468C6E2EC}" destId="{B9E295C0-DC2C-4185-9211-5040CB831544}" srcOrd="3" destOrd="0" presId="urn:microsoft.com/office/officeart/2018/2/layout/IconVerticalSolidList"/>
    <dgm:cxn modelId="{4132F20F-F845-4284-B2A3-80EE8008383B}" type="presParOf" srcId="{1D00EED6-727F-4187-B9A7-C7FB02C7348C}" destId="{2DA57955-B862-428A-B897-F402CF64372D}" srcOrd="3" destOrd="0" presId="urn:microsoft.com/office/officeart/2018/2/layout/IconVerticalSolidList"/>
    <dgm:cxn modelId="{1C326676-FC4A-4EE1-A99D-FC08FDA8F6F4}" type="presParOf" srcId="{1D00EED6-727F-4187-B9A7-C7FB02C7348C}" destId="{1C073DB1-00F8-40DB-837D-3042D02906A8}" srcOrd="4" destOrd="0" presId="urn:microsoft.com/office/officeart/2018/2/layout/IconVerticalSolidList"/>
    <dgm:cxn modelId="{5284D982-A427-4B9C-9CFD-7B82B3011119}" type="presParOf" srcId="{1C073DB1-00F8-40DB-837D-3042D02906A8}" destId="{584D2F29-C301-4A99-A2B8-74F746268C71}" srcOrd="0" destOrd="0" presId="urn:microsoft.com/office/officeart/2018/2/layout/IconVerticalSolidList"/>
    <dgm:cxn modelId="{26127FEB-8267-4582-8A5F-99FDA1E6346C}" type="presParOf" srcId="{1C073DB1-00F8-40DB-837D-3042D02906A8}" destId="{893AEF6B-3CD6-4D95-899A-63911AB1050C}" srcOrd="1" destOrd="0" presId="urn:microsoft.com/office/officeart/2018/2/layout/IconVerticalSolidList"/>
    <dgm:cxn modelId="{0C55EEB0-0AA0-4659-9698-9B6D2B1D3393}" type="presParOf" srcId="{1C073DB1-00F8-40DB-837D-3042D02906A8}" destId="{54EE1F8B-E94E-4759-86C0-2A020E05FBB9}" srcOrd="2" destOrd="0" presId="urn:microsoft.com/office/officeart/2018/2/layout/IconVerticalSolidList"/>
    <dgm:cxn modelId="{BF6C7BBD-DA48-46F0-907D-25CB6065CE56}" type="presParOf" srcId="{1C073DB1-00F8-40DB-837D-3042D02906A8}" destId="{67711320-7BB8-4CC3-9B57-C24B3E5CBC61}" srcOrd="3" destOrd="0" presId="urn:microsoft.com/office/officeart/2018/2/layout/IconVerticalSolidList"/>
    <dgm:cxn modelId="{1CB7719F-E674-4DA4-93E0-F4C2F20EFEDD}" type="presParOf" srcId="{1D00EED6-727F-4187-B9A7-C7FB02C7348C}" destId="{97BCF9BE-9F9A-43D6-AA73-E2F4242C5D3B}" srcOrd="5" destOrd="0" presId="urn:microsoft.com/office/officeart/2018/2/layout/IconVerticalSolidList"/>
    <dgm:cxn modelId="{2C2ECA54-484C-49CF-9A11-A863CAC771BC}" type="presParOf" srcId="{1D00EED6-727F-4187-B9A7-C7FB02C7348C}" destId="{ED9E7036-140A-4F12-8D86-9F53B8E3C6AD}" srcOrd="6" destOrd="0" presId="urn:microsoft.com/office/officeart/2018/2/layout/IconVerticalSolidList"/>
    <dgm:cxn modelId="{3F131AE0-EA2A-4247-AE4D-A109405A7EA6}" type="presParOf" srcId="{ED9E7036-140A-4F12-8D86-9F53B8E3C6AD}" destId="{64A6FBF0-E344-4973-AD77-9363D896BC7F}" srcOrd="0" destOrd="0" presId="urn:microsoft.com/office/officeart/2018/2/layout/IconVerticalSolidList"/>
    <dgm:cxn modelId="{77FAA276-F4A2-4D61-BFF4-1E4FA54EFFCF}" type="presParOf" srcId="{ED9E7036-140A-4F12-8D86-9F53B8E3C6AD}" destId="{94A849CE-1939-4ED3-A86B-721577DBB96A}" srcOrd="1" destOrd="0" presId="urn:microsoft.com/office/officeart/2018/2/layout/IconVerticalSolidList"/>
    <dgm:cxn modelId="{3731966E-38CF-4C3F-8E2F-627CD2DC4E86}" type="presParOf" srcId="{ED9E7036-140A-4F12-8D86-9F53B8E3C6AD}" destId="{777EBD7A-C18D-4912-80F0-A30F055FEE45}" srcOrd="2" destOrd="0" presId="urn:microsoft.com/office/officeart/2018/2/layout/IconVerticalSolidList"/>
    <dgm:cxn modelId="{4B362962-B2C0-4551-8525-56F3FEC3D19A}" type="presParOf" srcId="{ED9E7036-140A-4F12-8D86-9F53B8E3C6AD}" destId="{A4EE4DAA-8B41-4519-A905-F4B60C0890C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41ACFF-9042-4319-8A43-29593B96144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039C7F1-88AC-48DE-BE6C-0419D3422B20}">
      <dgm:prSet/>
      <dgm:spPr/>
      <dgm:t>
        <a:bodyPr/>
        <a:lstStyle/>
        <a:p>
          <a:pPr>
            <a:lnSpc>
              <a:spcPct val="100000"/>
            </a:lnSpc>
          </a:pPr>
          <a:r>
            <a:rPr lang="en-US" dirty="0">
              <a:latin typeface="Georgia Pro"/>
            </a:rPr>
            <a:t>The</a:t>
          </a:r>
          <a:r>
            <a:rPr lang="en-US" dirty="0"/>
            <a:t> brute-force approach can also be applied to the problem of sorting, which involves rearranging a list of n orderable items in nondecreasing order.</a:t>
          </a:r>
        </a:p>
      </dgm:t>
    </dgm:pt>
    <dgm:pt modelId="{AD192158-0649-4DFA-ACBA-7372B1C7A071}" type="parTrans" cxnId="{40D54849-5D46-4113-8112-FE7C2F80D4D8}">
      <dgm:prSet/>
      <dgm:spPr/>
      <dgm:t>
        <a:bodyPr/>
        <a:lstStyle/>
        <a:p>
          <a:endParaRPr lang="en-US"/>
        </a:p>
      </dgm:t>
    </dgm:pt>
    <dgm:pt modelId="{687621F8-6E51-456F-8D4D-7B95B6253625}" type="sibTrans" cxnId="{40D54849-5D46-4113-8112-FE7C2F80D4D8}">
      <dgm:prSet/>
      <dgm:spPr/>
      <dgm:t>
        <a:bodyPr/>
        <a:lstStyle/>
        <a:p>
          <a:endParaRPr lang="en-US"/>
        </a:p>
      </dgm:t>
    </dgm:pt>
    <dgm:pt modelId="{0DAD55C6-8A8B-4EB0-9293-E4CC461ECFBC}">
      <dgm:prSet/>
      <dgm:spPr/>
      <dgm:t>
        <a:bodyPr/>
        <a:lstStyle/>
        <a:p>
          <a:pPr>
            <a:lnSpc>
              <a:spcPct val="100000"/>
            </a:lnSpc>
          </a:pPr>
          <a:r>
            <a:rPr lang="en-US" dirty="0"/>
            <a:t>Importance of Sorting: Sorting is a fundamental problem in computer science, and numerous algorithms have been developed to solve it efficiently.</a:t>
          </a:r>
        </a:p>
      </dgm:t>
    </dgm:pt>
    <dgm:pt modelId="{FFD4158A-9C6D-4AB1-8374-A69C434AE597}" type="parTrans" cxnId="{80A64FBB-FE6A-43A7-8430-CF39F3358370}">
      <dgm:prSet/>
      <dgm:spPr/>
      <dgm:t>
        <a:bodyPr/>
        <a:lstStyle/>
        <a:p>
          <a:endParaRPr lang="en-US"/>
        </a:p>
      </dgm:t>
    </dgm:pt>
    <dgm:pt modelId="{96E03BC8-1520-429C-9C5B-AD6ACB981CE9}" type="sibTrans" cxnId="{80A64FBB-FE6A-43A7-8430-CF39F3358370}">
      <dgm:prSet/>
      <dgm:spPr/>
      <dgm:t>
        <a:bodyPr/>
        <a:lstStyle/>
        <a:p>
          <a:endParaRPr lang="en-US"/>
        </a:p>
      </dgm:t>
    </dgm:pt>
    <dgm:pt modelId="{3F3AFAE2-6DF6-493A-ACEC-E0CD6F236E86}">
      <dgm:prSet/>
      <dgm:spPr/>
      <dgm:t>
        <a:bodyPr/>
        <a:lstStyle/>
        <a:p>
          <a:pPr>
            <a:lnSpc>
              <a:spcPct val="100000"/>
            </a:lnSpc>
          </a:pPr>
          <a:r>
            <a:rPr lang="en-US" dirty="0"/>
            <a:t>Selection Sort: Among the two algorithms, selection sort is generally considered to be better overall and implements the brute-force approach more clearly.</a:t>
          </a:r>
        </a:p>
      </dgm:t>
    </dgm:pt>
    <dgm:pt modelId="{9D71F640-4B6B-4E0D-B12F-A99C3F22F2A3}" type="parTrans" cxnId="{EF84FBAF-54E1-46DA-9048-D7BD9C7E2269}">
      <dgm:prSet/>
      <dgm:spPr/>
      <dgm:t>
        <a:bodyPr/>
        <a:lstStyle/>
        <a:p>
          <a:endParaRPr lang="en-US"/>
        </a:p>
      </dgm:t>
    </dgm:pt>
    <dgm:pt modelId="{C0E34F13-198C-4D52-ACA5-85D1E2EEF319}" type="sibTrans" cxnId="{EF84FBAF-54E1-46DA-9048-D7BD9C7E2269}">
      <dgm:prSet/>
      <dgm:spPr/>
      <dgm:t>
        <a:bodyPr/>
        <a:lstStyle/>
        <a:p>
          <a:endParaRPr lang="en-US"/>
        </a:p>
      </dgm:t>
    </dgm:pt>
    <dgm:pt modelId="{7D55C1AD-ED01-4272-9366-02325A298302}" type="pres">
      <dgm:prSet presAssocID="{0941ACFF-9042-4319-8A43-29593B96144B}" presName="root" presStyleCnt="0">
        <dgm:presLayoutVars>
          <dgm:dir/>
          <dgm:resizeHandles val="exact"/>
        </dgm:presLayoutVars>
      </dgm:prSet>
      <dgm:spPr/>
    </dgm:pt>
    <dgm:pt modelId="{ADB20BD0-EF9C-414D-82EE-42DD842DB3B3}" type="pres">
      <dgm:prSet presAssocID="{F039C7F1-88AC-48DE-BE6C-0419D3422B20}" presName="compNode" presStyleCnt="0"/>
      <dgm:spPr/>
    </dgm:pt>
    <dgm:pt modelId="{C9B66440-BC03-4A86-B157-7C05BBCEBA5D}" type="pres">
      <dgm:prSet presAssocID="{F039C7F1-88AC-48DE-BE6C-0419D3422B20}" presName="bgRect" presStyleLbl="bgShp" presStyleIdx="0" presStyleCnt="3"/>
      <dgm:spPr/>
    </dgm:pt>
    <dgm:pt modelId="{868E2F6E-8D1F-4C9C-87C4-46A52E77A452}" type="pres">
      <dgm:prSet presAssocID="{F039C7F1-88AC-48DE-BE6C-0419D3422B2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ze"/>
        </a:ext>
      </dgm:extLst>
    </dgm:pt>
    <dgm:pt modelId="{B4A3FCCA-CDD8-46DB-B256-3D842F4416E0}" type="pres">
      <dgm:prSet presAssocID="{F039C7F1-88AC-48DE-BE6C-0419D3422B20}" presName="spaceRect" presStyleCnt="0"/>
      <dgm:spPr/>
    </dgm:pt>
    <dgm:pt modelId="{77211731-9562-4DEF-A1E0-5BBD6ED2C350}" type="pres">
      <dgm:prSet presAssocID="{F039C7F1-88AC-48DE-BE6C-0419D3422B20}" presName="parTx" presStyleLbl="revTx" presStyleIdx="0" presStyleCnt="3">
        <dgm:presLayoutVars>
          <dgm:chMax val="0"/>
          <dgm:chPref val="0"/>
        </dgm:presLayoutVars>
      </dgm:prSet>
      <dgm:spPr/>
    </dgm:pt>
    <dgm:pt modelId="{6A365FFF-651F-4040-978C-C20F72768ABF}" type="pres">
      <dgm:prSet presAssocID="{687621F8-6E51-456F-8D4D-7B95B6253625}" presName="sibTrans" presStyleCnt="0"/>
      <dgm:spPr/>
    </dgm:pt>
    <dgm:pt modelId="{F1BD7791-597A-42A3-ACD7-F00A9506EC64}" type="pres">
      <dgm:prSet presAssocID="{0DAD55C6-8A8B-4EB0-9293-E4CC461ECFBC}" presName="compNode" presStyleCnt="0"/>
      <dgm:spPr/>
    </dgm:pt>
    <dgm:pt modelId="{602AD58C-EEDA-4AE7-9E30-D85E45A54A4E}" type="pres">
      <dgm:prSet presAssocID="{0DAD55C6-8A8B-4EB0-9293-E4CC461ECFBC}" presName="bgRect" presStyleLbl="bgShp" presStyleIdx="1" presStyleCnt="3"/>
      <dgm:spPr/>
    </dgm:pt>
    <dgm:pt modelId="{5B8FBA0A-85FC-4635-9AB0-1C398FC158C1}" type="pres">
      <dgm:prSet presAssocID="{0DAD55C6-8A8B-4EB0-9293-E4CC461ECFB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B13DB521-A9C8-4AE3-88D7-8EA4B59D1B1B}" type="pres">
      <dgm:prSet presAssocID="{0DAD55C6-8A8B-4EB0-9293-E4CC461ECFBC}" presName="spaceRect" presStyleCnt="0"/>
      <dgm:spPr/>
    </dgm:pt>
    <dgm:pt modelId="{066CC9F0-3C11-4138-9791-D374838640FD}" type="pres">
      <dgm:prSet presAssocID="{0DAD55C6-8A8B-4EB0-9293-E4CC461ECFBC}" presName="parTx" presStyleLbl="revTx" presStyleIdx="1" presStyleCnt="3">
        <dgm:presLayoutVars>
          <dgm:chMax val="0"/>
          <dgm:chPref val="0"/>
        </dgm:presLayoutVars>
      </dgm:prSet>
      <dgm:spPr/>
    </dgm:pt>
    <dgm:pt modelId="{C2931FA9-EED0-4A1E-9283-A5F8EA186E11}" type="pres">
      <dgm:prSet presAssocID="{96E03BC8-1520-429C-9C5B-AD6ACB981CE9}" presName="sibTrans" presStyleCnt="0"/>
      <dgm:spPr/>
    </dgm:pt>
    <dgm:pt modelId="{4C613F2A-ACF0-4F03-B70A-92A222E9111A}" type="pres">
      <dgm:prSet presAssocID="{3F3AFAE2-6DF6-493A-ACEC-E0CD6F236E86}" presName="compNode" presStyleCnt="0"/>
      <dgm:spPr/>
    </dgm:pt>
    <dgm:pt modelId="{77D257C1-1D14-4A83-A407-DEBC5ADEF483}" type="pres">
      <dgm:prSet presAssocID="{3F3AFAE2-6DF6-493A-ACEC-E0CD6F236E86}" presName="bgRect" presStyleLbl="bgShp" presStyleIdx="2" presStyleCnt="3"/>
      <dgm:spPr/>
    </dgm:pt>
    <dgm:pt modelId="{2A2AA1EB-7A04-4E03-B72E-E88B3502FD10}" type="pres">
      <dgm:prSet presAssocID="{3F3AFAE2-6DF6-493A-ACEC-E0CD6F236E8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connected"/>
        </a:ext>
      </dgm:extLst>
    </dgm:pt>
    <dgm:pt modelId="{BC656E2F-39DB-4243-AE96-802BC34B42F9}" type="pres">
      <dgm:prSet presAssocID="{3F3AFAE2-6DF6-493A-ACEC-E0CD6F236E86}" presName="spaceRect" presStyleCnt="0"/>
      <dgm:spPr/>
    </dgm:pt>
    <dgm:pt modelId="{8BD3CAB4-B21E-4071-A676-77AAE9521997}" type="pres">
      <dgm:prSet presAssocID="{3F3AFAE2-6DF6-493A-ACEC-E0CD6F236E86}" presName="parTx" presStyleLbl="revTx" presStyleIdx="2" presStyleCnt="3">
        <dgm:presLayoutVars>
          <dgm:chMax val="0"/>
          <dgm:chPref val="0"/>
        </dgm:presLayoutVars>
      </dgm:prSet>
      <dgm:spPr/>
    </dgm:pt>
  </dgm:ptLst>
  <dgm:cxnLst>
    <dgm:cxn modelId="{9DA29129-1563-42C3-8082-52163415C01F}" type="presOf" srcId="{3F3AFAE2-6DF6-493A-ACEC-E0CD6F236E86}" destId="{8BD3CAB4-B21E-4071-A676-77AAE9521997}" srcOrd="0" destOrd="0" presId="urn:microsoft.com/office/officeart/2018/2/layout/IconVerticalSolidList"/>
    <dgm:cxn modelId="{40D54849-5D46-4113-8112-FE7C2F80D4D8}" srcId="{0941ACFF-9042-4319-8A43-29593B96144B}" destId="{F039C7F1-88AC-48DE-BE6C-0419D3422B20}" srcOrd="0" destOrd="0" parTransId="{AD192158-0649-4DFA-ACBA-7372B1C7A071}" sibTransId="{687621F8-6E51-456F-8D4D-7B95B6253625}"/>
    <dgm:cxn modelId="{A5B54777-3EBF-4648-871D-D32C0A8480A5}" type="presOf" srcId="{0941ACFF-9042-4319-8A43-29593B96144B}" destId="{7D55C1AD-ED01-4272-9366-02325A298302}" srcOrd="0" destOrd="0" presId="urn:microsoft.com/office/officeart/2018/2/layout/IconVerticalSolidList"/>
    <dgm:cxn modelId="{2362D37A-723A-41B6-ABDF-5935FB28B553}" type="presOf" srcId="{0DAD55C6-8A8B-4EB0-9293-E4CC461ECFBC}" destId="{066CC9F0-3C11-4138-9791-D374838640FD}" srcOrd="0" destOrd="0" presId="urn:microsoft.com/office/officeart/2018/2/layout/IconVerticalSolidList"/>
    <dgm:cxn modelId="{EF84FBAF-54E1-46DA-9048-D7BD9C7E2269}" srcId="{0941ACFF-9042-4319-8A43-29593B96144B}" destId="{3F3AFAE2-6DF6-493A-ACEC-E0CD6F236E86}" srcOrd="2" destOrd="0" parTransId="{9D71F640-4B6B-4E0D-B12F-A99C3F22F2A3}" sibTransId="{C0E34F13-198C-4D52-ACA5-85D1E2EEF319}"/>
    <dgm:cxn modelId="{80A64FBB-FE6A-43A7-8430-CF39F3358370}" srcId="{0941ACFF-9042-4319-8A43-29593B96144B}" destId="{0DAD55C6-8A8B-4EB0-9293-E4CC461ECFBC}" srcOrd="1" destOrd="0" parTransId="{FFD4158A-9C6D-4AB1-8374-A69C434AE597}" sibTransId="{96E03BC8-1520-429C-9C5B-AD6ACB981CE9}"/>
    <dgm:cxn modelId="{73907FF7-CE63-49C8-84A8-53A5F30BED06}" type="presOf" srcId="{F039C7F1-88AC-48DE-BE6C-0419D3422B20}" destId="{77211731-9562-4DEF-A1E0-5BBD6ED2C350}" srcOrd="0" destOrd="0" presId="urn:microsoft.com/office/officeart/2018/2/layout/IconVerticalSolidList"/>
    <dgm:cxn modelId="{D7E9300A-FD28-4DA5-9327-C22401B215DD}" type="presParOf" srcId="{7D55C1AD-ED01-4272-9366-02325A298302}" destId="{ADB20BD0-EF9C-414D-82EE-42DD842DB3B3}" srcOrd="0" destOrd="0" presId="urn:microsoft.com/office/officeart/2018/2/layout/IconVerticalSolidList"/>
    <dgm:cxn modelId="{40F0849B-EF3C-493D-8653-D7918F74FB48}" type="presParOf" srcId="{ADB20BD0-EF9C-414D-82EE-42DD842DB3B3}" destId="{C9B66440-BC03-4A86-B157-7C05BBCEBA5D}" srcOrd="0" destOrd="0" presId="urn:microsoft.com/office/officeart/2018/2/layout/IconVerticalSolidList"/>
    <dgm:cxn modelId="{D3F6424C-1A69-4458-9A15-A49411657622}" type="presParOf" srcId="{ADB20BD0-EF9C-414D-82EE-42DD842DB3B3}" destId="{868E2F6E-8D1F-4C9C-87C4-46A52E77A452}" srcOrd="1" destOrd="0" presId="urn:microsoft.com/office/officeart/2018/2/layout/IconVerticalSolidList"/>
    <dgm:cxn modelId="{CE812132-F3D6-4E75-AEDA-9CAD7F2027FD}" type="presParOf" srcId="{ADB20BD0-EF9C-414D-82EE-42DD842DB3B3}" destId="{B4A3FCCA-CDD8-46DB-B256-3D842F4416E0}" srcOrd="2" destOrd="0" presId="urn:microsoft.com/office/officeart/2018/2/layout/IconVerticalSolidList"/>
    <dgm:cxn modelId="{36F2ABF5-ED5E-4AF6-A6A2-A8E946812578}" type="presParOf" srcId="{ADB20BD0-EF9C-414D-82EE-42DD842DB3B3}" destId="{77211731-9562-4DEF-A1E0-5BBD6ED2C350}" srcOrd="3" destOrd="0" presId="urn:microsoft.com/office/officeart/2018/2/layout/IconVerticalSolidList"/>
    <dgm:cxn modelId="{14D66ECF-888F-41AE-8860-A74348B6256F}" type="presParOf" srcId="{7D55C1AD-ED01-4272-9366-02325A298302}" destId="{6A365FFF-651F-4040-978C-C20F72768ABF}" srcOrd="1" destOrd="0" presId="urn:microsoft.com/office/officeart/2018/2/layout/IconVerticalSolidList"/>
    <dgm:cxn modelId="{F6237639-0977-42A0-961A-B3FAAA1E05FF}" type="presParOf" srcId="{7D55C1AD-ED01-4272-9366-02325A298302}" destId="{F1BD7791-597A-42A3-ACD7-F00A9506EC64}" srcOrd="2" destOrd="0" presId="urn:microsoft.com/office/officeart/2018/2/layout/IconVerticalSolidList"/>
    <dgm:cxn modelId="{5F9F06F6-64FD-46D1-9884-18528F49C04B}" type="presParOf" srcId="{F1BD7791-597A-42A3-ACD7-F00A9506EC64}" destId="{602AD58C-EEDA-4AE7-9E30-D85E45A54A4E}" srcOrd="0" destOrd="0" presId="urn:microsoft.com/office/officeart/2018/2/layout/IconVerticalSolidList"/>
    <dgm:cxn modelId="{1C1BEEBA-F767-4F3C-8466-BB0776AE328B}" type="presParOf" srcId="{F1BD7791-597A-42A3-ACD7-F00A9506EC64}" destId="{5B8FBA0A-85FC-4635-9AB0-1C398FC158C1}" srcOrd="1" destOrd="0" presId="urn:microsoft.com/office/officeart/2018/2/layout/IconVerticalSolidList"/>
    <dgm:cxn modelId="{8A1891A2-522B-430B-8F76-DD484FF132D3}" type="presParOf" srcId="{F1BD7791-597A-42A3-ACD7-F00A9506EC64}" destId="{B13DB521-A9C8-4AE3-88D7-8EA4B59D1B1B}" srcOrd="2" destOrd="0" presId="urn:microsoft.com/office/officeart/2018/2/layout/IconVerticalSolidList"/>
    <dgm:cxn modelId="{1E59102D-A166-4EB2-BE24-45976F0D68E0}" type="presParOf" srcId="{F1BD7791-597A-42A3-ACD7-F00A9506EC64}" destId="{066CC9F0-3C11-4138-9791-D374838640FD}" srcOrd="3" destOrd="0" presId="urn:microsoft.com/office/officeart/2018/2/layout/IconVerticalSolidList"/>
    <dgm:cxn modelId="{15712B8E-B52D-4459-889E-8842993C86F8}" type="presParOf" srcId="{7D55C1AD-ED01-4272-9366-02325A298302}" destId="{C2931FA9-EED0-4A1E-9283-A5F8EA186E11}" srcOrd="3" destOrd="0" presId="urn:microsoft.com/office/officeart/2018/2/layout/IconVerticalSolidList"/>
    <dgm:cxn modelId="{B44C93D9-A494-4B57-9560-6597C9800718}" type="presParOf" srcId="{7D55C1AD-ED01-4272-9366-02325A298302}" destId="{4C613F2A-ACF0-4F03-B70A-92A222E9111A}" srcOrd="4" destOrd="0" presId="urn:microsoft.com/office/officeart/2018/2/layout/IconVerticalSolidList"/>
    <dgm:cxn modelId="{C56522D0-40A3-4DBB-89DA-BE78BD0123E5}" type="presParOf" srcId="{4C613F2A-ACF0-4F03-B70A-92A222E9111A}" destId="{77D257C1-1D14-4A83-A407-DEBC5ADEF483}" srcOrd="0" destOrd="0" presId="urn:microsoft.com/office/officeart/2018/2/layout/IconVerticalSolidList"/>
    <dgm:cxn modelId="{1C2C2914-DC44-4118-9F87-1AB9C433261E}" type="presParOf" srcId="{4C613F2A-ACF0-4F03-B70A-92A222E9111A}" destId="{2A2AA1EB-7A04-4E03-B72E-E88B3502FD10}" srcOrd="1" destOrd="0" presId="urn:microsoft.com/office/officeart/2018/2/layout/IconVerticalSolidList"/>
    <dgm:cxn modelId="{3E0C2A1B-B9B9-4E0B-B293-0BC4D6350D70}" type="presParOf" srcId="{4C613F2A-ACF0-4F03-B70A-92A222E9111A}" destId="{BC656E2F-39DB-4243-AE96-802BC34B42F9}" srcOrd="2" destOrd="0" presId="urn:microsoft.com/office/officeart/2018/2/layout/IconVerticalSolidList"/>
    <dgm:cxn modelId="{A2FCFB01-17FC-4F85-B589-9A649C5A7EC1}" type="presParOf" srcId="{4C613F2A-ACF0-4F03-B70A-92A222E9111A}" destId="{8BD3CAB4-B21E-4071-A676-77AAE952199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3ED742B-1178-4BB4-9319-D4313FA20E1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2C2B873-33E5-4F36-B04C-E7C4069C1C82}">
      <dgm:prSet/>
      <dgm:spPr/>
      <dgm:t>
        <a:bodyPr/>
        <a:lstStyle/>
        <a:p>
          <a:r>
            <a:rPr lang="en-US" dirty="0"/>
            <a:t>Exhaustive search is a method in which solution is obtained by searching  each  element of given problem. </a:t>
          </a:r>
        </a:p>
        <a:p>
          <a:endParaRPr lang="en-US" dirty="0"/>
        </a:p>
        <a:p>
          <a:r>
            <a:rPr lang="en-US" dirty="0"/>
            <a:t>Exhaustive search is a brute force method for combinatorial optimization problems.</a:t>
          </a:r>
        </a:p>
      </dgm:t>
    </dgm:pt>
    <dgm:pt modelId="{CBA4B6BB-DBB5-444D-9DE4-C937D16B7241}" type="parTrans" cxnId="{E10789BC-23D9-4933-BB5C-19E6CDAEE0E4}">
      <dgm:prSet/>
      <dgm:spPr/>
      <dgm:t>
        <a:bodyPr/>
        <a:lstStyle/>
        <a:p>
          <a:endParaRPr lang="en-US"/>
        </a:p>
      </dgm:t>
    </dgm:pt>
    <dgm:pt modelId="{FC3354B0-6625-415F-8085-96AD110FD4F7}" type="sibTrans" cxnId="{E10789BC-23D9-4933-BB5C-19E6CDAEE0E4}">
      <dgm:prSet/>
      <dgm:spPr/>
      <dgm:t>
        <a:bodyPr/>
        <a:lstStyle/>
        <a:p>
          <a:endParaRPr lang="en-US"/>
        </a:p>
      </dgm:t>
    </dgm:pt>
    <dgm:pt modelId="{DD815880-EF5A-472F-9798-753437C6077D}">
      <dgm:prSet/>
      <dgm:spPr/>
      <dgm:t>
        <a:bodyPr/>
        <a:lstStyle/>
        <a:p>
          <a:r>
            <a:rPr lang="en-US"/>
            <a:t>Travelling salesman problem</a:t>
          </a:r>
        </a:p>
      </dgm:t>
    </dgm:pt>
    <dgm:pt modelId="{E9DC82B8-FB4A-4947-9B18-417E4AEF5AB6}" type="parTrans" cxnId="{2B407164-7C2A-45CC-93EB-A0AD4AA559D6}">
      <dgm:prSet/>
      <dgm:spPr/>
      <dgm:t>
        <a:bodyPr/>
        <a:lstStyle/>
        <a:p>
          <a:endParaRPr lang="en-US"/>
        </a:p>
      </dgm:t>
    </dgm:pt>
    <dgm:pt modelId="{DA74CA1B-83CB-49F9-BD60-E4E2F7128FFD}" type="sibTrans" cxnId="{2B407164-7C2A-45CC-93EB-A0AD4AA559D6}">
      <dgm:prSet/>
      <dgm:spPr/>
      <dgm:t>
        <a:bodyPr/>
        <a:lstStyle/>
        <a:p>
          <a:endParaRPr lang="en-US"/>
        </a:p>
      </dgm:t>
    </dgm:pt>
    <dgm:pt modelId="{8B960DB0-8767-4273-8793-69F0EF44F00D}">
      <dgm:prSet/>
      <dgm:spPr/>
      <dgm:t>
        <a:bodyPr/>
        <a:lstStyle/>
        <a:p>
          <a:r>
            <a:rPr lang="en-US"/>
            <a:t>Knapsack problem</a:t>
          </a:r>
        </a:p>
      </dgm:t>
    </dgm:pt>
    <dgm:pt modelId="{888F2B0A-AF29-4AEC-9C42-1B138205AB89}" type="parTrans" cxnId="{0E1CBC1C-98F9-45E6-9A9F-7784B24D4556}">
      <dgm:prSet/>
      <dgm:spPr/>
      <dgm:t>
        <a:bodyPr/>
        <a:lstStyle/>
        <a:p>
          <a:endParaRPr lang="en-US"/>
        </a:p>
      </dgm:t>
    </dgm:pt>
    <dgm:pt modelId="{691D5DF0-05B7-423D-B69D-EA7AD49C7C3C}" type="sibTrans" cxnId="{0E1CBC1C-98F9-45E6-9A9F-7784B24D4556}">
      <dgm:prSet/>
      <dgm:spPr/>
      <dgm:t>
        <a:bodyPr/>
        <a:lstStyle/>
        <a:p>
          <a:endParaRPr lang="en-US"/>
        </a:p>
      </dgm:t>
    </dgm:pt>
    <dgm:pt modelId="{7446EA83-8037-40CF-887D-46363C9B1A86}">
      <dgm:prSet/>
      <dgm:spPr/>
      <dgm:t>
        <a:bodyPr/>
        <a:lstStyle/>
        <a:p>
          <a:r>
            <a:rPr lang="en-US"/>
            <a:t>Assignment problem</a:t>
          </a:r>
        </a:p>
      </dgm:t>
    </dgm:pt>
    <dgm:pt modelId="{1E27FE32-1420-487C-82C3-1128C51232B5}" type="parTrans" cxnId="{BF5014DD-FC9E-4289-8A9E-F1AE306E2A8F}">
      <dgm:prSet/>
      <dgm:spPr/>
      <dgm:t>
        <a:bodyPr/>
        <a:lstStyle/>
        <a:p>
          <a:endParaRPr lang="en-US"/>
        </a:p>
      </dgm:t>
    </dgm:pt>
    <dgm:pt modelId="{3E3A96FE-7759-43FC-BDD0-863888D5015E}" type="sibTrans" cxnId="{BF5014DD-FC9E-4289-8A9E-F1AE306E2A8F}">
      <dgm:prSet/>
      <dgm:spPr/>
      <dgm:t>
        <a:bodyPr/>
        <a:lstStyle/>
        <a:p>
          <a:endParaRPr lang="en-US"/>
        </a:p>
      </dgm:t>
    </dgm:pt>
    <dgm:pt modelId="{3E5A40C5-255D-4DFB-A953-D3C54FA6E8F2}" type="pres">
      <dgm:prSet presAssocID="{D3ED742B-1178-4BB4-9319-D4313FA20E1B}" presName="root" presStyleCnt="0">
        <dgm:presLayoutVars>
          <dgm:dir/>
          <dgm:resizeHandles val="exact"/>
        </dgm:presLayoutVars>
      </dgm:prSet>
      <dgm:spPr/>
    </dgm:pt>
    <dgm:pt modelId="{8B827B83-251A-441C-8CDE-A8E86799CD28}" type="pres">
      <dgm:prSet presAssocID="{62C2B873-33E5-4F36-B04C-E7C4069C1C82}" presName="compNode" presStyleCnt="0"/>
      <dgm:spPr/>
    </dgm:pt>
    <dgm:pt modelId="{AD2686F0-3826-4031-A24D-C4188C67DA4B}" type="pres">
      <dgm:prSet presAssocID="{62C2B873-33E5-4F36-B04C-E7C4069C1C82}" presName="bgRect" presStyleLbl="bgShp" presStyleIdx="0" presStyleCnt="4" custScaleY="269751"/>
      <dgm:spPr/>
    </dgm:pt>
    <dgm:pt modelId="{33C11ED3-11BE-42FB-82E7-5563067AE3A2}" type="pres">
      <dgm:prSet presAssocID="{62C2B873-33E5-4F36-B04C-E7C4069C1C8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F47D5949-9582-40F0-9B97-0D4C241E48CC}" type="pres">
      <dgm:prSet presAssocID="{62C2B873-33E5-4F36-B04C-E7C4069C1C82}" presName="spaceRect" presStyleCnt="0"/>
      <dgm:spPr/>
    </dgm:pt>
    <dgm:pt modelId="{9CDDB15D-6F2F-4188-B711-CC5DFE5A1634}" type="pres">
      <dgm:prSet presAssocID="{62C2B873-33E5-4F36-B04C-E7C4069C1C82}" presName="parTx" presStyleLbl="revTx" presStyleIdx="0" presStyleCnt="4" custScaleY="278588">
        <dgm:presLayoutVars>
          <dgm:chMax val="0"/>
          <dgm:chPref val="0"/>
        </dgm:presLayoutVars>
      </dgm:prSet>
      <dgm:spPr/>
    </dgm:pt>
    <dgm:pt modelId="{4878AAC5-E4DF-49FB-B41F-C95C58E8F9DB}" type="pres">
      <dgm:prSet presAssocID="{FC3354B0-6625-415F-8085-96AD110FD4F7}" presName="sibTrans" presStyleCnt="0"/>
      <dgm:spPr/>
    </dgm:pt>
    <dgm:pt modelId="{83338CD9-0958-459E-BB32-583B2CFFDAE8}" type="pres">
      <dgm:prSet presAssocID="{DD815880-EF5A-472F-9798-753437C6077D}" presName="compNode" presStyleCnt="0"/>
      <dgm:spPr/>
    </dgm:pt>
    <dgm:pt modelId="{65C71B0A-1CD0-401D-8E2A-37B830AF1215}" type="pres">
      <dgm:prSet presAssocID="{DD815880-EF5A-472F-9798-753437C6077D}" presName="bgRect" presStyleLbl="bgShp" presStyleIdx="1" presStyleCnt="4"/>
      <dgm:spPr/>
    </dgm:pt>
    <dgm:pt modelId="{8DDB5AC8-B1C1-421B-BF29-DC2D312AE8C6}" type="pres">
      <dgm:prSet presAssocID="{DD815880-EF5A-472F-9798-753437C6077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r"/>
        </a:ext>
      </dgm:extLst>
    </dgm:pt>
    <dgm:pt modelId="{CB663FF6-F9CF-411E-BBB7-9379023894ED}" type="pres">
      <dgm:prSet presAssocID="{DD815880-EF5A-472F-9798-753437C6077D}" presName="spaceRect" presStyleCnt="0"/>
      <dgm:spPr/>
    </dgm:pt>
    <dgm:pt modelId="{33BAEA37-16A9-4722-BAA4-620FDAD72030}" type="pres">
      <dgm:prSet presAssocID="{DD815880-EF5A-472F-9798-753437C6077D}" presName="parTx" presStyleLbl="revTx" presStyleIdx="1" presStyleCnt="4">
        <dgm:presLayoutVars>
          <dgm:chMax val="0"/>
          <dgm:chPref val="0"/>
        </dgm:presLayoutVars>
      </dgm:prSet>
      <dgm:spPr/>
    </dgm:pt>
    <dgm:pt modelId="{A3C56D67-0694-40F1-B986-A89B3C85D7AE}" type="pres">
      <dgm:prSet presAssocID="{DA74CA1B-83CB-49F9-BD60-E4E2F7128FFD}" presName="sibTrans" presStyleCnt="0"/>
      <dgm:spPr/>
    </dgm:pt>
    <dgm:pt modelId="{D9419795-78B1-4EF4-A2E0-E5356A2001E2}" type="pres">
      <dgm:prSet presAssocID="{8B960DB0-8767-4273-8793-69F0EF44F00D}" presName="compNode" presStyleCnt="0"/>
      <dgm:spPr/>
    </dgm:pt>
    <dgm:pt modelId="{595747D1-16AF-438F-9759-3E623E7D15DC}" type="pres">
      <dgm:prSet presAssocID="{8B960DB0-8767-4273-8793-69F0EF44F00D}" presName="bgRect" presStyleLbl="bgShp" presStyleIdx="2" presStyleCnt="4"/>
      <dgm:spPr/>
    </dgm:pt>
    <dgm:pt modelId="{B9740310-4F19-43B6-B6E2-B14C3B7D0670}" type="pres">
      <dgm:prSet presAssocID="{8B960DB0-8767-4273-8793-69F0EF44F00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perclip"/>
        </a:ext>
      </dgm:extLst>
    </dgm:pt>
    <dgm:pt modelId="{C30D1124-E258-4FBD-8400-086B69D48C80}" type="pres">
      <dgm:prSet presAssocID="{8B960DB0-8767-4273-8793-69F0EF44F00D}" presName="spaceRect" presStyleCnt="0"/>
      <dgm:spPr/>
    </dgm:pt>
    <dgm:pt modelId="{66F26B0D-7E06-4B53-A3F0-4402DBEAD548}" type="pres">
      <dgm:prSet presAssocID="{8B960DB0-8767-4273-8793-69F0EF44F00D}" presName="parTx" presStyleLbl="revTx" presStyleIdx="2" presStyleCnt="4">
        <dgm:presLayoutVars>
          <dgm:chMax val="0"/>
          <dgm:chPref val="0"/>
        </dgm:presLayoutVars>
      </dgm:prSet>
      <dgm:spPr/>
    </dgm:pt>
    <dgm:pt modelId="{DDECEC86-A002-476F-9E5F-4E9128AEEBCC}" type="pres">
      <dgm:prSet presAssocID="{691D5DF0-05B7-423D-B69D-EA7AD49C7C3C}" presName="sibTrans" presStyleCnt="0"/>
      <dgm:spPr/>
    </dgm:pt>
    <dgm:pt modelId="{ECC70046-6BB5-4D17-80FD-62E71BFA5FF0}" type="pres">
      <dgm:prSet presAssocID="{7446EA83-8037-40CF-887D-46363C9B1A86}" presName="compNode" presStyleCnt="0"/>
      <dgm:spPr/>
    </dgm:pt>
    <dgm:pt modelId="{851C6AB6-80F1-4D8F-9C16-7F085165F349}" type="pres">
      <dgm:prSet presAssocID="{7446EA83-8037-40CF-887D-46363C9B1A86}" presName="bgRect" presStyleLbl="bgShp" presStyleIdx="3" presStyleCnt="4"/>
      <dgm:spPr/>
    </dgm:pt>
    <dgm:pt modelId="{BA58D293-3111-420F-9B72-CADC211CD3F2}" type="pres">
      <dgm:prSet presAssocID="{7446EA83-8037-40CF-887D-46363C9B1A8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CF5F676D-7D12-493E-AD05-9ECF7C2AA21F}" type="pres">
      <dgm:prSet presAssocID="{7446EA83-8037-40CF-887D-46363C9B1A86}" presName="spaceRect" presStyleCnt="0"/>
      <dgm:spPr/>
    </dgm:pt>
    <dgm:pt modelId="{21920E5A-6B85-4A57-98AE-5BEF0803336B}" type="pres">
      <dgm:prSet presAssocID="{7446EA83-8037-40CF-887D-46363C9B1A86}" presName="parTx" presStyleLbl="revTx" presStyleIdx="3" presStyleCnt="4">
        <dgm:presLayoutVars>
          <dgm:chMax val="0"/>
          <dgm:chPref val="0"/>
        </dgm:presLayoutVars>
      </dgm:prSet>
      <dgm:spPr/>
    </dgm:pt>
  </dgm:ptLst>
  <dgm:cxnLst>
    <dgm:cxn modelId="{0E1CBC1C-98F9-45E6-9A9F-7784B24D4556}" srcId="{D3ED742B-1178-4BB4-9319-D4313FA20E1B}" destId="{8B960DB0-8767-4273-8793-69F0EF44F00D}" srcOrd="2" destOrd="0" parTransId="{888F2B0A-AF29-4AEC-9C42-1B138205AB89}" sibTransId="{691D5DF0-05B7-423D-B69D-EA7AD49C7C3C}"/>
    <dgm:cxn modelId="{2B407164-7C2A-45CC-93EB-A0AD4AA559D6}" srcId="{D3ED742B-1178-4BB4-9319-D4313FA20E1B}" destId="{DD815880-EF5A-472F-9798-753437C6077D}" srcOrd="1" destOrd="0" parTransId="{E9DC82B8-FB4A-4947-9B18-417E4AEF5AB6}" sibTransId="{DA74CA1B-83CB-49F9-BD60-E4E2F7128FFD}"/>
    <dgm:cxn modelId="{EDABA275-AA82-44FC-903F-7CB0FC36E53A}" type="presOf" srcId="{D3ED742B-1178-4BB4-9319-D4313FA20E1B}" destId="{3E5A40C5-255D-4DFB-A953-D3C54FA6E8F2}" srcOrd="0" destOrd="0" presId="urn:microsoft.com/office/officeart/2018/2/layout/IconVerticalSolidList"/>
    <dgm:cxn modelId="{E647BC97-BBF6-44C8-8823-58CC3908D077}" type="presOf" srcId="{DD815880-EF5A-472F-9798-753437C6077D}" destId="{33BAEA37-16A9-4722-BAA4-620FDAD72030}" srcOrd="0" destOrd="0" presId="urn:microsoft.com/office/officeart/2018/2/layout/IconVerticalSolidList"/>
    <dgm:cxn modelId="{818942BB-D4F3-4D5C-8E40-11D16C1A17FA}" type="presOf" srcId="{7446EA83-8037-40CF-887D-46363C9B1A86}" destId="{21920E5A-6B85-4A57-98AE-5BEF0803336B}" srcOrd="0" destOrd="0" presId="urn:microsoft.com/office/officeart/2018/2/layout/IconVerticalSolidList"/>
    <dgm:cxn modelId="{E10789BC-23D9-4933-BB5C-19E6CDAEE0E4}" srcId="{D3ED742B-1178-4BB4-9319-D4313FA20E1B}" destId="{62C2B873-33E5-4F36-B04C-E7C4069C1C82}" srcOrd="0" destOrd="0" parTransId="{CBA4B6BB-DBB5-444D-9DE4-C937D16B7241}" sibTransId="{FC3354B0-6625-415F-8085-96AD110FD4F7}"/>
    <dgm:cxn modelId="{82FD22C8-DFE5-4A82-B59B-8702D78113BB}" type="presOf" srcId="{62C2B873-33E5-4F36-B04C-E7C4069C1C82}" destId="{9CDDB15D-6F2F-4188-B711-CC5DFE5A1634}" srcOrd="0" destOrd="0" presId="urn:microsoft.com/office/officeart/2018/2/layout/IconVerticalSolidList"/>
    <dgm:cxn modelId="{BF5014DD-FC9E-4289-8A9E-F1AE306E2A8F}" srcId="{D3ED742B-1178-4BB4-9319-D4313FA20E1B}" destId="{7446EA83-8037-40CF-887D-46363C9B1A86}" srcOrd="3" destOrd="0" parTransId="{1E27FE32-1420-487C-82C3-1128C51232B5}" sibTransId="{3E3A96FE-7759-43FC-BDD0-863888D5015E}"/>
    <dgm:cxn modelId="{A3FDEBF1-488D-4AC6-841F-FC92E05E58CA}" type="presOf" srcId="{8B960DB0-8767-4273-8793-69F0EF44F00D}" destId="{66F26B0D-7E06-4B53-A3F0-4402DBEAD548}" srcOrd="0" destOrd="0" presId="urn:microsoft.com/office/officeart/2018/2/layout/IconVerticalSolidList"/>
    <dgm:cxn modelId="{05617788-B0DE-41B5-9F81-0029E1A1BCC6}" type="presParOf" srcId="{3E5A40C5-255D-4DFB-A953-D3C54FA6E8F2}" destId="{8B827B83-251A-441C-8CDE-A8E86799CD28}" srcOrd="0" destOrd="0" presId="urn:microsoft.com/office/officeart/2018/2/layout/IconVerticalSolidList"/>
    <dgm:cxn modelId="{D1F26AEF-CF33-417F-A0C7-AA97DF51DB13}" type="presParOf" srcId="{8B827B83-251A-441C-8CDE-A8E86799CD28}" destId="{AD2686F0-3826-4031-A24D-C4188C67DA4B}" srcOrd="0" destOrd="0" presId="urn:microsoft.com/office/officeart/2018/2/layout/IconVerticalSolidList"/>
    <dgm:cxn modelId="{AF0C626D-29F3-4656-948B-18E2342079EA}" type="presParOf" srcId="{8B827B83-251A-441C-8CDE-A8E86799CD28}" destId="{33C11ED3-11BE-42FB-82E7-5563067AE3A2}" srcOrd="1" destOrd="0" presId="urn:microsoft.com/office/officeart/2018/2/layout/IconVerticalSolidList"/>
    <dgm:cxn modelId="{AC7AB830-6D31-48CE-97C1-5F7371D6918F}" type="presParOf" srcId="{8B827B83-251A-441C-8CDE-A8E86799CD28}" destId="{F47D5949-9582-40F0-9B97-0D4C241E48CC}" srcOrd="2" destOrd="0" presId="urn:microsoft.com/office/officeart/2018/2/layout/IconVerticalSolidList"/>
    <dgm:cxn modelId="{66228ACD-673C-4F65-827D-9A1995147339}" type="presParOf" srcId="{8B827B83-251A-441C-8CDE-A8E86799CD28}" destId="{9CDDB15D-6F2F-4188-B711-CC5DFE5A1634}" srcOrd="3" destOrd="0" presId="urn:microsoft.com/office/officeart/2018/2/layout/IconVerticalSolidList"/>
    <dgm:cxn modelId="{0C641F99-7744-47D8-9214-3934B1388329}" type="presParOf" srcId="{3E5A40C5-255D-4DFB-A953-D3C54FA6E8F2}" destId="{4878AAC5-E4DF-49FB-B41F-C95C58E8F9DB}" srcOrd="1" destOrd="0" presId="urn:microsoft.com/office/officeart/2018/2/layout/IconVerticalSolidList"/>
    <dgm:cxn modelId="{01E82FE2-4373-4F43-B00F-AEF45074A23D}" type="presParOf" srcId="{3E5A40C5-255D-4DFB-A953-D3C54FA6E8F2}" destId="{83338CD9-0958-459E-BB32-583B2CFFDAE8}" srcOrd="2" destOrd="0" presId="urn:microsoft.com/office/officeart/2018/2/layout/IconVerticalSolidList"/>
    <dgm:cxn modelId="{86F1D968-583F-4455-9C97-718E729D259F}" type="presParOf" srcId="{83338CD9-0958-459E-BB32-583B2CFFDAE8}" destId="{65C71B0A-1CD0-401D-8E2A-37B830AF1215}" srcOrd="0" destOrd="0" presId="urn:microsoft.com/office/officeart/2018/2/layout/IconVerticalSolidList"/>
    <dgm:cxn modelId="{F62E1EFF-2BDA-441B-B492-D85C470DF424}" type="presParOf" srcId="{83338CD9-0958-459E-BB32-583B2CFFDAE8}" destId="{8DDB5AC8-B1C1-421B-BF29-DC2D312AE8C6}" srcOrd="1" destOrd="0" presId="urn:microsoft.com/office/officeart/2018/2/layout/IconVerticalSolidList"/>
    <dgm:cxn modelId="{CB32B055-B077-44E4-B181-7D3521E0FBC2}" type="presParOf" srcId="{83338CD9-0958-459E-BB32-583B2CFFDAE8}" destId="{CB663FF6-F9CF-411E-BBB7-9379023894ED}" srcOrd="2" destOrd="0" presId="urn:microsoft.com/office/officeart/2018/2/layout/IconVerticalSolidList"/>
    <dgm:cxn modelId="{FCBE0E80-8F5D-4989-BB89-E19211F1AB56}" type="presParOf" srcId="{83338CD9-0958-459E-BB32-583B2CFFDAE8}" destId="{33BAEA37-16A9-4722-BAA4-620FDAD72030}" srcOrd="3" destOrd="0" presId="urn:microsoft.com/office/officeart/2018/2/layout/IconVerticalSolidList"/>
    <dgm:cxn modelId="{B771D81F-6CAF-4B73-825F-BC856FB31B08}" type="presParOf" srcId="{3E5A40C5-255D-4DFB-A953-D3C54FA6E8F2}" destId="{A3C56D67-0694-40F1-B986-A89B3C85D7AE}" srcOrd="3" destOrd="0" presId="urn:microsoft.com/office/officeart/2018/2/layout/IconVerticalSolidList"/>
    <dgm:cxn modelId="{411CE487-45E2-42B6-BB75-2901141365E9}" type="presParOf" srcId="{3E5A40C5-255D-4DFB-A953-D3C54FA6E8F2}" destId="{D9419795-78B1-4EF4-A2E0-E5356A2001E2}" srcOrd="4" destOrd="0" presId="urn:microsoft.com/office/officeart/2018/2/layout/IconVerticalSolidList"/>
    <dgm:cxn modelId="{E21371B7-C643-48AD-982C-3EC83AE125FE}" type="presParOf" srcId="{D9419795-78B1-4EF4-A2E0-E5356A2001E2}" destId="{595747D1-16AF-438F-9759-3E623E7D15DC}" srcOrd="0" destOrd="0" presId="urn:microsoft.com/office/officeart/2018/2/layout/IconVerticalSolidList"/>
    <dgm:cxn modelId="{D27E2100-C039-427B-80A6-8531FBE6B38E}" type="presParOf" srcId="{D9419795-78B1-4EF4-A2E0-E5356A2001E2}" destId="{B9740310-4F19-43B6-B6E2-B14C3B7D0670}" srcOrd="1" destOrd="0" presId="urn:microsoft.com/office/officeart/2018/2/layout/IconVerticalSolidList"/>
    <dgm:cxn modelId="{54BB9C4E-B982-484D-BDC7-C8E9ADB2FBE1}" type="presParOf" srcId="{D9419795-78B1-4EF4-A2E0-E5356A2001E2}" destId="{C30D1124-E258-4FBD-8400-086B69D48C80}" srcOrd="2" destOrd="0" presId="urn:microsoft.com/office/officeart/2018/2/layout/IconVerticalSolidList"/>
    <dgm:cxn modelId="{CDED4550-A886-411A-807C-C25D807482ED}" type="presParOf" srcId="{D9419795-78B1-4EF4-A2E0-E5356A2001E2}" destId="{66F26B0D-7E06-4B53-A3F0-4402DBEAD548}" srcOrd="3" destOrd="0" presId="urn:microsoft.com/office/officeart/2018/2/layout/IconVerticalSolidList"/>
    <dgm:cxn modelId="{443C4051-050B-4868-9981-3C48B79C9EEB}" type="presParOf" srcId="{3E5A40C5-255D-4DFB-A953-D3C54FA6E8F2}" destId="{DDECEC86-A002-476F-9E5F-4E9128AEEBCC}" srcOrd="5" destOrd="0" presId="urn:microsoft.com/office/officeart/2018/2/layout/IconVerticalSolidList"/>
    <dgm:cxn modelId="{20AA5698-4096-457E-9BB4-294380FF4539}" type="presParOf" srcId="{3E5A40C5-255D-4DFB-A953-D3C54FA6E8F2}" destId="{ECC70046-6BB5-4D17-80FD-62E71BFA5FF0}" srcOrd="6" destOrd="0" presId="urn:microsoft.com/office/officeart/2018/2/layout/IconVerticalSolidList"/>
    <dgm:cxn modelId="{EED24281-7106-4E2F-B1AB-E77B7E77C990}" type="presParOf" srcId="{ECC70046-6BB5-4D17-80FD-62E71BFA5FF0}" destId="{851C6AB6-80F1-4D8F-9C16-7F085165F349}" srcOrd="0" destOrd="0" presId="urn:microsoft.com/office/officeart/2018/2/layout/IconVerticalSolidList"/>
    <dgm:cxn modelId="{7B0F88EB-5818-4C77-A7FD-7AC1956442CD}" type="presParOf" srcId="{ECC70046-6BB5-4D17-80FD-62E71BFA5FF0}" destId="{BA58D293-3111-420F-9B72-CADC211CD3F2}" srcOrd="1" destOrd="0" presId="urn:microsoft.com/office/officeart/2018/2/layout/IconVerticalSolidList"/>
    <dgm:cxn modelId="{40A4884B-5F45-4AB5-9C0A-F611FE6C4096}" type="presParOf" srcId="{ECC70046-6BB5-4D17-80FD-62E71BFA5FF0}" destId="{CF5F676D-7D12-493E-AD05-9ECF7C2AA21F}" srcOrd="2" destOrd="0" presId="urn:microsoft.com/office/officeart/2018/2/layout/IconVerticalSolidList"/>
    <dgm:cxn modelId="{74403FFF-5F0E-4D57-8971-0F2D553250CD}" type="presParOf" srcId="{ECC70046-6BB5-4D17-80FD-62E71BFA5FF0}" destId="{21920E5A-6B85-4A57-98AE-5BEF0803336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9477935-21C0-4F2E-9FE3-D9BE836A42CF}"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B8B1CD47-01A8-49B5-B289-7CF2D1E987BB}">
      <dgm:prSet/>
      <dgm:spPr/>
      <dgm:t>
        <a:bodyPr/>
        <a:lstStyle/>
        <a:p>
          <a:r>
            <a:rPr lang="en-US" dirty="0"/>
            <a:t>Thus by trying 24 permutation(n!=4!=24),we can obtain optimum solution. The optimum solution is &lt;2,1,3,4&gt;</a:t>
          </a:r>
          <a:r>
            <a:rPr lang="en-US" dirty="0" err="1"/>
            <a:t>i.e.cost</a:t>
          </a:r>
          <a:r>
            <a:rPr lang="en-US" dirty="0"/>
            <a:t>=3+7+2+5=17.</a:t>
          </a:r>
        </a:p>
      </dgm:t>
    </dgm:pt>
    <dgm:pt modelId="{4184A396-C120-4AB0-BAF9-F0F2EEC2DB9B}" type="parTrans" cxnId="{2B15374E-5DA1-47CD-977A-8900F7F2B95C}">
      <dgm:prSet/>
      <dgm:spPr/>
      <dgm:t>
        <a:bodyPr/>
        <a:lstStyle/>
        <a:p>
          <a:endParaRPr lang="en-US"/>
        </a:p>
      </dgm:t>
    </dgm:pt>
    <dgm:pt modelId="{E3F53FF4-50D4-4CF3-87FF-398AEA7A4160}" type="sibTrans" cxnId="{2B15374E-5DA1-47CD-977A-8900F7F2B95C}">
      <dgm:prSet/>
      <dgm:spPr/>
      <dgm:t>
        <a:bodyPr/>
        <a:lstStyle/>
        <a:p>
          <a:endParaRPr lang="en-US"/>
        </a:p>
      </dgm:t>
    </dgm:pt>
    <dgm:pt modelId="{8A34A35F-96CB-4505-B65B-E6CB03676113}">
      <dgm:prSet/>
      <dgm:spPr/>
      <dgm:t>
        <a:bodyPr/>
        <a:lstStyle/>
        <a:p>
          <a:r>
            <a:rPr lang="en-US"/>
            <a:t>Thus we have to generate n! instances to find solution using exhaustive  search. This also shows how inefficient exhaustive search method is for solving such problems.</a:t>
          </a:r>
        </a:p>
      </dgm:t>
    </dgm:pt>
    <dgm:pt modelId="{426278B7-81A9-4314-AD0A-F2FE9C5CEA96}" type="parTrans" cxnId="{5F4A6AA2-5943-4A7C-A82C-4336921690F9}">
      <dgm:prSet/>
      <dgm:spPr/>
      <dgm:t>
        <a:bodyPr/>
        <a:lstStyle/>
        <a:p>
          <a:endParaRPr lang="en-US"/>
        </a:p>
      </dgm:t>
    </dgm:pt>
    <dgm:pt modelId="{79637A97-87D7-4580-8778-11C9F9CD044D}" type="sibTrans" cxnId="{5F4A6AA2-5943-4A7C-A82C-4336921690F9}">
      <dgm:prSet/>
      <dgm:spPr/>
      <dgm:t>
        <a:bodyPr/>
        <a:lstStyle/>
        <a:p>
          <a:endParaRPr lang="en-US"/>
        </a:p>
      </dgm:t>
    </dgm:pt>
    <dgm:pt modelId="{92B9DAB7-04CE-4317-8780-AE695BF4D01B}">
      <dgm:prSet/>
      <dgm:spPr/>
      <dgm:t>
        <a:bodyPr/>
        <a:lstStyle/>
        <a:p>
          <a:r>
            <a:rPr lang="en-US"/>
            <a:t>For solving these types of problems, many efficient algorithms are available</a:t>
          </a:r>
        </a:p>
      </dgm:t>
    </dgm:pt>
    <dgm:pt modelId="{96554EB8-4C77-4125-A48B-63D1CDA9C77D}" type="parTrans" cxnId="{9EEB6C83-6243-4C41-8B91-C453C3952004}">
      <dgm:prSet/>
      <dgm:spPr/>
      <dgm:t>
        <a:bodyPr/>
        <a:lstStyle/>
        <a:p>
          <a:endParaRPr lang="en-US"/>
        </a:p>
      </dgm:t>
    </dgm:pt>
    <dgm:pt modelId="{D0FF8204-11C8-4BCF-9D48-FE8FDE5C796B}" type="sibTrans" cxnId="{9EEB6C83-6243-4C41-8B91-C453C3952004}">
      <dgm:prSet/>
      <dgm:spPr/>
      <dgm:t>
        <a:bodyPr/>
        <a:lstStyle/>
        <a:p>
          <a:endParaRPr lang="en-US"/>
        </a:p>
      </dgm:t>
    </dgm:pt>
    <dgm:pt modelId="{A56B80BE-3838-4006-B19A-DB2F16652DBC}" type="pres">
      <dgm:prSet presAssocID="{A9477935-21C0-4F2E-9FE3-D9BE836A42CF}" presName="linear" presStyleCnt="0">
        <dgm:presLayoutVars>
          <dgm:animLvl val="lvl"/>
          <dgm:resizeHandles val="exact"/>
        </dgm:presLayoutVars>
      </dgm:prSet>
      <dgm:spPr/>
    </dgm:pt>
    <dgm:pt modelId="{F830C5DF-EFA0-478A-80A1-5E7FEB1CB720}" type="pres">
      <dgm:prSet presAssocID="{B8B1CD47-01A8-49B5-B289-7CF2D1E987BB}" presName="parentText" presStyleLbl="node1" presStyleIdx="0" presStyleCnt="3">
        <dgm:presLayoutVars>
          <dgm:chMax val="0"/>
          <dgm:bulletEnabled val="1"/>
        </dgm:presLayoutVars>
      </dgm:prSet>
      <dgm:spPr/>
    </dgm:pt>
    <dgm:pt modelId="{EA6C45A3-6F23-466B-BA3F-8FB792084C3B}" type="pres">
      <dgm:prSet presAssocID="{E3F53FF4-50D4-4CF3-87FF-398AEA7A4160}" presName="spacer" presStyleCnt="0"/>
      <dgm:spPr/>
    </dgm:pt>
    <dgm:pt modelId="{30A35079-55C9-41C9-B632-841F34724AA9}" type="pres">
      <dgm:prSet presAssocID="{8A34A35F-96CB-4505-B65B-E6CB03676113}" presName="parentText" presStyleLbl="node1" presStyleIdx="1" presStyleCnt="3">
        <dgm:presLayoutVars>
          <dgm:chMax val="0"/>
          <dgm:bulletEnabled val="1"/>
        </dgm:presLayoutVars>
      </dgm:prSet>
      <dgm:spPr/>
    </dgm:pt>
    <dgm:pt modelId="{B675ADD7-8B6B-4C0F-862B-5068A8987EA1}" type="pres">
      <dgm:prSet presAssocID="{79637A97-87D7-4580-8778-11C9F9CD044D}" presName="spacer" presStyleCnt="0"/>
      <dgm:spPr/>
    </dgm:pt>
    <dgm:pt modelId="{60A7FB9D-5A00-4884-8FEB-4C262D2A6AE4}" type="pres">
      <dgm:prSet presAssocID="{92B9DAB7-04CE-4317-8780-AE695BF4D01B}" presName="parentText" presStyleLbl="node1" presStyleIdx="2" presStyleCnt="3">
        <dgm:presLayoutVars>
          <dgm:chMax val="0"/>
          <dgm:bulletEnabled val="1"/>
        </dgm:presLayoutVars>
      </dgm:prSet>
      <dgm:spPr/>
    </dgm:pt>
  </dgm:ptLst>
  <dgm:cxnLst>
    <dgm:cxn modelId="{18E11F47-1D74-40DD-BF1D-4DED701B3733}" type="presOf" srcId="{B8B1CD47-01A8-49B5-B289-7CF2D1E987BB}" destId="{F830C5DF-EFA0-478A-80A1-5E7FEB1CB720}" srcOrd="0" destOrd="0" presId="urn:microsoft.com/office/officeart/2005/8/layout/vList2"/>
    <dgm:cxn modelId="{AE0A8D49-0461-457B-890C-DB3BBC6913AC}" type="presOf" srcId="{92B9DAB7-04CE-4317-8780-AE695BF4D01B}" destId="{60A7FB9D-5A00-4884-8FEB-4C262D2A6AE4}" srcOrd="0" destOrd="0" presId="urn:microsoft.com/office/officeart/2005/8/layout/vList2"/>
    <dgm:cxn modelId="{2B15374E-5DA1-47CD-977A-8900F7F2B95C}" srcId="{A9477935-21C0-4F2E-9FE3-D9BE836A42CF}" destId="{B8B1CD47-01A8-49B5-B289-7CF2D1E987BB}" srcOrd="0" destOrd="0" parTransId="{4184A396-C120-4AB0-BAF9-F0F2EEC2DB9B}" sibTransId="{E3F53FF4-50D4-4CF3-87FF-398AEA7A4160}"/>
    <dgm:cxn modelId="{E6EDA96E-B73A-4202-BF08-0FD1F795820E}" type="presOf" srcId="{A9477935-21C0-4F2E-9FE3-D9BE836A42CF}" destId="{A56B80BE-3838-4006-B19A-DB2F16652DBC}" srcOrd="0" destOrd="0" presId="urn:microsoft.com/office/officeart/2005/8/layout/vList2"/>
    <dgm:cxn modelId="{9EEB6C83-6243-4C41-8B91-C453C3952004}" srcId="{A9477935-21C0-4F2E-9FE3-D9BE836A42CF}" destId="{92B9DAB7-04CE-4317-8780-AE695BF4D01B}" srcOrd="2" destOrd="0" parTransId="{96554EB8-4C77-4125-A48B-63D1CDA9C77D}" sibTransId="{D0FF8204-11C8-4BCF-9D48-FE8FDE5C796B}"/>
    <dgm:cxn modelId="{5F4A6AA2-5943-4A7C-A82C-4336921690F9}" srcId="{A9477935-21C0-4F2E-9FE3-D9BE836A42CF}" destId="{8A34A35F-96CB-4505-B65B-E6CB03676113}" srcOrd="1" destOrd="0" parTransId="{426278B7-81A9-4314-AD0A-F2FE9C5CEA96}" sibTransId="{79637A97-87D7-4580-8778-11C9F9CD044D}"/>
    <dgm:cxn modelId="{42A2B1E2-88BC-4DB4-B618-5A04E8E1B36C}" type="presOf" srcId="{8A34A35F-96CB-4505-B65B-E6CB03676113}" destId="{30A35079-55C9-41C9-B632-841F34724AA9}" srcOrd="0" destOrd="0" presId="urn:microsoft.com/office/officeart/2005/8/layout/vList2"/>
    <dgm:cxn modelId="{B5F44919-38AD-47BA-A84F-929F4DE7AF8C}" type="presParOf" srcId="{A56B80BE-3838-4006-B19A-DB2F16652DBC}" destId="{F830C5DF-EFA0-478A-80A1-5E7FEB1CB720}" srcOrd="0" destOrd="0" presId="urn:microsoft.com/office/officeart/2005/8/layout/vList2"/>
    <dgm:cxn modelId="{0353D6FA-3263-4F8C-848C-D4BDDEFD6059}" type="presParOf" srcId="{A56B80BE-3838-4006-B19A-DB2F16652DBC}" destId="{EA6C45A3-6F23-466B-BA3F-8FB792084C3B}" srcOrd="1" destOrd="0" presId="urn:microsoft.com/office/officeart/2005/8/layout/vList2"/>
    <dgm:cxn modelId="{8136FAE9-8EF1-4012-8E77-5C3305F640A4}" type="presParOf" srcId="{A56B80BE-3838-4006-B19A-DB2F16652DBC}" destId="{30A35079-55C9-41C9-B632-841F34724AA9}" srcOrd="2" destOrd="0" presId="urn:microsoft.com/office/officeart/2005/8/layout/vList2"/>
    <dgm:cxn modelId="{5C33BADA-7AA8-41D3-BDC0-F544560CA722}" type="presParOf" srcId="{A56B80BE-3838-4006-B19A-DB2F16652DBC}" destId="{B675ADD7-8B6B-4C0F-862B-5068A8987EA1}" srcOrd="3" destOrd="0" presId="urn:microsoft.com/office/officeart/2005/8/layout/vList2"/>
    <dgm:cxn modelId="{A8FC3AFB-E79D-48A5-BF51-297AA40054E7}" type="presParOf" srcId="{A56B80BE-3838-4006-B19A-DB2F16652DBC}" destId="{60A7FB9D-5A00-4884-8FEB-4C262D2A6AE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B9B7C4A-582A-49F7-99A0-B2F3BF7FAE5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676AF36-1383-49CC-9A2C-87C277776339}">
      <dgm:prSet/>
      <dgm:spPr/>
      <dgm:t>
        <a:bodyPr/>
        <a:lstStyle/>
        <a:p>
          <a:pPr>
            <a:lnSpc>
              <a:spcPct val="100000"/>
            </a:lnSpc>
          </a:pPr>
          <a:r>
            <a:rPr lang="en-US"/>
            <a:t>•Breadth-first search can be used to solve many problems such as:</a:t>
          </a:r>
        </a:p>
      </dgm:t>
    </dgm:pt>
    <dgm:pt modelId="{9F67FE97-5333-463C-8621-EBB8863B0908}" type="parTrans" cxnId="{B421D012-F057-40E9-8551-CA20B712C156}">
      <dgm:prSet/>
      <dgm:spPr/>
      <dgm:t>
        <a:bodyPr/>
        <a:lstStyle/>
        <a:p>
          <a:endParaRPr lang="en-US"/>
        </a:p>
      </dgm:t>
    </dgm:pt>
    <dgm:pt modelId="{F43785C5-E233-4744-A245-593FA7EA28EA}" type="sibTrans" cxnId="{B421D012-F057-40E9-8551-CA20B712C156}">
      <dgm:prSet/>
      <dgm:spPr/>
      <dgm:t>
        <a:bodyPr/>
        <a:lstStyle/>
        <a:p>
          <a:endParaRPr lang="en-US"/>
        </a:p>
      </dgm:t>
    </dgm:pt>
    <dgm:pt modelId="{21073DE4-4818-41B2-A039-B40C55355130}">
      <dgm:prSet/>
      <dgm:spPr/>
      <dgm:t>
        <a:bodyPr/>
        <a:lstStyle/>
        <a:p>
          <a:pPr>
            <a:lnSpc>
              <a:spcPct val="100000"/>
            </a:lnSpc>
          </a:pPr>
          <a:r>
            <a:rPr lang="en-US"/>
            <a:t>•Finding all connected components in a graph G.</a:t>
          </a:r>
        </a:p>
      </dgm:t>
    </dgm:pt>
    <dgm:pt modelId="{E401F18E-40FB-4DFD-A737-76CA2228ABA9}" type="parTrans" cxnId="{2BD4B2C6-8A5A-4B3E-9967-5F4079A57E4B}">
      <dgm:prSet/>
      <dgm:spPr/>
      <dgm:t>
        <a:bodyPr/>
        <a:lstStyle/>
        <a:p>
          <a:endParaRPr lang="en-US"/>
        </a:p>
      </dgm:t>
    </dgm:pt>
    <dgm:pt modelId="{F3E0194C-590E-42C4-B83D-1FC10D3D4ADF}" type="sibTrans" cxnId="{2BD4B2C6-8A5A-4B3E-9967-5F4079A57E4B}">
      <dgm:prSet/>
      <dgm:spPr/>
      <dgm:t>
        <a:bodyPr/>
        <a:lstStyle/>
        <a:p>
          <a:endParaRPr lang="en-US"/>
        </a:p>
      </dgm:t>
    </dgm:pt>
    <dgm:pt modelId="{C07536A0-34D2-4168-93A3-65AAB68D14DB}">
      <dgm:prSet/>
      <dgm:spPr/>
      <dgm:t>
        <a:bodyPr/>
        <a:lstStyle/>
        <a:p>
          <a:pPr>
            <a:lnSpc>
              <a:spcPct val="100000"/>
            </a:lnSpc>
          </a:pPr>
          <a:r>
            <a:rPr lang="en-US"/>
            <a:t>•Finding all nodes within an individual connected component.</a:t>
          </a:r>
        </a:p>
      </dgm:t>
    </dgm:pt>
    <dgm:pt modelId="{E402F045-E6E6-4885-8B80-C24645D022E3}" type="parTrans" cxnId="{6D2D7514-6652-4FEC-BB90-651C69B75F5B}">
      <dgm:prSet/>
      <dgm:spPr/>
      <dgm:t>
        <a:bodyPr/>
        <a:lstStyle/>
        <a:p>
          <a:endParaRPr lang="en-US"/>
        </a:p>
      </dgm:t>
    </dgm:pt>
    <dgm:pt modelId="{0CAB320B-1042-410A-8A28-6C4823067D2C}" type="sibTrans" cxnId="{6D2D7514-6652-4FEC-BB90-651C69B75F5B}">
      <dgm:prSet/>
      <dgm:spPr/>
      <dgm:t>
        <a:bodyPr/>
        <a:lstStyle/>
        <a:p>
          <a:endParaRPr lang="en-US"/>
        </a:p>
      </dgm:t>
    </dgm:pt>
    <dgm:pt modelId="{ED44B8B2-4AD8-4D27-93A1-1FE7EDC908BB}">
      <dgm:prSet/>
      <dgm:spPr/>
      <dgm:t>
        <a:bodyPr/>
        <a:lstStyle/>
        <a:p>
          <a:pPr>
            <a:lnSpc>
              <a:spcPct val="100000"/>
            </a:lnSpc>
          </a:pPr>
          <a:r>
            <a:rPr lang="en-US"/>
            <a:t>•Finding the shortest path between two nodes, u and v, of an unweighted graph.</a:t>
          </a:r>
        </a:p>
      </dgm:t>
    </dgm:pt>
    <dgm:pt modelId="{13A6DBF6-8363-4792-8D64-17804F717890}" type="parTrans" cxnId="{B191E025-27B6-4718-B1C7-5A5C570333CB}">
      <dgm:prSet/>
      <dgm:spPr/>
      <dgm:t>
        <a:bodyPr/>
        <a:lstStyle/>
        <a:p>
          <a:endParaRPr lang="en-US"/>
        </a:p>
      </dgm:t>
    </dgm:pt>
    <dgm:pt modelId="{F8FA0097-AF92-488E-BFD6-D53445BAE51F}" type="sibTrans" cxnId="{B191E025-27B6-4718-B1C7-5A5C570333CB}">
      <dgm:prSet/>
      <dgm:spPr/>
      <dgm:t>
        <a:bodyPr/>
        <a:lstStyle/>
        <a:p>
          <a:endParaRPr lang="en-US"/>
        </a:p>
      </dgm:t>
    </dgm:pt>
    <dgm:pt modelId="{429DD078-85A0-47D5-8287-919811420871}" type="pres">
      <dgm:prSet presAssocID="{2B9B7C4A-582A-49F7-99A0-B2F3BF7FAE58}" presName="root" presStyleCnt="0">
        <dgm:presLayoutVars>
          <dgm:dir/>
          <dgm:resizeHandles val="exact"/>
        </dgm:presLayoutVars>
      </dgm:prSet>
      <dgm:spPr/>
    </dgm:pt>
    <dgm:pt modelId="{C2E60A97-665F-4372-B321-508F6A25C5EF}" type="pres">
      <dgm:prSet presAssocID="{0676AF36-1383-49CC-9A2C-87C277776339}" presName="compNode" presStyleCnt="0"/>
      <dgm:spPr/>
    </dgm:pt>
    <dgm:pt modelId="{1923E65C-EA9D-4C61-A296-4B5CB085CCF3}" type="pres">
      <dgm:prSet presAssocID="{0676AF36-1383-49CC-9A2C-87C277776339}" presName="bgRect" presStyleLbl="bgShp" presStyleIdx="0" presStyleCnt="4" custLinFactNeighborX="-1843" custLinFactNeighborY="-67900"/>
      <dgm:spPr/>
    </dgm:pt>
    <dgm:pt modelId="{DFD71FFF-78E5-4901-871F-27C6028B66F8}" type="pres">
      <dgm:prSet presAssocID="{0676AF36-1383-49CC-9A2C-87C27777633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Zoom In"/>
        </a:ext>
      </dgm:extLst>
    </dgm:pt>
    <dgm:pt modelId="{9180044A-1746-40B0-ACBF-4A4313D9DD1D}" type="pres">
      <dgm:prSet presAssocID="{0676AF36-1383-49CC-9A2C-87C277776339}" presName="spaceRect" presStyleCnt="0"/>
      <dgm:spPr/>
    </dgm:pt>
    <dgm:pt modelId="{21DE07CA-1C28-4EFF-931A-DEA7E7C6E6B5}" type="pres">
      <dgm:prSet presAssocID="{0676AF36-1383-49CC-9A2C-87C277776339}" presName="parTx" presStyleLbl="revTx" presStyleIdx="0" presStyleCnt="4">
        <dgm:presLayoutVars>
          <dgm:chMax val="0"/>
          <dgm:chPref val="0"/>
        </dgm:presLayoutVars>
      </dgm:prSet>
      <dgm:spPr/>
    </dgm:pt>
    <dgm:pt modelId="{B17AD790-8265-41F3-BAB9-655E08AFDD60}" type="pres">
      <dgm:prSet presAssocID="{F43785C5-E233-4744-A245-593FA7EA28EA}" presName="sibTrans" presStyleCnt="0"/>
      <dgm:spPr/>
    </dgm:pt>
    <dgm:pt modelId="{BDF6EF5B-FB44-47AC-B26B-D35DAEAB6C68}" type="pres">
      <dgm:prSet presAssocID="{21073DE4-4818-41B2-A039-B40C55355130}" presName="compNode" presStyleCnt="0"/>
      <dgm:spPr/>
    </dgm:pt>
    <dgm:pt modelId="{8031415B-2719-4FD8-9392-2B3AF7BE584B}" type="pres">
      <dgm:prSet presAssocID="{21073DE4-4818-41B2-A039-B40C55355130}" presName="bgRect" presStyleLbl="bgShp" presStyleIdx="1" presStyleCnt="4"/>
      <dgm:spPr/>
    </dgm:pt>
    <dgm:pt modelId="{E015B27B-FD9E-47F6-B8AB-57EC684196B9}" type="pres">
      <dgm:prSet presAssocID="{21073DE4-4818-41B2-A039-B40C5535513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nected"/>
        </a:ext>
      </dgm:extLst>
    </dgm:pt>
    <dgm:pt modelId="{09FADD42-D374-4447-8775-0BF51CF439D8}" type="pres">
      <dgm:prSet presAssocID="{21073DE4-4818-41B2-A039-B40C55355130}" presName="spaceRect" presStyleCnt="0"/>
      <dgm:spPr/>
    </dgm:pt>
    <dgm:pt modelId="{3A7FEBEB-704E-41E4-A076-C9CADCB8A586}" type="pres">
      <dgm:prSet presAssocID="{21073DE4-4818-41B2-A039-B40C55355130}" presName="parTx" presStyleLbl="revTx" presStyleIdx="1" presStyleCnt="4">
        <dgm:presLayoutVars>
          <dgm:chMax val="0"/>
          <dgm:chPref val="0"/>
        </dgm:presLayoutVars>
      </dgm:prSet>
      <dgm:spPr/>
    </dgm:pt>
    <dgm:pt modelId="{45DB2290-C651-4C49-972E-148A884C99A7}" type="pres">
      <dgm:prSet presAssocID="{F3E0194C-590E-42C4-B83D-1FC10D3D4ADF}" presName="sibTrans" presStyleCnt="0"/>
      <dgm:spPr/>
    </dgm:pt>
    <dgm:pt modelId="{57895190-5074-42D4-A99C-DA7FAEC64002}" type="pres">
      <dgm:prSet presAssocID="{C07536A0-34D2-4168-93A3-65AAB68D14DB}" presName="compNode" presStyleCnt="0"/>
      <dgm:spPr/>
    </dgm:pt>
    <dgm:pt modelId="{C1DC3035-8997-4C8F-A198-41C7A6C5814A}" type="pres">
      <dgm:prSet presAssocID="{C07536A0-34D2-4168-93A3-65AAB68D14DB}" presName="bgRect" presStyleLbl="bgShp" presStyleIdx="2" presStyleCnt="4"/>
      <dgm:spPr/>
    </dgm:pt>
    <dgm:pt modelId="{2085FE38-FB09-4EDB-B2CE-4FDBAAEB17CD}" type="pres">
      <dgm:prSet presAssocID="{C07536A0-34D2-4168-93A3-65AAB68D14D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Network"/>
        </a:ext>
      </dgm:extLst>
    </dgm:pt>
    <dgm:pt modelId="{EC1ADB5A-666C-4D31-8453-BFB435186292}" type="pres">
      <dgm:prSet presAssocID="{C07536A0-34D2-4168-93A3-65AAB68D14DB}" presName="spaceRect" presStyleCnt="0"/>
      <dgm:spPr/>
    </dgm:pt>
    <dgm:pt modelId="{532D6FF2-8DD0-49EF-A492-DF8298C31B44}" type="pres">
      <dgm:prSet presAssocID="{C07536A0-34D2-4168-93A3-65AAB68D14DB}" presName="parTx" presStyleLbl="revTx" presStyleIdx="2" presStyleCnt="4">
        <dgm:presLayoutVars>
          <dgm:chMax val="0"/>
          <dgm:chPref val="0"/>
        </dgm:presLayoutVars>
      </dgm:prSet>
      <dgm:spPr/>
    </dgm:pt>
    <dgm:pt modelId="{92637BD7-B267-4BB6-B6FA-A5A1F2110AA4}" type="pres">
      <dgm:prSet presAssocID="{0CAB320B-1042-410A-8A28-6C4823067D2C}" presName="sibTrans" presStyleCnt="0"/>
      <dgm:spPr/>
    </dgm:pt>
    <dgm:pt modelId="{EFE6AB57-E686-4A94-B914-72FED3A92947}" type="pres">
      <dgm:prSet presAssocID="{ED44B8B2-4AD8-4D27-93A1-1FE7EDC908BB}" presName="compNode" presStyleCnt="0"/>
      <dgm:spPr/>
    </dgm:pt>
    <dgm:pt modelId="{D93ADD8B-1F3C-43CD-92E4-46FBDB26B683}" type="pres">
      <dgm:prSet presAssocID="{ED44B8B2-4AD8-4D27-93A1-1FE7EDC908BB}" presName="bgRect" presStyleLbl="bgShp" presStyleIdx="3" presStyleCnt="4"/>
      <dgm:spPr/>
    </dgm:pt>
    <dgm:pt modelId="{8F1C7E2A-E4D5-4929-8E8B-731F40BE3C3B}" type="pres">
      <dgm:prSet presAssocID="{ED44B8B2-4AD8-4D27-93A1-1FE7EDC908B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cs"/>
        </a:ext>
      </dgm:extLst>
    </dgm:pt>
    <dgm:pt modelId="{3321FCE2-3CD2-4E91-A839-64002B2A5B42}" type="pres">
      <dgm:prSet presAssocID="{ED44B8B2-4AD8-4D27-93A1-1FE7EDC908BB}" presName="spaceRect" presStyleCnt="0"/>
      <dgm:spPr/>
    </dgm:pt>
    <dgm:pt modelId="{BBC2C891-C260-4E55-A976-F53A2C23AE8A}" type="pres">
      <dgm:prSet presAssocID="{ED44B8B2-4AD8-4D27-93A1-1FE7EDC908BB}" presName="parTx" presStyleLbl="revTx" presStyleIdx="3" presStyleCnt="4">
        <dgm:presLayoutVars>
          <dgm:chMax val="0"/>
          <dgm:chPref val="0"/>
        </dgm:presLayoutVars>
      </dgm:prSet>
      <dgm:spPr/>
    </dgm:pt>
  </dgm:ptLst>
  <dgm:cxnLst>
    <dgm:cxn modelId="{B421D012-F057-40E9-8551-CA20B712C156}" srcId="{2B9B7C4A-582A-49F7-99A0-B2F3BF7FAE58}" destId="{0676AF36-1383-49CC-9A2C-87C277776339}" srcOrd="0" destOrd="0" parTransId="{9F67FE97-5333-463C-8621-EBB8863B0908}" sibTransId="{F43785C5-E233-4744-A245-593FA7EA28EA}"/>
    <dgm:cxn modelId="{3C1DFC13-300C-454E-B682-53C58F621386}" type="presOf" srcId="{2B9B7C4A-582A-49F7-99A0-B2F3BF7FAE58}" destId="{429DD078-85A0-47D5-8287-919811420871}" srcOrd="0" destOrd="0" presId="urn:microsoft.com/office/officeart/2018/2/layout/IconVerticalSolidList"/>
    <dgm:cxn modelId="{6D2D7514-6652-4FEC-BB90-651C69B75F5B}" srcId="{2B9B7C4A-582A-49F7-99A0-B2F3BF7FAE58}" destId="{C07536A0-34D2-4168-93A3-65AAB68D14DB}" srcOrd="2" destOrd="0" parTransId="{E402F045-E6E6-4885-8B80-C24645D022E3}" sibTransId="{0CAB320B-1042-410A-8A28-6C4823067D2C}"/>
    <dgm:cxn modelId="{B191E025-27B6-4718-B1C7-5A5C570333CB}" srcId="{2B9B7C4A-582A-49F7-99A0-B2F3BF7FAE58}" destId="{ED44B8B2-4AD8-4D27-93A1-1FE7EDC908BB}" srcOrd="3" destOrd="0" parTransId="{13A6DBF6-8363-4792-8D64-17804F717890}" sibTransId="{F8FA0097-AF92-488E-BFD6-D53445BAE51F}"/>
    <dgm:cxn modelId="{485C892B-20D9-4590-8F09-CE6383C41B3E}" type="presOf" srcId="{21073DE4-4818-41B2-A039-B40C55355130}" destId="{3A7FEBEB-704E-41E4-A076-C9CADCB8A586}" srcOrd="0" destOrd="0" presId="urn:microsoft.com/office/officeart/2018/2/layout/IconVerticalSolidList"/>
    <dgm:cxn modelId="{9DF61A36-E1CF-4ED0-95C4-CF081E2D7904}" type="presOf" srcId="{C07536A0-34D2-4168-93A3-65AAB68D14DB}" destId="{532D6FF2-8DD0-49EF-A492-DF8298C31B44}" srcOrd="0" destOrd="0" presId="urn:microsoft.com/office/officeart/2018/2/layout/IconVerticalSolidList"/>
    <dgm:cxn modelId="{E5F85647-3971-4369-8920-B122FF298EC4}" type="presOf" srcId="{ED44B8B2-4AD8-4D27-93A1-1FE7EDC908BB}" destId="{BBC2C891-C260-4E55-A976-F53A2C23AE8A}" srcOrd="0" destOrd="0" presId="urn:microsoft.com/office/officeart/2018/2/layout/IconVerticalSolidList"/>
    <dgm:cxn modelId="{CD985E76-9AE4-4E80-A91D-15E3EC016234}" type="presOf" srcId="{0676AF36-1383-49CC-9A2C-87C277776339}" destId="{21DE07CA-1C28-4EFF-931A-DEA7E7C6E6B5}" srcOrd="0" destOrd="0" presId="urn:microsoft.com/office/officeart/2018/2/layout/IconVerticalSolidList"/>
    <dgm:cxn modelId="{2BD4B2C6-8A5A-4B3E-9967-5F4079A57E4B}" srcId="{2B9B7C4A-582A-49F7-99A0-B2F3BF7FAE58}" destId="{21073DE4-4818-41B2-A039-B40C55355130}" srcOrd="1" destOrd="0" parTransId="{E401F18E-40FB-4DFD-A737-76CA2228ABA9}" sibTransId="{F3E0194C-590E-42C4-B83D-1FC10D3D4ADF}"/>
    <dgm:cxn modelId="{04476164-401D-4FCE-8DB3-9BD4F8DF41EE}" type="presParOf" srcId="{429DD078-85A0-47D5-8287-919811420871}" destId="{C2E60A97-665F-4372-B321-508F6A25C5EF}" srcOrd="0" destOrd="0" presId="urn:microsoft.com/office/officeart/2018/2/layout/IconVerticalSolidList"/>
    <dgm:cxn modelId="{E5892C42-464C-4415-A8D0-122C07D954E8}" type="presParOf" srcId="{C2E60A97-665F-4372-B321-508F6A25C5EF}" destId="{1923E65C-EA9D-4C61-A296-4B5CB085CCF3}" srcOrd="0" destOrd="0" presId="urn:microsoft.com/office/officeart/2018/2/layout/IconVerticalSolidList"/>
    <dgm:cxn modelId="{7228612B-977C-4F47-9A63-68DD150D0497}" type="presParOf" srcId="{C2E60A97-665F-4372-B321-508F6A25C5EF}" destId="{DFD71FFF-78E5-4901-871F-27C6028B66F8}" srcOrd="1" destOrd="0" presId="urn:microsoft.com/office/officeart/2018/2/layout/IconVerticalSolidList"/>
    <dgm:cxn modelId="{F0387DCF-7551-4C6D-AC22-4644784F5AAA}" type="presParOf" srcId="{C2E60A97-665F-4372-B321-508F6A25C5EF}" destId="{9180044A-1746-40B0-ACBF-4A4313D9DD1D}" srcOrd="2" destOrd="0" presId="urn:microsoft.com/office/officeart/2018/2/layout/IconVerticalSolidList"/>
    <dgm:cxn modelId="{BC8A28B4-D4E3-4B63-9F70-0818F6ECC970}" type="presParOf" srcId="{C2E60A97-665F-4372-B321-508F6A25C5EF}" destId="{21DE07CA-1C28-4EFF-931A-DEA7E7C6E6B5}" srcOrd="3" destOrd="0" presId="urn:microsoft.com/office/officeart/2018/2/layout/IconVerticalSolidList"/>
    <dgm:cxn modelId="{332665CE-7D7E-497D-9B24-AAFBFD598DF8}" type="presParOf" srcId="{429DD078-85A0-47D5-8287-919811420871}" destId="{B17AD790-8265-41F3-BAB9-655E08AFDD60}" srcOrd="1" destOrd="0" presId="urn:microsoft.com/office/officeart/2018/2/layout/IconVerticalSolidList"/>
    <dgm:cxn modelId="{179475D3-9A65-4A9F-BD86-7F312D1547D1}" type="presParOf" srcId="{429DD078-85A0-47D5-8287-919811420871}" destId="{BDF6EF5B-FB44-47AC-B26B-D35DAEAB6C68}" srcOrd="2" destOrd="0" presId="urn:microsoft.com/office/officeart/2018/2/layout/IconVerticalSolidList"/>
    <dgm:cxn modelId="{4F71737B-DB67-4D5C-A669-3A167217C524}" type="presParOf" srcId="{BDF6EF5B-FB44-47AC-B26B-D35DAEAB6C68}" destId="{8031415B-2719-4FD8-9392-2B3AF7BE584B}" srcOrd="0" destOrd="0" presId="urn:microsoft.com/office/officeart/2018/2/layout/IconVerticalSolidList"/>
    <dgm:cxn modelId="{BCAC4EB1-CECF-4B5B-A4B5-493B940AA0D3}" type="presParOf" srcId="{BDF6EF5B-FB44-47AC-B26B-D35DAEAB6C68}" destId="{E015B27B-FD9E-47F6-B8AB-57EC684196B9}" srcOrd="1" destOrd="0" presId="urn:microsoft.com/office/officeart/2018/2/layout/IconVerticalSolidList"/>
    <dgm:cxn modelId="{61B927AF-799A-4E08-9901-3C64427FD236}" type="presParOf" srcId="{BDF6EF5B-FB44-47AC-B26B-D35DAEAB6C68}" destId="{09FADD42-D374-4447-8775-0BF51CF439D8}" srcOrd="2" destOrd="0" presId="urn:microsoft.com/office/officeart/2018/2/layout/IconVerticalSolidList"/>
    <dgm:cxn modelId="{14588498-1809-4828-AC2B-0CCDDEA57309}" type="presParOf" srcId="{BDF6EF5B-FB44-47AC-B26B-D35DAEAB6C68}" destId="{3A7FEBEB-704E-41E4-A076-C9CADCB8A586}" srcOrd="3" destOrd="0" presId="urn:microsoft.com/office/officeart/2018/2/layout/IconVerticalSolidList"/>
    <dgm:cxn modelId="{1ADB5E17-EAB6-415E-B8E4-3266212EF5A6}" type="presParOf" srcId="{429DD078-85A0-47D5-8287-919811420871}" destId="{45DB2290-C651-4C49-972E-148A884C99A7}" srcOrd="3" destOrd="0" presId="urn:microsoft.com/office/officeart/2018/2/layout/IconVerticalSolidList"/>
    <dgm:cxn modelId="{9EC8EFE1-A225-48D2-B4E6-1F7F361080EA}" type="presParOf" srcId="{429DD078-85A0-47D5-8287-919811420871}" destId="{57895190-5074-42D4-A99C-DA7FAEC64002}" srcOrd="4" destOrd="0" presId="urn:microsoft.com/office/officeart/2018/2/layout/IconVerticalSolidList"/>
    <dgm:cxn modelId="{D33D2593-B43F-4771-97C0-5E474AF597C1}" type="presParOf" srcId="{57895190-5074-42D4-A99C-DA7FAEC64002}" destId="{C1DC3035-8997-4C8F-A198-41C7A6C5814A}" srcOrd="0" destOrd="0" presId="urn:microsoft.com/office/officeart/2018/2/layout/IconVerticalSolidList"/>
    <dgm:cxn modelId="{783315A3-13CE-4FAF-9702-3E29C0FF2D3E}" type="presParOf" srcId="{57895190-5074-42D4-A99C-DA7FAEC64002}" destId="{2085FE38-FB09-4EDB-B2CE-4FDBAAEB17CD}" srcOrd="1" destOrd="0" presId="urn:microsoft.com/office/officeart/2018/2/layout/IconVerticalSolidList"/>
    <dgm:cxn modelId="{3D3DBAE1-435A-4BC7-A668-6DC74618919A}" type="presParOf" srcId="{57895190-5074-42D4-A99C-DA7FAEC64002}" destId="{EC1ADB5A-666C-4D31-8453-BFB435186292}" srcOrd="2" destOrd="0" presId="urn:microsoft.com/office/officeart/2018/2/layout/IconVerticalSolidList"/>
    <dgm:cxn modelId="{1C85F29B-546C-4281-8624-5362FED31067}" type="presParOf" srcId="{57895190-5074-42D4-A99C-DA7FAEC64002}" destId="{532D6FF2-8DD0-49EF-A492-DF8298C31B44}" srcOrd="3" destOrd="0" presId="urn:microsoft.com/office/officeart/2018/2/layout/IconVerticalSolidList"/>
    <dgm:cxn modelId="{E3B7C221-E0AF-45D2-8EE0-98676E2B5CCC}" type="presParOf" srcId="{429DD078-85A0-47D5-8287-919811420871}" destId="{92637BD7-B267-4BB6-B6FA-A5A1F2110AA4}" srcOrd="5" destOrd="0" presId="urn:microsoft.com/office/officeart/2018/2/layout/IconVerticalSolidList"/>
    <dgm:cxn modelId="{2A6B601C-5C8A-406E-98DA-5D645B03FAEA}" type="presParOf" srcId="{429DD078-85A0-47D5-8287-919811420871}" destId="{EFE6AB57-E686-4A94-B914-72FED3A92947}" srcOrd="6" destOrd="0" presId="urn:microsoft.com/office/officeart/2018/2/layout/IconVerticalSolidList"/>
    <dgm:cxn modelId="{86D37AE1-E63A-4EE2-8E33-5A162F4C5594}" type="presParOf" srcId="{EFE6AB57-E686-4A94-B914-72FED3A92947}" destId="{D93ADD8B-1F3C-43CD-92E4-46FBDB26B683}" srcOrd="0" destOrd="0" presId="urn:microsoft.com/office/officeart/2018/2/layout/IconVerticalSolidList"/>
    <dgm:cxn modelId="{A47521E0-E68D-4369-B953-733343E18356}" type="presParOf" srcId="{EFE6AB57-E686-4A94-B914-72FED3A92947}" destId="{8F1C7E2A-E4D5-4929-8E8B-731F40BE3C3B}" srcOrd="1" destOrd="0" presId="urn:microsoft.com/office/officeart/2018/2/layout/IconVerticalSolidList"/>
    <dgm:cxn modelId="{70CB35A8-9694-4649-9D21-90A360D46C45}" type="presParOf" srcId="{EFE6AB57-E686-4A94-B914-72FED3A92947}" destId="{3321FCE2-3CD2-4E91-A839-64002B2A5B42}" srcOrd="2" destOrd="0" presId="urn:microsoft.com/office/officeart/2018/2/layout/IconVerticalSolidList"/>
    <dgm:cxn modelId="{DA66DFC5-90C8-486C-BA1C-0FB3AE8E77A3}" type="presParOf" srcId="{EFE6AB57-E686-4A94-B914-72FED3A92947}" destId="{BBC2C891-C260-4E55-A976-F53A2C23AE8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27003C9-5541-4323-BD01-2A7F798D1F82}"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217FF63-66A1-46A3-8046-0C984E3781D7}">
      <dgm:prSet custT="1"/>
      <dgm:spPr/>
      <dgm:t>
        <a:bodyPr/>
        <a:lstStyle/>
        <a:p>
          <a:r>
            <a:rPr lang="en-US" sz="3400" dirty="0"/>
            <a:t>•</a:t>
          </a:r>
          <a:r>
            <a:rPr lang="en-US" sz="2400" dirty="0"/>
            <a:t>Finding a path between two specified nodes, u and v, of an unweighted graph.</a:t>
          </a:r>
        </a:p>
      </dgm:t>
    </dgm:pt>
    <dgm:pt modelId="{4591ACD2-6368-4BF6-AFFF-E2C57BE2ACF9}" type="parTrans" cxnId="{C8E32054-1E4B-4886-A422-5F7EBFE5D8BC}">
      <dgm:prSet/>
      <dgm:spPr/>
      <dgm:t>
        <a:bodyPr/>
        <a:lstStyle/>
        <a:p>
          <a:endParaRPr lang="en-US"/>
        </a:p>
      </dgm:t>
    </dgm:pt>
    <dgm:pt modelId="{ED2DEBE9-6DBA-4972-A3BC-33C87EA0A941}" type="sibTrans" cxnId="{C8E32054-1E4B-4886-A422-5F7EBFE5D8BC}">
      <dgm:prSet/>
      <dgm:spPr/>
      <dgm:t>
        <a:bodyPr/>
        <a:lstStyle/>
        <a:p>
          <a:endParaRPr lang="en-US"/>
        </a:p>
      </dgm:t>
    </dgm:pt>
    <dgm:pt modelId="{406C4001-EBFC-4930-8EA8-318ABCC5C44A}">
      <dgm:prSet custT="1"/>
      <dgm:spPr/>
      <dgm:t>
        <a:bodyPr/>
        <a:lstStyle/>
        <a:p>
          <a:r>
            <a:rPr lang="en-US" sz="3400" dirty="0"/>
            <a:t>•</a:t>
          </a:r>
          <a:r>
            <a:rPr lang="en-US" sz="2400" dirty="0"/>
            <a:t>Finding a path between two specified nodes, u and v, of a weighted graph.</a:t>
          </a:r>
        </a:p>
      </dgm:t>
    </dgm:pt>
    <dgm:pt modelId="{B75295B4-9B34-4F1B-96D0-C49F6F593D17}" type="parTrans" cxnId="{F7E37509-8166-4D14-947B-EBE29AFCAA52}">
      <dgm:prSet/>
      <dgm:spPr/>
      <dgm:t>
        <a:bodyPr/>
        <a:lstStyle/>
        <a:p>
          <a:endParaRPr lang="en-US"/>
        </a:p>
      </dgm:t>
    </dgm:pt>
    <dgm:pt modelId="{DA500AF7-ED11-4A23-BFDB-3A6AA39ACA3F}" type="sibTrans" cxnId="{F7E37509-8166-4D14-947B-EBE29AFCAA52}">
      <dgm:prSet/>
      <dgm:spPr/>
      <dgm:t>
        <a:bodyPr/>
        <a:lstStyle/>
        <a:p>
          <a:endParaRPr lang="en-US"/>
        </a:p>
      </dgm:t>
    </dgm:pt>
    <dgm:pt modelId="{B9E26258-5E11-451A-9F59-081B48768362}">
      <dgm:prSet custT="1"/>
      <dgm:spPr/>
      <dgm:t>
        <a:bodyPr/>
        <a:lstStyle/>
        <a:p>
          <a:r>
            <a:rPr lang="en-US" sz="4000" dirty="0"/>
            <a:t>•</a:t>
          </a:r>
          <a:r>
            <a:rPr lang="en-US" sz="2400" dirty="0"/>
            <a:t>Finding whether a graph is connected or not.</a:t>
          </a:r>
        </a:p>
      </dgm:t>
    </dgm:pt>
    <dgm:pt modelId="{E8C7B259-DF36-407B-BCC2-6AD92655BD4C}" type="parTrans" cxnId="{630F9A45-EDB8-43E8-812F-1771DB94AA33}">
      <dgm:prSet/>
      <dgm:spPr/>
      <dgm:t>
        <a:bodyPr/>
        <a:lstStyle/>
        <a:p>
          <a:endParaRPr lang="en-US"/>
        </a:p>
      </dgm:t>
    </dgm:pt>
    <dgm:pt modelId="{2691074C-9075-46A6-919E-469C99D97198}" type="sibTrans" cxnId="{630F9A45-EDB8-43E8-812F-1771DB94AA33}">
      <dgm:prSet/>
      <dgm:spPr/>
      <dgm:t>
        <a:bodyPr/>
        <a:lstStyle/>
        <a:p>
          <a:endParaRPr lang="en-US"/>
        </a:p>
      </dgm:t>
    </dgm:pt>
    <dgm:pt modelId="{CF9BD404-92FC-4E98-A0A5-7791C7CDE229}">
      <dgm:prSet custT="1"/>
      <dgm:spPr/>
      <dgm:t>
        <a:bodyPr/>
        <a:lstStyle/>
        <a:p>
          <a:r>
            <a:rPr lang="en-US" sz="4000" dirty="0"/>
            <a:t>•</a:t>
          </a:r>
          <a:r>
            <a:rPr lang="en-US" sz="2400" dirty="0"/>
            <a:t>Computing the spanning tree of a connected graph.</a:t>
          </a:r>
        </a:p>
      </dgm:t>
    </dgm:pt>
    <dgm:pt modelId="{E78200AE-B0BD-4973-8E22-55B594E56083}" type="parTrans" cxnId="{A8B2AB7D-553D-4A6A-A1F9-08CAF2732F94}">
      <dgm:prSet/>
      <dgm:spPr/>
      <dgm:t>
        <a:bodyPr/>
        <a:lstStyle/>
        <a:p>
          <a:endParaRPr lang="en-US"/>
        </a:p>
      </dgm:t>
    </dgm:pt>
    <dgm:pt modelId="{81AF9FCB-717F-4F27-8B53-C1AF4FB7BC30}" type="sibTrans" cxnId="{A8B2AB7D-553D-4A6A-A1F9-08CAF2732F94}">
      <dgm:prSet/>
      <dgm:spPr/>
      <dgm:t>
        <a:bodyPr/>
        <a:lstStyle/>
        <a:p>
          <a:endParaRPr lang="en-US"/>
        </a:p>
      </dgm:t>
    </dgm:pt>
    <dgm:pt modelId="{3D4F97B2-52FB-4AED-BB27-AF41A52481E1}" type="pres">
      <dgm:prSet presAssocID="{227003C9-5541-4323-BD01-2A7F798D1F82}" presName="vert0" presStyleCnt="0">
        <dgm:presLayoutVars>
          <dgm:dir/>
          <dgm:animOne val="branch"/>
          <dgm:animLvl val="lvl"/>
        </dgm:presLayoutVars>
      </dgm:prSet>
      <dgm:spPr/>
    </dgm:pt>
    <dgm:pt modelId="{B2978D23-6C71-4B7F-9625-4A008DFFF5E1}" type="pres">
      <dgm:prSet presAssocID="{5217FF63-66A1-46A3-8046-0C984E3781D7}" presName="thickLine" presStyleLbl="alignNode1" presStyleIdx="0" presStyleCnt="4"/>
      <dgm:spPr/>
    </dgm:pt>
    <dgm:pt modelId="{3C7CABBE-FBD8-407C-AD09-9FC663912416}" type="pres">
      <dgm:prSet presAssocID="{5217FF63-66A1-46A3-8046-0C984E3781D7}" presName="horz1" presStyleCnt="0"/>
      <dgm:spPr/>
    </dgm:pt>
    <dgm:pt modelId="{F3632CEE-24B1-410D-B13E-44A502E7F805}" type="pres">
      <dgm:prSet presAssocID="{5217FF63-66A1-46A3-8046-0C984E3781D7}" presName="tx1" presStyleLbl="revTx" presStyleIdx="0" presStyleCnt="4"/>
      <dgm:spPr/>
    </dgm:pt>
    <dgm:pt modelId="{0B8580F7-C0ED-4906-A987-852251FE28A2}" type="pres">
      <dgm:prSet presAssocID="{5217FF63-66A1-46A3-8046-0C984E3781D7}" presName="vert1" presStyleCnt="0"/>
      <dgm:spPr/>
    </dgm:pt>
    <dgm:pt modelId="{10F60949-17DC-4742-989A-45C463DAF6D3}" type="pres">
      <dgm:prSet presAssocID="{406C4001-EBFC-4930-8EA8-318ABCC5C44A}" presName="thickLine" presStyleLbl="alignNode1" presStyleIdx="1" presStyleCnt="4"/>
      <dgm:spPr/>
    </dgm:pt>
    <dgm:pt modelId="{E21287D9-80DA-4692-9295-9FDDEFB3A221}" type="pres">
      <dgm:prSet presAssocID="{406C4001-EBFC-4930-8EA8-318ABCC5C44A}" presName="horz1" presStyleCnt="0"/>
      <dgm:spPr/>
    </dgm:pt>
    <dgm:pt modelId="{3A73558C-000B-4178-8FA9-F7075F670DD9}" type="pres">
      <dgm:prSet presAssocID="{406C4001-EBFC-4930-8EA8-318ABCC5C44A}" presName="tx1" presStyleLbl="revTx" presStyleIdx="1" presStyleCnt="4"/>
      <dgm:spPr/>
    </dgm:pt>
    <dgm:pt modelId="{17C04B4D-F52A-4340-8FD8-31777015DFE9}" type="pres">
      <dgm:prSet presAssocID="{406C4001-EBFC-4930-8EA8-318ABCC5C44A}" presName="vert1" presStyleCnt="0"/>
      <dgm:spPr/>
    </dgm:pt>
    <dgm:pt modelId="{2CA8B107-FAEB-4B51-98F7-280140A99936}" type="pres">
      <dgm:prSet presAssocID="{B9E26258-5E11-451A-9F59-081B48768362}" presName="thickLine" presStyleLbl="alignNode1" presStyleIdx="2" presStyleCnt="4"/>
      <dgm:spPr/>
    </dgm:pt>
    <dgm:pt modelId="{82462256-D7C0-4ADD-AB60-5253AD1A7B94}" type="pres">
      <dgm:prSet presAssocID="{B9E26258-5E11-451A-9F59-081B48768362}" presName="horz1" presStyleCnt="0"/>
      <dgm:spPr/>
    </dgm:pt>
    <dgm:pt modelId="{456F76C7-6FA7-46E3-BC3D-054E2B02FF06}" type="pres">
      <dgm:prSet presAssocID="{B9E26258-5E11-451A-9F59-081B48768362}" presName="tx1" presStyleLbl="revTx" presStyleIdx="2" presStyleCnt="4"/>
      <dgm:spPr/>
    </dgm:pt>
    <dgm:pt modelId="{89E77E64-6EBD-4C16-BD93-52841397B23B}" type="pres">
      <dgm:prSet presAssocID="{B9E26258-5E11-451A-9F59-081B48768362}" presName="vert1" presStyleCnt="0"/>
      <dgm:spPr/>
    </dgm:pt>
    <dgm:pt modelId="{A9CE34C9-8B91-407B-A0E9-803FE186856A}" type="pres">
      <dgm:prSet presAssocID="{CF9BD404-92FC-4E98-A0A5-7791C7CDE229}" presName="thickLine" presStyleLbl="alignNode1" presStyleIdx="3" presStyleCnt="4"/>
      <dgm:spPr/>
    </dgm:pt>
    <dgm:pt modelId="{3AC66A90-6DF2-4664-A00C-99B6187384EB}" type="pres">
      <dgm:prSet presAssocID="{CF9BD404-92FC-4E98-A0A5-7791C7CDE229}" presName="horz1" presStyleCnt="0"/>
      <dgm:spPr/>
    </dgm:pt>
    <dgm:pt modelId="{B9F4F40E-B835-4547-AA74-77AD31349D3E}" type="pres">
      <dgm:prSet presAssocID="{CF9BD404-92FC-4E98-A0A5-7791C7CDE229}" presName="tx1" presStyleLbl="revTx" presStyleIdx="3" presStyleCnt="4"/>
      <dgm:spPr/>
    </dgm:pt>
    <dgm:pt modelId="{38577B3A-206D-490F-9481-90EA324C6150}" type="pres">
      <dgm:prSet presAssocID="{CF9BD404-92FC-4E98-A0A5-7791C7CDE229}" presName="vert1" presStyleCnt="0"/>
      <dgm:spPr/>
    </dgm:pt>
  </dgm:ptLst>
  <dgm:cxnLst>
    <dgm:cxn modelId="{F7E37509-8166-4D14-947B-EBE29AFCAA52}" srcId="{227003C9-5541-4323-BD01-2A7F798D1F82}" destId="{406C4001-EBFC-4930-8EA8-318ABCC5C44A}" srcOrd="1" destOrd="0" parTransId="{B75295B4-9B34-4F1B-96D0-C49F6F593D17}" sibTransId="{DA500AF7-ED11-4A23-BFDB-3A6AA39ACA3F}"/>
    <dgm:cxn modelId="{CCAB782E-2218-427B-A6D8-BF7B00534530}" type="presOf" srcId="{406C4001-EBFC-4930-8EA8-318ABCC5C44A}" destId="{3A73558C-000B-4178-8FA9-F7075F670DD9}" srcOrd="0" destOrd="0" presId="urn:microsoft.com/office/officeart/2008/layout/LinedList"/>
    <dgm:cxn modelId="{630F9A45-EDB8-43E8-812F-1771DB94AA33}" srcId="{227003C9-5541-4323-BD01-2A7F798D1F82}" destId="{B9E26258-5E11-451A-9F59-081B48768362}" srcOrd="2" destOrd="0" parTransId="{E8C7B259-DF36-407B-BCC2-6AD92655BD4C}" sibTransId="{2691074C-9075-46A6-919E-469C99D97198}"/>
    <dgm:cxn modelId="{DF3CB44D-7E6A-4215-8BF8-5D80D4B974ED}" type="presOf" srcId="{5217FF63-66A1-46A3-8046-0C984E3781D7}" destId="{F3632CEE-24B1-410D-B13E-44A502E7F805}" srcOrd="0" destOrd="0" presId="urn:microsoft.com/office/officeart/2008/layout/LinedList"/>
    <dgm:cxn modelId="{C8E32054-1E4B-4886-A422-5F7EBFE5D8BC}" srcId="{227003C9-5541-4323-BD01-2A7F798D1F82}" destId="{5217FF63-66A1-46A3-8046-0C984E3781D7}" srcOrd="0" destOrd="0" parTransId="{4591ACD2-6368-4BF6-AFFF-E2C57BE2ACF9}" sibTransId="{ED2DEBE9-6DBA-4972-A3BC-33C87EA0A941}"/>
    <dgm:cxn modelId="{A8B2AB7D-553D-4A6A-A1F9-08CAF2732F94}" srcId="{227003C9-5541-4323-BD01-2A7F798D1F82}" destId="{CF9BD404-92FC-4E98-A0A5-7791C7CDE229}" srcOrd="3" destOrd="0" parTransId="{E78200AE-B0BD-4973-8E22-55B594E56083}" sibTransId="{81AF9FCB-717F-4F27-8B53-C1AF4FB7BC30}"/>
    <dgm:cxn modelId="{4AA635AB-EBD5-48C9-9907-6381693392FB}" type="presOf" srcId="{CF9BD404-92FC-4E98-A0A5-7791C7CDE229}" destId="{B9F4F40E-B835-4547-AA74-77AD31349D3E}" srcOrd="0" destOrd="0" presId="urn:microsoft.com/office/officeart/2008/layout/LinedList"/>
    <dgm:cxn modelId="{902D98B5-05B1-4568-A563-DE2155FD4D16}" type="presOf" srcId="{227003C9-5541-4323-BD01-2A7F798D1F82}" destId="{3D4F97B2-52FB-4AED-BB27-AF41A52481E1}" srcOrd="0" destOrd="0" presId="urn:microsoft.com/office/officeart/2008/layout/LinedList"/>
    <dgm:cxn modelId="{05B3DEDA-457E-4118-A588-BC9B751C9C92}" type="presOf" srcId="{B9E26258-5E11-451A-9F59-081B48768362}" destId="{456F76C7-6FA7-46E3-BC3D-054E2B02FF06}" srcOrd="0" destOrd="0" presId="urn:microsoft.com/office/officeart/2008/layout/LinedList"/>
    <dgm:cxn modelId="{E9018736-8407-4120-AB5B-1BC293B11875}" type="presParOf" srcId="{3D4F97B2-52FB-4AED-BB27-AF41A52481E1}" destId="{B2978D23-6C71-4B7F-9625-4A008DFFF5E1}" srcOrd="0" destOrd="0" presId="urn:microsoft.com/office/officeart/2008/layout/LinedList"/>
    <dgm:cxn modelId="{CA20F7F1-F7DD-4D1F-9ACD-C7E417B2F301}" type="presParOf" srcId="{3D4F97B2-52FB-4AED-BB27-AF41A52481E1}" destId="{3C7CABBE-FBD8-407C-AD09-9FC663912416}" srcOrd="1" destOrd="0" presId="urn:microsoft.com/office/officeart/2008/layout/LinedList"/>
    <dgm:cxn modelId="{4FDA2513-A6F6-42DB-85A5-5EF0CCFFD253}" type="presParOf" srcId="{3C7CABBE-FBD8-407C-AD09-9FC663912416}" destId="{F3632CEE-24B1-410D-B13E-44A502E7F805}" srcOrd="0" destOrd="0" presId="urn:microsoft.com/office/officeart/2008/layout/LinedList"/>
    <dgm:cxn modelId="{FBADA3D8-3704-4BC5-AD3E-4319370848C8}" type="presParOf" srcId="{3C7CABBE-FBD8-407C-AD09-9FC663912416}" destId="{0B8580F7-C0ED-4906-A987-852251FE28A2}" srcOrd="1" destOrd="0" presId="urn:microsoft.com/office/officeart/2008/layout/LinedList"/>
    <dgm:cxn modelId="{6B769520-5B28-4547-BF35-899DFF4C5D9D}" type="presParOf" srcId="{3D4F97B2-52FB-4AED-BB27-AF41A52481E1}" destId="{10F60949-17DC-4742-989A-45C463DAF6D3}" srcOrd="2" destOrd="0" presId="urn:microsoft.com/office/officeart/2008/layout/LinedList"/>
    <dgm:cxn modelId="{2CC64AC4-0645-457B-80FD-E44E83167CB4}" type="presParOf" srcId="{3D4F97B2-52FB-4AED-BB27-AF41A52481E1}" destId="{E21287D9-80DA-4692-9295-9FDDEFB3A221}" srcOrd="3" destOrd="0" presId="urn:microsoft.com/office/officeart/2008/layout/LinedList"/>
    <dgm:cxn modelId="{9E69F5EE-E632-4C8A-886A-A531FF268B01}" type="presParOf" srcId="{E21287D9-80DA-4692-9295-9FDDEFB3A221}" destId="{3A73558C-000B-4178-8FA9-F7075F670DD9}" srcOrd="0" destOrd="0" presId="urn:microsoft.com/office/officeart/2008/layout/LinedList"/>
    <dgm:cxn modelId="{1968CEAF-DC45-472D-84C1-8BE0F17CED27}" type="presParOf" srcId="{E21287D9-80DA-4692-9295-9FDDEFB3A221}" destId="{17C04B4D-F52A-4340-8FD8-31777015DFE9}" srcOrd="1" destOrd="0" presId="urn:microsoft.com/office/officeart/2008/layout/LinedList"/>
    <dgm:cxn modelId="{500488EE-5E63-47D7-B5AD-2823FBD6AECC}" type="presParOf" srcId="{3D4F97B2-52FB-4AED-BB27-AF41A52481E1}" destId="{2CA8B107-FAEB-4B51-98F7-280140A99936}" srcOrd="4" destOrd="0" presId="urn:microsoft.com/office/officeart/2008/layout/LinedList"/>
    <dgm:cxn modelId="{92B72BAF-156A-480C-8DB5-1027E1C7B783}" type="presParOf" srcId="{3D4F97B2-52FB-4AED-BB27-AF41A52481E1}" destId="{82462256-D7C0-4ADD-AB60-5253AD1A7B94}" srcOrd="5" destOrd="0" presId="urn:microsoft.com/office/officeart/2008/layout/LinedList"/>
    <dgm:cxn modelId="{7487D1EC-4A51-415C-AD56-C9F743C39E46}" type="presParOf" srcId="{82462256-D7C0-4ADD-AB60-5253AD1A7B94}" destId="{456F76C7-6FA7-46E3-BC3D-054E2B02FF06}" srcOrd="0" destOrd="0" presId="urn:microsoft.com/office/officeart/2008/layout/LinedList"/>
    <dgm:cxn modelId="{1FCC31EF-AE43-4023-A4AD-65ADB1C3BB18}" type="presParOf" srcId="{82462256-D7C0-4ADD-AB60-5253AD1A7B94}" destId="{89E77E64-6EBD-4C16-BD93-52841397B23B}" srcOrd="1" destOrd="0" presId="urn:microsoft.com/office/officeart/2008/layout/LinedList"/>
    <dgm:cxn modelId="{78E5BBED-9345-43AE-AF33-EEEB0B6E21C6}" type="presParOf" srcId="{3D4F97B2-52FB-4AED-BB27-AF41A52481E1}" destId="{A9CE34C9-8B91-407B-A0E9-803FE186856A}" srcOrd="6" destOrd="0" presId="urn:microsoft.com/office/officeart/2008/layout/LinedList"/>
    <dgm:cxn modelId="{F021CD1B-624C-495D-B29F-360D9A81C84B}" type="presParOf" srcId="{3D4F97B2-52FB-4AED-BB27-AF41A52481E1}" destId="{3AC66A90-6DF2-4664-A00C-99B6187384EB}" srcOrd="7" destOrd="0" presId="urn:microsoft.com/office/officeart/2008/layout/LinedList"/>
    <dgm:cxn modelId="{D83D445A-7F30-4CCA-8FF4-4D4C24068D3D}" type="presParOf" srcId="{3AC66A90-6DF2-4664-A00C-99B6187384EB}" destId="{B9F4F40E-B835-4547-AA74-77AD31349D3E}" srcOrd="0" destOrd="0" presId="urn:microsoft.com/office/officeart/2008/layout/LinedList"/>
    <dgm:cxn modelId="{D1725086-A10B-42CF-9A4F-633C13E15594}" type="presParOf" srcId="{3AC66A90-6DF2-4664-A00C-99B6187384EB}" destId="{38577B3A-206D-490F-9481-90EA324C615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753029-0373-485F-9CC6-D9BADCB47A1C}">
      <dsp:nvSpPr>
        <dsp:cNvPr id="0" name=""/>
        <dsp:cNvSpPr/>
      </dsp:nvSpPr>
      <dsp:spPr>
        <a:xfrm>
          <a:off x="0" y="2277"/>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90A6A3-68AA-4B05-9960-C685161B12F7}">
      <dsp:nvSpPr>
        <dsp:cNvPr id="0" name=""/>
        <dsp:cNvSpPr/>
      </dsp:nvSpPr>
      <dsp:spPr>
        <a:xfrm>
          <a:off x="349107" y="261943"/>
          <a:ext cx="634740" cy="6347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67E7FC-F901-4D1F-9A78-73B9A8B10F22}">
      <dsp:nvSpPr>
        <dsp:cNvPr id="0" name=""/>
        <dsp:cNvSpPr/>
      </dsp:nvSpPr>
      <dsp:spPr>
        <a:xfrm>
          <a:off x="1332954" y="2277"/>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800100">
            <a:lnSpc>
              <a:spcPct val="100000"/>
            </a:lnSpc>
            <a:spcBef>
              <a:spcPct val="0"/>
            </a:spcBef>
            <a:spcAft>
              <a:spcPct val="35000"/>
            </a:spcAft>
            <a:buNone/>
          </a:pPr>
          <a:r>
            <a:rPr lang="en-US" sz="1800" kern="1200"/>
            <a:t>Definition: Brute force is a straightforward approach to problem-solving that relies on directly applying the problem statement and definitions of the concepts involved.</a:t>
          </a:r>
        </a:p>
      </dsp:txBody>
      <dsp:txXfrm>
        <a:off x="1332954" y="2277"/>
        <a:ext cx="4907714" cy="1154072"/>
      </dsp:txXfrm>
    </dsp:sp>
    <dsp:sp modelId="{FC294798-C840-4431-8628-781BCCAA6D52}">
      <dsp:nvSpPr>
        <dsp:cNvPr id="0" name=""/>
        <dsp:cNvSpPr/>
      </dsp:nvSpPr>
      <dsp:spPr>
        <a:xfrm>
          <a:off x="0" y="1444868"/>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4104E-1611-4DC5-98DE-D7B9C9C1BC66}">
      <dsp:nvSpPr>
        <dsp:cNvPr id="0" name=""/>
        <dsp:cNvSpPr/>
      </dsp:nvSpPr>
      <dsp:spPr>
        <a:xfrm>
          <a:off x="349107" y="1704534"/>
          <a:ext cx="634740" cy="6347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E295C0-DC2C-4185-9211-5040CB831544}">
      <dsp:nvSpPr>
        <dsp:cNvPr id="0" name=""/>
        <dsp:cNvSpPr/>
      </dsp:nvSpPr>
      <dsp:spPr>
        <a:xfrm>
          <a:off x="1332954" y="1444868"/>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800100">
            <a:lnSpc>
              <a:spcPct val="100000"/>
            </a:lnSpc>
            <a:spcBef>
              <a:spcPct val="0"/>
            </a:spcBef>
            <a:spcAft>
              <a:spcPct val="35000"/>
            </a:spcAft>
            <a:buNone/>
          </a:pPr>
          <a:r>
            <a:rPr lang="en-US" sz="1800" kern="1200" dirty="0"/>
            <a:t>"Just do it!": The strategy's essence is to utilize the computational power of a computer rather than relying on complex intellectual reasoning.</a:t>
          </a:r>
        </a:p>
      </dsp:txBody>
      <dsp:txXfrm>
        <a:off x="1332954" y="1444868"/>
        <a:ext cx="4907714" cy="1154072"/>
      </dsp:txXfrm>
    </dsp:sp>
    <dsp:sp modelId="{584D2F29-C301-4A99-A2B8-74F746268C71}">
      <dsp:nvSpPr>
        <dsp:cNvPr id="0" name=""/>
        <dsp:cNvSpPr/>
      </dsp:nvSpPr>
      <dsp:spPr>
        <a:xfrm>
          <a:off x="0" y="2887459"/>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3AEF6B-3CD6-4D95-899A-63911AB1050C}">
      <dsp:nvSpPr>
        <dsp:cNvPr id="0" name=""/>
        <dsp:cNvSpPr/>
      </dsp:nvSpPr>
      <dsp:spPr>
        <a:xfrm>
          <a:off x="349107" y="3147125"/>
          <a:ext cx="634740" cy="6347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711320-7BB8-4CC3-9B57-C24B3E5CBC61}">
      <dsp:nvSpPr>
        <dsp:cNvPr id="0" name=""/>
        <dsp:cNvSpPr/>
      </dsp:nvSpPr>
      <dsp:spPr>
        <a:xfrm>
          <a:off x="1332954" y="2887459"/>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800100">
            <a:lnSpc>
              <a:spcPct val="100000"/>
            </a:lnSpc>
            <a:spcBef>
              <a:spcPct val="0"/>
            </a:spcBef>
            <a:spcAft>
              <a:spcPct val="35000"/>
            </a:spcAft>
            <a:buNone/>
          </a:pPr>
          <a:r>
            <a:rPr lang="en-US" sz="1800" kern="1200" dirty="0"/>
            <a:t>Simplicity: Brute force often represents the easiest and most intuitive method to apply when solving a problem.</a:t>
          </a:r>
        </a:p>
      </dsp:txBody>
      <dsp:txXfrm>
        <a:off x="1332954" y="2887459"/>
        <a:ext cx="4907714" cy="1154072"/>
      </dsp:txXfrm>
    </dsp:sp>
    <dsp:sp modelId="{64A6FBF0-E344-4973-AD77-9363D896BC7F}">
      <dsp:nvSpPr>
        <dsp:cNvPr id="0" name=""/>
        <dsp:cNvSpPr/>
      </dsp:nvSpPr>
      <dsp:spPr>
        <a:xfrm>
          <a:off x="0" y="4330050"/>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A849CE-1939-4ED3-A86B-721577DBB96A}">
      <dsp:nvSpPr>
        <dsp:cNvPr id="0" name=""/>
        <dsp:cNvSpPr/>
      </dsp:nvSpPr>
      <dsp:spPr>
        <a:xfrm>
          <a:off x="349107" y="4589716"/>
          <a:ext cx="634740" cy="6347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EE4DAA-8B41-4519-A905-F4B60C0890CC}">
      <dsp:nvSpPr>
        <dsp:cNvPr id="0" name=""/>
        <dsp:cNvSpPr/>
      </dsp:nvSpPr>
      <dsp:spPr>
        <a:xfrm>
          <a:off x="1332954" y="4330050"/>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800100">
            <a:lnSpc>
              <a:spcPct val="100000"/>
            </a:lnSpc>
            <a:spcBef>
              <a:spcPct val="0"/>
            </a:spcBef>
            <a:spcAft>
              <a:spcPct val="35000"/>
            </a:spcAft>
            <a:buNone/>
          </a:pPr>
          <a:r>
            <a:rPr lang="en-US" sz="1800" kern="1200" dirty="0"/>
            <a:t>Example: The exponentiation problem, where you need to compute </a:t>
          </a:r>
          <a:r>
            <a:rPr lang="en-US" sz="1800" kern="1200" dirty="0" err="1"/>
            <a:t>a^b</a:t>
          </a:r>
          <a:r>
            <a:rPr lang="en-US" sz="1800" kern="1200" dirty="0"/>
            <a:t> for a given number a and non-negative integer b, can be solved using brute force.</a:t>
          </a:r>
        </a:p>
      </dsp:txBody>
      <dsp:txXfrm>
        <a:off x="1332954" y="4330050"/>
        <a:ext cx="4907714" cy="11540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B66440-BC03-4A86-B157-7C05BBCEBA5D}">
      <dsp:nvSpPr>
        <dsp:cNvPr id="0" name=""/>
        <dsp:cNvSpPr/>
      </dsp:nvSpPr>
      <dsp:spPr>
        <a:xfrm>
          <a:off x="0" y="684"/>
          <a:ext cx="6428527" cy="16007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8E2F6E-8D1F-4C9C-87C4-46A52E77A452}">
      <dsp:nvSpPr>
        <dsp:cNvPr id="0" name=""/>
        <dsp:cNvSpPr/>
      </dsp:nvSpPr>
      <dsp:spPr>
        <a:xfrm>
          <a:off x="484228" y="360853"/>
          <a:ext cx="880414" cy="8804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211731-9562-4DEF-A1E0-5BBD6ED2C350}">
      <dsp:nvSpPr>
        <dsp:cNvPr id="0" name=""/>
        <dsp:cNvSpPr/>
      </dsp:nvSpPr>
      <dsp:spPr>
        <a:xfrm>
          <a:off x="1848870" y="684"/>
          <a:ext cx="4579656" cy="16007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413" tIns="169413" rIns="169413" bIns="169413"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Georgia Pro"/>
            </a:rPr>
            <a:t>The</a:t>
          </a:r>
          <a:r>
            <a:rPr lang="en-US" sz="2000" kern="1200" dirty="0"/>
            <a:t> brute-force approach can also be applied to the problem of sorting, which involves rearranging a list of n orderable items in nondecreasing order.</a:t>
          </a:r>
        </a:p>
      </dsp:txBody>
      <dsp:txXfrm>
        <a:off x="1848870" y="684"/>
        <a:ext cx="4579656" cy="1600753"/>
      </dsp:txXfrm>
    </dsp:sp>
    <dsp:sp modelId="{602AD58C-EEDA-4AE7-9E30-D85E45A54A4E}">
      <dsp:nvSpPr>
        <dsp:cNvPr id="0" name=""/>
        <dsp:cNvSpPr/>
      </dsp:nvSpPr>
      <dsp:spPr>
        <a:xfrm>
          <a:off x="0" y="2001626"/>
          <a:ext cx="6428527" cy="16007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8FBA0A-85FC-4635-9AB0-1C398FC158C1}">
      <dsp:nvSpPr>
        <dsp:cNvPr id="0" name=""/>
        <dsp:cNvSpPr/>
      </dsp:nvSpPr>
      <dsp:spPr>
        <a:xfrm>
          <a:off x="484228" y="2361796"/>
          <a:ext cx="880414" cy="8804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6CC9F0-3C11-4138-9791-D374838640FD}">
      <dsp:nvSpPr>
        <dsp:cNvPr id="0" name=""/>
        <dsp:cNvSpPr/>
      </dsp:nvSpPr>
      <dsp:spPr>
        <a:xfrm>
          <a:off x="1848870" y="2001626"/>
          <a:ext cx="4579656" cy="16007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413" tIns="169413" rIns="169413" bIns="169413" numCol="1" spcCol="1270" anchor="ctr" anchorCtr="0">
          <a:noAutofit/>
        </a:bodyPr>
        <a:lstStyle/>
        <a:p>
          <a:pPr marL="0" lvl="0" indent="0" algn="l" defTabSz="889000">
            <a:lnSpc>
              <a:spcPct val="100000"/>
            </a:lnSpc>
            <a:spcBef>
              <a:spcPct val="0"/>
            </a:spcBef>
            <a:spcAft>
              <a:spcPct val="35000"/>
            </a:spcAft>
            <a:buNone/>
          </a:pPr>
          <a:r>
            <a:rPr lang="en-US" sz="2000" kern="1200" dirty="0"/>
            <a:t>Importance of Sorting: Sorting is a fundamental problem in computer science, and numerous algorithms have been developed to solve it efficiently.</a:t>
          </a:r>
        </a:p>
      </dsp:txBody>
      <dsp:txXfrm>
        <a:off x="1848870" y="2001626"/>
        <a:ext cx="4579656" cy="1600753"/>
      </dsp:txXfrm>
    </dsp:sp>
    <dsp:sp modelId="{77D257C1-1D14-4A83-A407-DEBC5ADEF483}">
      <dsp:nvSpPr>
        <dsp:cNvPr id="0" name=""/>
        <dsp:cNvSpPr/>
      </dsp:nvSpPr>
      <dsp:spPr>
        <a:xfrm>
          <a:off x="0" y="4002568"/>
          <a:ext cx="6428527" cy="16007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2AA1EB-7A04-4E03-B72E-E88B3502FD10}">
      <dsp:nvSpPr>
        <dsp:cNvPr id="0" name=""/>
        <dsp:cNvSpPr/>
      </dsp:nvSpPr>
      <dsp:spPr>
        <a:xfrm>
          <a:off x="484228" y="4362738"/>
          <a:ext cx="880414" cy="8804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D3CAB4-B21E-4071-A676-77AAE9521997}">
      <dsp:nvSpPr>
        <dsp:cNvPr id="0" name=""/>
        <dsp:cNvSpPr/>
      </dsp:nvSpPr>
      <dsp:spPr>
        <a:xfrm>
          <a:off x="1848870" y="4002568"/>
          <a:ext cx="4579656" cy="16007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413" tIns="169413" rIns="169413" bIns="169413" numCol="1" spcCol="1270" anchor="ctr" anchorCtr="0">
          <a:noAutofit/>
        </a:bodyPr>
        <a:lstStyle/>
        <a:p>
          <a:pPr marL="0" lvl="0" indent="0" algn="l" defTabSz="889000">
            <a:lnSpc>
              <a:spcPct val="100000"/>
            </a:lnSpc>
            <a:spcBef>
              <a:spcPct val="0"/>
            </a:spcBef>
            <a:spcAft>
              <a:spcPct val="35000"/>
            </a:spcAft>
            <a:buNone/>
          </a:pPr>
          <a:r>
            <a:rPr lang="en-US" sz="2000" kern="1200" dirty="0"/>
            <a:t>Selection Sort: Among the two algorithms, selection sort is generally considered to be better overall and implements the brute-force approach more clearly.</a:t>
          </a:r>
        </a:p>
      </dsp:txBody>
      <dsp:txXfrm>
        <a:off x="1848870" y="4002568"/>
        <a:ext cx="4579656" cy="16007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2686F0-3826-4031-A24D-C4188C67DA4B}">
      <dsp:nvSpPr>
        <dsp:cNvPr id="0" name=""/>
        <dsp:cNvSpPr/>
      </dsp:nvSpPr>
      <dsp:spPr>
        <a:xfrm>
          <a:off x="0" y="38361"/>
          <a:ext cx="6240668" cy="22633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C11ED3-11BE-42FB-82E7-5563067AE3A2}">
      <dsp:nvSpPr>
        <dsp:cNvPr id="0" name=""/>
        <dsp:cNvSpPr/>
      </dsp:nvSpPr>
      <dsp:spPr>
        <a:xfrm>
          <a:off x="253807" y="939278"/>
          <a:ext cx="461468" cy="4614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DDB15D-6F2F-4188-B711-CC5DFE5A1634}">
      <dsp:nvSpPr>
        <dsp:cNvPr id="0" name=""/>
        <dsp:cNvSpPr/>
      </dsp:nvSpPr>
      <dsp:spPr>
        <a:xfrm>
          <a:off x="969083" y="1289"/>
          <a:ext cx="5271585" cy="2337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798" tIns="88798" rIns="88798" bIns="88798" numCol="1" spcCol="1270" anchor="ctr" anchorCtr="0">
          <a:noAutofit/>
        </a:bodyPr>
        <a:lstStyle/>
        <a:p>
          <a:pPr marL="0" lvl="0" indent="0" algn="l" defTabSz="844550">
            <a:lnSpc>
              <a:spcPct val="90000"/>
            </a:lnSpc>
            <a:spcBef>
              <a:spcPct val="0"/>
            </a:spcBef>
            <a:spcAft>
              <a:spcPct val="35000"/>
            </a:spcAft>
            <a:buNone/>
          </a:pPr>
          <a:r>
            <a:rPr lang="en-US" sz="1900" kern="1200" dirty="0"/>
            <a:t>Exhaustive search is a method in which solution is obtained by searching  each  element of given problem. </a:t>
          </a:r>
        </a:p>
        <a:p>
          <a:pPr marL="0" lvl="0" indent="0" algn="l" defTabSz="844550">
            <a:lnSpc>
              <a:spcPct val="90000"/>
            </a:lnSpc>
            <a:spcBef>
              <a:spcPct val="0"/>
            </a:spcBef>
            <a:spcAft>
              <a:spcPct val="35000"/>
            </a:spcAft>
            <a:buNone/>
          </a:pPr>
          <a:endParaRPr lang="en-US" sz="1900" kern="1200" dirty="0"/>
        </a:p>
        <a:p>
          <a:pPr marL="0" lvl="0" indent="0" algn="l" defTabSz="844550">
            <a:lnSpc>
              <a:spcPct val="90000"/>
            </a:lnSpc>
            <a:spcBef>
              <a:spcPct val="0"/>
            </a:spcBef>
            <a:spcAft>
              <a:spcPct val="35000"/>
            </a:spcAft>
            <a:buNone/>
          </a:pPr>
          <a:r>
            <a:rPr lang="en-US" sz="1900" kern="1200" dirty="0"/>
            <a:t>Exhaustive search is a brute force method for combinatorial optimization problems.</a:t>
          </a:r>
        </a:p>
      </dsp:txBody>
      <dsp:txXfrm>
        <a:off x="969083" y="1289"/>
        <a:ext cx="5271585" cy="2337446"/>
      </dsp:txXfrm>
    </dsp:sp>
    <dsp:sp modelId="{65C71B0A-1CD0-401D-8E2A-37B830AF1215}">
      <dsp:nvSpPr>
        <dsp:cNvPr id="0" name=""/>
        <dsp:cNvSpPr/>
      </dsp:nvSpPr>
      <dsp:spPr>
        <a:xfrm>
          <a:off x="0" y="2548493"/>
          <a:ext cx="6240668" cy="8390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DB5AC8-B1C1-421B-BF29-DC2D312AE8C6}">
      <dsp:nvSpPr>
        <dsp:cNvPr id="0" name=""/>
        <dsp:cNvSpPr/>
      </dsp:nvSpPr>
      <dsp:spPr>
        <a:xfrm>
          <a:off x="253807" y="2737276"/>
          <a:ext cx="461468" cy="4614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BAEA37-16A9-4722-BAA4-620FDAD72030}">
      <dsp:nvSpPr>
        <dsp:cNvPr id="0" name=""/>
        <dsp:cNvSpPr/>
      </dsp:nvSpPr>
      <dsp:spPr>
        <a:xfrm>
          <a:off x="969083" y="2548493"/>
          <a:ext cx="5271585" cy="8390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798" tIns="88798" rIns="88798" bIns="88798" numCol="1" spcCol="1270" anchor="ctr" anchorCtr="0">
          <a:noAutofit/>
        </a:bodyPr>
        <a:lstStyle/>
        <a:p>
          <a:pPr marL="0" lvl="0" indent="0" algn="l" defTabSz="844550">
            <a:lnSpc>
              <a:spcPct val="90000"/>
            </a:lnSpc>
            <a:spcBef>
              <a:spcPct val="0"/>
            </a:spcBef>
            <a:spcAft>
              <a:spcPct val="35000"/>
            </a:spcAft>
            <a:buNone/>
          </a:pPr>
          <a:r>
            <a:rPr lang="en-US" sz="1900" kern="1200"/>
            <a:t>Travelling salesman problem</a:t>
          </a:r>
        </a:p>
      </dsp:txBody>
      <dsp:txXfrm>
        <a:off x="969083" y="2548493"/>
        <a:ext cx="5271585" cy="839033"/>
      </dsp:txXfrm>
    </dsp:sp>
    <dsp:sp modelId="{595747D1-16AF-438F-9759-3E623E7D15DC}">
      <dsp:nvSpPr>
        <dsp:cNvPr id="0" name=""/>
        <dsp:cNvSpPr/>
      </dsp:nvSpPr>
      <dsp:spPr>
        <a:xfrm>
          <a:off x="0" y="3597285"/>
          <a:ext cx="6240668" cy="8390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740310-4F19-43B6-B6E2-B14C3B7D0670}">
      <dsp:nvSpPr>
        <dsp:cNvPr id="0" name=""/>
        <dsp:cNvSpPr/>
      </dsp:nvSpPr>
      <dsp:spPr>
        <a:xfrm>
          <a:off x="253807" y="3786068"/>
          <a:ext cx="461468" cy="4614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F26B0D-7E06-4B53-A3F0-4402DBEAD548}">
      <dsp:nvSpPr>
        <dsp:cNvPr id="0" name=""/>
        <dsp:cNvSpPr/>
      </dsp:nvSpPr>
      <dsp:spPr>
        <a:xfrm>
          <a:off x="969083" y="3597285"/>
          <a:ext cx="5271585" cy="8390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798" tIns="88798" rIns="88798" bIns="88798" numCol="1" spcCol="1270" anchor="ctr" anchorCtr="0">
          <a:noAutofit/>
        </a:bodyPr>
        <a:lstStyle/>
        <a:p>
          <a:pPr marL="0" lvl="0" indent="0" algn="l" defTabSz="844550">
            <a:lnSpc>
              <a:spcPct val="90000"/>
            </a:lnSpc>
            <a:spcBef>
              <a:spcPct val="0"/>
            </a:spcBef>
            <a:spcAft>
              <a:spcPct val="35000"/>
            </a:spcAft>
            <a:buNone/>
          </a:pPr>
          <a:r>
            <a:rPr lang="en-US" sz="1900" kern="1200"/>
            <a:t>Knapsack problem</a:t>
          </a:r>
        </a:p>
      </dsp:txBody>
      <dsp:txXfrm>
        <a:off x="969083" y="3597285"/>
        <a:ext cx="5271585" cy="839033"/>
      </dsp:txXfrm>
    </dsp:sp>
    <dsp:sp modelId="{851C6AB6-80F1-4D8F-9C16-7F085165F349}">
      <dsp:nvSpPr>
        <dsp:cNvPr id="0" name=""/>
        <dsp:cNvSpPr/>
      </dsp:nvSpPr>
      <dsp:spPr>
        <a:xfrm>
          <a:off x="0" y="4646077"/>
          <a:ext cx="6240668" cy="8390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58D293-3111-420F-9B72-CADC211CD3F2}">
      <dsp:nvSpPr>
        <dsp:cNvPr id="0" name=""/>
        <dsp:cNvSpPr/>
      </dsp:nvSpPr>
      <dsp:spPr>
        <a:xfrm>
          <a:off x="253807" y="4834860"/>
          <a:ext cx="461468" cy="46146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920E5A-6B85-4A57-98AE-5BEF0803336B}">
      <dsp:nvSpPr>
        <dsp:cNvPr id="0" name=""/>
        <dsp:cNvSpPr/>
      </dsp:nvSpPr>
      <dsp:spPr>
        <a:xfrm>
          <a:off x="969083" y="4646077"/>
          <a:ext cx="5271585" cy="8390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798" tIns="88798" rIns="88798" bIns="88798" numCol="1" spcCol="1270" anchor="ctr" anchorCtr="0">
          <a:noAutofit/>
        </a:bodyPr>
        <a:lstStyle/>
        <a:p>
          <a:pPr marL="0" lvl="0" indent="0" algn="l" defTabSz="844550">
            <a:lnSpc>
              <a:spcPct val="90000"/>
            </a:lnSpc>
            <a:spcBef>
              <a:spcPct val="0"/>
            </a:spcBef>
            <a:spcAft>
              <a:spcPct val="35000"/>
            </a:spcAft>
            <a:buNone/>
          </a:pPr>
          <a:r>
            <a:rPr lang="en-US" sz="1900" kern="1200"/>
            <a:t>Assignment problem</a:t>
          </a:r>
        </a:p>
      </dsp:txBody>
      <dsp:txXfrm>
        <a:off x="969083" y="4646077"/>
        <a:ext cx="5271585" cy="83903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30C5DF-EFA0-478A-80A1-5E7FEB1CB720}">
      <dsp:nvSpPr>
        <dsp:cNvPr id="0" name=""/>
        <dsp:cNvSpPr/>
      </dsp:nvSpPr>
      <dsp:spPr>
        <a:xfrm>
          <a:off x="0" y="568080"/>
          <a:ext cx="6240668" cy="1404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Thus by trying 24 permutation(n!=4!=24),we can obtain optimum solution. The optimum solution is &lt;2,1,3,4&gt;</a:t>
          </a:r>
          <a:r>
            <a:rPr lang="en-US" sz="2400" kern="1200" dirty="0" err="1"/>
            <a:t>i.e.cost</a:t>
          </a:r>
          <a:r>
            <a:rPr lang="en-US" sz="2400" kern="1200" dirty="0"/>
            <a:t>=3+7+2+5=17.</a:t>
          </a:r>
        </a:p>
      </dsp:txBody>
      <dsp:txXfrm>
        <a:off x="68538" y="636618"/>
        <a:ext cx="6103592" cy="1266924"/>
      </dsp:txXfrm>
    </dsp:sp>
    <dsp:sp modelId="{30A35079-55C9-41C9-B632-841F34724AA9}">
      <dsp:nvSpPr>
        <dsp:cNvPr id="0" name=""/>
        <dsp:cNvSpPr/>
      </dsp:nvSpPr>
      <dsp:spPr>
        <a:xfrm>
          <a:off x="0" y="2041200"/>
          <a:ext cx="6240668" cy="1404000"/>
        </a:xfrm>
        <a:prstGeom prst="roundRect">
          <a:avLst/>
        </a:prstGeom>
        <a:solidFill>
          <a:schemeClr val="accent2">
            <a:hueOff val="-716791"/>
            <a:satOff val="-17272"/>
            <a:lumOff val="-103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Thus we have to generate n! instances to find solution using exhaustive  search. This also shows how inefficient exhaustive search method is for solving such problems.</a:t>
          </a:r>
        </a:p>
      </dsp:txBody>
      <dsp:txXfrm>
        <a:off x="68538" y="2109738"/>
        <a:ext cx="6103592" cy="1266924"/>
      </dsp:txXfrm>
    </dsp:sp>
    <dsp:sp modelId="{60A7FB9D-5A00-4884-8FEB-4C262D2A6AE4}">
      <dsp:nvSpPr>
        <dsp:cNvPr id="0" name=""/>
        <dsp:cNvSpPr/>
      </dsp:nvSpPr>
      <dsp:spPr>
        <a:xfrm>
          <a:off x="0" y="3514320"/>
          <a:ext cx="6240668" cy="1404000"/>
        </a:xfrm>
        <a:prstGeom prst="roundRect">
          <a:avLst/>
        </a:prstGeom>
        <a:solidFill>
          <a:schemeClr val="accent2">
            <a:hueOff val="-1433582"/>
            <a:satOff val="-34544"/>
            <a:lumOff val="-207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For solving these types of problems, many efficient algorithms are available</a:t>
          </a:r>
        </a:p>
      </dsp:txBody>
      <dsp:txXfrm>
        <a:off x="68538" y="3582858"/>
        <a:ext cx="6103592" cy="12669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23E65C-EA9D-4C61-A296-4B5CB085CCF3}">
      <dsp:nvSpPr>
        <dsp:cNvPr id="0" name=""/>
        <dsp:cNvSpPr/>
      </dsp:nvSpPr>
      <dsp:spPr>
        <a:xfrm>
          <a:off x="0" y="0"/>
          <a:ext cx="6526618" cy="109435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D71FFF-78E5-4901-871F-27C6028B66F8}">
      <dsp:nvSpPr>
        <dsp:cNvPr id="0" name=""/>
        <dsp:cNvSpPr/>
      </dsp:nvSpPr>
      <dsp:spPr>
        <a:xfrm>
          <a:off x="331041" y="248388"/>
          <a:ext cx="601893" cy="6018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DE07CA-1C28-4EFF-931A-DEA7E7C6E6B5}">
      <dsp:nvSpPr>
        <dsp:cNvPr id="0" name=""/>
        <dsp:cNvSpPr/>
      </dsp:nvSpPr>
      <dsp:spPr>
        <a:xfrm>
          <a:off x="1263975" y="2159"/>
          <a:ext cx="5262642" cy="10943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819" tIns="115819" rIns="115819" bIns="115819" numCol="1" spcCol="1270" anchor="ctr" anchorCtr="0">
          <a:noAutofit/>
        </a:bodyPr>
        <a:lstStyle/>
        <a:p>
          <a:pPr marL="0" lvl="0" indent="0" algn="l" defTabSz="977900">
            <a:lnSpc>
              <a:spcPct val="100000"/>
            </a:lnSpc>
            <a:spcBef>
              <a:spcPct val="0"/>
            </a:spcBef>
            <a:spcAft>
              <a:spcPct val="35000"/>
            </a:spcAft>
            <a:buNone/>
          </a:pPr>
          <a:r>
            <a:rPr lang="en-US" sz="2200" kern="1200"/>
            <a:t>•Breadth-first search can be used to solve many problems such as:</a:t>
          </a:r>
        </a:p>
      </dsp:txBody>
      <dsp:txXfrm>
        <a:off x="1263975" y="2159"/>
        <a:ext cx="5262642" cy="1094351"/>
      </dsp:txXfrm>
    </dsp:sp>
    <dsp:sp modelId="{8031415B-2719-4FD8-9392-2B3AF7BE584B}">
      <dsp:nvSpPr>
        <dsp:cNvPr id="0" name=""/>
        <dsp:cNvSpPr/>
      </dsp:nvSpPr>
      <dsp:spPr>
        <a:xfrm>
          <a:off x="0" y="1370098"/>
          <a:ext cx="6526618" cy="109435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15B27B-FD9E-47F6-B8AB-57EC684196B9}">
      <dsp:nvSpPr>
        <dsp:cNvPr id="0" name=""/>
        <dsp:cNvSpPr/>
      </dsp:nvSpPr>
      <dsp:spPr>
        <a:xfrm>
          <a:off x="331041" y="1616327"/>
          <a:ext cx="601893" cy="6018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7FEBEB-704E-41E4-A076-C9CADCB8A586}">
      <dsp:nvSpPr>
        <dsp:cNvPr id="0" name=""/>
        <dsp:cNvSpPr/>
      </dsp:nvSpPr>
      <dsp:spPr>
        <a:xfrm>
          <a:off x="1263975" y="1370098"/>
          <a:ext cx="5262642" cy="10943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819" tIns="115819" rIns="115819" bIns="115819" numCol="1" spcCol="1270" anchor="ctr" anchorCtr="0">
          <a:noAutofit/>
        </a:bodyPr>
        <a:lstStyle/>
        <a:p>
          <a:pPr marL="0" lvl="0" indent="0" algn="l" defTabSz="977900">
            <a:lnSpc>
              <a:spcPct val="100000"/>
            </a:lnSpc>
            <a:spcBef>
              <a:spcPct val="0"/>
            </a:spcBef>
            <a:spcAft>
              <a:spcPct val="35000"/>
            </a:spcAft>
            <a:buNone/>
          </a:pPr>
          <a:r>
            <a:rPr lang="en-US" sz="2200" kern="1200"/>
            <a:t>•Finding all connected components in a graph G.</a:t>
          </a:r>
        </a:p>
      </dsp:txBody>
      <dsp:txXfrm>
        <a:off x="1263975" y="1370098"/>
        <a:ext cx="5262642" cy="1094351"/>
      </dsp:txXfrm>
    </dsp:sp>
    <dsp:sp modelId="{C1DC3035-8997-4C8F-A198-41C7A6C5814A}">
      <dsp:nvSpPr>
        <dsp:cNvPr id="0" name=""/>
        <dsp:cNvSpPr/>
      </dsp:nvSpPr>
      <dsp:spPr>
        <a:xfrm>
          <a:off x="0" y="2738036"/>
          <a:ext cx="6526618" cy="109435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85FE38-FB09-4EDB-B2CE-4FDBAAEB17CD}">
      <dsp:nvSpPr>
        <dsp:cNvPr id="0" name=""/>
        <dsp:cNvSpPr/>
      </dsp:nvSpPr>
      <dsp:spPr>
        <a:xfrm>
          <a:off x="331041" y="2984265"/>
          <a:ext cx="601893" cy="6018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2D6FF2-8DD0-49EF-A492-DF8298C31B44}">
      <dsp:nvSpPr>
        <dsp:cNvPr id="0" name=""/>
        <dsp:cNvSpPr/>
      </dsp:nvSpPr>
      <dsp:spPr>
        <a:xfrm>
          <a:off x="1263975" y="2738036"/>
          <a:ext cx="5262642" cy="10943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819" tIns="115819" rIns="115819" bIns="115819" numCol="1" spcCol="1270" anchor="ctr" anchorCtr="0">
          <a:noAutofit/>
        </a:bodyPr>
        <a:lstStyle/>
        <a:p>
          <a:pPr marL="0" lvl="0" indent="0" algn="l" defTabSz="977900">
            <a:lnSpc>
              <a:spcPct val="100000"/>
            </a:lnSpc>
            <a:spcBef>
              <a:spcPct val="0"/>
            </a:spcBef>
            <a:spcAft>
              <a:spcPct val="35000"/>
            </a:spcAft>
            <a:buNone/>
          </a:pPr>
          <a:r>
            <a:rPr lang="en-US" sz="2200" kern="1200"/>
            <a:t>•Finding all nodes within an individual connected component.</a:t>
          </a:r>
        </a:p>
      </dsp:txBody>
      <dsp:txXfrm>
        <a:off x="1263975" y="2738036"/>
        <a:ext cx="5262642" cy="1094351"/>
      </dsp:txXfrm>
    </dsp:sp>
    <dsp:sp modelId="{D93ADD8B-1F3C-43CD-92E4-46FBDB26B683}">
      <dsp:nvSpPr>
        <dsp:cNvPr id="0" name=""/>
        <dsp:cNvSpPr/>
      </dsp:nvSpPr>
      <dsp:spPr>
        <a:xfrm>
          <a:off x="0" y="4105975"/>
          <a:ext cx="6526618" cy="109435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1C7E2A-E4D5-4929-8E8B-731F40BE3C3B}">
      <dsp:nvSpPr>
        <dsp:cNvPr id="0" name=""/>
        <dsp:cNvSpPr/>
      </dsp:nvSpPr>
      <dsp:spPr>
        <a:xfrm>
          <a:off x="331041" y="4352204"/>
          <a:ext cx="601893" cy="6018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C2C891-C260-4E55-A976-F53A2C23AE8A}">
      <dsp:nvSpPr>
        <dsp:cNvPr id="0" name=""/>
        <dsp:cNvSpPr/>
      </dsp:nvSpPr>
      <dsp:spPr>
        <a:xfrm>
          <a:off x="1263975" y="4105975"/>
          <a:ext cx="5262642" cy="10943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819" tIns="115819" rIns="115819" bIns="115819" numCol="1" spcCol="1270" anchor="ctr" anchorCtr="0">
          <a:noAutofit/>
        </a:bodyPr>
        <a:lstStyle/>
        <a:p>
          <a:pPr marL="0" lvl="0" indent="0" algn="l" defTabSz="977900">
            <a:lnSpc>
              <a:spcPct val="100000"/>
            </a:lnSpc>
            <a:spcBef>
              <a:spcPct val="0"/>
            </a:spcBef>
            <a:spcAft>
              <a:spcPct val="35000"/>
            </a:spcAft>
            <a:buNone/>
          </a:pPr>
          <a:r>
            <a:rPr lang="en-US" sz="2200" kern="1200"/>
            <a:t>•Finding the shortest path between two nodes, u and v, of an unweighted graph.</a:t>
          </a:r>
        </a:p>
      </dsp:txBody>
      <dsp:txXfrm>
        <a:off x="1263975" y="4105975"/>
        <a:ext cx="5262642" cy="109435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978D23-6C71-4B7F-9625-4A008DFFF5E1}">
      <dsp:nvSpPr>
        <dsp:cNvPr id="0" name=""/>
        <dsp:cNvSpPr/>
      </dsp:nvSpPr>
      <dsp:spPr>
        <a:xfrm>
          <a:off x="0" y="0"/>
          <a:ext cx="624526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632CEE-24B1-410D-B13E-44A502E7F805}">
      <dsp:nvSpPr>
        <dsp:cNvPr id="0" name=""/>
        <dsp:cNvSpPr/>
      </dsp:nvSpPr>
      <dsp:spPr>
        <a:xfrm>
          <a:off x="0" y="0"/>
          <a:ext cx="6245265" cy="1397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a:t>
          </a:r>
          <a:r>
            <a:rPr lang="en-US" sz="2400" kern="1200" dirty="0"/>
            <a:t>Finding a path between two specified nodes, u and v, of an unweighted graph.</a:t>
          </a:r>
        </a:p>
      </dsp:txBody>
      <dsp:txXfrm>
        <a:off x="0" y="0"/>
        <a:ext cx="6245265" cy="1397336"/>
      </dsp:txXfrm>
    </dsp:sp>
    <dsp:sp modelId="{10F60949-17DC-4742-989A-45C463DAF6D3}">
      <dsp:nvSpPr>
        <dsp:cNvPr id="0" name=""/>
        <dsp:cNvSpPr/>
      </dsp:nvSpPr>
      <dsp:spPr>
        <a:xfrm>
          <a:off x="0" y="1397336"/>
          <a:ext cx="6245265" cy="0"/>
        </a:xfrm>
        <a:prstGeom prst="line">
          <a:avLst/>
        </a:prstGeom>
        <a:solidFill>
          <a:schemeClr val="accent2">
            <a:hueOff val="-477861"/>
            <a:satOff val="-11515"/>
            <a:lumOff val="-6928"/>
            <a:alphaOff val="0"/>
          </a:schemeClr>
        </a:solidFill>
        <a:ln w="12700" cap="flat" cmpd="sng" algn="ctr">
          <a:solidFill>
            <a:schemeClr val="accent2">
              <a:hueOff val="-477861"/>
              <a:satOff val="-11515"/>
              <a:lumOff val="-69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73558C-000B-4178-8FA9-F7075F670DD9}">
      <dsp:nvSpPr>
        <dsp:cNvPr id="0" name=""/>
        <dsp:cNvSpPr/>
      </dsp:nvSpPr>
      <dsp:spPr>
        <a:xfrm>
          <a:off x="0" y="1397336"/>
          <a:ext cx="6245265" cy="1397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a:t>
          </a:r>
          <a:r>
            <a:rPr lang="en-US" sz="2400" kern="1200" dirty="0"/>
            <a:t>Finding a path between two specified nodes, u and v, of a weighted graph.</a:t>
          </a:r>
        </a:p>
      </dsp:txBody>
      <dsp:txXfrm>
        <a:off x="0" y="1397336"/>
        <a:ext cx="6245265" cy="1397336"/>
      </dsp:txXfrm>
    </dsp:sp>
    <dsp:sp modelId="{2CA8B107-FAEB-4B51-98F7-280140A99936}">
      <dsp:nvSpPr>
        <dsp:cNvPr id="0" name=""/>
        <dsp:cNvSpPr/>
      </dsp:nvSpPr>
      <dsp:spPr>
        <a:xfrm>
          <a:off x="0" y="2794673"/>
          <a:ext cx="6245265" cy="0"/>
        </a:xfrm>
        <a:prstGeom prst="line">
          <a:avLst/>
        </a:prstGeom>
        <a:solidFill>
          <a:schemeClr val="accent2">
            <a:hueOff val="-955721"/>
            <a:satOff val="-23029"/>
            <a:lumOff val="-13857"/>
            <a:alphaOff val="0"/>
          </a:schemeClr>
        </a:solidFill>
        <a:ln w="12700" cap="flat" cmpd="sng" algn="ctr">
          <a:solidFill>
            <a:schemeClr val="accent2">
              <a:hueOff val="-955721"/>
              <a:satOff val="-23029"/>
              <a:lumOff val="-138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6F76C7-6FA7-46E3-BC3D-054E2B02FF06}">
      <dsp:nvSpPr>
        <dsp:cNvPr id="0" name=""/>
        <dsp:cNvSpPr/>
      </dsp:nvSpPr>
      <dsp:spPr>
        <a:xfrm>
          <a:off x="0" y="2794673"/>
          <a:ext cx="6245265" cy="1397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dirty="0"/>
            <a:t>•</a:t>
          </a:r>
          <a:r>
            <a:rPr lang="en-US" sz="2400" kern="1200" dirty="0"/>
            <a:t>Finding whether a graph is connected or not.</a:t>
          </a:r>
        </a:p>
      </dsp:txBody>
      <dsp:txXfrm>
        <a:off x="0" y="2794673"/>
        <a:ext cx="6245265" cy="1397336"/>
      </dsp:txXfrm>
    </dsp:sp>
    <dsp:sp modelId="{A9CE34C9-8B91-407B-A0E9-803FE186856A}">
      <dsp:nvSpPr>
        <dsp:cNvPr id="0" name=""/>
        <dsp:cNvSpPr/>
      </dsp:nvSpPr>
      <dsp:spPr>
        <a:xfrm>
          <a:off x="0" y="4192010"/>
          <a:ext cx="6245265" cy="0"/>
        </a:xfrm>
        <a:prstGeom prst="line">
          <a:avLst/>
        </a:prstGeom>
        <a:solidFill>
          <a:schemeClr val="accent2">
            <a:hueOff val="-1433582"/>
            <a:satOff val="-34544"/>
            <a:lumOff val="-20785"/>
            <a:alphaOff val="0"/>
          </a:schemeClr>
        </a:solidFill>
        <a:ln w="12700" cap="flat" cmpd="sng" algn="ctr">
          <a:solidFill>
            <a:schemeClr val="accent2">
              <a:hueOff val="-1433582"/>
              <a:satOff val="-34544"/>
              <a:lumOff val="-207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F4F40E-B835-4547-AA74-77AD31349D3E}">
      <dsp:nvSpPr>
        <dsp:cNvPr id="0" name=""/>
        <dsp:cNvSpPr/>
      </dsp:nvSpPr>
      <dsp:spPr>
        <a:xfrm>
          <a:off x="0" y="4192010"/>
          <a:ext cx="6245265" cy="1397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dirty="0"/>
            <a:t>•</a:t>
          </a:r>
          <a:r>
            <a:rPr lang="en-US" sz="2400" kern="1200" dirty="0"/>
            <a:t>Computing the spanning tree of a connected graph.</a:t>
          </a:r>
        </a:p>
      </dsp:txBody>
      <dsp:txXfrm>
        <a:off x="0" y="4192010"/>
        <a:ext cx="6245265" cy="139733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7C6C52-A799-4E10-B8F5-041D3BD7F01A}" type="datetimeFigureOut">
              <a:rPr lang="en-IN" smtClean="0"/>
              <a:t>29-01-2026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6B32FE-6B7F-4280-8171-FE27DCA1C8DC}" type="slidenum">
              <a:rPr lang="en-IN" smtClean="0"/>
              <a:t>‹#›</a:t>
            </a:fld>
            <a:endParaRPr lang="en-IN"/>
          </a:p>
        </p:txBody>
      </p:sp>
    </p:spTree>
    <p:extLst>
      <p:ext uri="{BB962C8B-B14F-4D97-AF65-F5344CB8AC3E}">
        <p14:creationId xmlns:p14="http://schemas.microsoft.com/office/powerpoint/2010/main" val="2490758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fld id="{4B35A91D-64E6-4C03-B5C0-EB7D138B344C}" type="datetime2">
              <a:rPr lang="en-US" smtClean="0"/>
              <a:t>Thursday, January 29, 2026</a:t>
            </a:fld>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Department of ICT</a:t>
            </a:r>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2476844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fld id="{1A1383CB-15EA-4EE8-AA24-9B39618AB567}" type="datetime2">
              <a:rPr lang="en-US" smtClean="0"/>
              <a:t>Thursday, January 29, 2026</a:t>
            </a:fld>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Department of ICT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3722237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fld id="{C9645F3B-8D27-4AEA-9742-8E57C073A323}" type="datetime2">
              <a:rPr lang="en-US" smtClean="0"/>
              <a:t>Thursday, January 29, 2026</a:t>
            </a:fld>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Department of ICT</a:t>
            </a:r>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3287696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fld id="{08644746-2957-478D-8BE0-13BE38EE128F}" type="datetime2">
              <a:rPr lang="en-US" smtClean="0"/>
              <a:t>Thursday, January 29, 2026</a:t>
            </a:fld>
            <a:endParaRPr lang="en-US"/>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Department of ICT</a:t>
            </a:r>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3658088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fld id="{187176D5-706A-4A38-97AA-88A156BB4638}" type="datetime2">
              <a:rPr lang="en-US" smtClean="0"/>
              <a:t>Thursday, January 29, 2026</a:t>
            </a:fld>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Department of ICT</a:t>
            </a:r>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892001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fld id="{87BE7A84-E469-4F60-B49B-24EF326D45D2}" type="datetime2">
              <a:rPr lang="en-US" smtClean="0"/>
              <a:t>Thursday, January 29, 2026</a:t>
            </a:fld>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Department of ICT</a:t>
            </a:r>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1266012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fld id="{6011A9A7-D84B-4F45-96EB-67EE4C140D9B}" type="datetime2">
              <a:rPr lang="en-US" smtClean="0"/>
              <a:t>Thursday, January 29, 2026</a:t>
            </a:fld>
            <a:endParaRPr lang="en-US"/>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Department of ICT</a:t>
            </a:r>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217421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fld id="{D0B8ECE9-E1FC-4334-8ACA-097EA029F438}" type="datetime2">
              <a:rPr lang="en-US" smtClean="0"/>
              <a:t>Thursday, January 29, 2026</a:t>
            </a:fld>
            <a:endParaRPr lang="en-US"/>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Department of ICT</a:t>
            </a:r>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2592373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fld id="{13FDCE90-093F-4C51-9DD8-3B64B0FB2AFC}" type="datetime2">
              <a:rPr lang="en-US" smtClean="0"/>
              <a:t>Thursday, January 29, 2026</a:t>
            </a:fld>
            <a:endParaRPr lang="en-US"/>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Department of ICT</a:t>
            </a:r>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2504296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fld id="{7C7B8DB3-5325-4CB1-ACB4-AAD1F9512368}" type="datetime2">
              <a:rPr lang="en-US" smtClean="0"/>
              <a:t>Thursday, January 29, 2026</a:t>
            </a:fld>
            <a:endParaRPr lang="en-US"/>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Department of ICT</a:t>
            </a:r>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1775892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fld id="{58B46E36-443E-4FE9-8319-035CED67E298}" type="datetime2">
              <a:rPr lang="en-US" smtClean="0"/>
              <a:t>Thursday, January 29, 2026</a:t>
            </a:fld>
            <a:endParaRPr lang="en-US"/>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Department of ICT</a:t>
            </a:r>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387362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6EEF470-C251-8D8D-2360-02F026CCE59E}"/>
              </a:ext>
            </a:extLst>
          </p:cNvPr>
          <p:cNvGrpSpPr>
            <a:grpSpLocks/>
          </p:cNvGrpSpPr>
          <p:nvPr/>
        </p:nvGrpSpPr>
        <p:grpSpPr bwMode="auto">
          <a:xfrm>
            <a:off x="-4233" y="2438401"/>
            <a:ext cx="12196233" cy="1063625"/>
            <a:chOff x="-2" y="1536"/>
            <a:chExt cx="5762" cy="670"/>
          </a:xfrm>
        </p:grpSpPr>
        <p:grpSp>
          <p:nvGrpSpPr>
            <p:cNvPr id="3" name="Group 3">
              <a:extLst>
                <a:ext uri="{FF2B5EF4-FFF2-40B4-BE49-F238E27FC236}">
                  <a16:creationId xmlns:a16="http://schemas.microsoft.com/office/drawing/2014/main" id="{56AD41D1-985E-7E30-8742-99EB4B820139}"/>
                </a:ext>
              </a:extLst>
            </p:cNvPr>
            <p:cNvGrpSpPr>
              <a:grpSpLocks/>
            </p:cNvGrpSpPr>
            <p:nvPr/>
          </p:nvGrpSpPr>
          <p:grpSpPr bwMode="auto">
            <a:xfrm flipH="1">
              <a:off x="-2" y="1562"/>
              <a:ext cx="5762" cy="638"/>
              <a:chOff x="-2" y="1562"/>
              <a:chExt cx="5762" cy="638"/>
            </a:xfrm>
          </p:grpSpPr>
          <p:sp>
            <p:nvSpPr>
              <p:cNvPr id="6" name="Freeform 4">
                <a:extLst>
                  <a:ext uri="{FF2B5EF4-FFF2-40B4-BE49-F238E27FC236}">
                    <a16:creationId xmlns:a16="http://schemas.microsoft.com/office/drawing/2014/main" id="{300309E9-F6BC-7050-8905-72326B11E278}"/>
                  </a:ext>
                </a:extLst>
              </p:cNvPr>
              <p:cNvSpPr>
                <a:spLocks/>
              </p:cNvSpPr>
              <p:nvPr/>
            </p:nvSpPr>
            <p:spPr bwMode="ltGray">
              <a:xfrm rot="-5400000">
                <a:off x="2559" y="-993"/>
                <a:ext cx="624" cy="5745"/>
              </a:xfrm>
              <a:custGeom>
                <a:avLst/>
                <a:gdLst>
                  <a:gd name="T0" fmla="*/ 0 w 1000"/>
                  <a:gd name="T1" fmla="*/ 0 h 720"/>
                  <a:gd name="T2" fmla="*/ 0 w 1000"/>
                  <a:gd name="T3" fmla="*/ 185812434 h 720"/>
                  <a:gd name="T4" fmla="*/ 59 w 1000"/>
                  <a:gd name="T5" fmla="*/ 185812434 h 720"/>
                  <a:gd name="T6" fmla="*/ 59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7" name="Freeform 5">
                <a:extLst>
                  <a:ext uri="{FF2B5EF4-FFF2-40B4-BE49-F238E27FC236}">
                    <a16:creationId xmlns:a16="http://schemas.microsoft.com/office/drawing/2014/main" id="{CCA5C011-3C15-1D28-B880-C65C04E2D38A}"/>
                  </a:ext>
                </a:extLst>
              </p:cNvPr>
              <p:cNvSpPr>
                <a:spLocks/>
              </p:cNvSpPr>
              <p:nvPr/>
            </p:nvSpPr>
            <p:spPr bwMode="ltGray">
              <a:xfrm rot="-5400000">
                <a:off x="1323" y="1669"/>
                <a:ext cx="624" cy="421"/>
              </a:xfrm>
              <a:custGeom>
                <a:avLst/>
                <a:gdLst>
                  <a:gd name="T0" fmla="*/ 0 w 624"/>
                  <a:gd name="T1" fmla="*/ 0 h 317"/>
                  <a:gd name="T2" fmla="*/ 0 w 624"/>
                  <a:gd name="T3" fmla="*/ 1490 h 317"/>
                  <a:gd name="T4" fmla="*/ 624 w 624"/>
                  <a:gd name="T5" fmla="*/ 1490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8" name="Freeform 6">
                <a:extLst>
                  <a:ext uri="{FF2B5EF4-FFF2-40B4-BE49-F238E27FC236}">
                    <a16:creationId xmlns:a16="http://schemas.microsoft.com/office/drawing/2014/main" id="{522CA76F-F381-B224-E112-4570C812CAEB}"/>
                  </a:ext>
                </a:extLst>
              </p:cNvPr>
              <p:cNvSpPr>
                <a:spLocks/>
              </p:cNvSpPr>
              <p:nvPr/>
            </p:nvSpPr>
            <p:spPr bwMode="ltGray">
              <a:xfrm rot="-5400000">
                <a:off x="982" y="1669"/>
                <a:ext cx="624" cy="422"/>
              </a:xfrm>
              <a:custGeom>
                <a:avLst/>
                <a:gdLst>
                  <a:gd name="T0" fmla="*/ 0 w 624"/>
                  <a:gd name="T1" fmla="*/ 0 h 317"/>
                  <a:gd name="T2" fmla="*/ 0 w 624"/>
                  <a:gd name="T3" fmla="*/ 1515 h 317"/>
                  <a:gd name="T4" fmla="*/ 624 w 624"/>
                  <a:gd name="T5" fmla="*/ 1515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9" name="Freeform 7">
                <a:extLst>
                  <a:ext uri="{FF2B5EF4-FFF2-40B4-BE49-F238E27FC236}">
                    <a16:creationId xmlns:a16="http://schemas.microsoft.com/office/drawing/2014/main" id="{27DF18FF-E652-576E-904D-390AFEB29C96}"/>
                  </a:ext>
                </a:extLst>
              </p:cNvPr>
              <p:cNvSpPr>
                <a:spLocks/>
              </p:cNvSpPr>
              <p:nvPr/>
            </p:nvSpPr>
            <p:spPr bwMode="ltGray">
              <a:xfrm rot="-5400000">
                <a:off x="-57" y="1752"/>
                <a:ext cx="624" cy="255"/>
              </a:xfrm>
              <a:custGeom>
                <a:avLst/>
                <a:gdLst>
                  <a:gd name="T0" fmla="*/ 0 w 624"/>
                  <a:gd name="T1" fmla="*/ 6 h 370"/>
                  <a:gd name="T2" fmla="*/ 0 w 624"/>
                  <a:gd name="T3" fmla="*/ 34 h 370"/>
                  <a:gd name="T4" fmla="*/ 624 w 624"/>
                  <a:gd name="T5" fmla="*/ 34 h 370"/>
                  <a:gd name="T6" fmla="*/ 624 w 624"/>
                  <a:gd name="T7" fmla="*/ 6 h 370"/>
                  <a:gd name="T8" fmla="*/ 384 w 624"/>
                  <a:gd name="T9" fmla="*/ 1 h 370"/>
                  <a:gd name="T10" fmla="*/ 0 w 624"/>
                  <a:gd name="T11" fmla="*/ 6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1800"/>
              </a:p>
            </p:txBody>
          </p:sp>
          <p:sp>
            <p:nvSpPr>
              <p:cNvPr id="10" name="Freeform 8">
                <a:extLst>
                  <a:ext uri="{FF2B5EF4-FFF2-40B4-BE49-F238E27FC236}">
                    <a16:creationId xmlns:a16="http://schemas.microsoft.com/office/drawing/2014/main" id="{D12E38DC-6C59-1E49-0C85-E0F2C56F8D45}"/>
                  </a:ext>
                </a:extLst>
              </p:cNvPr>
              <p:cNvSpPr>
                <a:spLocks/>
              </p:cNvSpPr>
              <p:nvPr/>
            </p:nvSpPr>
            <p:spPr bwMode="ltGray">
              <a:xfrm rot="-5400000">
                <a:off x="664" y="1733"/>
                <a:ext cx="624" cy="294"/>
              </a:xfrm>
              <a:custGeom>
                <a:avLst/>
                <a:gdLst>
                  <a:gd name="T0" fmla="*/ 0 w 624"/>
                  <a:gd name="T1" fmla="*/ 0 h 317"/>
                  <a:gd name="T2" fmla="*/ 0 w 624"/>
                  <a:gd name="T3" fmla="*/ 173 h 317"/>
                  <a:gd name="T4" fmla="*/ 624 w 624"/>
                  <a:gd name="T5" fmla="*/ 173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11" name="Freeform 9">
                <a:extLst>
                  <a:ext uri="{FF2B5EF4-FFF2-40B4-BE49-F238E27FC236}">
                    <a16:creationId xmlns:a16="http://schemas.microsoft.com/office/drawing/2014/main" id="{1FE8046E-EC25-5FDA-80B4-747E278D8881}"/>
                  </a:ext>
                </a:extLst>
              </p:cNvPr>
              <p:cNvSpPr>
                <a:spLocks/>
              </p:cNvSpPr>
              <p:nvPr/>
            </p:nvSpPr>
            <p:spPr bwMode="ltGray">
              <a:xfrm rot="-5400000">
                <a:off x="442" y="1699"/>
                <a:ext cx="624" cy="362"/>
              </a:xfrm>
              <a:custGeom>
                <a:avLst/>
                <a:gdLst>
                  <a:gd name="T0" fmla="*/ 0 w 624"/>
                  <a:gd name="T1" fmla="*/ 0 h 272"/>
                  <a:gd name="T2" fmla="*/ 0 w 624"/>
                  <a:gd name="T3" fmla="*/ 1511 h 272"/>
                  <a:gd name="T4" fmla="*/ 240 w 624"/>
                  <a:gd name="T5" fmla="*/ 1334 h 272"/>
                  <a:gd name="T6" fmla="*/ 624 w 624"/>
                  <a:gd name="T7" fmla="*/ 151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12" name="Freeform 10">
                <a:extLst>
                  <a:ext uri="{FF2B5EF4-FFF2-40B4-BE49-F238E27FC236}">
                    <a16:creationId xmlns:a16="http://schemas.microsoft.com/office/drawing/2014/main" id="{369D1A18-EFDB-0889-C630-8F95CA90C908}"/>
                  </a:ext>
                </a:extLst>
              </p:cNvPr>
              <p:cNvSpPr>
                <a:spLocks/>
              </p:cNvSpPr>
              <p:nvPr/>
            </p:nvSpPr>
            <p:spPr bwMode="ltGray">
              <a:xfrm rot="-5400000">
                <a:off x="156" y="1726"/>
                <a:ext cx="632" cy="315"/>
              </a:xfrm>
              <a:custGeom>
                <a:avLst/>
                <a:gdLst>
                  <a:gd name="T0" fmla="*/ 8 w 632"/>
                  <a:gd name="T1" fmla="*/ 20 h 362"/>
                  <a:gd name="T2" fmla="*/ 8 w 632"/>
                  <a:gd name="T3" fmla="*/ 137 h 362"/>
                  <a:gd name="T4" fmla="*/ 248 w 632"/>
                  <a:gd name="T5" fmla="*/ 137 h 362"/>
                  <a:gd name="T6" fmla="*/ 632 w 632"/>
                  <a:gd name="T7" fmla="*/ 137 h 362"/>
                  <a:gd name="T8" fmla="*/ 632 w 632"/>
                  <a:gd name="T9" fmla="*/ 20 h 362"/>
                  <a:gd name="T10" fmla="*/ 104 w 632"/>
                  <a:gd name="T11" fmla="*/ 20 h 362"/>
                  <a:gd name="T12" fmla="*/ 8 w 632"/>
                  <a:gd name="T13" fmla="*/ 20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13" name="Freeform 11">
                <a:extLst>
                  <a:ext uri="{FF2B5EF4-FFF2-40B4-BE49-F238E27FC236}">
                    <a16:creationId xmlns:a16="http://schemas.microsoft.com/office/drawing/2014/main" id="{BFFDE32B-0781-0AAE-B9D2-41A8F76A9F0A}"/>
                  </a:ext>
                </a:extLst>
              </p:cNvPr>
              <p:cNvSpPr>
                <a:spLocks/>
              </p:cNvSpPr>
              <p:nvPr/>
            </p:nvSpPr>
            <p:spPr bwMode="ltGray">
              <a:xfrm rot="-5400000">
                <a:off x="3211" y="1664"/>
                <a:ext cx="624" cy="421"/>
              </a:xfrm>
              <a:custGeom>
                <a:avLst/>
                <a:gdLst>
                  <a:gd name="T0" fmla="*/ 0 w 624"/>
                  <a:gd name="T1" fmla="*/ 0 h 317"/>
                  <a:gd name="T2" fmla="*/ 0 w 624"/>
                  <a:gd name="T3" fmla="*/ 1490 h 317"/>
                  <a:gd name="T4" fmla="*/ 624 w 624"/>
                  <a:gd name="T5" fmla="*/ 1490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14" name="Freeform 12">
                <a:extLst>
                  <a:ext uri="{FF2B5EF4-FFF2-40B4-BE49-F238E27FC236}">
                    <a16:creationId xmlns:a16="http://schemas.microsoft.com/office/drawing/2014/main" id="{085250D0-E56E-6110-AFA7-4F268C9F9550}"/>
                  </a:ext>
                </a:extLst>
              </p:cNvPr>
              <p:cNvSpPr>
                <a:spLocks/>
              </p:cNvSpPr>
              <p:nvPr/>
            </p:nvSpPr>
            <p:spPr bwMode="ltGray">
              <a:xfrm rot="-5400000">
                <a:off x="2870" y="1664"/>
                <a:ext cx="624" cy="422"/>
              </a:xfrm>
              <a:custGeom>
                <a:avLst/>
                <a:gdLst>
                  <a:gd name="T0" fmla="*/ 0 w 624"/>
                  <a:gd name="T1" fmla="*/ 0 h 317"/>
                  <a:gd name="T2" fmla="*/ 0 w 624"/>
                  <a:gd name="T3" fmla="*/ 1515 h 317"/>
                  <a:gd name="T4" fmla="*/ 624 w 624"/>
                  <a:gd name="T5" fmla="*/ 1515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15" name="Freeform 13">
                <a:extLst>
                  <a:ext uri="{FF2B5EF4-FFF2-40B4-BE49-F238E27FC236}">
                    <a16:creationId xmlns:a16="http://schemas.microsoft.com/office/drawing/2014/main" id="{FE22B5B8-8D3F-8354-F982-D473779AAC25}"/>
                  </a:ext>
                </a:extLst>
              </p:cNvPr>
              <p:cNvSpPr>
                <a:spLocks/>
              </p:cNvSpPr>
              <p:nvPr/>
            </p:nvSpPr>
            <p:spPr bwMode="ltGray">
              <a:xfrm rot="-5400000">
                <a:off x="1830" y="1747"/>
                <a:ext cx="624" cy="255"/>
              </a:xfrm>
              <a:custGeom>
                <a:avLst/>
                <a:gdLst>
                  <a:gd name="T0" fmla="*/ 0 w 624"/>
                  <a:gd name="T1" fmla="*/ 6 h 370"/>
                  <a:gd name="T2" fmla="*/ 0 w 624"/>
                  <a:gd name="T3" fmla="*/ 34 h 370"/>
                  <a:gd name="T4" fmla="*/ 624 w 624"/>
                  <a:gd name="T5" fmla="*/ 34 h 370"/>
                  <a:gd name="T6" fmla="*/ 624 w 624"/>
                  <a:gd name="T7" fmla="*/ 6 h 370"/>
                  <a:gd name="T8" fmla="*/ 384 w 624"/>
                  <a:gd name="T9" fmla="*/ 1 h 370"/>
                  <a:gd name="T10" fmla="*/ 0 w 624"/>
                  <a:gd name="T11" fmla="*/ 6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1800"/>
              </a:p>
            </p:txBody>
          </p:sp>
          <p:sp>
            <p:nvSpPr>
              <p:cNvPr id="16" name="Freeform 14">
                <a:extLst>
                  <a:ext uri="{FF2B5EF4-FFF2-40B4-BE49-F238E27FC236}">
                    <a16:creationId xmlns:a16="http://schemas.microsoft.com/office/drawing/2014/main" id="{05AD6339-0273-260A-27F5-622B2EF9D7DB}"/>
                  </a:ext>
                </a:extLst>
              </p:cNvPr>
              <p:cNvSpPr>
                <a:spLocks/>
              </p:cNvSpPr>
              <p:nvPr/>
            </p:nvSpPr>
            <p:spPr bwMode="ltGray">
              <a:xfrm rot="-5400000">
                <a:off x="2551" y="1728"/>
                <a:ext cx="624" cy="294"/>
              </a:xfrm>
              <a:custGeom>
                <a:avLst/>
                <a:gdLst>
                  <a:gd name="T0" fmla="*/ 0 w 624"/>
                  <a:gd name="T1" fmla="*/ 0 h 317"/>
                  <a:gd name="T2" fmla="*/ 0 w 624"/>
                  <a:gd name="T3" fmla="*/ 173 h 317"/>
                  <a:gd name="T4" fmla="*/ 624 w 624"/>
                  <a:gd name="T5" fmla="*/ 173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17" name="Freeform 15">
                <a:extLst>
                  <a:ext uri="{FF2B5EF4-FFF2-40B4-BE49-F238E27FC236}">
                    <a16:creationId xmlns:a16="http://schemas.microsoft.com/office/drawing/2014/main" id="{5837736A-7369-4F26-DB65-A59AFA67097B}"/>
                  </a:ext>
                </a:extLst>
              </p:cNvPr>
              <p:cNvSpPr>
                <a:spLocks/>
              </p:cNvSpPr>
              <p:nvPr/>
            </p:nvSpPr>
            <p:spPr bwMode="ltGray">
              <a:xfrm rot="-5400000">
                <a:off x="2330" y="1694"/>
                <a:ext cx="624" cy="361"/>
              </a:xfrm>
              <a:custGeom>
                <a:avLst/>
                <a:gdLst>
                  <a:gd name="T0" fmla="*/ 0 w 624"/>
                  <a:gd name="T1" fmla="*/ 0 h 272"/>
                  <a:gd name="T2" fmla="*/ 0 w 624"/>
                  <a:gd name="T3" fmla="*/ 1486 h 272"/>
                  <a:gd name="T4" fmla="*/ 240 w 624"/>
                  <a:gd name="T5" fmla="*/ 1313 h 272"/>
                  <a:gd name="T6" fmla="*/ 624 w 624"/>
                  <a:gd name="T7" fmla="*/ 1486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18" name="Freeform 16">
                <a:extLst>
                  <a:ext uri="{FF2B5EF4-FFF2-40B4-BE49-F238E27FC236}">
                    <a16:creationId xmlns:a16="http://schemas.microsoft.com/office/drawing/2014/main" id="{CA94C5C0-857A-570D-50E5-A4D500D155D8}"/>
                  </a:ext>
                </a:extLst>
              </p:cNvPr>
              <p:cNvSpPr>
                <a:spLocks/>
              </p:cNvSpPr>
              <p:nvPr/>
            </p:nvSpPr>
            <p:spPr bwMode="ltGray">
              <a:xfrm rot="-5400000">
                <a:off x="2043" y="1721"/>
                <a:ext cx="632" cy="316"/>
              </a:xfrm>
              <a:custGeom>
                <a:avLst/>
                <a:gdLst>
                  <a:gd name="T0" fmla="*/ 8 w 632"/>
                  <a:gd name="T1" fmla="*/ 20 h 362"/>
                  <a:gd name="T2" fmla="*/ 8 w 632"/>
                  <a:gd name="T3" fmla="*/ 141 h 362"/>
                  <a:gd name="T4" fmla="*/ 248 w 632"/>
                  <a:gd name="T5" fmla="*/ 141 h 362"/>
                  <a:gd name="T6" fmla="*/ 632 w 632"/>
                  <a:gd name="T7" fmla="*/ 141 h 362"/>
                  <a:gd name="T8" fmla="*/ 632 w 632"/>
                  <a:gd name="T9" fmla="*/ 20 h 362"/>
                  <a:gd name="T10" fmla="*/ 104 w 632"/>
                  <a:gd name="T11" fmla="*/ 20 h 362"/>
                  <a:gd name="T12" fmla="*/ 8 w 632"/>
                  <a:gd name="T13" fmla="*/ 20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19" name="Freeform 17">
                <a:extLst>
                  <a:ext uri="{FF2B5EF4-FFF2-40B4-BE49-F238E27FC236}">
                    <a16:creationId xmlns:a16="http://schemas.microsoft.com/office/drawing/2014/main" id="{03C00FDE-2841-5781-842C-52AF4ABC3F14}"/>
                  </a:ext>
                </a:extLst>
              </p:cNvPr>
              <p:cNvSpPr>
                <a:spLocks/>
              </p:cNvSpPr>
              <p:nvPr/>
            </p:nvSpPr>
            <p:spPr bwMode="ltGray">
              <a:xfrm rot="-5400000">
                <a:off x="4077" y="1669"/>
                <a:ext cx="624" cy="421"/>
              </a:xfrm>
              <a:custGeom>
                <a:avLst/>
                <a:gdLst>
                  <a:gd name="T0" fmla="*/ 0 w 624"/>
                  <a:gd name="T1" fmla="*/ 0 h 317"/>
                  <a:gd name="T2" fmla="*/ 0 w 624"/>
                  <a:gd name="T3" fmla="*/ 1490 h 317"/>
                  <a:gd name="T4" fmla="*/ 624 w 624"/>
                  <a:gd name="T5" fmla="*/ 1490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20" name="Freeform 18">
                <a:extLst>
                  <a:ext uri="{FF2B5EF4-FFF2-40B4-BE49-F238E27FC236}">
                    <a16:creationId xmlns:a16="http://schemas.microsoft.com/office/drawing/2014/main" id="{0D2E0BD4-AF0D-61D6-3177-775BD146972D}"/>
                  </a:ext>
                </a:extLst>
              </p:cNvPr>
              <p:cNvSpPr>
                <a:spLocks/>
              </p:cNvSpPr>
              <p:nvPr/>
            </p:nvSpPr>
            <p:spPr bwMode="ltGray">
              <a:xfrm rot="-5400000">
                <a:off x="3736" y="1669"/>
                <a:ext cx="624" cy="422"/>
              </a:xfrm>
              <a:custGeom>
                <a:avLst/>
                <a:gdLst>
                  <a:gd name="T0" fmla="*/ 0 w 624"/>
                  <a:gd name="T1" fmla="*/ 0 h 317"/>
                  <a:gd name="T2" fmla="*/ 0 w 624"/>
                  <a:gd name="T3" fmla="*/ 1515 h 317"/>
                  <a:gd name="T4" fmla="*/ 624 w 624"/>
                  <a:gd name="T5" fmla="*/ 1515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21" name="Freeform 19">
                <a:extLst>
                  <a:ext uri="{FF2B5EF4-FFF2-40B4-BE49-F238E27FC236}">
                    <a16:creationId xmlns:a16="http://schemas.microsoft.com/office/drawing/2014/main" id="{6B12293A-18F5-63B2-BADD-BB1C9D929146}"/>
                  </a:ext>
                </a:extLst>
              </p:cNvPr>
              <p:cNvSpPr>
                <a:spLocks/>
              </p:cNvSpPr>
              <p:nvPr/>
            </p:nvSpPr>
            <p:spPr bwMode="ltGray">
              <a:xfrm rot="-5400000">
                <a:off x="4584" y="1747"/>
                <a:ext cx="624" cy="255"/>
              </a:xfrm>
              <a:custGeom>
                <a:avLst/>
                <a:gdLst>
                  <a:gd name="T0" fmla="*/ 0 w 624"/>
                  <a:gd name="T1" fmla="*/ 6 h 370"/>
                  <a:gd name="T2" fmla="*/ 0 w 624"/>
                  <a:gd name="T3" fmla="*/ 34 h 370"/>
                  <a:gd name="T4" fmla="*/ 624 w 624"/>
                  <a:gd name="T5" fmla="*/ 34 h 370"/>
                  <a:gd name="T6" fmla="*/ 624 w 624"/>
                  <a:gd name="T7" fmla="*/ 6 h 370"/>
                  <a:gd name="T8" fmla="*/ 384 w 624"/>
                  <a:gd name="T9" fmla="*/ 1 h 370"/>
                  <a:gd name="T10" fmla="*/ 0 w 624"/>
                  <a:gd name="T11" fmla="*/ 6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1800"/>
              </a:p>
            </p:txBody>
          </p:sp>
          <p:sp>
            <p:nvSpPr>
              <p:cNvPr id="22" name="Freeform 20">
                <a:extLst>
                  <a:ext uri="{FF2B5EF4-FFF2-40B4-BE49-F238E27FC236}">
                    <a16:creationId xmlns:a16="http://schemas.microsoft.com/office/drawing/2014/main" id="{C062F03D-F203-D531-59B9-2CAA86FEC6EA}"/>
                  </a:ext>
                </a:extLst>
              </p:cNvPr>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23" name="Freeform 21">
                <a:extLst>
                  <a:ext uri="{FF2B5EF4-FFF2-40B4-BE49-F238E27FC236}">
                    <a16:creationId xmlns:a16="http://schemas.microsoft.com/office/drawing/2014/main" id="{998BC4AA-52FD-A658-9AA6-26938436AC57}"/>
                  </a:ext>
                </a:extLst>
              </p:cNvPr>
              <p:cNvSpPr>
                <a:spLocks/>
              </p:cNvSpPr>
              <p:nvPr/>
            </p:nvSpPr>
            <p:spPr bwMode="ltGray">
              <a:xfrm rot="-5400000">
                <a:off x="5084" y="1694"/>
                <a:ext cx="624" cy="361"/>
              </a:xfrm>
              <a:custGeom>
                <a:avLst/>
                <a:gdLst>
                  <a:gd name="T0" fmla="*/ 0 w 624"/>
                  <a:gd name="T1" fmla="*/ 0 h 272"/>
                  <a:gd name="T2" fmla="*/ 0 w 624"/>
                  <a:gd name="T3" fmla="*/ 1486 h 272"/>
                  <a:gd name="T4" fmla="*/ 240 w 624"/>
                  <a:gd name="T5" fmla="*/ 1313 h 272"/>
                  <a:gd name="T6" fmla="*/ 624 w 624"/>
                  <a:gd name="T7" fmla="*/ 1486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sp>
            <p:nvSpPr>
              <p:cNvPr id="24" name="Freeform 22">
                <a:extLst>
                  <a:ext uri="{FF2B5EF4-FFF2-40B4-BE49-F238E27FC236}">
                    <a16:creationId xmlns:a16="http://schemas.microsoft.com/office/drawing/2014/main" id="{4220F191-D8F3-616B-8479-609CBD80301B}"/>
                  </a:ext>
                </a:extLst>
              </p:cNvPr>
              <p:cNvSpPr>
                <a:spLocks/>
              </p:cNvSpPr>
              <p:nvPr/>
            </p:nvSpPr>
            <p:spPr bwMode="ltGray">
              <a:xfrm rot="-5400000">
                <a:off x="4797" y="1721"/>
                <a:ext cx="632" cy="316"/>
              </a:xfrm>
              <a:custGeom>
                <a:avLst/>
                <a:gdLst>
                  <a:gd name="T0" fmla="*/ 8 w 632"/>
                  <a:gd name="T1" fmla="*/ 20 h 362"/>
                  <a:gd name="T2" fmla="*/ 8 w 632"/>
                  <a:gd name="T3" fmla="*/ 141 h 362"/>
                  <a:gd name="T4" fmla="*/ 248 w 632"/>
                  <a:gd name="T5" fmla="*/ 141 h 362"/>
                  <a:gd name="T6" fmla="*/ 632 w 632"/>
                  <a:gd name="T7" fmla="*/ 141 h 362"/>
                  <a:gd name="T8" fmla="*/ 632 w 632"/>
                  <a:gd name="T9" fmla="*/ 20 h 362"/>
                  <a:gd name="T10" fmla="*/ 104 w 632"/>
                  <a:gd name="T11" fmla="*/ 20 h 362"/>
                  <a:gd name="T12" fmla="*/ 8 w 632"/>
                  <a:gd name="T13" fmla="*/ 20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1800"/>
              </a:p>
            </p:txBody>
          </p:sp>
        </p:grpSp>
        <p:sp>
          <p:nvSpPr>
            <p:cNvPr id="4" name="Freeform 23">
              <a:extLst>
                <a:ext uri="{FF2B5EF4-FFF2-40B4-BE49-F238E27FC236}">
                  <a16:creationId xmlns:a16="http://schemas.microsoft.com/office/drawing/2014/main" id="{481ED52A-579A-ACB4-0895-A9E63EB1FAD2}"/>
                </a:ext>
              </a:extLst>
            </p:cNvPr>
            <p:cNvSpPr>
              <a:spLocks/>
            </p:cNvSpPr>
            <p:nvPr/>
          </p:nvSpPr>
          <p:spPr bwMode="ltGray">
            <a:xfrm flipH="1">
              <a:off x="-2" y="1536"/>
              <a:ext cx="5762" cy="412"/>
            </a:xfrm>
            <a:custGeom>
              <a:avLst/>
              <a:gdLst>
                <a:gd name="T0" fmla="*/ 0 w 5762"/>
                <a:gd name="T1" fmla="*/ 295 h 385"/>
                <a:gd name="T2" fmla="*/ 5762 w 5762"/>
                <a:gd name="T3" fmla="*/ 281 h 385"/>
                <a:gd name="T4" fmla="*/ 5762 w 5762"/>
                <a:gd name="T5" fmla="*/ 4 h 385"/>
                <a:gd name="T6" fmla="*/ 0 w 5762"/>
                <a:gd name="T7" fmla="*/ 0 h 385"/>
                <a:gd name="T8" fmla="*/ 0 w 5762"/>
                <a:gd name="T9" fmla="*/ 295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sp>
          <p:nvSpPr>
            <p:cNvPr id="5" name="Freeform 24">
              <a:extLst>
                <a:ext uri="{FF2B5EF4-FFF2-40B4-BE49-F238E27FC236}">
                  <a16:creationId xmlns:a16="http://schemas.microsoft.com/office/drawing/2014/main" id="{8674CFC7-A5F2-A6B4-FB48-6C4EB5836614}"/>
                </a:ext>
              </a:extLst>
            </p:cNvPr>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800"/>
            </a:p>
          </p:txBody>
        </p:sp>
      </p:grpSp>
      <p:sp>
        <p:nvSpPr>
          <p:cNvPr id="43033" name="Rectangle 25"/>
          <p:cNvSpPr>
            <a:spLocks noGrp="1" noChangeArrowheads="1"/>
          </p:cNvSpPr>
          <p:nvPr>
            <p:ph type="ctrTitle"/>
          </p:nvPr>
        </p:nvSpPr>
        <p:spPr>
          <a:xfrm>
            <a:off x="1564217" y="1341438"/>
            <a:ext cx="10363200" cy="1143000"/>
          </a:xfrm>
        </p:spPr>
        <p:txBody>
          <a:bodyPr/>
          <a:lstStyle>
            <a:lvl1pPr>
              <a:defRPr/>
            </a:lvl1pPr>
          </a:lstStyle>
          <a:p>
            <a:pPr lvl="0"/>
            <a:r>
              <a:rPr lang="zh-TW" altLang="en-US" noProof="0"/>
              <a:t>按一下以編輯母片標題樣式</a:t>
            </a:r>
          </a:p>
        </p:txBody>
      </p:sp>
      <p:sp>
        <p:nvSpPr>
          <p:cNvPr id="43034" name="Rectangle 26"/>
          <p:cNvSpPr>
            <a:spLocks noGrp="1" noChangeArrowheads="1"/>
          </p:cNvSpPr>
          <p:nvPr>
            <p:ph type="subTitle" idx="1"/>
          </p:nvPr>
        </p:nvSpPr>
        <p:spPr>
          <a:xfrm>
            <a:off x="1555751" y="3886200"/>
            <a:ext cx="8534400" cy="1752600"/>
          </a:xfrm>
        </p:spPr>
        <p:txBody>
          <a:bodyPr/>
          <a:lstStyle>
            <a:lvl1pPr marL="0" indent="0">
              <a:buFont typeface="Monotype Sorts" pitchFamily="2" charset="2"/>
              <a:buNone/>
              <a:defRPr/>
            </a:lvl1pPr>
          </a:lstStyle>
          <a:p>
            <a:pPr lvl="0"/>
            <a:r>
              <a:rPr lang="zh-TW" altLang="en-US" noProof="0"/>
              <a:t>按一下以編輯母片次標題樣式</a:t>
            </a:r>
          </a:p>
        </p:txBody>
      </p:sp>
      <p:sp>
        <p:nvSpPr>
          <p:cNvPr id="25" name="Rectangle 27">
            <a:extLst>
              <a:ext uri="{FF2B5EF4-FFF2-40B4-BE49-F238E27FC236}">
                <a16:creationId xmlns:a16="http://schemas.microsoft.com/office/drawing/2014/main" id="{072B8F1C-832B-23F1-FE3F-5AFEA9F66802}"/>
              </a:ext>
            </a:extLst>
          </p:cNvPr>
          <p:cNvSpPr>
            <a:spLocks noGrp="1" noChangeArrowheads="1"/>
          </p:cNvSpPr>
          <p:nvPr>
            <p:ph type="dt" sz="half" idx="10"/>
          </p:nvPr>
        </p:nvSpPr>
        <p:spPr>
          <a:xfrm>
            <a:off x="1555751" y="6248400"/>
            <a:ext cx="2540000" cy="457200"/>
          </a:xfrm>
        </p:spPr>
        <p:txBody>
          <a:bodyPr/>
          <a:lstStyle>
            <a:lvl1pPr>
              <a:defRPr>
                <a:solidFill>
                  <a:srgbClr val="000000"/>
                </a:solidFill>
              </a:defRPr>
            </a:lvl1pPr>
          </a:lstStyle>
          <a:p>
            <a:pPr>
              <a:defRPr/>
            </a:pPr>
            <a:endParaRPr lang="en-US" altLang="zh-TW"/>
          </a:p>
        </p:txBody>
      </p:sp>
      <p:sp>
        <p:nvSpPr>
          <p:cNvPr id="26" name="Rectangle 28">
            <a:extLst>
              <a:ext uri="{FF2B5EF4-FFF2-40B4-BE49-F238E27FC236}">
                <a16:creationId xmlns:a16="http://schemas.microsoft.com/office/drawing/2014/main" id="{BF449B20-6B9F-9E27-28BE-1F849468C368}"/>
              </a:ext>
            </a:extLst>
          </p:cNvPr>
          <p:cNvSpPr>
            <a:spLocks noGrp="1" noChangeArrowheads="1"/>
          </p:cNvSpPr>
          <p:nvPr>
            <p:ph type="ftr" sz="quarter" idx="11"/>
          </p:nvPr>
        </p:nvSpPr>
        <p:spPr>
          <a:xfrm>
            <a:off x="4775200" y="6248400"/>
            <a:ext cx="3860800" cy="457200"/>
          </a:xfrm>
        </p:spPr>
        <p:txBody>
          <a:bodyPr/>
          <a:lstStyle>
            <a:lvl1pPr>
              <a:defRPr>
                <a:solidFill>
                  <a:srgbClr val="000000"/>
                </a:solidFill>
              </a:defRPr>
            </a:lvl1pPr>
          </a:lstStyle>
          <a:p>
            <a:pPr>
              <a:defRPr/>
            </a:pPr>
            <a:r>
              <a:rPr lang="en-US" altLang="zh-TW"/>
              <a:t>CHAPTER 6</a:t>
            </a:r>
          </a:p>
        </p:txBody>
      </p:sp>
      <p:sp>
        <p:nvSpPr>
          <p:cNvPr id="27" name="Rectangle 29">
            <a:extLst>
              <a:ext uri="{FF2B5EF4-FFF2-40B4-BE49-F238E27FC236}">
                <a16:creationId xmlns:a16="http://schemas.microsoft.com/office/drawing/2014/main" id="{BDC0A051-DFEE-2B3B-00A0-3740EA2CA8AE}"/>
              </a:ext>
            </a:extLst>
          </p:cNvPr>
          <p:cNvSpPr>
            <a:spLocks noGrp="1" noChangeArrowheads="1"/>
          </p:cNvSpPr>
          <p:nvPr>
            <p:ph type="sldNum" sz="quarter" idx="12"/>
          </p:nvPr>
        </p:nvSpPr>
        <p:spPr>
          <a:xfrm>
            <a:off x="9347200" y="6248400"/>
            <a:ext cx="2540000" cy="457200"/>
          </a:xfrm>
        </p:spPr>
        <p:txBody>
          <a:bodyPr/>
          <a:lstStyle>
            <a:lvl1pPr>
              <a:defRPr>
                <a:solidFill>
                  <a:srgbClr val="000000"/>
                </a:solidFill>
              </a:defRPr>
            </a:lvl1pPr>
          </a:lstStyle>
          <a:p>
            <a:fld id="{C94FE8B2-5100-4938-94FB-B24A77A65D6A}" type="slidenum">
              <a:rPr lang="en-US" altLang="zh-TW"/>
              <a:pPr/>
              <a:t>‹#›</a:t>
            </a:fld>
            <a:endParaRPr lang="en-US" altLang="zh-TW"/>
          </a:p>
        </p:txBody>
      </p:sp>
    </p:spTree>
    <p:extLst>
      <p:ext uri="{BB962C8B-B14F-4D97-AF65-F5344CB8AC3E}">
        <p14:creationId xmlns:p14="http://schemas.microsoft.com/office/powerpoint/2010/main" val="205058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075">
            <a:extLst>
              <a:ext uri="{FF2B5EF4-FFF2-40B4-BE49-F238E27FC236}">
                <a16:creationId xmlns:a16="http://schemas.microsoft.com/office/drawing/2014/main" id="{DFF95499-2107-9999-8DC3-F1FB07B9B266}"/>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2076">
            <a:extLst>
              <a:ext uri="{FF2B5EF4-FFF2-40B4-BE49-F238E27FC236}">
                <a16:creationId xmlns:a16="http://schemas.microsoft.com/office/drawing/2014/main" id="{CD70C084-08FB-9672-ABBF-B1509AD96E5A}"/>
              </a:ext>
            </a:extLst>
          </p:cNvPr>
          <p:cNvSpPr>
            <a:spLocks noGrp="1" noChangeArrowheads="1"/>
          </p:cNvSpPr>
          <p:nvPr>
            <p:ph type="ftr" sz="quarter" idx="11"/>
          </p:nvPr>
        </p:nvSpPr>
        <p:spPr>
          <a:ln/>
        </p:spPr>
        <p:txBody>
          <a:bodyPr/>
          <a:lstStyle>
            <a:lvl1pPr>
              <a:defRPr/>
            </a:lvl1pPr>
          </a:lstStyle>
          <a:p>
            <a:pPr>
              <a:defRPr/>
            </a:pPr>
            <a:r>
              <a:rPr lang="en-US" altLang="zh-TW"/>
              <a:t>CHAPTER 6</a:t>
            </a:r>
          </a:p>
        </p:txBody>
      </p:sp>
      <p:sp>
        <p:nvSpPr>
          <p:cNvPr id="6" name="Rectangle 2077">
            <a:extLst>
              <a:ext uri="{FF2B5EF4-FFF2-40B4-BE49-F238E27FC236}">
                <a16:creationId xmlns:a16="http://schemas.microsoft.com/office/drawing/2014/main" id="{EEA471E8-8335-EA39-A0A0-D2BBA6E625BE}"/>
              </a:ext>
            </a:extLst>
          </p:cNvPr>
          <p:cNvSpPr>
            <a:spLocks noGrp="1" noChangeArrowheads="1"/>
          </p:cNvSpPr>
          <p:nvPr>
            <p:ph type="sldNum" sz="quarter" idx="12"/>
          </p:nvPr>
        </p:nvSpPr>
        <p:spPr>
          <a:ln/>
        </p:spPr>
        <p:txBody>
          <a:bodyPr/>
          <a:lstStyle>
            <a:lvl1pPr>
              <a:defRPr/>
            </a:lvl1pPr>
          </a:lstStyle>
          <a:p>
            <a:fld id="{0B967755-7C54-45B1-AF11-5DB9BF4ABEDC}" type="slidenum">
              <a:rPr lang="en-US" altLang="zh-TW"/>
              <a:pPr/>
              <a:t>‹#›</a:t>
            </a:fld>
            <a:endParaRPr lang="en-US" altLang="zh-TW"/>
          </a:p>
        </p:txBody>
      </p:sp>
    </p:spTree>
    <p:extLst>
      <p:ext uri="{BB962C8B-B14F-4D97-AF65-F5344CB8AC3E}">
        <p14:creationId xmlns:p14="http://schemas.microsoft.com/office/powerpoint/2010/main" val="1655233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075">
            <a:extLst>
              <a:ext uri="{FF2B5EF4-FFF2-40B4-BE49-F238E27FC236}">
                <a16:creationId xmlns:a16="http://schemas.microsoft.com/office/drawing/2014/main" id="{8BD8F884-4271-DA8F-C0A3-ABEE99637B48}"/>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2076">
            <a:extLst>
              <a:ext uri="{FF2B5EF4-FFF2-40B4-BE49-F238E27FC236}">
                <a16:creationId xmlns:a16="http://schemas.microsoft.com/office/drawing/2014/main" id="{DD26E1E1-9F45-874B-A161-251555C8FDA3}"/>
              </a:ext>
            </a:extLst>
          </p:cNvPr>
          <p:cNvSpPr>
            <a:spLocks noGrp="1" noChangeArrowheads="1"/>
          </p:cNvSpPr>
          <p:nvPr>
            <p:ph type="ftr" sz="quarter" idx="11"/>
          </p:nvPr>
        </p:nvSpPr>
        <p:spPr>
          <a:ln/>
        </p:spPr>
        <p:txBody>
          <a:bodyPr/>
          <a:lstStyle>
            <a:lvl1pPr>
              <a:defRPr/>
            </a:lvl1pPr>
          </a:lstStyle>
          <a:p>
            <a:pPr>
              <a:defRPr/>
            </a:pPr>
            <a:r>
              <a:rPr lang="en-US" altLang="zh-TW"/>
              <a:t>CHAPTER 6</a:t>
            </a:r>
          </a:p>
        </p:txBody>
      </p:sp>
      <p:sp>
        <p:nvSpPr>
          <p:cNvPr id="6" name="Rectangle 2077">
            <a:extLst>
              <a:ext uri="{FF2B5EF4-FFF2-40B4-BE49-F238E27FC236}">
                <a16:creationId xmlns:a16="http://schemas.microsoft.com/office/drawing/2014/main" id="{A3C1B304-5A22-615A-FA6B-E3762745E8EF}"/>
              </a:ext>
            </a:extLst>
          </p:cNvPr>
          <p:cNvSpPr>
            <a:spLocks noGrp="1" noChangeArrowheads="1"/>
          </p:cNvSpPr>
          <p:nvPr>
            <p:ph type="sldNum" sz="quarter" idx="12"/>
          </p:nvPr>
        </p:nvSpPr>
        <p:spPr>
          <a:ln/>
        </p:spPr>
        <p:txBody>
          <a:bodyPr/>
          <a:lstStyle>
            <a:lvl1pPr>
              <a:defRPr/>
            </a:lvl1pPr>
          </a:lstStyle>
          <a:p>
            <a:fld id="{90ED625A-61F5-4EFD-8F7F-36213567661F}" type="slidenum">
              <a:rPr lang="en-US" altLang="zh-TW"/>
              <a:pPr/>
              <a:t>‹#›</a:t>
            </a:fld>
            <a:endParaRPr lang="en-US" altLang="zh-TW"/>
          </a:p>
        </p:txBody>
      </p:sp>
    </p:spTree>
    <p:extLst>
      <p:ext uri="{BB962C8B-B14F-4D97-AF65-F5344CB8AC3E}">
        <p14:creationId xmlns:p14="http://schemas.microsoft.com/office/powerpoint/2010/main" val="15041223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2017" y="1830388"/>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5217" y="1830388"/>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75">
            <a:extLst>
              <a:ext uri="{FF2B5EF4-FFF2-40B4-BE49-F238E27FC236}">
                <a16:creationId xmlns:a16="http://schemas.microsoft.com/office/drawing/2014/main" id="{6156BD50-0034-35D8-091E-0594C039FB18}"/>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2076">
            <a:extLst>
              <a:ext uri="{FF2B5EF4-FFF2-40B4-BE49-F238E27FC236}">
                <a16:creationId xmlns:a16="http://schemas.microsoft.com/office/drawing/2014/main" id="{2A9A27CD-116E-37F9-32BC-70EE8FC347C7}"/>
              </a:ext>
            </a:extLst>
          </p:cNvPr>
          <p:cNvSpPr>
            <a:spLocks noGrp="1" noChangeArrowheads="1"/>
          </p:cNvSpPr>
          <p:nvPr>
            <p:ph type="ftr" sz="quarter" idx="11"/>
          </p:nvPr>
        </p:nvSpPr>
        <p:spPr>
          <a:ln/>
        </p:spPr>
        <p:txBody>
          <a:bodyPr/>
          <a:lstStyle>
            <a:lvl1pPr>
              <a:defRPr/>
            </a:lvl1pPr>
          </a:lstStyle>
          <a:p>
            <a:pPr>
              <a:defRPr/>
            </a:pPr>
            <a:r>
              <a:rPr lang="en-US" altLang="zh-TW"/>
              <a:t>CHAPTER 6</a:t>
            </a:r>
          </a:p>
        </p:txBody>
      </p:sp>
      <p:sp>
        <p:nvSpPr>
          <p:cNvPr id="7" name="Rectangle 2077">
            <a:extLst>
              <a:ext uri="{FF2B5EF4-FFF2-40B4-BE49-F238E27FC236}">
                <a16:creationId xmlns:a16="http://schemas.microsoft.com/office/drawing/2014/main" id="{D4101DD0-11ED-E1C6-2843-FD9D980D3EE0}"/>
              </a:ext>
            </a:extLst>
          </p:cNvPr>
          <p:cNvSpPr>
            <a:spLocks noGrp="1" noChangeArrowheads="1"/>
          </p:cNvSpPr>
          <p:nvPr>
            <p:ph type="sldNum" sz="quarter" idx="12"/>
          </p:nvPr>
        </p:nvSpPr>
        <p:spPr>
          <a:ln/>
        </p:spPr>
        <p:txBody>
          <a:bodyPr/>
          <a:lstStyle>
            <a:lvl1pPr>
              <a:defRPr/>
            </a:lvl1pPr>
          </a:lstStyle>
          <a:p>
            <a:fld id="{B014C2DB-BF40-48DD-99A6-90724480F1EC}" type="slidenum">
              <a:rPr lang="en-US" altLang="zh-TW"/>
              <a:pPr/>
              <a:t>‹#›</a:t>
            </a:fld>
            <a:endParaRPr lang="en-US" altLang="zh-TW"/>
          </a:p>
        </p:txBody>
      </p:sp>
    </p:spTree>
    <p:extLst>
      <p:ext uri="{BB962C8B-B14F-4D97-AF65-F5344CB8AC3E}">
        <p14:creationId xmlns:p14="http://schemas.microsoft.com/office/powerpoint/2010/main" val="18597220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075">
            <a:extLst>
              <a:ext uri="{FF2B5EF4-FFF2-40B4-BE49-F238E27FC236}">
                <a16:creationId xmlns:a16="http://schemas.microsoft.com/office/drawing/2014/main" id="{D6585996-7058-3A27-37F7-81CF79EFC039}"/>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2076">
            <a:extLst>
              <a:ext uri="{FF2B5EF4-FFF2-40B4-BE49-F238E27FC236}">
                <a16:creationId xmlns:a16="http://schemas.microsoft.com/office/drawing/2014/main" id="{728E788C-C63F-6920-EA00-FDB71D15D4A0}"/>
              </a:ext>
            </a:extLst>
          </p:cNvPr>
          <p:cNvSpPr>
            <a:spLocks noGrp="1" noChangeArrowheads="1"/>
          </p:cNvSpPr>
          <p:nvPr>
            <p:ph type="ftr" sz="quarter" idx="11"/>
          </p:nvPr>
        </p:nvSpPr>
        <p:spPr>
          <a:ln/>
        </p:spPr>
        <p:txBody>
          <a:bodyPr/>
          <a:lstStyle>
            <a:lvl1pPr>
              <a:defRPr/>
            </a:lvl1pPr>
          </a:lstStyle>
          <a:p>
            <a:pPr>
              <a:defRPr/>
            </a:pPr>
            <a:r>
              <a:rPr lang="en-US" altLang="zh-TW"/>
              <a:t>CHAPTER 6</a:t>
            </a:r>
          </a:p>
        </p:txBody>
      </p:sp>
      <p:sp>
        <p:nvSpPr>
          <p:cNvPr id="9" name="Rectangle 2077">
            <a:extLst>
              <a:ext uri="{FF2B5EF4-FFF2-40B4-BE49-F238E27FC236}">
                <a16:creationId xmlns:a16="http://schemas.microsoft.com/office/drawing/2014/main" id="{0BC2702D-B1DA-45DA-7614-1712183CD3E7}"/>
              </a:ext>
            </a:extLst>
          </p:cNvPr>
          <p:cNvSpPr>
            <a:spLocks noGrp="1" noChangeArrowheads="1"/>
          </p:cNvSpPr>
          <p:nvPr>
            <p:ph type="sldNum" sz="quarter" idx="12"/>
          </p:nvPr>
        </p:nvSpPr>
        <p:spPr>
          <a:ln/>
        </p:spPr>
        <p:txBody>
          <a:bodyPr/>
          <a:lstStyle>
            <a:lvl1pPr>
              <a:defRPr/>
            </a:lvl1pPr>
          </a:lstStyle>
          <a:p>
            <a:fld id="{104654C1-DC14-4357-A1D2-02E466AAC0A2}" type="slidenum">
              <a:rPr lang="en-US" altLang="zh-TW"/>
              <a:pPr/>
              <a:t>‹#›</a:t>
            </a:fld>
            <a:endParaRPr lang="en-US" altLang="zh-TW"/>
          </a:p>
        </p:txBody>
      </p:sp>
    </p:spTree>
    <p:extLst>
      <p:ext uri="{BB962C8B-B14F-4D97-AF65-F5344CB8AC3E}">
        <p14:creationId xmlns:p14="http://schemas.microsoft.com/office/powerpoint/2010/main" val="22212009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075">
            <a:extLst>
              <a:ext uri="{FF2B5EF4-FFF2-40B4-BE49-F238E27FC236}">
                <a16:creationId xmlns:a16="http://schemas.microsoft.com/office/drawing/2014/main" id="{64118C34-9326-B54B-60C5-9EB987056640}"/>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2076">
            <a:extLst>
              <a:ext uri="{FF2B5EF4-FFF2-40B4-BE49-F238E27FC236}">
                <a16:creationId xmlns:a16="http://schemas.microsoft.com/office/drawing/2014/main" id="{524FB491-CE71-6746-D137-0670C67071CB}"/>
              </a:ext>
            </a:extLst>
          </p:cNvPr>
          <p:cNvSpPr>
            <a:spLocks noGrp="1" noChangeArrowheads="1"/>
          </p:cNvSpPr>
          <p:nvPr>
            <p:ph type="ftr" sz="quarter" idx="11"/>
          </p:nvPr>
        </p:nvSpPr>
        <p:spPr>
          <a:ln/>
        </p:spPr>
        <p:txBody>
          <a:bodyPr/>
          <a:lstStyle>
            <a:lvl1pPr>
              <a:defRPr/>
            </a:lvl1pPr>
          </a:lstStyle>
          <a:p>
            <a:pPr>
              <a:defRPr/>
            </a:pPr>
            <a:r>
              <a:rPr lang="en-US" altLang="zh-TW"/>
              <a:t>CHAPTER 6</a:t>
            </a:r>
          </a:p>
        </p:txBody>
      </p:sp>
      <p:sp>
        <p:nvSpPr>
          <p:cNvPr id="5" name="Rectangle 2077">
            <a:extLst>
              <a:ext uri="{FF2B5EF4-FFF2-40B4-BE49-F238E27FC236}">
                <a16:creationId xmlns:a16="http://schemas.microsoft.com/office/drawing/2014/main" id="{195002EA-8DD8-C478-82C1-BB23AE3836EF}"/>
              </a:ext>
            </a:extLst>
          </p:cNvPr>
          <p:cNvSpPr>
            <a:spLocks noGrp="1" noChangeArrowheads="1"/>
          </p:cNvSpPr>
          <p:nvPr>
            <p:ph type="sldNum" sz="quarter" idx="12"/>
          </p:nvPr>
        </p:nvSpPr>
        <p:spPr>
          <a:ln/>
        </p:spPr>
        <p:txBody>
          <a:bodyPr/>
          <a:lstStyle>
            <a:lvl1pPr>
              <a:defRPr/>
            </a:lvl1pPr>
          </a:lstStyle>
          <a:p>
            <a:fld id="{B8B871D8-20EF-4B41-A595-7E44AC245FFD}" type="slidenum">
              <a:rPr lang="en-US" altLang="zh-TW"/>
              <a:pPr/>
              <a:t>‹#›</a:t>
            </a:fld>
            <a:endParaRPr lang="en-US" altLang="zh-TW"/>
          </a:p>
        </p:txBody>
      </p:sp>
    </p:spTree>
    <p:extLst>
      <p:ext uri="{BB962C8B-B14F-4D97-AF65-F5344CB8AC3E}">
        <p14:creationId xmlns:p14="http://schemas.microsoft.com/office/powerpoint/2010/main" val="1340526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75">
            <a:extLst>
              <a:ext uri="{FF2B5EF4-FFF2-40B4-BE49-F238E27FC236}">
                <a16:creationId xmlns:a16="http://schemas.microsoft.com/office/drawing/2014/main" id="{C3A7B80C-D9C5-36F4-84E7-FBC5D8C8D4B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2076">
            <a:extLst>
              <a:ext uri="{FF2B5EF4-FFF2-40B4-BE49-F238E27FC236}">
                <a16:creationId xmlns:a16="http://schemas.microsoft.com/office/drawing/2014/main" id="{5D04D317-B146-5554-C268-3D86F5FB0821}"/>
              </a:ext>
            </a:extLst>
          </p:cNvPr>
          <p:cNvSpPr>
            <a:spLocks noGrp="1" noChangeArrowheads="1"/>
          </p:cNvSpPr>
          <p:nvPr>
            <p:ph type="ftr" sz="quarter" idx="11"/>
          </p:nvPr>
        </p:nvSpPr>
        <p:spPr>
          <a:ln/>
        </p:spPr>
        <p:txBody>
          <a:bodyPr/>
          <a:lstStyle>
            <a:lvl1pPr>
              <a:defRPr/>
            </a:lvl1pPr>
          </a:lstStyle>
          <a:p>
            <a:pPr>
              <a:defRPr/>
            </a:pPr>
            <a:r>
              <a:rPr lang="en-US" altLang="zh-TW"/>
              <a:t>CHAPTER 6</a:t>
            </a:r>
          </a:p>
        </p:txBody>
      </p:sp>
      <p:sp>
        <p:nvSpPr>
          <p:cNvPr id="4" name="Rectangle 2077">
            <a:extLst>
              <a:ext uri="{FF2B5EF4-FFF2-40B4-BE49-F238E27FC236}">
                <a16:creationId xmlns:a16="http://schemas.microsoft.com/office/drawing/2014/main" id="{D728F4C4-DB69-D425-83C0-E23D87360C54}"/>
              </a:ext>
            </a:extLst>
          </p:cNvPr>
          <p:cNvSpPr>
            <a:spLocks noGrp="1" noChangeArrowheads="1"/>
          </p:cNvSpPr>
          <p:nvPr>
            <p:ph type="sldNum" sz="quarter" idx="12"/>
          </p:nvPr>
        </p:nvSpPr>
        <p:spPr>
          <a:ln/>
        </p:spPr>
        <p:txBody>
          <a:bodyPr/>
          <a:lstStyle>
            <a:lvl1pPr>
              <a:defRPr/>
            </a:lvl1pPr>
          </a:lstStyle>
          <a:p>
            <a:fld id="{80394584-C7FF-49D9-90A5-D8C6BD8BE404}" type="slidenum">
              <a:rPr lang="en-US" altLang="zh-TW"/>
              <a:pPr/>
              <a:t>‹#›</a:t>
            </a:fld>
            <a:endParaRPr lang="en-US" altLang="zh-TW"/>
          </a:p>
        </p:txBody>
      </p:sp>
    </p:spTree>
    <p:extLst>
      <p:ext uri="{BB962C8B-B14F-4D97-AF65-F5344CB8AC3E}">
        <p14:creationId xmlns:p14="http://schemas.microsoft.com/office/powerpoint/2010/main" val="4898310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075">
            <a:extLst>
              <a:ext uri="{FF2B5EF4-FFF2-40B4-BE49-F238E27FC236}">
                <a16:creationId xmlns:a16="http://schemas.microsoft.com/office/drawing/2014/main" id="{5CD06E9B-AB97-AEE3-5CE4-6A3854E2D740}"/>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2076">
            <a:extLst>
              <a:ext uri="{FF2B5EF4-FFF2-40B4-BE49-F238E27FC236}">
                <a16:creationId xmlns:a16="http://schemas.microsoft.com/office/drawing/2014/main" id="{34EBA96C-C523-2E86-8720-6511AE46E79F}"/>
              </a:ext>
            </a:extLst>
          </p:cNvPr>
          <p:cNvSpPr>
            <a:spLocks noGrp="1" noChangeArrowheads="1"/>
          </p:cNvSpPr>
          <p:nvPr>
            <p:ph type="ftr" sz="quarter" idx="11"/>
          </p:nvPr>
        </p:nvSpPr>
        <p:spPr>
          <a:ln/>
        </p:spPr>
        <p:txBody>
          <a:bodyPr/>
          <a:lstStyle>
            <a:lvl1pPr>
              <a:defRPr/>
            </a:lvl1pPr>
          </a:lstStyle>
          <a:p>
            <a:pPr>
              <a:defRPr/>
            </a:pPr>
            <a:r>
              <a:rPr lang="en-US" altLang="zh-TW"/>
              <a:t>CHAPTER 6</a:t>
            </a:r>
          </a:p>
        </p:txBody>
      </p:sp>
      <p:sp>
        <p:nvSpPr>
          <p:cNvPr id="7" name="Rectangle 2077">
            <a:extLst>
              <a:ext uri="{FF2B5EF4-FFF2-40B4-BE49-F238E27FC236}">
                <a16:creationId xmlns:a16="http://schemas.microsoft.com/office/drawing/2014/main" id="{52654ABD-4CB2-9324-5D41-E3F5542233BC}"/>
              </a:ext>
            </a:extLst>
          </p:cNvPr>
          <p:cNvSpPr>
            <a:spLocks noGrp="1" noChangeArrowheads="1"/>
          </p:cNvSpPr>
          <p:nvPr>
            <p:ph type="sldNum" sz="quarter" idx="12"/>
          </p:nvPr>
        </p:nvSpPr>
        <p:spPr>
          <a:ln/>
        </p:spPr>
        <p:txBody>
          <a:bodyPr/>
          <a:lstStyle>
            <a:lvl1pPr>
              <a:defRPr/>
            </a:lvl1pPr>
          </a:lstStyle>
          <a:p>
            <a:fld id="{FF48DDA6-A9ED-40A6-8A9C-3C0401255DAC}" type="slidenum">
              <a:rPr lang="en-US" altLang="zh-TW"/>
              <a:pPr/>
              <a:t>‹#›</a:t>
            </a:fld>
            <a:endParaRPr lang="en-US" altLang="zh-TW"/>
          </a:p>
        </p:txBody>
      </p:sp>
    </p:spTree>
    <p:extLst>
      <p:ext uri="{BB962C8B-B14F-4D97-AF65-F5344CB8AC3E}">
        <p14:creationId xmlns:p14="http://schemas.microsoft.com/office/powerpoint/2010/main" val="36183411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075">
            <a:extLst>
              <a:ext uri="{FF2B5EF4-FFF2-40B4-BE49-F238E27FC236}">
                <a16:creationId xmlns:a16="http://schemas.microsoft.com/office/drawing/2014/main" id="{5366A09C-C794-1A70-0DFE-0CA86C725340}"/>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2076">
            <a:extLst>
              <a:ext uri="{FF2B5EF4-FFF2-40B4-BE49-F238E27FC236}">
                <a16:creationId xmlns:a16="http://schemas.microsoft.com/office/drawing/2014/main" id="{3F9CBCEB-AF7E-E8BE-A657-41367431F6A2}"/>
              </a:ext>
            </a:extLst>
          </p:cNvPr>
          <p:cNvSpPr>
            <a:spLocks noGrp="1" noChangeArrowheads="1"/>
          </p:cNvSpPr>
          <p:nvPr>
            <p:ph type="ftr" sz="quarter" idx="11"/>
          </p:nvPr>
        </p:nvSpPr>
        <p:spPr>
          <a:ln/>
        </p:spPr>
        <p:txBody>
          <a:bodyPr/>
          <a:lstStyle>
            <a:lvl1pPr>
              <a:defRPr/>
            </a:lvl1pPr>
          </a:lstStyle>
          <a:p>
            <a:pPr>
              <a:defRPr/>
            </a:pPr>
            <a:r>
              <a:rPr lang="en-US" altLang="zh-TW"/>
              <a:t>CHAPTER 6</a:t>
            </a:r>
          </a:p>
        </p:txBody>
      </p:sp>
      <p:sp>
        <p:nvSpPr>
          <p:cNvPr id="7" name="Rectangle 2077">
            <a:extLst>
              <a:ext uri="{FF2B5EF4-FFF2-40B4-BE49-F238E27FC236}">
                <a16:creationId xmlns:a16="http://schemas.microsoft.com/office/drawing/2014/main" id="{6294A0F2-67BB-FA51-D16E-3280A0F1D345}"/>
              </a:ext>
            </a:extLst>
          </p:cNvPr>
          <p:cNvSpPr>
            <a:spLocks noGrp="1" noChangeArrowheads="1"/>
          </p:cNvSpPr>
          <p:nvPr>
            <p:ph type="sldNum" sz="quarter" idx="12"/>
          </p:nvPr>
        </p:nvSpPr>
        <p:spPr>
          <a:ln/>
        </p:spPr>
        <p:txBody>
          <a:bodyPr/>
          <a:lstStyle>
            <a:lvl1pPr>
              <a:defRPr/>
            </a:lvl1pPr>
          </a:lstStyle>
          <a:p>
            <a:fld id="{DD15AEE5-8287-4727-BBBA-FA041E6B749A}" type="slidenum">
              <a:rPr lang="en-US" altLang="zh-TW"/>
              <a:pPr/>
              <a:t>‹#›</a:t>
            </a:fld>
            <a:endParaRPr lang="en-US" altLang="zh-TW"/>
          </a:p>
        </p:txBody>
      </p:sp>
    </p:spTree>
    <p:extLst>
      <p:ext uri="{BB962C8B-B14F-4D97-AF65-F5344CB8AC3E}">
        <p14:creationId xmlns:p14="http://schemas.microsoft.com/office/powerpoint/2010/main" val="40611130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075">
            <a:extLst>
              <a:ext uri="{FF2B5EF4-FFF2-40B4-BE49-F238E27FC236}">
                <a16:creationId xmlns:a16="http://schemas.microsoft.com/office/drawing/2014/main" id="{1538F3F9-2C52-F517-F533-995271A00793}"/>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2076">
            <a:extLst>
              <a:ext uri="{FF2B5EF4-FFF2-40B4-BE49-F238E27FC236}">
                <a16:creationId xmlns:a16="http://schemas.microsoft.com/office/drawing/2014/main" id="{FC375E0A-0D57-FFA6-8338-0689F9D6EA49}"/>
              </a:ext>
            </a:extLst>
          </p:cNvPr>
          <p:cNvSpPr>
            <a:spLocks noGrp="1" noChangeArrowheads="1"/>
          </p:cNvSpPr>
          <p:nvPr>
            <p:ph type="ftr" sz="quarter" idx="11"/>
          </p:nvPr>
        </p:nvSpPr>
        <p:spPr>
          <a:ln/>
        </p:spPr>
        <p:txBody>
          <a:bodyPr/>
          <a:lstStyle>
            <a:lvl1pPr>
              <a:defRPr/>
            </a:lvl1pPr>
          </a:lstStyle>
          <a:p>
            <a:pPr>
              <a:defRPr/>
            </a:pPr>
            <a:r>
              <a:rPr lang="en-US" altLang="zh-TW"/>
              <a:t>CHAPTER 6</a:t>
            </a:r>
          </a:p>
        </p:txBody>
      </p:sp>
      <p:sp>
        <p:nvSpPr>
          <p:cNvPr id="6" name="Rectangle 2077">
            <a:extLst>
              <a:ext uri="{FF2B5EF4-FFF2-40B4-BE49-F238E27FC236}">
                <a16:creationId xmlns:a16="http://schemas.microsoft.com/office/drawing/2014/main" id="{92082942-9B1D-6E77-F1CE-0BF893CCBE1B}"/>
              </a:ext>
            </a:extLst>
          </p:cNvPr>
          <p:cNvSpPr>
            <a:spLocks noGrp="1" noChangeArrowheads="1"/>
          </p:cNvSpPr>
          <p:nvPr>
            <p:ph type="sldNum" sz="quarter" idx="12"/>
          </p:nvPr>
        </p:nvSpPr>
        <p:spPr>
          <a:ln/>
        </p:spPr>
        <p:txBody>
          <a:bodyPr/>
          <a:lstStyle>
            <a:lvl1pPr>
              <a:defRPr/>
            </a:lvl1pPr>
          </a:lstStyle>
          <a:p>
            <a:fld id="{210E99CD-0387-42DA-A491-BE8EB5DF7551}" type="slidenum">
              <a:rPr lang="en-US" altLang="zh-TW"/>
              <a:pPr/>
              <a:t>‹#›</a:t>
            </a:fld>
            <a:endParaRPr lang="en-US" altLang="zh-TW"/>
          </a:p>
        </p:txBody>
      </p:sp>
    </p:spTree>
    <p:extLst>
      <p:ext uri="{BB962C8B-B14F-4D97-AF65-F5344CB8AC3E}">
        <p14:creationId xmlns:p14="http://schemas.microsoft.com/office/powerpoint/2010/main" val="16470871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244417" y="306388"/>
            <a:ext cx="25908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2017" y="306388"/>
            <a:ext cx="75692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075">
            <a:extLst>
              <a:ext uri="{FF2B5EF4-FFF2-40B4-BE49-F238E27FC236}">
                <a16:creationId xmlns:a16="http://schemas.microsoft.com/office/drawing/2014/main" id="{7588730A-1467-54A1-FE5E-A62F9AEC20C4}"/>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2076">
            <a:extLst>
              <a:ext uri="{FF2B5EF4-FFF2-40B4-BE49-F238E27FC236}">
                <a16:creationId xmlns:a16="http://schemas.microsoft.com/office/drawing/2014/main" id="{F126A414-331E-BD70-E878-F39CA3EE0CAB}"/>
              </a:ext>
            </a:extLst>
          </p:cNvPr>
          <p:cNvSpPr>
            <a:spLocks noGrp="1" noChangeArrowheads="1"/>
          </p:cNvSpPr>
          <p:nvPr>
            <p:ph type="ftr" sz="quarter" idx="11"/>
          </p:nvPr>
        </p:nvSpPr>
        <p:spPr>
          <a:ln/>
        </p:spPr>
        <p:txBody>
          <a:bodyPr/>
          <a:lstStyle>
            <a:lvl1pPr>
              <a:defRPr/>
            </a:lvl1pPr>
          </a:lstStyle>
          <a:p>
            <a:pPr>
              <a:defRPr/>
            </a:pPr>
            <a:r>
              <a:rPr lang="en-US" altLang="zh-TW"/>
              <a:t>CHAPTER 6</a:t>
            </a:r>
          </a:p>
        </p:txBody>
      </p:sp>
      <p:sp>
        <p:nvSpPr>
          <p:cNvPr id="6" name="Rectangle 2077">
            <a:extLst>
              <a:ext uri="{FF2B5EF4-FFF2-40B4-BE49-F238E27FC236}">
                <a16:creationId xmlns:a16="http://schemas.microsoft.com/office/drawing/2014/main" id="{F7183CDE-FA5A-DA8B-53C1-EA096D09269E}"/>
              </a:ext>
            </a:extLst>
          </p:cNvPr>
          <p:cNvSpPr>
            <a:spLocks noGrp="1" noChangeArrowheads="1"/>
          </p:cNvSpPr>
          <p:nvPr>
            <p:ph type="sldNum" sz="quarter" idx="12"/>
          </p:nvPr>
        </p:nvSpPr>
        <p:spPr>
          <a:ln/>
        </p:spPr>
        <p:txBody>
          <a:bodyPr/>
          <a:lstStyle>
            <a:lvl1pPr>
              <a:defRPr/>
            </a:lvl1pPr>
          </a:lstStyle>
          <a:p>
            <a:fld id="{F6D179D5-652E-468D-887A-583CAAC3D0DF}" type="slidenum">
              <a:rPr lang="en-US" altLang="zh-TW"/>
              <a:pPr/>
              <a:t>‹#›</a:t>
            </a:fld>
            <a:endParaRPr lang="en-US" altLang="zh-TW"/>
          </a:p>
        </p:txBody>
      </p:sp>
    </p:spTree>
    <p:extLst>
      <p:ext uri="{BB962C8B-B14F-4D97-AF65-F5344CB8AC3E}">
        <p14:creationId xmlns:p14="http://schemas.microsoft.com/office/powerpoint/2010/main" val="33984404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mediaAndTx" preserve="1">
  <p:cSld name="Title, Media Clip and Text">
    <p:spTree>
      <p:nvGrpSpPr>
        <p:cNvPr id="1" name=""/>
        <p:cNvGrpSpPr/>
        <p:nvPr/>
      </p:nvGrpSpPr>
      <p:grpSpPr>
        <a:xfrm>
          <a:off x="0" y="0"/>
          <a:ext cx="0" cy="0"/>
          <a:chOff x="0" y="0"/>
          <a:chExt cx="0" cy="0"/>
        </a:xfrm>
      </p:grpSpPr>
      <p:sp>
        <p:nvSpPr>
          <p:cNvPr id="2" name="Title 1"/>
          <p:cNvSpPr>
            <a:spLocks noGrp="1"/>
          </p:cNvSpPr>
          <p:nvPr>
            <p:ph type="title"/>
          </p:nvPr>
        </p:nvSpPr>
        <p:spPr>
          <a:xfrm>
            <a:off x="472017" y="306388"/>
            <a:ext cx="10363200" cy="1143000"/>
          </a:xfrm>
        </p:spPr>
        <p:txBody>
          <a:bodyPr/>
          <a:lstStyle/>
          <a:p>
            <a:r>
              <a:rPr lang="en-US"/>
              <a:t>Click to edit Master title style</a:t>
            </a:r>
          </a:p>
        </p:txBody>
      </p:sp>
      <p:sp>
        <p:nvSpPr>
          <p:cNvPr id="3" name="Media Placeholder 2"/>
          <p:cNvSpPr>
            <a:spLocks noGrp="1"/>
          </p:cNvSpPr>
          <p:nvPr>
            <p:ph type="media" sz="half" idx="1"/>
          </p:nvPr>
        </p:nvSpPr>
        <p:spPr>
          <a:xfrm>
            <a:off x="472017" y="1830388"/>
            <a:ext cx="5080000" cy="4114800"/>
          </a:xfrm>
        </p:spPr>
        <p:txBody>
          <a:bodyPr/>
          <a:lstStyle/>
          <a:p>
            <a:pPr lvl="0"/>
            <a:endParaRPr lang="en-US" noProof="0"/>
          </a:p>
        </p:txBody>
      </p:sp>
      <p:sp>
        <p:nvSpPr>
          <p:cNvPr id="4" name="Text Placeholder 3"/>
          <p:cNvSpPr>
            <a:spLocks noGrp="1"/>
          </p:cNvSpPr>
          <p:nvPr>
            <p:ph type="body" sz="half" idx="2"/>
          </p:nvPr>
        </p:nvSpPr>
        <p:spPr>
          <a:xfrm>
            <a:off x="5755217" y="1830388"/>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75">
            <a:extLst>
              <a:ext uri="{FF2B5EF4-FFF2-40B4-BE49-F238E27FC236}">
                <a16:creationId xmlns:a16="http://schemas.microsoft.com/office/drawing/2014/main" id="{06CDDEFD-2809-CD0B-F58D-BDB1CD819832}"/>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2076">
            <a:extLst>
              <a:ext uri="{FF2B5EF4-FFF2-40B4-BE49-F238E27FC236}">
                <a16:creationId xmlns:a16="http://schemas.microsoft.com/office/drawing/2014/main" id="{28DCEC8A-9145-E7B4-718D-B0C0878D9072}"/>
              </a:ext>
            </a:extLst>
          </p:cNvPr>
          <p:cNvSpPr>
            <a:spLocks noGrp="1" noChangeArrowheads="1"/>
          </p:cNvSpPr>
          <p:nvPr>
            <p:ph type="ftr" sz="quarter" idx="11"/>
          </p:nvPr>
        </p:nvSpPr>
        <p:spPr>
          <a:ln/>
        </p:spPr>
        <p:txBody>
          <a:bodyPr/>
          <a:lstStyle>
            <a:lvl1pPr>
              <a:defRPr/>
            </a:lvl1pPr>
          </a:lstStyle>
          <a:p>
            <a:pPr>
              <a:defRPr/>
            </a:pPr>
            <a:r>
              <a:rPr lang="en-US" altLang="zh-TW"/>
              <a:t>CHAPTER 6</a:t>
            </a:r>
          </a:p>
        </p:txBody>
      </p:sp>
      <p:sp>
        <p:nvSpPr>
          <p:cNvPr id="7" name="Rectangle 2077">
            <a:extLst>
              <a:ext uri="{FF2B5EF4-FFF2-40B4-BE49-F238E27FC236}">
                <a16:creationId xmlns:a16="http://schemas.microsoft.com/office/drawing/2014/main" id="{49C826BB-EE3F-2402-0371-6517C565CDB8}"/>
              </a:ext>
            </a:extLst>
          </p:cNvPr>
          <p:cNvSpPr>
            <a:spLocks noGrp="1" noChangeArrowheads="1"/>
          </p:cNvSpPr>
          <p:nvPr>
            <p:ph type="sldNum" sz="quarter" idx="12"/>
          </p:nvPr>
        </p:nvSpPr>
        <p:spPr>
          <a:ln/>
        </p:spPr>
        <p:txBody>
          <a:bodyPr/>
          <a:lstStyle>
            <a:lvl1pPr>
              <a:defRPr/>
            </a:lvl1pPr>
          </a:lstStyle>
          <a:p>
            <a:fld id="{52B58F3D-6E42-4BF9-98F5-BB05FD80BA7F}" type="slidenum">
              <a:rPr lang="en-US" altLang="zh-TW"/>
              <a:pPr/>
              <a:t>‹#›</a:t>
            </a:fld>
            <a:endParaRPr lang="en-US" altLang="zh-TW"/>
          </a:p>
        </p:txBody>
      </p:sp>
    </p:spTree>
    <p:extLst>
      <p:ext uri="{BB962C8B-B14F-4D97-AF65-F5344CB8AC3E}">
        <p14:creationId xmlns:p14="http://schemas.microsoft.com/office/powerpoint/2010/main" val="7251708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72017" y="306388"/>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472017" y="1830388"/>
            <a:ext cx="103632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017" y="3963988"/>
            <a:ext cx="103632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75">
            <a:extLst>
              <a:ext uri="{FF2B5EF4-FFF2-40B4-BE49-F238E27FC236}">
                <a16:creationId xmlns:a16="http://schemas.microsoft.com/office/drawing/2014/main" id="{0F5B674F-B31A-F421-D7A6-F39A879C6012}"/>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2076">
            <a:extLst>
              <a:ext uri="{FF2B5EF4-FFF2-40B4-BE49-F238E27FC236}">
                <a16:creationId xmlns:a16="http://schemas.microsoft.com/office/drawing/2014/main" id="{86652979-9A4D-1E32-D3E4-ECD9AB855624}"/>
              </a:ext>
            </a:extLst>
          </p:cNvPr>
          <p:cNvSpPr>
            <a:spLocks noGrp="1" noChangeArrowheads="1"/>
          </p:cNvSpPr>
          <p:nvPr>
            <p:ph type="ftr" sz="quarter" idx="11"/>
          </p:nvPr>
        </p:nvSpPr>
        <p:spPr>
          <a:ln/>
        </p:spPr>
        <p:txBody>
          <a:bodyPr/>
          <a:lstStyle>
            <a:lvl1pPr>
              <a:defRPr/>
            </a:lvl1pPr>
          </a:lstStyle>
          <a:p>
            <a:pPr>
              <a:defRPr/>
            </a:pPr>
            <a:r>
              <a:rPr lang="en-US" altLang="zh-TW"/>
              <a:t>CHAPTER 6</a:t>
            </a:r>
          </a:p>
        </p:txBody>
      </p:sp>
      <p:sp>
        <p:nvSpPr>
          <p:cNvPr id="7" name="Rectangle 2077">
            <a:extLst>
              <a:ext uri="{FF2B5EF4-FFF2-40B4-BE49-F238E27FC236}">
                <a16:creationId xmlns:a16="http://schemas.microsoft.com/office/drawing/2014/main" id="{590C5039-58D9-E8D1-74F3-BB331BEFF85E}"/>
              </a:ext>
            </a:extLst>
          </p:cNvPr>
          <p:cNvSpPr>
            <a:spLocks noGrp="1" noChangeArrowheads="1"/>
          </p:cNvSpPr>
          <p:nvPr>
            <p:ph type="sldNum" sz="quarter" idx="12"/>
          </p:nvPr>
        </p:nvSpPr>
        <p:spPr>
          <a:ln/>
        </p:spPr>
        <p:txBody>
          <a:bodyPr/>
          <a:lstStyle>
            <a:lvl1pPr>
              <a:defRPr/>
            </a:lvl1pPr>
          </a:lstStyle>
          <a:p>
            <a:fld id="{6BB9B3DF-77FA-4A2F-9AAE-B7D583E4E97D}" type="slidenum">
              <a:rPr lang="en-US" altLang="zh-TW"/>
              <a:pPr/>
              <a:t>‹#›</a:t>
            </a:fld>
            <a:endParaRPr lang="en-US" altLang="zh-TW"/>
          </a:p>
        </p:txBody>
      </p:sp>
    </p:spTree>
    <p:extLst>
      <p:ext uri="{BB962C8B-B14F-4D97-AF65-F5344CB8AC3E}">
        <p14:creationId xmlns:p14="http://schemas.microsoft.com/office/powerpoint/2010/main" val="890686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000">
                <a:solidFill>
                  <a:schemeClr val="tx2"/>
                </a:solidFill>
              </a:defRPr>
            </a:lvl1pPr>
          </a:lstStyle>
          <a:p>
            <a:fld id="{65BBA827-BF29-4385-B45D-6BC3ECF2DD08}" type="datetime2">
              <a:rPr lang="en-US" smtClean="0"/>
              <a:t>Thursday, January 29, 2026</a:t>
            </a:fld>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000">
                <a:solidFill>
                  <a:schemeClr val="tx2"/>
                </a:solidFill>
              </a:defRPr>
            </a:lvl1pPr>
          </a:lstStyle>
          <a:p>
            <a:r>
              <a:rPr lang="en-US"/>
              <a:t>Department of ICT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000">
                <a:solidFill>
                  <a:schemeClr val="tx2"/>
                </a:solidFill>
              </a:defRPr>
            </a:lvl1pPr>
          </a:lstStyle>
          <a:p>
            <a:fld id="{7BE69E03-4804-4553-A1EC-F089884EF50F}" type="slidenum">
              <a:rPr lang="en-US" smtClean="0"/>
              <a:t>‹#›</a:t>
            </a:fld>
            <a:endParaRPr lang="en-US"/>
          </a:p>
        </p:txBody>
      </p:sp>
    </p:spTree>
    <p:extLst>
      <p:ext uri="{BB962C8B-B14F-4D97-AF65-F5344CB8AC3E}">
        <p14:creationId xmlns:p14="http://schemas.microsoft.com/office/powerpoint/2010/main" val="279061386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p:txStyles>
    <p:titleStyle>
      <a:lvl1pPr algn="l" defTabSz="914400" rtl="0" eaLnBrk="1" latinLnBrk="0" hangingPunct="1">
        <a:lnSpc>
          <a:spcPct val="90000"/>
        </a:lnSpc>
        <a:spcBef>
          <a:spcPct val="0"/>
        </a:spcBef>
        <a:buNone/>
        <a:defRPr sz="40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Wingdings 2" panose="05020102010507070707" pitchFamily="18" charset="2"/>
        <a:buChar char=""/>
        <a:defRPr sz="20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Wingdings 2" panose="05020102010507070707" pitchFamily="18" charset="2"/>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073">
            <a:extLst>
              <a:ext uri="{FF2B5EF4-FFF2-40B4-BE49-F238E27FC236}">
                <a16:creationId xmlns:a16="http://schemas.microsoft.com/office/drawing/2014/main" id="{3F69E962-65D3-C124-7EF1-BFB8E85F4E1D}"/>
              </a:ext>
            </a:extLst>
          </p:cNvPr>
          <p:cNvSpPr>
            <a:spLocks noGrp="1" noChangeArrowheads="1"/>
          </p:cNvSpPr>
          <p:nvPr>
            <p:ph type="title"/>
          </p:nvPr>
        </p:nvSpPr>
        <p:spPr bwMode="auto">
          <a:xfrm>
            <a:off x="472017" y="306388"/>
            <a:ext cx="103632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027" name="Rectangle 2074">
            <a:extLst>
              <a:ext uri="{FF2B5EF4-FFF2-40B4-BE49-F238E27FC236}">
                <a16:creationId xmlns:a16="http://schemas.microsoft.com/office/drawing/2014/main" id="{419C0774-AB22-283C-045C-032022D6BC98}"/>
              </a:ext>
            </a:extLst>
          </p:cNvPr>
          <p:cNvSpPr>
            <a:spLocks noGrp="1" noChangeArrowheads="1"/>
          </p:cNvSpPr>
          <p:nvPr>
            <p:ph type="body" idx="1"/>
          </p:nvPr>
        </p:nvSpPr>
        <p:spPr bwMode="auto">
          <a:xfrm>
            <a:off x="472017" y="1830388"/>
            <a:ext cx="10363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按一下以編輯母片本文樣式</a:t>
            </a:r>
          </a:p>
          <a:p>
            <a:pPr lvl="1"/>
            <a:r>
              <a:rPr lang="zh-TW" altLang="en-US"/>
              <a:t>第二階層</a:t>
            </a:r>
          </a:p>
          <a:p>
            <a:pPr lvl="2"/>
            <a:r>
              <a:rPr lang="zh-TW" altLang="en-US"/>
              <a:t>第三階層</a:t>
            </a:r>
          </a:p>
          <a:p>
            <a:pPr lvl="3"/>
            <a:r>
              <a:rPr lang="zh-TW" altLang="en-US"/>
              <a:t>第四階層</a:t>
            </a:r>
          </a:p>
          <a:p>
            <a:pPr lvl="4"/>
            <a:r>
              <a:rPr lang="zh-TW" altLang="en-US"/>
              <a:t>第五階層</a:t>
            </a:r>
          </a:p>
        </p:txBody>
      </p:sp>
      <p:sp>
        <p:nvSpPr>
          <p:cNvPr id="42011" name="Rectangle 2075">
            <a:extLst>
              <a:ext uri="{FF2B5EF4-FFF2-40B4-BE49-F238E27FC236}">
                <a16:creationId xmlns:a16="http://schemas.microsoft.com/office/drawing/2014/main" id="{D26B23C7-8F94-B966-6BF8-54414EA624AC}"/>
              </a:ext>
            </a:extLst>
          </p:cNvPr>
          <p:cNvSpPr>
            <a:spLocks noGrp="1" noChangeArrowheads="1"/>
          </p:cNvSpPr>
          <p:nvPr>
            <p:ph type="dt" sz="half" idx="2"/>
          </p:nvPr>
        </p:nvSpPr>
        <p:spPr bwMode="auto">
          <a:xfrm>
            <a:off x="472017" y="6115050"/>
            <a:ext cx="254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l" eaLnBrk="1" hangingPunct="1">
              <a:spcBef>
                <a:spcPct val="50000"/>
              </a:spcBef>
              <a:defRPr sz="1400">
                <a:solidFill>
                  <a:schemeClr val="tx1"/>
                </a:solidFill>
                <a:ea typeface="+mn-ea"/>
              </a:defRPr>
            </a:lvl1pPr>
          </a:lstStyle>
          <a:p>
            <a:pPr>
              <a:defRPr/>
            </a:pPr>
            <a:endParaRPr lang="en-US" altLang="zh-TW"/>
          </a:p>
        </p:txBody>
      </p:sp>
      <p:sp>
        <p:nvSpPr>
          <p:cNvPr id="42012" name="Rectangle 2076">
            <a:extLst>
              <a:ext uri="{FF2B5EF4-FFF2-40B4-BE49-F238E27FC236}">
                <a16:creationId xmlns:a16="http://schemas.microsoft.com/office/drawing/2014/main" id="{A60FADC6-A0D1-D32C-7B5D-A3D3A1D297FE}"/>
              </a:ext>
            </a:extLst>
          </p:cNvPr>
          <p:cNvSpPr>
            <a:spLocks noGrp="1" noChangeArrowheads="1"/>
          </p:cNvSpPr>
          <p:nvPr>
            <p:ph type="ftr" sz="quarter" idx="3"/>
          </p:nvPr>
        </p:nvSpPr>
        <p:spPr bwMode="auto">
          <a:xfrm>
            <a:off x="3683000" y="6097588"/>
            <a:ext cx="3860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eaLnBrk="1" hangingPunct="1">
              <a:spcBef>
                <a:spcPct val="50000"/>
              </a:spcBef>
              <a:defRPr sz="1400">
                <a:solidFill>
                  <a:schemeClr val="tx1"/>
                </a:solidFill>
                <a:ea typeface="+mn-ea"/>
              </a:defRPr>
            </a:lvl1pPr>
          </a:lstStyle>
          <a:p>
            <a:pPr>
              <a:defRPr/>
            </a:pPr>
            <a:r>
              <a:rPr lang="en-US" altLang="zh-TW"/>
              <a:t>CHAPTER 6</a:t>
            </a:r>
          </a:p>
        </p:txBody>
      </p:sp>
      <p:sp>
        <p:nvSpPr>
          <p:cNvPr id="42013" name="Rectangle 2077">
            <a:extLst>
              <a:ext uri="{FF2B5EF4-FFF2-40B4-BE49-F238E27FC236}">
                <a16:creationId xmlns:a16="http://schemas.microsoft.com/office/drawing/2014/main" id="{0A6FD193-4523-C0B3-DC89-CA08D8CBF865}"/>
              </a:ext>
            </a:extLst>
          </p:cNvPr>
          <p:cNvSpPr>
            <a:spLocks noGrp="1" noChangeArrowheads="1"/>
          </p:cNvSpPr>
          <p:nvPr>
            <p:ph type="sldNum" sz="quarter" idx="4"/>
          </p:nvPr>
        </p:nvSpPr>
        <p:spPr bwMode="auto">
          <a:xfrm>
            <a:off x="8255000" y="6097588"/>
            <a:ext cx="254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spcBef>
                <a:spcPct val="50000"/>
              </a:spcBef>
              <a:defRPr sz="1400">
                <a:solidFill>
                  <a:schemeClr val="tx1"/>
                </a:solidFill>
                <a:ea typeface="新細明體" panose="02020500000000000000" pitchFamily="18" charset="-120"/>
              </a:defRPr>
            </a:lvl1pPr>
          </a:lstStyle>
          <a:p>
            <a:fld id="{5C9ECC9A-2C56-4AA4-BCCA-A20F27BA8752}" type="slidenum">
              <a:rPr lang="en-US" altLang="zh-TW"/>
              <a:pPr/>
              <a:t>‹#›</a:t>
            </a:fld>
            <a:endParaRPr lang="en-US" altLang="zh-TW"/>
          </a:p>
        </p:txBody>
      </p:sp>
    </p:spTree>
    <p:extLst>
      <p:ext uri="{BB962C8B-B14F-4D97-AF65-F5344CB8AC3E}">
        <p14:creationId xmlns:p14="http://schemas.microsoft.com/office/powerpoint/2010/main" val="290311662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Lst>
  <p:hf sldNum="0" hdr="0" ftr="0" dt="0"/>
  <p:txStyles>
    <p:titleStyle>
      <a:lvl1pPr algn="l" rtl="0" eaLnBrk="0" fontAlgn="base" hangingPunct="0">
        <a:spcBef>
          <a:spcPct val="0"/>
        </a:spcBef>
        <a:spcAft>
          <a:spcPct val="0"/>
        </a:spcAft>
        <a:defRPr kumimoji="1" sz="4400" kern="1200">
          <a:solidFill>
            <a:schemeClr val="tx2"/>
          </a:solidFill>
          <a:latin typeface="+mj-lt"/>
          <a:ea typeface="新細明體" panose="02020500000000000000" pitchFamily="18" charset="-120"/>
          <a:cs typeface="+mj-cs"/>
        </a:defRPr>
      </a:lvl1pPr>
      <a:lvl2pPr algn="l" rtl="0" eaLnBrk="0" fontAlgn="base" hangingPunct="0">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2pPr>
      <a:lvl3pPr algn="l" rtl="0" eaLnBrk="0" fontAlgn="base" hangingPunct="0">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3pPr>
      <a:lvl4pPr algn="l" rtl="0" eaLnBrk="0" fontAlgn="base" hangingPunct="0">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4pPr>
      <a:lvl5pPr algn="l" rtl="0" eaLnBrk="0" fontAlgn="base" hangingPunct="0">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5pPr>
      <a:lvl6pPr marL="457200" algn="l" rtl="0" fontAlgn="base">
        <a:spcBef>
          <a:spcPct val="0"/>
        </a:spcBef>
        <a:spcAft>
          <a:spcPct val="0"/>
        </a:spcAft>
        <a:defRPr kumimoji="1" sz="4400">
          <a:solidFill>
            <a:schemeClr val="tx2"/>
          </a:solidFill>
          <a:latin typeface="Times New Roman" panose="02020603050405020304" pitchFamily="18" charset="0"/>
          <a:ea typeface="PMingLiU" panose="02020500000000000000" pitchFamily="18" charset="-120"/>
        </a:defRPr>
      </a:lvl6pPr>
      <a:lvl7pPr marL="914400" algn="l" rtl="0" fontAlgn="base">
        <a:spcBef>
          <a:spcPct val="0"/>
        </a:spcBef>
        <a:spcAft>
          <a:spcPct val="0"/>
        </a:spcAft>
        <a:defRPr kumimoji="1" sz="4400">
          <a:solidFill>
            <a:schemeClr val="tx2"/>
          </a:solidFill>
          <a:latin typeface="Times New Roman" panose="02020603050405020304" pitchFamily="18" charset="0"/>
          <a:ea typeface="PMingLiU" panose="02020500000000000000" pitchFamily="18" charset="-120"/>
        </a:defRPr>
      </a:lvl7pPr>
      <a:lvl8pPr marL="1371600" algn="l" rtl="0" fontAlgn="base">
        <a:spcBef>
          <a:spcPct val="0"/>
        </a:spcBef>
        <a:spcAft>
          <a:spcPct val="0"/>
        </a:spcAft>
        <a:defRPr kumimoji="1" sz="4400">
          <a:solidFill>
            <a:schemeClr val="tx2"/>
          </a:solidFill>
          <a:latin typeface="Times New Roman" panose="02020603050405020304" pitchFamily="18" charset="0"/>
          <a:ea typeface="PMingLiU" panose="02020500000000000000" pitchFamily="18" charset="-120"/>
        </a:defRPr>
      </a:lvl8pPr>
      <a:lvl9pPr marL="1828800" algn="l" rtl="0" fontAlgn="base">
        <a:spcBef>
          <a:spcPct val="0"/>
        </a:spcBef>
        <a:spcAft>
          <a:spcPct val="0"/>
        </a:spcAft>
        <a:defRPr kumimoji="1" sz="4400">
          <a:solidFill>
            <a:schemeClr val="tx2"/>
          </a:solidFill>
          <a:latin typeface="Times New Roman" panose="02020603050405020304" pitchFamily="18" charset="0"/>
          <a:ea typeface="PMingLiU" panose="02020500000000000000" pitchFamily="18" charset="-120"/>
        </a:defRPr>
      </a:lvl9pPr>
    </p:titleStyle>
    <p:bodyStyle>
      <a:lvl1pPr marL="342900" indent="-342900" algn="l" rtl="0" eaLnBrk="0" fontAlgn="base" hangingPunct="0">
        <a:spcBef>
          <a:spcPct val="20000"/>
        </a:spcBef>
        <a:spcAft>
          <a:spcPct val="0"/>
        </a:spcAft>
        <a:buClr>
          <a:schemeClr val="accent1"/>
        </a:buClr>
        <a:buSzPct val="70000"/>
        <a:buFont typeface="Monotype Sorts" pitchFamily="2" charset="2"/>
        <a:buChar char="n"/>
        <a:defRPr kumimoji="1" sz="3200" kern="1200">
          <a:solidFill>
            <a:schemeClr val="tx1"/>
          </a:solidFill>
          <a:latin typeface="+mn-lt"/>
          <a:ea typeface="新細明體" panose="02020500000000000000" pitchFamily="18" charset="-120"/>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新細明體" panose="02020500000000000000" pitchFamily="18" charset="-120"/>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新細明體" panose="02020500000000000000" pitchFamily="18" charset="-120"/>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新細明體" panose="02020500000000000000" pitchFamily="18" charset="-120"/>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新細明體" panose="02020500000000000000" pitchFamily="18"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stable-and-unstable-sorting-algorithms/" TargetMode="Externa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image" Target="../media/image54.png"/><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5.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955B3A-C08D-43E6-ABEF-A4F616FB6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Rectangle 10">
            <a:extLst>
              <a:ext uri="{FF2B5EF4-FFF2-40B4-BE49-F238E27FC236}">
                <a16:creationId xmlns:a16="http://schemas.microsoft.com/office/drawing/2014/main" id="{C719694A-8B4E-4127-9C08-9B8F39B6F2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52D36E6B-D7EF-409B-B48D-1628C06EE1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22899" y="3854831"/>
            <a:ext cx="5278995" cy="2156581"/>
          </a:xfrm>
        </p:spPr>
        <p:txBody>
          <a:bodyPr anchor="t">
            <a:normAutofit/>
          </a:bodyPr>
          <a:lstStyle/>
          <a:p>
            <a:pPr algn="l"/>
            <a:r>
              <a:rPr lang="en-US" sz="4800" dirty="0">
                <a:cs typeface="Calibri Light"/>
              </a:rPr>
              <a:t>BRUTE FORCE</a:t>
            </a:r>
            <a:endParaRPr lang="en-US" sz="4800" dirty="0"/>
          </a:p>
        </p:txBody>
      </p:sp>
      <p:sp>
        <p:nvSpPr>
          <p:cNvPr id="15" name="Rectangle 14">
            <a:extLst>
              <a:ext uri="{FF2B5EF4-FFF2-40B4-BE49-F238E27FC236}">
                <a16:creationId xmlns:a16="http://schemas.microsoft.com/office/drawing/2014/main" id="{816D2053-BB10-4615-A38D-86EEC0D86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422144" cy="3599020"/>
          </a:xfrm>
          <a:prstGeom prst="rect">
            <a:avLst/>
          </a:prstGeom>
          <a:solidFill>
            <a:srgbClr val="96E28B">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4" name="Picture 3">
            <a:extLst>
              <a:ext uri="{FF2B5EF4-FFF2-40B4-BE49-F238E27FC236}">
                <a16:creationId xmlns:a16="http://schemas.microsoft.com/office/drawing/2014/main" id="{115DC070-6247-5671-81F5-935B5D8BB819}"/>
              </a:ext>
            </a:extLst>
          </p:cNvPr>
          <p:cNvPicPr>
            <a:picLocks noChangeAspect="1"/>
          </p:cNvPicPr>
          <p:nvPr/>
        </p:nvPicPr>
        <p:blipFill rotWithShape="1">
          <a:blip r:embed="rId2"/>
          <a:srcRect t="28734" r="-7" b="22539"/>
          <a:stretch/>
        </p:blipFill>
        <p:spPr>
          <a:xfrm>
            <a:off x="422145" y="10"/>
            <a:ext cx="11082529" cy="3599011"/>
          </a:xfrm>
          <a:prstGeom prst="rect">
            <a:avLst/>
          </a:prstGeom>
        </p:spPr>
      </p:pic>
      <p:cxnSp>
        <p:nvCxnSpPr>
          <p:cNvPr id="17" name="Straight Connector 16">
            <a:extLst>
              <a:ext uri="{FF2B5EF4-FFF2-40B4-BE49-F238E27FC236}">
                <a16:creationId xmlns:a16="http://schemas.microsoft.com/office/drawing/2014/main" id="{CF2CC60F-C99A-48C5-856F-3C79856E9E9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96E28B"/>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8A2ED1C-4B10-41E7-9BF6-7447B99B98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96E28B"/>
            </a:solidFill>
            <a:prstDash val="dash"/>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7B98AEC8-31FD-46FC-9545-E21C95239F00}"/>
              </a:ext>
            </a:extLst>
          </p:cNvPr>
          <p:cNvSpPr>
            <a:spLocks noGrp="1"/>
          </p:cNvSpPr>
          <p:nvPr>
            <p:ph type="dt" sz="half" idx="10"/>
          </p:nvPr>
        </p:nvSpPr>
        <p:spPr/>
        <p:txBody>
          <a:bodyPr/>
          <a:lstStyle/>
          <a:p>
            <a:fld id="{31A37501-3922-49D8-92C7-7F06FA9D8F59}" type="datetime2">
              <a:rPr lang="en-US" smtClean="0"/>
              <a:t>Thursday, January 29, 2026</a:t>
            </a:fld>
            <a:endParaRPr lang="en-US" dirty="0"/>
          </a:p>
        </p:txBody>
      </p:sp>
      <p:sp>
        <p:nvSpPr>
          <p:cNvPr id="6" name="Footer Placeholder 5">
            <a:extLst>
              <a:ext uri="{FF2B5EF4-FFF2-40B4-BE49-F238E27FC236}">
                <a16:creationId xmlns:a16="http://schemas.microsoft.com/office/drawing/2014/main" id="{25978D30-D0C5-49DC-A295-EE0C976318C8}"/>
              </a:ext>
            </a:extLst>
          </p:cNvPr>
          <p:cNvSpPr>
            <a:spLocks noGrp="1"/>
          </p:cNvSpPr>
          <p:nvPr>
            <p:ph type="ftr" sz="quarter" idx="11"/>
          </p:nvPr>
        </p:nvSpPr>
        <p:spPr/>
        <p:txBody>
          <a:bodyPr/>
          <a:lstStyle/>
          <a:p>
            <a:r>
              <a:rPr lang="en-US"/>
              <a:t>Department of ICT</a:t>
            </a:r>
          </a:p>
        </p:txBody>
      </p:sp>
      <p:sp>
        <p:nvSpPr>
          <p:cNvPr id="7" name="Slide Number Placeholder 6">
            <a:extLst>
              <a:ext uri="{FF2B5EF4-FFF2-40B4-BE49-F238E27FC236}">
                <a16:creationId xmlns:a16="http://schemas.microsoft.com/office/drawing/2014/main" id="{FC162074-534D-432C-BCE1-933C89DAF3BD}"/>
              </a:ext>
            </a:extLst>
          </p:cNvPr>
          <p:cNvSpPr>
            <a:spLocks noGrp="1"/>
          </p:cNvSpPr>
          <p:nvPr>
            <p:ph type="sldNum" sz="quarter" idx="12"/>
          </p:nvPr>
        </p:nvSpPr>
        <p:spPr/>
        <p:txBody>
          <a:bodyPr/>
          <a:lstStyle/>
          <a:p>
            <a:fld id="{7BE69E03-4804-4553-A1EC-F089884EF50F}" type="slidenum">
              <a:rPr lang="en-US" smtClean="0"/>
              <a:t>1</a:t>
            </a:fld>
            <a:endParaRPr lang="en-US"/>
          </a:p>
        </p:txBody>
      </p:sp>
      <p:sp>
        <p:nvSpPr>
          <p:cNvPr id="10" name="Subtitle 9">
            <a:extLst>
              <a:ext uri="{FF2B5EF4-FFF2-40B4-BE49-F238E27FC236}">
                <a16:creationId xmlns:a16="http://schemas.microsoft.com/office/drawing/2014/main" id="{1238A79B-FB80-9970-8A37-98AB7B92164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6A0E3E-DC07-CAE2-8AD5-27667235E93C}"/>
              </a:ext>
            </a:extLst>
          </p:cNvPr>
          <p:cNvSpPr>
            <a:spLocks noGrp="1"/>
          </p:cNvSpPr>
          <p:nvPr>
            <p:ph type="title"/>
          </p:nvPr>
        </p:nvSpPr>
        <p:spPr>
          <a:xfrm>
            <a:off x="422145" y="940910"/>
            <a:ext cx="4471588" cy="4976179"/>
          </a:xfrm>
        </p:spPr>
        <p:txBody>
          <a:bodyPr>
            <a:normAutofit/>
          </a:bodyPr>
          <a:lstStyle/>
          <a:p>
            <a:r>
              <a:rPr lang="en-US" dirty="0"/>
              <a:t>Brute Force</a:t>
            </a:r>
          </a:p>
        </p:txBody>
      </p:sp>
      <p:sp>
        <p:nvSpPr>
          <p:cNvPr id="6" name="Slide Number Placeholder 5">
            <a:extLst>
              <a:ext uri="{FF2B5EF4-FFF2-40B4-BE49-F238E27FC236}">
                <a16:creationId xmlns:a16="http://schemas.microsoft.com/office/drawing/2014/main" id="{E383EE77-368E-9C4C-8B8B-357E759F7161}"/>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2</a:t>
            </a:fld>
            <a:endParaRPr lang="en-US"/>
          </a:p>
        </p:txBody>
      </p:sp>
      <p:sp>
        <p:nvSpPr>
          <p:cNvPr id="4" name="Date Placeholder 3">
            <a:extLst>
              <a:ext uri="{FF2B5EF4-FFF2-40B4-BE49-F238E27FC236}">
                <a16:creationId xmlns:a16="http://schemas.microsoft.com/office/drawing/2014/main" id="{CED4907A-158E-07AB-52AC-EAD0D2912FA5}"/>
              </a:ext>
            </a:extLst>
          </p:cNvPr>
          <p:cNvSpPr>
            <a:spLocks noGrp="1"/>
          </p:cNvSpPr>
          <p:nvPr>
            <p:ph type="dt" sz="half" idx="10"/>
          </p:nvPr>
        </p:nvSpPr>
        <p:spPr>
          <a:xfrm>
            <a:off x="422899" y="6217920"/>
            <a:ext cx="2743200" cy="640080"/>
          </a:xfrm>
        </p:spPr>
        <p:txBody>
          <a:bodyPr>
            <a:normAutofit/>
          </a:bodyPr>
          <a:lstStyle/>
          <a:p>
            <a:pPr>
              <a:spcAft>
                <a:spcPts val="600"/>
              </a:spcAft>
            </a:pPr>
            <a:fld id="{377A32F8-7B9D-44D3-88DB-46E61F93D063}" type="datetime2">
              <a:rPr lang="en-US" smtClean="0"/>
              <a:t>Thursday, January 29, 2026</a:t>
            </a:fld>
            <a:endParaRPr lang="en-US"/>
          </a:p>
        </p:txBody>
      </p:sp>
      <p:sp>
        <p:nvSpPr>
          <p:cNvPr id="5" name="Footer Placeholder 4">
            <a:extLst>
              <a:ext uri="{FF2B5EF4-FFF2-40B4-BE49-F238E27FC236}">
                <a16:creationId xmlns:a16="http://schemas.microsoft.com/office/drawing/2014/main" id="{2EBAA4C5-E010-AE59-D04D-F2D9781179E0}"/>
              </a:ext>
            </a:extLst>
          </p:cNvPr>
          <p:cNvSpPr>
            <a:spLocks noGrp="1"/>
          </p:cNvSpPr>
          <p:nvPr>
            <p:ph type="ftr" sz="quarter" idx="11"/>
          </p:nvPr>
        </p:nvSpPr>
        <p:spPr>
          <a:xfrm>
            <a:off x="6842943" y="6217920"/>
            <a:ext cx="4114800" cy="640080"/>
          </a:xfrm>
        </p:spPr>
        <p:txBody>
          <a:bodyPr>
            <a:normAutofit/>
          </a:bodyPr>
          <a:lstStyle/>
          <a:p>
            <a:pPr>
              <a:spcAft>
                <a:spcPts val="600"/>
              </a:spcAft>
            </a:pPr>
            <a:r>
              <a:rPr lang="en-US" dirty="0"/>
              <a:t>Department of ICT</a:t>
            </a:r>
          </a:p>
        </p:txBody>
      </p:sp>
      <p:cxnSp>
        <p:nvCxnSpPr>
          <p:cNvPr id="18"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4DEF74DC-8869-B151-F41B-943EFD418844}"/>
              </a:ext>
            </a:extLst>
          </p:cNvPr>
          <p:cNvGraphicFramePr>
            <a:graphicFrameLocks noGrp="1"/>
          </p:cNvGraphicFramePr>
          <p:nvPr>
            <p:ph idx="1"/>
            <p:extLst>
              <p:ext uri="{D42A27DB-BD31-4B8C-83A1-F6EECF244321}">
                <p14:modId xmlns:p14="http://schemas.microsoft.com/office/powerpoint/2010/main" val="1834739271"/>
              </p:ext>
            </p:extLst>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5256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12193B-F4AD-E919-A8DC-B05DAF761882}"/>
              </a:ext>
            </a:extLst>
          </p:cNvPr>
          <p:cNvSpPr>
            <a:spLocks noGrp="1"/>
          </p:cNvSpPr>
          <p:nvPr>
            <p:ph type="title"/>
          </p:nvPr>
        </p:nvSpPr>
        <p:spPr>
          <a:xfrm>
            <a:off x="422145" y="940910"/>
            <a:ext cx="4471588" cy="4976179"/>
          </a:xfrm>
        </p:spPr>
        <p:txBody>
          <a:bodyPr>
            <a:normAutofit/>
          </a:bodyPr>
          <a:lstStyle/>
          <a:p>
            <a:r>
              <a:rPr lang="en-US" dirty="0">
                <a:ea typeface="+mj-lt"/>
                <a:cs typeface="+mj-lt"/>
              </a:rPr>
              <a:t>Selection Sort and </a:t>
            </a:r>
            <a:br>
              <a:rPr lang="en-US" dirty="0">
                <a:ea typeface="+mj-lt"/>
                <a:cs typeface="+mj-lt"/>
              </a:rPr>
            </a:br>
            <a:r>
              <a:rPr lang="en-US" dirty="0">
                <a:ea typeface="+mj-lt"/>
                <a:cs typeface="+mj-lt"/>
              </a:rPr>
              <a:t>Bubble Sort </a:t>
            </a:r>
            <a:endParaRPr lang="en-US"/>
          </a:p>
        </p:txBody>
      </p:sp>
      <p:sp>
        <p:nvSpPr>
          <p:cNvPr id="6" name="Slide Number Placeholder 5">
            <a:extLst>
              <a:ext uri="{FF2B5EF4-FFF2-40B4-BE49-F238E27FC236}">
                <a16:creationId xmlns:a16="http://schemas.microsoft.com/office/drawing/2014/main" id="{E0B96128-1538-9B60-1991-CA1CC7DFECAA}"/>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3</a:t>
            </a:fld>
            <a:endParaRPr lang="en-US"/>
          </a:p>
        </p:txBody>
      </p:sp>
      <p:sp>
        <p:nvSpPr>
          <p:cNvPr id="4" name="Date Placeholder 3">
            <a:extLst>
              <a:ext uri="{FF2B5EF4-FFF2-40B4-BE49-F238E27FC236}">
                <a16:creationId xmlns:a16="http://schemas.microsoft.com/office/drawing/2014/main" id="{45765C99-059E-6624-1080-392125CCA7DE}"/>
              </a:ext>
            </a:extLst>
          </p:cNvPr>
          <p:cNvSpPr>
            <a:spLocks noGrp="1"/>
          </p:cNvSpPr>
          <p:nvPr>
            <p:ph type="dt" sz="half" idx="10"/>
          </p:nvPr>
        </p:nvSpPr>
        <p:spPr>
          <a:xfrm>
            <a:off x="422899" y="6217920"/>
            <a:ext cx="2743200" cy="640080"/>
          </a:xfrm>
        </p:spPr>
        <p:txBody>
          <a:bodyPr>
            <a:normAutofit/>
          </a:bodyPr>
          <a:lstStyle/>
          <a:p>
            <a:pPr>
              <a:spcAft>
                <a:spcPts val="600"/>
              </a:spcAft>
            </a:pPr>
            <a:fld id="{81BD94D8-0CE3-4157-8FC6-CA6B00458E34}" type="datetime2">
              <a:rPr lang="en-US" smtClean="0"/>
              <a:t>Thursday, January 29, 2026</a:t>
            </a:fld>
            <a:endParaRPr lang="en-US"/>
          </a:p>
        </p:txBody>
      </p:sp>
      <p:sp>
        <p:nvSpPr>
          <p:cNvPr id="5" name="Footer Placeholder 4">
            <a:extLst>
              <a:ext uri="{FF2B5EF4-FFF2-40B4-BE49-F238E27FC236}">
                <a16:creationId xmlns:a16="http://schemas.microsoft.com/office/drawing/2014/main" id="{62633D78-0583-7C23-7EFF-81A28EE383A8}"/>
              </a:ext>
            </a:extLst>
          </p:cNvPr>
          <p:cNvSpPr>
            <a:spLocks noGrp="1"/>
          </p:cNvSpPr>
          <p:nvPr>
            <p:ph type="ftr" sz="quarter" idx="11"/>
          </p:nvPr>
        </p:nvSpPr>
        <p:spPr>
          <a:xfrm>
            <a:off x="6842943" y="6217920"/>
            <a:ext cx="4114800" cy="640080"/>
          </a:xfrm>
        </p:spPr>
        <p:txBody>
          <a:bodyPr>
            <a:normAutofit/>
          </a:bodyPr>
          <a:lstStyle/>
          <a:p>
            <a:pPr>
              <a:spcAft>
                <a:spcPts val="600"/>
              </a:spcAft>
            </a:pPr>
            <a:r>
              <a:rPr lang="en-US"/>
              <a:t>Department of ICT</a:t>
            </a:r>
          </a:p>
        </p:txBody>
      </p:sp>
      <p:cxnSp>
        <p:nvCxnSpPr>
          <p:cNvPr id="18"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A684024A-692E-A123-A2D2-1FD0C724AE76}"/>
              </a:ext>
            </a:extLst>
          </p:cNvPr>
          <p:cNvGraphicFramePr>
            <a:graphicFrameLocks noGrp="1"/>
          </p:cNvGraphicFramePr>
          <p:nvPr>
            <p:ph idx="1"/>
            <p:extLst>
              <p:ext uri="{D42A27DB-BD31-4B8C-83A1-F6EECF244321}">
                <p14:modId xmlns:p14="http://schemas.microsoft.com/office/powerpoint/2010/main" val="4170508509"/>
              </p:ext>
            </p:extLst>
          </p:nvPr>
        </p:nvGraphicFramePr>
        <p:xfrm>
          <a:off x="5074624" y="313081"/>
          <a:ext cx="6428527" cy="56040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0699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2" name="Background Gray Rectangle">
            <a:extLst>
              <a:ext uri="{FF2B5EF4-FFF2-40B4-BE49-F238E27FC236}">
                <a16:creationId xmlns:a16="http://schemas.microsoft.com/office/drawing/2014/main" id="{DF77EA1D-CD58-47D1-895E-0E74AE5D1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a:extLst>
              <a:ext uri="{FF2B5EF4-FFF2-40B4-BE49-F238E27FC236}">
                <a16:creationId xmlns:a16="http://schemas.microsoft.com/office/drawing/2014/main" id="{30A2F27B-AF82-4F47-887C-2B4B9878E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6" name="Rectangle 25">
            <a:extLst>
              <a:ext uri="{FF2B5EF4-FFF2-40B4-BE49-F238E27FC236}">
                <a16:creationId xmlns:a16="http://schemas.microsoft.com/office/drawing/2014/main" id="{C73DAA41-976B-4A7A-91F5-FD48E4345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EB8BF5-BE3D-1288-3F44-5EBFEB7D208A}"/>
              </a:ext>
            </a:extLst>
          </p:cNvPr>
          <p:cNvSpPr>
            <a:spLocks noGrp="1"/>
          </p:cNvSpPr>
          <p:nvPr>
            <p:ph type="title"/>
          </p:nvPr>
        </p:nvSpPr>
        <p:spPr>
          <a:xfrm>
            <a:off x="444138" y="539496"/>
            <a:ext cx="8898646" cy="595630"/>
          </a:xfrm>
        </p:spPr>
        <p:txBody>
          <a:bodyPr anchor="b">
            <a:normAutofit fontScale="90000"/>
          </a:bodyPr>
          <a:lstStyle/>
          <a:p>
            <a:r>
              <a:rPr lang="en-US" sz="4800" dirty="0"/>
              <a:t>Selection Sort</a:t>
            </a:r>
          </a:p>
        </p:txBody>
      </p:sp>
      <p:sp>
        <p:nvSpPr>
          <p:cNvPr id="6" name="Slide Number Placeholder 5">
            <a:extLst>
              <a:ext uri="{FF2B5EF4-FFF2-40B4-BE49-F238E27FC236}">
                <a16:creationId xmlns:a16="http://schemas.microsoft.com/office/drawing/2014/main" id="{055535F6-89AF-6024-9F5B-64315E4283EB}"/>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4</a:t>
            </a:fld>
            <a:endParaRPr lang="en-US"/>
          </a:p>
        </p:txBody>
      </p:sp>
      <p:sp>
        <p:nvSpPr>
          <p:cNvPr id="3" name="Content Placeholder 2">
            <a:extLst>
              <a:ext uri="{FF2B5EF4-FFF2-40B4-BE49-F238E27FC236}">
                <a16:creationId xmlns:a16="http://schemas.microsoft.com/office/drawing/2014/main" id="{EF01659D-1440-0E1E-CD24-AB51306F9147}"/>
              </a:ext>
            </a:extLst>
          </p:cNvPr>
          <p:cNvSpPr>
            <a:spLocks noGrp="1"/>
          </p:cNvSpPr>
          <p:nvPr>
            <p:ph idx="1"/>
          </p:nvPr>
        </p:nvSpPr>
        <p:spPr>
          <a:xfrm>
            <a:off x="1520834" y="1674622"/>
            <a:ext cx="8898650" cy="2878828"/>
          </a:xfrm>
        </p:spPr>
        <p:txBody>
          <a:bodyPr vert="horz" lIns="91440" tIns="45720" rIns="91440" bIns="45720" rtlCol="0" anchor="t">
            <a:normAutofit fontScale="92500" lnSpcReduction="20000"/>
          </a:bodyPr>
          <a:lstStyle/>
          <a:p>
            <a:pPr>
              <a:lnSpc>
                <a:spcPct val="90000"/>
              </a:lnSpc>
            </a:pPr>
            <a:r>
              <a:rPr lang="en-US" sz="2600" u="sng" dirty="0">
                <a:solidFill>
                  <a:schemeClr val="tx1"/>
                </a:solidFill>
                <a:latin typeface="Times New Roman"/>
                <a:cs typeface="Times New Roman"/>
              </a:rPr>
              <a:t>Procedure</a:t>
            </a:r>
          </a:p>
          <a:p>
            <a:pPr>
              <a:lnSpc>
                <a:spcPct val="90000"/>
              </a:lnSpc>
            </a:pPr>
            <a:r>
              <a:rPr lang="en-US" sz="2600" dirty="0">
                <a:solidFill>
                  <a:schemeClr val="tx1"/>
                </a:solidFill>
                <a:latin typeface="Times New Roman"/>
                <a:cs typeface="Times New Roman"/>
              </a:rPr>
              <a:t>              Scan the array to find its smallest element and swap it with the first element.  Then, starting with the second element, scan the elements to the right of it to find the smallest among them and swap it with the second elements.  Generally, on pass </a:t>
            </a:r>
            <a:r>
              <a:rPr lang="en-US" sz="2600" i="1" dirty="0" err="1">
                <a:solidFill>
                  <a:schemeClr val="tx1"/>
                </a:solidFill>
                <a:latin typeface="Times New Roman"/>
                <a:cs typeface="Times New Roman"/>
              </a:rPr>
              <a:t>i</a:t>
            </a:r>
            <a:r>
              <a:rPr lang="en-US" sz="2600" i="1" dirty="0">
                <a:solidFill>
                  <a:schemeClr val="tx1"/>
                </a:solidFill>
                <a:latin typeface="Times New Roman"/>
                <a:cs typeface="Times New Roman"/>
              </a:rPr>
              <a:t> </a:t>
            </a:r>
            <a:r>
              <a:rPr lang="en-US" sz="2600" dirty="0">
                <a:solidFill>
                  <a:schemeClr val="tx1"/>
                </a:solidFill>
                <a:latin typeface="Times New Roman"/>
                <a:cs typeface="Times New Roman"/>
              </a:rPr>
              <a:t>(0 </a:t>
            </a:r>
            <a:r>
              <a:rPr lang="en-US" sz="2600" dirty="0">
                <a:solidFill>
                  <a:schemeClr val="tx1"/>
                </a:solidFill>
                <a:latin typeface="Symbol"/>
                <a:sym typeface="Symbol"/>
              </a:rPr>
              <a:t>£</a:t>
            </a:r>
            <a:r>
              <a:rPr lang="en-US" sz="2600" dirty="0">
                <a:solidFill>
                  <a:schemeClr val="tx1"/>
                </a:solidFill>
                <a:latin typeface="Times New Roman"/>
                <a:cs typeface="Times New Roman"/>
              </a:rPr>
              <a:t> </a:t>
            </a:r>
            <a:r>
              <a:rPr lang="en-US" sz="2600" i="1" dirty="0" err="1">
                <a:solidFill>
                  <a:schemeClr val="tx1"/>
                </a:solidFill>
                <a:latin typeface="Times New Roman"/>
                <a:cs typeface="Times New Roman"/>
              </a:rPr>
              <a:t>i</a:t>
            </a:r>
            <a:r>
              <a:rPr lang="en-US" sz="2600" i="1" dirty="0">
                <a:solidFill>
                  <a:schemeClr val="tx1"/>
                </a:solidFill>
                <a:latin typeface="Times New Roman"/>
                <a:cs typeface="Times New Roman"/>
              </a:rPr>
              <a:t> </a:t>
            </a:r>
            <a:r>
              <a:rPr lang="en-US" sz="2600" dirty="0">
                <a:solidFill>
                  <a:schemeClr val="tx1"/>
                </a:solidFill>
                <a:latin typeface="Symbol"/>
                <a:sym typeface="Symbol"/>
              </a:rPr>
              <a:t>£</a:t>
            </a:r>
            <a:r>
              <a:rPr lang="en-US" sz="2600" dirty="0">
                <a:solidFill>
                  <a:schemeClr val="tx1"/>
                </a:solidFill>
                <a:latin typeface="Times New Roman"/>
                <a:cs typeface="Times New Roman"/>
              </a:rPr>
              <a:t> </a:t>
            </a:r>
            <a:r>
              <a:rPr lang="en-US" sz="2600" i="1" dirty="0">
                <a:solidFill>
                  <a:schemeClr val="tx1"/>
                </a:solidFill>
                <a:latin typeface="Times New Roman"/>
                <a:cs typeface="Times New Roman"/>
              </a:rPr>
              <a:t>n-</a:t>
            </a:r>
            <a:r>
              <a:rPr lang="en-US" sz="2600" dirty="0">
                <a:solidFill>
                  <a:schemeClr val="tx1"/>
                </a:solidFill>
                <a:latin typeface="Times New Roman"/>
                <a:cs typeface="Times New Roman"/>
              </a:rPr>
              <a:t>2), find the smallest element in </a:t>
            </a:r>
            <a:r>
              <a:rPr lang="en-US" sz="2600" i="1" dirty="0">
                <a:solidFill>
                  <a:schemeClr val="tx1"/>
                </a:solidFill>
                <a:latin typeface="Times New Roman"/>
                <a:cs typeface="Times New Roman"/>
              </a:rPr>
              <a:t>A</a:t>
            </a:r>
            <a:r>
              <a:rPr lang="en-US" sz="2600" dirty="0">
                <a:solidFill>
                  <a:schemeClr val="tx1"/>
                </a:solidFill>
                <a:latin typeface="Times New Roman"/>
                <a:cs typeface="Times New Roman"/>
              </a:rPr>
              <a:t>[</a:t>
            </a:r>
            <a:r>
              <a:rPr lang="en-US" sz="2600" i="1" dirty="0">
                <a:solidFill>
                  <a:schemeClr val="tx1"/>
                </a:solidFill>
                <a:latin typeface="Times New Roman"/>
                <a:cs typeface="Times New Roman"/>
              </a:rPr>
              <a:t>i..n-</a:t>
            </a:r>
            <a:r>
              <a:rPr lang="en-US" sz="2600" dirty="0">
                <a:solidFill>
                  <a:schemeClr val="tx1"/>
                </a:solidFill>
                <a:latin typeface="Times New Roman"/>
                <a:cs typeface="Times New Roman"/>
              </a:rPr>
              <a:t>1] and swap it with </a:t>
            </a:r>
            <a:r>
              <a:rPr lang="en-US" sz="2600" i="1" dirty="0">
                <a:solidFill>
                  <a:schemeClr val="tx1"/>
                </a:solidFill>
                <a:latin typeface="Times New Roman"/>
                <a:cs typeface="Times New Roman"/>
              </a:rPr>
              <a:t>A</a:t>
            </a:r>
            <a:r>
              <a:rPr lang="en-US" sz="2600" dirty="0">
                <a:solidFill>
                  <a:schemeClr val="tx1"/>
                </a:solidFill>
                <a:latin typeface="Times New Roman"/>
                <a:cs typeface="Times New Roman"/>
              </a:rPr>
              <a:t>[</a:t>
            </a:r>
            <a:r>
              <a:rPr lang="en-US" sz="2600" i="1" dirty="0" err="1">
                <a:solidFill>
                  <a:schemeClr val="tx1"/>
                </a:solidFill>
                <a:latin typeface="Times New Roman"/>
                <a:cs typeface="Times New Roman"/>
              </a:rPr>
              <a:t>i</a:t>
            </a:r>
            <a:r>
              <a:rPr lang="en-US" sz="2600" dirty="0">
                <a:solidFill>
                  <a:schemeClr val="tx1"/>
                </a:solidFill>
                <a:latin typeface="Times New Roman"/>
                <a:cs typeface="Times New Roman"/>
              </a:rPr>
              <a:t>]:</a:t>
            </a:r>
            <a:endParaRPr lang="en-US" sz="2600" dirty="0">
              <a:solidFill>
                <a:schemeClr val="tx1"/>
              </a:solidFill>
            </a:endParaRPr>
          </a:p>
          <a:p>
            <a:pPr>
              <a:lnSpc>
                <a:spcPct val="90000"/>
              </a:lnSpc>
            </a:pPr>
            <a:r>
              <a:rPr lang="en-US" sz="2600" i="1" dirty="0">
                <a:solidFill>
                  <a:schemeClr val="tx1"/>
                </a:solidFill>
                <a:latin typeface="Times New Roman"/>
                <a:cs typeface="Times New Roman"/>
              </a:rPr>
              <a:t>A</a:t>
            </a:r>
            <a:r>
              <a:rPr lang="en-US" sz="2600" dirty="0">
                <a:solidFill>
                  <a:schemeClr val="tx1"/>
                </a:solidFill>
                <a:latin typeface="Times New Roman"/>
                <a:cs typeface="Times New Roman"/>
              </a:rPr>
              <a:t>[0]  </a:t>
            </a:r>
            <a:r>
              <a:rPr lang="en-US" sz="2600" dirty="0">
                <a:solidFill>
                  <a:schemeClr val="tx1"/>
                </a:solidFill>
                <a:latin typeface="Symbol"/>
                <a:sym typeface="Symbol"/>
              </a:rPr>
              <a:t>£</a:t>
            </a:r>
            <a:r>
              <a:rPr lang="en-US" sz="2600" dirty="0">
                <a:solidFill>
                  <a:schemeClr val="tx1"/>
                </a:solidFill>
                <a:latin typeface="Times New Roman"/>
                <a:cs typeface="Times New Roman"/>
              </a:rPr>
              <a:t>   .   .   .   </a:t>
            </a:r>
            <a:r>
              <a:rPr lang="en-US" sz="2600" dirty="0">
                <a:solidFill>
                  <a:schemeClr val="tx1"/>
                </a:solidFill>
                <a:latin typeface="Symbol"/>
                <a:sym typeface="Symbol"/>
              </a:rPr>
              <a:t>£</a:t>
            </a:r>
            <a:r>
              <a:rPr lang="en-US" sz="2600" dirty="0">
                <a:solidFill>
                  <a:schemeClr val="tx1"/>
                </a:solidFill>
                <a:latin typeface="Times New Roman"/>
                <a:cs typeface="Times New Roman"/>
              </a:rPr>
              <a:t> </a:t>
            </a:r>
            <a:r>
              <a:rPr lang="en-US" sz="2600" i="1" dirty="0">
                <a:solidFill>
                  <a:schemeClr val="tx1"/>
                </a:solidFill>
                <a:latin typeface="Times New Roman"/>
                <a:cs typeface="Times New Roman"/>
              </a:rPr>
              <a:t>A</a:t>
            </a:r>
            <a:r>
              <a:rPr lang="en-US" sz="2600" dirty="0">
                <a:solidFill>
                  <a:schemeClr val="tx1"/>
                </a:solidFill>
                <a:latin typeface="Times New Roman"/>
                <a:cs typeface="Times New Roman"/>
              </a:rPr>
              <a:t>[</a:t>
            </a:r>
            <a:r>
              <a:rPr lang="en-US" sz="2600" i="1" dirty="0">
                <a:solidFill>
                  <a:schemeClr val="tx1"/>
                </a:solidFill>
                <a:latin typeface="Times New Roman"/>
                <a:cs typeface="Times New Roman"/>
              </a:rPr>
              <a:t>i</a:t>
            </a:r>
            <a:r>
              <a:rPr lang="en-US" sz="2600" dirty="0">
                <a:solidFill>
                  <a:schemeClr val="tx1"/>
                </a:solidFill>
                <a:latin typeface="Times New Roman"/>
                <a:cs typeface="Times New Roman"/>
              </a:rPr>
              <a:t>-1]  |  </a:t>
            </a:r>
            <a:r>
              <a:rPr lang="en-US" sz="2600" i="1" dirty="0">
                <a:solidFill>
                  <a:schemeClr val="tx1"/>
                </a:solidFill>
                <a:latin typeface="Times New Roman"/>
                <a:cs typeface="Times New Roman"/>
              </a:rPr>
              <a:t>A</a:t>
            </a:r>
            <a:r>
              <a:rPr lang="en-US" sz="2600" dirty="0">
                <a:solidFill>
                  <a:schemeClr val="tx1"/>
                </a:solidFill>
                <a:latin typeface="Times New Roman"/>
                <a:cs typeface="Times New Roman"/>
              </a:rPr>
              <a:t>[</a:t>
            </a:r>
            <a:r>
              <a:rPr lang="en-US" sz="2600" i="1" dirty="0" err="1">
                <a:solidFill>
                  <a:schemeClr val="tx1"/>
                </a:solidFill>
                <a:latin typeface="Times New Roman"/>
                <a:cs typeface="Times New Roman"/>
              </a:rPr>
              <a:t>i</a:t>
            </a:r>
            <a:r>
              <a:rPr lang="en-US" sz="2600" dirty="0">
                <a:solidFill>
                  <a:schemeClr val="tx1"/>
                </a:solidFill>
                <a:latin typeface="Times New Roman"/>
                <a:cs typeface="Times New Roman"/>
              </a:rPr>
              <a:t>],  .   .   .  , </a:t>
            </a:r>
            <a:r>
              <a:rPr lang="en-US" sz="2600" i="1" dirty="0">
                <a:solidFill>
                  <a:schemeClr val="tx1"/>
                </a:solidFill>
                <a:latin typeface="Times New Roman"/>
                <a:cs typeface="Times New Roman"/>
              </a:rPr>
              <a:t>A</a:t>
            </a:r>
            <a:r>
              <a:rPr lang="en-US" sz="2600" dirty="0">
                <a:solidFill>
                  <a:schemeClr val="tx1"/>
                </a:solidFill>
                <a:latin typeface="Times New Roman"/>
                <a:cs typeface="Times New Roman"/>
              </a:rPr>
              <a:t>[</a:t>
            </a:r>
            <a:r>
              <a:rPr lang="en-US" sz="2600" i="1" dirty="0">
                <a:solidFill>
                  <a:schemeClr val="tx1"/>
                </a:solidFill>
                <a:latin typeface="Times New Roman"/>
                <a:cs typeface="Times New Roman"/>
              </a:rPr>
              <a:t>min</a:t>
            </a:r>
            <a:r>
              <a:rPr lang="en-US" sz="2600" dirty="0">
                <a:solidFill>
                  <a:schemeClr val="tx1"/>
                </a:solidFill>
                <a:latin typeface="Times New Roman"/>
                <a:cs typeface="Times New Roman"/>
              </a:rPr>
              <a:t>], .   .   ., </a:t>
            </a:r>
            <a:r>
              <a:rPr lang="en-US" sz="2600" i="1" dirty="0">
                <a:solidFill>
                  <a:schemeClr val="tx1"/>
                </a:solidFill>
                <a:latin typeface="Times New Roman"/>
                <a:cs typeface="Times New Roman"/>
              </a:rPr>
              <a:t>A</a:t>
            </a:r>
            <a:r>
              <a:rPr lang="en-US" sz="2600" dirty="0">
                <a:solidFill>
                  <a:schemeClr val="tx1"/>
                </a:solidFill>
                <a:latin typeface="Times New Roman"/>
                <a:cs typeface="Times New Roman"/>
              </a:rPr>
              <a:t>[</a:t>
            </a:r>
            <a:r>
              <a:rPr lang="en-US" sz="2600" i="1" dirty="0">
                <a:solidFill>
                  <a:schemeClr val="tx1"/>
                </a:solidFill>
                <a:latin typeface="Times New Roman"/>
                <a:cs typeface="Times New Roman"/>
              </a:rPr>
              <a:t>n</a:t>
            </a:r>
            <a:r>
              <a:rPr lang="en-US" sz="2600" dirty="0">
                <a:solidFill>
                  <a:schemeClr val="tx1"/>
                </a:solidFill>
                <a:latin typeface="Times New Roman"/>
                <a:cs typeface="Times New Roman"/>
              </a:rPr>
              <a:t>-1]        </a:t>
            </a:r>
            <a:endParaRPr lang="en-US" sz="2600" dirty="0">
              <a:solidFill>
                <a:schemeClr val="tx1"/>
              </a:solidFill>
            </a:endParaRPr>
          </a:p>
          <a:p>
            <a:pPr marL="0" indent="0">
              <a:lnSpc>
                <a:spcPct val="90000"/>
              </a:lnSpc>
              <a:buNone/>
            </a:pPr>
            <a:br>
              <a:rPr lang="en-US" sz="1800" dirty="0"/>
            </a:br>
            <a:endParaRPr lang="en-US" sz="1800" dirty="0">
              <a:solidFill>
                <a:schemeClr val="tx1"/>
              </a:solidFill>
            </a:endParaRPr>
          </a:p>
          <a:p>
            <a:pPr>
              <a:lnSpc>
                <a:spcPct val="90000"/>
              </a:lnSpc>
            </a:pPr>
            <a:endParaRPr lang="en-US" sz="1800" dirty="0">
              <a:solidFill>
                <a:schemeClr val="tx1"/>
              </a:solidFill>
            </a:endParaRPr>
          </a:p>
        </p:txBody>
      </p:sp>
      <p:sp>
        <p:nvSpPr>
          <p:cNvPr id="4" name="Date Placeholder 3">
            <a:extLst>
              <a:ext uri="{FF2B5EF4-FFF2-40B4-BE49-F238E27FC236}">
                <a16:creationId xmlns:a16="http://schemas.microsoft.com/office/drawing/2014/main" id="{1A4A3332-1145-A02E-B5DD-0564529CE5D3}"/>
              </a:ext>
            </a:extLst>
          </p:cNvPr>
          <p:cNvSpPr>
            <a:spLocks noGrp="1"/>
          </p:cNvSpPr>
          <p:nvPr>
            <p:ph type="dt" sz="half" idx="10"/>
          </p:nvPr>
        </p:nvSpPr>
        <p:spPr>
          <a:xfrm>
            <a:off x="422899" y="6217920"/>
            <a:ext cx="2743200" cy="640080"/>
          </a:xfrm>
        </p:spPr>
        <p:txBody>
          <a:bodyPr anchor="ctr">
            <a:normAutofit/>
          </a:bodyPr>
          <a:lstStyle/>
          <a:p>
            <a:pPr>
              <a:spcAft>
                <a:spcPts val="600"/>
              </a:spcAft>
            </a:pPr>
            <a:fld id="{40DBECA8-7BD1-4502-98F9-B78F8A281EBF}" type="datetime2">
              <a:rPr lang="en-US" smtClean="0"/>
              <a:t>Thursday, January 29, 2026</a:t>
            </a:fld>
            <a:endParaRPr lang="en-US"/>
          </a:p>
        </p:txBody>
      </p:sp>
      <p:sp>
        <p:nvSpPr>
          <p:cNvPr id="5" name="Footer Placeholder 4">
            <a:extLst>
              <a:ext uri="{FF2B5EF4-FFF2-40B4-BE49-F238E27FC236}">
                <a16:creationId xmlns:a16="http://schemas.microsoft.com/office/drawing/2014/main" id="{49575B5D-B1B1-23A1-69B7-68B261054C4B}"/>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28" name="Straight Connector 27">
            <a:extLst>
              <a:ext uri="{FF2B5EF4-FFF2-40B4-BE49-F238E27FC236}">
                <a16:creationId xmlns:a16="http://schemas.microsoft.com/office/drawing/2014/main" id="{5E5F5C0F-87CD-40D8-AD4B-452395E32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4F40788-FC62-4F28-9E98-3973123174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2216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Rectangle 15">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Rectangle 17">
            <a:extLst>
              <a:ext uri="{FF2B5EF4-FFF2-40B4-BE49-F238E27FC236}">
                <a16:creationId xmlns:a16="http://schemas.microsoft.com/office/drawing/2014/main" id="{4D4D99EB-C4F3-4F0C-91F7-AB4DC2A08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36B37C-A54F-9477-86A5-C9FB7D5920D0}"/>
              </a:ext>
            </a:extLst>
          </p:cNvPr>
          <p:cNvSpPr>
            <a:spLocks noGrp="1"/>
          </p:cNvSpPr>
          <p:nvPr>
            <p:ph type="title"/>
          </p:nvPr>
        </p:nvSpPr>
        <p:spPr>
          <a:xfrm>
            <a:off x="1477977" y="541093"/>
            <a:ext cx="3932532" cy="2967606"/>
          </a:xfrm>
        </p:spPr>
        <p:txBody>
          <a:bodyPr vert="horz" lIns="91440" tIns="45720" rIns="91440" bIns="45720" rtlCol="0" anchor="b">
            <a:normAutofit/>
          </a:bodyPr>
          <a:lstStyle/>
          <a:p>
            <a:r>
              <a:rPr lang="en-US" sz="4800" dirty="0"/>
              <a:t>Selection Sort Analysis with example</a:t>
            </a:r>
          </a:p>
        </p:txBody>
      </p:sp>
      <p:sp>
        <p:nvSpPr>
          <p:cNvPr id="6" name="Slide Number Placeholder 5">
            <a:extLst>
              <a:ext uri="{FF2B5EF4-FFF2-40B4-BE49-F238E27FC236}">
                <a16:creationId xmlns:a16="http://schemas.microsoft.com/office/drawing/2014/main" id="{E2C729D5-C3DC-2FB7-4F12-07B292A5529E}"/>
              </a:ext>
            </a:extLst>
          </p:cNvPr>
          <p:cNvSpPr>
            <a:spLocks noGrp="1"/>
          </p:cNvSpPr>
          <p:nvPr>
            <p:ph type="sldNum" sz="quarter" idx="12"/>
          </p:nvPr>
        </p:nvSpPr>
        <p:spPr>
          <a:xfrm>
            <a:off x="11503152" y="-18288"/>
            <a:ext cx="685800" cy="685800"/>
          </a:xfrm>
        </p:spPr>
        <p:txBody>
          <a:bodyPr vert="horz" lIns="91440" tIns="45720" rIns="91440" bIns="45720" rtlCol="0" anchor="ctr">
            <a:normAutofit/>
          </a:bodyPr>
          <a:lstStyle/>
          <a:p>
            <a:pPr>
              <a:spcAft>
                <a:spcPts val="600"/>
              </a:spcAft>
            </a:pPr>
            <a:fld id="{7BE69E03-4804-4553-A1EC-F089884EF50F}" type="slidenum">
              <a:rPr lang="en-US" sz="1200" smtClean="0"/>
              <a:pPr>
                <a:spcAft>
                  <a:spcPts val="600"/>
                </a:spcAft>
              </a:pPr>
              <a:t>5</a:t>
            </a:fld>
            <a:endParaRPr lang="en-US" sz="1200"/>
          </a:p>
        </p:txBody>
      </p:sp>
      <p:sp>
        <p:nvSpPr>
          <p:cNvPr id="4" name="Date Placeholder 3">
            <a:extLst>
              <a:ext uri="{FF2B5EF4-FFF2-40B4-BE49-F238E27FC236}">
                <a16:creationId xmlns:a16="http://schemas.microsoft.com/office/drawing/2014/main" id="{841CD41E-5EC2-EF69-2648-57C69CFF11F9}"/>
              </a:ext>
            </a:extLst>
          </p:cNvPr>
          <p:cNvSpPr>
            <a:spLocks noGrp="1"/>
          </p:cNvSpPr>
          <p:nvPr>
            <p:ph type="dt" sz="half" idx="10"/>
          </p:nvPr>
        </p:nvSpPr>
        <p:spPr>
          <a:xfrm>
            <a:off x="422898" y="6217920"/>
            <a:ext cx="2743200" cy="640080"/>
          </a:xfrm>
        </p:spPr>
        <p:txBody>
          <a:bodyPr vert="horz" lIns="91440" tIns="45720" rIns="91440" bIns="45720" rtlCol="0" anchor="ctr" anchorCtr="0">
            <a:normAutofit/>
          </a:bodyPr>
          <a:lstStyle/>
          <a:p>
            <a:pPr>
              <a:spcAft>
                <a:spcPts val="600"/>
              </a:spcAft>
            </a:pPr>
            <a:fld id="{F26A9A17-A27D-4DF3-849E-3C57CE89E148}" type="datetime2">
              <a:rPr lang="en-US" sz="1200" smtClean="0"/>
              <a:t>Thursday, January 29, 2026</a:t>
            </a:fld>
            <a:endParaRPr lang="en-US" sz="1200"/>
          </a:p>
        </p:txBody>
      </p:sp>
      <p:sp>
        <p:nvSpPr>
          <p:cNvPr id="20" name="Rectangle 19">
            <a:extLst>
              <a:ext uri="{FF2B5EF4-FFF2-40B4-BE49-F238E27FC236}">
                <a16:creationId xmlns:a16="http://schemas.microsoft.com/office/drawing/2014/main" id="{04B69146-C1C0-4B58-86FC-34F3390E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64091" y="698677"/>
            <a:ext cx="826383" cy="547913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5" name="Footer Placeholder 4">
            <a:extLst>
              <a:ext uri="{FF2B5EF4-FFF2-40B4-BE49-F238E27FC236}">
                <a16:creationId xmlns:a16="http://schemas.microsoft.com/office/drawing/2014/main" id="{B1B57ED5-0CB7-0EA2-316D-D71D2623812C}"/>
              </a:ext>
            </a:extLst>
          </p:cNvPr>
          <p:cNvSpPr>
            <a:spLocks noGrp="1"/>
          </p:cNvSpPr>
          <p:nvPr>
            <p:ph type="ftr" sz="quarter" idx="11"/>
          </p:nvPr>
        </p:nvSpPr>
        <p:spPr>
          <a:xfrm>
            <a:off x="3767328" y="6217920"/>
            <a:ext cx="7196328" cy="640080"/>
          </a:xfrm>
        </p:spPr>
        <p:txBody>
          <a:bodyPr vert="horz" lIns="91440" tIns="45720" rIns="91440" bIns="45720" rtlCol="0" anchor="ctr" anchorCtr="0">
            <a:normAutofit/>
          </a:bodyPr>
          <a:lstStyle/>
          <a:p>
            <a:pPr>
              <a:spcAft>
                <a:spcPts val="600"/>
              </a:spcAft>
            </a:pPr>
            <a:r>
              <a:rPr lang="en-US" sz="1200" kern="1200">
                <a:solidFill>
                  <a:schemeClr val="tx2"/>
                </a:solidFill>
                <a:latin typeface="+mn-lt"/>
                <a:ea typeface="+mn-ea"/>
                <a:cs typeface="+mn-cs"/>
              </a:rPr>
              <a:t>Department of ICT</a:t>
            </a:r>
          </a:p>
        </p:txBody>
      </p:sp>
      <p:cxnSp>
        <p:nvCxnSpPr>
          <p:cNvPr id="22" name="Straight Connector 21">
            <a:extLst>
              <a:ext uri="{FF2B5EF4-FFF2-40B4-BE49-F238E27FC236}">
                <a16:creationId xmlns:a16="http://schemas.microsoft.com/office/drawing/2014/main" id="{EC540AD5-A993-4DA3-B064-D004E2CC6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626AA2"/>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E6A9698-2C5E-4B0F-B3FA-0CE9BCA6E1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626AA2"/>
            </a:solidFill>
            <a:prstDash val="dash"/>
          </a:ln>
        </p:spPr>
        <p:style>
          <a:lnRef idx="1">
            <a:schemeClr val="accent1"/>
          </a:lnRef>
          <a:fillRef idx="0">
            <a:schemeClr val="accent1"/>
          </a:fillRef>
          <a:effectRef idx="0">
            <a:schemeClr val="accent1"/>
          </a:effectRef>
          <a:fontRef idx="minor">
            <a:schemeClr val="tx1"/>
          </a:fontRef>
        </p:style>
      </p:cxnSp>
      <p:pic>
        <p:nvPicPr>
          <p:cNvPr id="13" name="Picture 12" descr="A number grid with numbers&#10;&#10;Description automatically generated">
            <a:extLst>
              <a:ext uri="{FF2B5EF4-FFF2-40B4-BE49-F238E27FC236}">
                <a16:creationId xmlns:a16="http://schemas.microsoft.com/office/drawing/2014/main" id="{9FD4988E-3074-8A15-F36F-0E09D7C4E8D7}"/>
              </a:ext>
            </a:extLst>
          </p:cNvPr>
          <p:cNvPicPr>
            <a:picLocks noChangeAspect="1"/>
          </p:cNvPicPr>
          <p:nvPr/>
        </p:nvPicPr>
        <p:blipFill>
          <a:blip r:embed="rId2"/>
          <a:stretch>
            <a:fillRect/>
          </a:stretch>
        </p:blipFill>
        <p:spPr>
          <a:xfrm>
            <a:off x="5523034" y="819743"/>
            <a:ext cx="4554027" cy="2747735"/>
          </a:xfrm>
          <a:prstGeom prst="rect">
            <a:avLst/>
          </a:prstGeom>
        </p:spPr>
      </p:pic>
      <p:sp>
        <p:nvSpPr>
          <p:cNvPr id="7" name="Content Placeholder 6">
            <a:extLst>
              <a:ext uri="{FF2B5EF4-FFF2-40B4-BE49-F238E27FC236}">
                <a16:creationId xmlns:a16="http://schemas.microsoft.com/office/drawing/2014/main" id="{0470975B-76F3-BA38-1B47-1960322106F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00081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31DCF9-62CF-B1B6-7859-12EA08472A72}"/>
              </a:ext>
            </a:extLst>
          </p:cNvPr>
          <p:cNvSpPr>
            <a:spLocks noGrp="1"/>
          </p:cNvSpPr>
          <p:nvPr>
            <p:ph type="title"/>
          </p:nvPr>
        </p:nvSpPr>
        <p:spPr>
          <a:xfrm>
            <a:off x="422899" y="-6150"/>
            <a:ext cx="4978186" cy="1781942"/>
          </a:xfrm>
        </p:spPr>
        <p:txBody>
          <a:bodyPr>
            <a:normAutofit/>
          </a:bodyPr>
          <a:lstStyle/>
          <a:p>
            <a:r>
              <a:rPr lang="en-US" sz="4800" dirty="0"/>
              <a:t>Selection Sort Algorithm</a:t>
            </a:r>
          </a:p>
        </p:txBody>
      </p:sp>
      <p:sp>
        <p:nvSpPr>
          <p:cNvPr id="3" name="Content Placeholder 2">
            <a:extLst>
              <a:ext uri="{FF2B5EF4-FFF2-40B4-BE49-F238E27FC236}">
                <a16:creationId xmlns:a16="http://schemas.microsoft.com/office/drawing/2014/main" id="{989133A4-4B82-07F6-0752-CF3F09CAF1E6}"/>
              </a:ext>
            </a:extLst>
          </p:cNvPr>
          <p:cNvSpPr>
            <a:spLocks noGrp="1"/>
          </p:cNvSpPr>
          <p:nvPr>
            <p:ph idx="1"/>
          </p:nvPr>
        </p:nvSpPr>
        <p:spPr>
          <a:xfrm>
            <a:off x="5696837" y="727083"/>
            <a:ext cx="5317909" cy="5211431"/>
          </a:xfrm>
        </p:spPr>
        <p:txBody>
          <a:bodyPr vert="horz" lIns="91440" tIns="45720" rIns="91440" bIns="45720" rtlCol="0" anchor="ctr">
            <a:normAutofit fontScale="92500" lnSpcReduction="10000"/>
          </a:bodyPr>
          <a:lstStyle/>
          <a:p>
            <a:r>
              <a:rPr lang="en-US" b="1" dirty="0">
                <a:solidFill>
                  <a:schemeClr val="tx1"/>
                </a:solidFill>
                <a:latin typeface="Times New Roman"/>
                <a:cs typeface="Times New Roman"/>
              </a:rPr>
              <a:t>ALGORITHM Selection Sort(A[0 .. n-1])</a:t>
            </a:r>
            <a:endParaRPr lang="en-US" b="1" dirty="0">
              <a:solidFill>
                <a:schemeClr val="tx1"/>
              </a:solidFill>
              <a:latin typeface="Georgia Pro"/>
              <a:cs typeface="Times New Roman"/>
            </a:endParaRPr>
          </a:p>
          <a:p>
            <a:r>
              <a:rPr lang="en-US" dirty="0">
                <a:solidFill>
                  <a:schemeClr val="tx1"/>
                </a:solidFill>
                <a:latin typeface="Times New Roman"/>
                <a:cs typeface="Times New Roman"/>
              </a:rPr>
              <a:t>    // Sorts a given array using selection sort</a:t>
            </a:r>
            <a:endParaRPr lang="en-US" dirty="0">
              <a:solidFill>
                <a:schemeClr val="tx1"/>
              </a:solidFill>
            </a:endParaRPr>
          </a:p>
          <a:p>
            <a:r>
              <a:rPr lang="en-US" dirty="0">
                <a:solidFill>
                  <a:schemeClr val="tx1"/>
                </a:solidFill>
                <a:latin typeface="Times New Roman"/>
                <a:cs typeface="Times New Roman"/>
              </a:rPr>
              <a:t>    // Input: An array A[0 .. n-1] of orderable elements</a:t>
            </a:r>
            <a:endParaRPr lang="en-US" dirty="0">
              <a:solidFill>
                <a:schemeClr val="tx1"/>
              </a:solidFill>
            </a:endParaRPr>
          </a:p>
          <a:p>
            <a:r>
              <a:rPr lang="en-US" dirty="0">
                <a:solidFill>
                  <a:schemeClr val="tx1"/>
                </a:solidFill>
                <a:latin typeface="Times New Roman"/>
                <a:cs typeface="Times New Roman"/>
              </a:rPr>
              <a:t>    // Output: Array A[0 .. n-1] sorted in ascending order</a:t>
            </a:r>
            <a:endParaRPr lang="en-US" dirty="0">
              <a:solidFill>
                <a:schemeClr val="tx1"/>
              </a:solidFill>
            </a:endParaRPr>
          </a:p>
          <a:p>
            <a:r>
              <a:rPr lang="en-US" dirty="0">
                <a:solidFill>
                  <a:schemeClr val="tx1"/>
                </a:solidFill>
                <a:latin typeface="Times New Roman"/>
                <a:cs typeface="Times New Roman"/>
              </a:rPr>
              <a:t>    for </a:t>
            </a:r>
            <a:r>
              <a:rPr lang="en-US" dirty="0" err="1">
                <a:solidFill>
                  <a:schemeClr val="tx1"/>
                </a:solidFill>
                <a:latin typeface="Times New Roman"/>
                <a:cs typeface="Times New Roman"/>
              </a:rPr>
              <a:t>i</a:t>
            </a:r>
            <a:r>
              <a:rPr lang="en-US" dirty="0">
                <a:solidFill>
                  <a:schemeClr val="tx1"/>
                </a:solidFill>
                <a:latin typeface="Times New Roman"/>
                <a:cs typeface="Times New Roman"/>
              </a:rPr>
              <a:t> ← 0 to n-2 do</a:t>
            </a:r>
            <a:endParaRPr lang="en-US" dirty="0">
              <a:solidFill>
                <a:schemeClr val="tx1"/>
              </a:solidFill>
            </a:endParaRPr>
          </a:p>
          <a:p>
            <a:r>
              <a:rPr lang="en-US" dirty="0">
                <a:solidFill>
                  <a:schemeClr val="tx1"/>
                </a:solidFill>
                <a:latin typeface="Times New Roman"/>
                <a:cs typeface="Times New Roman"/>
              </a:rPr>
              <a:t>        min ← </a:t>
            </a:r>
            <a:r>
              <a:rPr lang="en-US" dirty="0" err="1">
                <a:solidFill>
                  <a:schemeClr val="tx1"/>
                </a:solidFill>
                <a:latin typeface="Times New Roman"/>
                <a:cs typeface="Times New Roman"/>
              </a:rPr>
              <a:t>i</a:t>
            </a:r>
            <a:endParaRPr lang="en-US" dirty="0">
              <a:solidFill>
                <a:schemeClr val="tx1"/>
              </a:solidFill>
            </a:endParaRPr>
          </a:p>
          <a:p>
            <a:r>
              <a:rPr lang="en-US" dirty="0">
                <a:solidFill>
                  <a:schemeClr val="tx1"/>
                </a:solidFill>
                <a:latin typeface="Times New Roman"/>
                <a:cs typeface="Times New Roman"/>
              </a:rPr>
              <a:t>        for j ← i+1 to n-1 do</a:t>
            </a:r>
            <a:endParaRPr lang="en-US" dirty="0">
              <a:solidFill>
                <a:schemeClr val="tx1"/>
              </a:solidFill>
            </a:endParaRPr>
          </a:p>
          <a:p>
            <a:r>
              <a:rPr lang="en-US" dirty="0">
                <a:solidFill>
                  <a:schemeClr val="tx1"/>
                </a:solidFill>
                <a:latin typeface="Times New Roman"/>
                <a:cs typeface="Times New Roman"/>
              </a:rPr>
              <a:t>            if A[j] &lt; A[min]</a:t>
            </a:r>
            <a:endParaRPr lang="en-US" dirty="0">
              <a:solidFill>
                <a:schemeClr val="tx1"/>
              </a:solidFill>
            </a:endParaRPr>
          </a:p>
          <a:p>
            <a:r>
              <a:rPr lang="en-US" dirty="0">
                <a:solidFill>
                  <a:schemeClr val="tx1"/>
                </a:solidFill>
                <a:latin typeface="Times New Roman"/>
                <a:cs typeface="Times New Roman"/>
              </a:rPr>
              <a:t>                min ← j</a:t>
            </a:r>
            <a:endParaRPr lang="en-US" dirty="0">
              <a:solidFill>
                <a:schemeClr val="tx1"/>
              </a:solidFill>
            </a:endParaRPr>
          </a:p>
          <a:p>
            <a:r>
              <a:rPr lang="en-US" dirty="0">
                <a:solidFill>
                  <a:schemeClr val="tx1"/>
                </a:solidFill>
                <a:latin typeface="Times New Roman"/>
                <a:cs typeface="Times New Roman"/>
              </a:rPr>
              <a:t>        swap A[</a:t>
            </a:r>
            <a:r>
              <a:rPr lang="en-US" dirty="0" err="1">
                <a:solidFill>
                  <a:schemeClr val="tx1"/>
                </a:solidFill>
                <a:latin typeface="Times New Roman"/>
                <a:cs typeface="Times New Roman"/>
              </a:rPr>
              <a:t>i</a:t>
            </a:r>
            <a:r>
              <a:rPr lang="en-US" dirty="0">
                <a:solidFill>
                  <a:schemeClr val="tx1"/>
                </a:solidFill>
                <a:latin typeface="Times New Roman"/>
                <a:cs typeface="Times New Roman"/>
              </a:rPr>
              <a:t>] and A[min]</a:t>
            </a:r>
            <a:endParaRPr lang="en-US" dirty="0">
              <a:solidFill>
                <a:schemeClr val="tx1"/>
              </a:solidFill>
            </a:endParaRPr>
          </a:p>
          <a:p>
            <a:endParaRPr lang="en-US" sz="1800" dirty="0">
              <a:solidFill>
                <a:schemeClr val="tx1"/>
              </a:solidFill>
              <a:latin typeface="Georgia Pro"/>
              <a:cs typeface="Times New Roman"/>
            </a:endParaRPr>
          </a:p>
        </p:txBody>
      </p:sp>
      <p:sp>
        <p:nvSpPr>
          <p:cNvPr id="6" name="Slide Number Placeholder 5">
            <a:extLst>
              <a:ext uri="{FF2B5EF4-FFF2-40B4-BE49-F238E27FC236}">
                <a16:creationId xmlns:a16="http://schemas.microsoft.com/office/drawing/2014/main" id="{A339076E-937C-6151-1FE8-1813FA06771A}"/>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6</a:t>
            </a:fld>
            <a:endParaRPr lang="en-US"/>
          </a:p>
        </p:txBody>
      </p:sp>
      <p:sp>
        <p:nvSpPr>
          <p:cNvPr id="4" name="Date Placeholder 3">
            <a:extLst>
              <a:ext uri="{FF2B5EF4-FFF2-40B4-BE49-F238E27FC236}">
                <a16:creationId xmlns:a16="http://schemas.microsoft.com/office/drawing/2014/main" id="{740E8302-6FBC-9C21-69B2-31723F195E83}"/>
              </a:ext>
            </a:extLst>
          </p:cNvPr>
          <p:cNvSpPr>
            <a:spLocks noGrp="1"/>
          </p:cNvSpPr>
          <p:nvPr>
            <p:ph type="dt" sz="half" idx="10"/>
          </p:nvPr>
        </p:nvSpPr>
        <p:spPr>
          <a:xfrm>
            <a:off x="422899" y="6217920"/>
            <a:ext cx="2743200" cy="640080"/>
          </a:xfrm>
        </p:spPr>
        <p:txBody>
          <a:bodyPr anchor="ctr">
            <a:normAutofit/>
          </a:bodyPr>
          <a:lstStyle/>
          <a:p>
            <a:pPr>
              <a:spcAft>
                <a:spcPts val="600"/>
              </a:spcAft>
            </a:pPr>
            <a:fld id="{1818C67D-987C-4731-A3F4-FD6C0282C724}" type="datetime2">
              <a:rPr lang="en-US" smtClean="0"/>
              <a:t>Thursday, January 29, 2026</a:t>
            </a:fld>
            <a:endParaRPr lang="en-US"/>
          </a:p>
        </p:txBody>
      </p:sp>
      <p:sp>
        <p:nvSpPr>
          <p:cNvPr id="5" name="Footer Placeholder 4">
            <a:extLst>
              <a:ext uri="{FF2B5EF4-FFF2-40B4-BE49-F238E27FC236}">
                <a16:creationId xmlns:a16="http://schemas.microsoft.com/office/drawing/2014/main" id="{9A01594F-4D89-13ED-5ABF-A6359C691906}"/>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17" name="Straight Connector 16">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pic>
        <p:nvPicPr>
          <p:cNvPr id="8" name="Picture 7" descr="A mathematical equation with numbers and symbols&#10;&#10;Description automatically generated">
            <a:extLst>
              <a:ext uri="{FF2B5EF4-FFF2-40B4-BE49-F238E27FC236}">
                <a16:creationId xmlns:a16="http://schemas.microsoft.com/office/drawing/2014/main" id="{5FF44D75-B27A-8C11-71A1-085FCCA67783}"/>
              </a:ext>
            </a:extLst>
          </p:cNvPr>
          <p:cNvPicPr>
            <a:picLocks noChangeAspect="1"/>
          </p:cNvPicPr>
          <p:nvPr/>
        </p:nvPicPr>
        <p:blipFill>
          <a:blip r:embed="rId2"/>
          <a:stretch>
            <a:fillRect/>
          </a:stretch>
        </p:blipFill>
        <p:spPr>
          <a:xfrm>
            <a:off x="317538" y="4451860"/>
            <a:ext cx="5231423" cy="1068998"/>
          </a:xfrm>
          <a:prstGeom prst="rect">
            <a:avLst/>
          </a:prstGeom>
        </p:spPr>
      </p:pic>
      <p:pic>
        <p:nvPicPr>
          <p:cNvPr id="7" name="Content Placeholder 10">
            <a:extLst>
              <a:ext uri="{FF2B5EF4-FFF2-40B4-BE49-F238E27FC236}">
                <a16:creationId xmlns:a16="http://schemas.microsoft.com/office/drawing/2014/main" id="{E5C04501-3E6F-7429-6E27-A39E412224C1}"/>
              </a:ext>
            </a:extLst>
          </p:cNvPr>
          <p:cNvPicPr>
            <a:picLocks noChangeAspect="1"/>
          </p:cNvPicPr>
          <p:nvPr/>
        </p:nvPicPr>
        <p:blipFill>
          <a:blip r:embed="rId3"/>
          <a:stretch>
            <a:fillRect/>
          </a:stretch>
        </p:blipFill>
        <p:spPr>
          <a:xfrm>
            <a:off x="174381" y="3346577"/>
            <a:ext cx="5921619" cy="892419"/>
          </a:xfrm>
          <a:prstGeom prst="rect">
            <a:avLst/>
          </a:prstGeom>
        </p:spPr>
      </p:pic>
      <p:sp>
        <p:nvSpPr>
          <p:cNvPr id="9" name="TextBox 8">
            <a:extLst>
              <a:ext uri="{FF2B5EF4-FFF2-40B4-BE49-F238E27FC236}">
                <a16:creationId xmlns:a16="http://schemas.microsoft.com/office/drawing/2014/main" id="{D383CF78-3D92-24AD-EB88-6F138EBC400E}"/>
              </a:ext>
            </a:extLst>
          </p:cNvPr>
          <p:cNvSpPr txBox="1"/>
          <p:nvPr/>
        </p:nvSpPr>
        <p:spPr>
          <a:xfrm>
            <a:off x="364457" y="1820843"/>
            <a:ext cx="4569661" cy="1200329"/>
          </a:xfrm>
          <a:prstGeom prst="rect">
            <a:avLst/>
          </a:prstGeom>
          <a:noFill/>
        </p:spPr>
        <p:txBody>
          <a:bodyPr wrap="square" rtlCol="0">
            <a:spAutoFit/>
          </a:bodyPr>
          <a:lstStyle/>
          <a:p>
            <a:r>
              <a:rPr lang="en-US" b="1" dirty="0"/>
              <a:t>Key operation: Comparison &amp; Swap</a:t>
            </a:r>
          </a:p>
          <a:p>
            <a:endParaRPr lang="en-US" b="1" dirty="0"/>
          </a:p>
          <a:p>
            <a:r>
              <a:rPr lang="en-US" b="1" dirty="0"/>
              <a:t>Let C(n) denote total Number  of Comparisons</a:t>
            </a:r>
          </a:p>
        </p:txBody>
      </p:sp>
      <p:sp>
        <p:nvSpPr>
          <p:cNvPr id="12" name="TextBox 11">
            <a:extLst>
              <a:ext uri="{FF2B5EF4-FFF2-40B4-BE49-F238E27FC236}">
                <a16:creationId xmlns:a16="http://schemas.microsoft.com/office/drawing/2014/main" id="{6183096E-A2AC-B486-9F15-05A431529DBF}"/>
              </a:ext>
            </a:extLst>
          </p:cNvPr>
          <p:cNvSpPr txBox="1"/>
          <p:nvPr/>
        </p:nvSpPr>
        <p:spPr>
          <a:xfrm>
            <a:off x="607717" y="5809781"/>
            <a:ext cx="4096804" cy="369332"/>
          </a:xfrm>
          <a:prstGeom prst="rect">
            <a:avLst/>
          </a:prstGeom>
          <a:noFill/>
        </p:spPr>
        <p:txBody>
          <a:bodyPr wrap="square" rtlCol="0">
            <a:spAutoFit/>
          </a:bodyPr>
          <a:lstStyle/>
          <a:p>
            <a:r>
              <a:rPr lang="en-US" b="1" dirty="0"/>
              <a:t>Total Number of Swaps: n – 1 </a:t>
            </a:r>
          </a:p>
        </p:txBody>
      </p:sp>
    </p:spTree>
    <p:extLst>
      <p:ext uri="{BB962C8B-B14F-4D97-AF65-F5344CB8AC3E}">
        <p14:creationId xmlns:p14="http://schemas.microsoft.com/office/powerpoint/2010/main" val="1205839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AAD3-B09F-823E-082E-352EF06D2C69}"/>
              </a:ext>
            </a:extLst>
          </p:cNvPr>
          <p:cNvSpPr>
            <a:spLocks noGrp="1"/>
          </p:cNvSpPr>
          <p:nvPr>
            <p:ph type="title"/>
          </p:nvPr>
        </p:nvSpPr>
        <p:spPr/>
        <p:txBody>
          <a:bodyPr/>
          <a:lstStyle/>
          <a:p>
            <a:r>
              <a:rPr lang="en-US" dirty="0"/>
              <a:t>Time and Space Complexity</a:t>
            </a:r>
          </a:p>
        </p:txBody>
      </p:sp>
      <p:pic>
        <p:nvPicPr>
          <p:cNvPr id="7" name="Content Placeholder 6">
            <a:extLst>
              <a:ext uri="{FF2B5EF4-FFF2-40B4-BE49-F238E27FC236}">
                <a16:creationId xmlns:a16="http://schemas.microsoft.com/office/drawing/2014/main" id="{6CC6ECE0-77AF-663D-8832-C78BB7D0A9FD}"/>
              </a:ext>
            </a:extLst>
          </p:cNvPr>
          <p:cNvPicPr>
            <a:picLocks noGrp="1" noChangeAspect="1"/>
          </p:cNvPicPr>
          <p:nvPr>
            <p:ph idx="1"/>
          </p:nvPr>
        </p:nvPicPr>
        <p:blipFill>
          <a:blip r:embed="rId2"/>
          <a:stretch>
            <a:fillRect/>
          </a:stretch>
        </p:blipFill>
        <p:spPr>
          <a:xfrm>
            <a:off x="420624" y="2477379"/>
            <a:ext cx="10515600" cy="2902874"/>
          </a:xfrm>
        </p:spPr>
      </p:pic>
      <p:sp>
        <p:nvSpPr>
          <p:cNvPr id="4" name="Date Placeholder 3">
            <a:extLst>
              <a:ext uri="{FF2B5EF4-FFF2-40B4-BE49-F238E27FC236}">
                <a16:creationId xmlns:a16="http://schemas.microsoft.com/office/drawing/2014/main" id="{056C9D4C-C21C-9E98-C6E0-B103005C10D6}"/>
              </a:ext>
            </a:extLst>
          </p:cNvPr>
          <p:cNvSpPr>
            <a:spLocks noGrp="1"/>
          </p:cNvSpPr>
          <p:nvPr>
            <p:ph type="dt" sz="half" idx="10"/>
          </p:nvPr>
        </p:nvSpPr>
        <p:spPr/>
        <p:txBody>
          <a:bodyPr/>
          <a:lstStyle/>
          <a:p>
            <a:fld id="{8EC4ECC8-4EF0-449D-98EC-F83AAAB084FD}" type="datetime2">
              <a:rPr lang="en-US" smtClean="0"/>
              <a:t>Thursday, January 29, 2026</a:t>
            </a:fld>
            <a:endParaRPr lang="en-US" dirty="0"/>
          </a:p>
        </p:txBody>
      </p:sp>
      <p:sp>
        <p:nvSpPr>
          <p:cNvPr id="5" name="Footer Placeholder 4">
            <a:extLst>
              <a:ext uri="{FF2B5EF4-FFF2-40B4-BE49-F238E27FC236}">
                <a16:creationId xmlns:a16="http://schemas.microsoft.com/office/drawing/2014/main" id="{6D9244AC-54C2-1A1E-104C-219614C01C71}"/>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E55E5309-AC69-FFF6-BBAF-3190E56F1E3D}"/>
              </a:ext>
            </a:extLst>
          </p:cNvPr>
          <p:cNvSpPr>
            <a:spLocks noGrp="1"/>
          </p:cNvSpPr>
          <p:nvPr>
            <p:ph type="sldNum" sz="quarter" idx="12"/>
          </p:nvPr>
        </p:nvSpPr>
        <p:spPr/>
        <p:txBody>
          <a:bodyPr/>
          <a:lstStyle/>
          <a:p>
            <a:fld id="{7BE69E03-4804-4553-A1EC-F089884EF50F}" type="slidenum">
              <a:rPr lang="en-US" smtClean="0"/>
              <a:t>7</a:t>
            </a:fld>
            <a:endParaRPr lang="en-US"/>
          </a:p>
        </p:txBody>
      </p:sp>
      <p:pic>
        <p:nvPicPr>
          <p:cNvPr id="8" name="Picture 7" descr="A black background with orange text&#10;&#10;Description automatically generated">
            <a:extLst>
              <a:ext uri="{FF2B5EF4-FFF2-40B4-BE49-F238E27FC236}">
                <a16:creationId xmlns:a16="http://schemas.microsoft.com/office/drawing/2014/main" id="{B1208D01-13FE-EB56-F211-0A9E8EF175C9}"/>
              </a:ext>
            </a:extLst>
          </p:cNvPr>
          <p:cNvPicPr>
            <a:picLocks noChangeAspect="1"/>
          </p:cNvPicPr>
          <p:nvPr/>
        </p:nvPicPr>
        <p:blipFill>
          <a:blip r:embed="rId3"/>
          <a:stretch>
            <a:fillRect/>
          </a:stretch>
        </p:blipFill>
        <p:spPr>
          <a:xfrm>
            <a:off x="5373565" y="2539145"/>
            <a:ext cx="2839916" cy="994264"/>
          </a:xfrm>
          <a:prstGeom prst="rect">
            <a:avLst/>
          </a:prstGeom>
        </p:spPr>
      </p:pic>
      <p:pic>
        <p:nvPicPr>
          <p:cNvPr id="9" name="Picture 8" descr="A black background with orange letters&#10;&#10;Description automatically generated">
            <a:extLst>
              <a:ext uri="{FF2B5EF4-FFF2-40B4-BE49-F238E27FC236}">
                <a16:creationId xmlns:a16="http://schemas.microsoft.com/office/drawing/2014/main" id="{05A66DFB-2382-56C5-9B52-7BAD9549A449}"/>
              </a:ext>
            </a:extLst>
          </p:cNvPr>
          <p:cNvPicPr>
            <a:picLocks noChangeAspect="1"/>
          </p:cNvPicPr>
          <p:nvPr/>
        </p:nvPicPr>
        <p:blipFill>
          <a:blip r:embed="rId4"/>
          <a:stretch>
            <a:fillRect/>
          </a:stretch>
        </p:blipFill>
        <p:spPr>
          <a:xfrm>
            <a:off x="5330702" y="3481754"/>
            <a:ext cx="3476625" cy="1066800"/>
          </a:xfrm>
          <a:prstGeom prst="rect">
            <a:avLst/>
          </a:prstGeom>
        </p:spPr>
      </p:pic>
      <p:sp>
        <p:nvSpPr>
          <p:cNvPr id="3" name="TextBox 2">
            <a:extLst>
              <a:ext uri="{FF2B5EF4-FFF2-40B4-BE49-F238E27FC236}">
                <a16:creationId xmlns:a16="http://schemas.microsoft.com/office/drawing/2014/main" id="{9F19EF11-D493-DD55-6902-DC810DDD1A62}"/>
              </a:ext>
            </a:extLst>
          </p:cNvPr>
          <p:cNvSpPr txBox="1"/>
          <p:nvPr/>
        </p:nvSpPr>
        <p:spPr>
          <a:xfrm>
            <a:off x="5689600" y="4450080"/>
            <a:ext cx="2753360" cy="646331"/>
          </a:xfrm>
          <a:prstGeom prst="rect">
            <a:avLst/>
          </a:prstGeom>
          <a:noFill/>
        </p:spPr>
        <p:txBody>
          <a:bodyPr wrap="square" rtlCol="0">
            <a:spAutoFit/>
          </a:bodyPr>
          <a:lstStyle/>
          <a:p>
            <a:r>
              <a:rPr lang="en-US" sz="3600" dirty="0"/>
              <a:t>No</a:t>
            </a:r>
          </a:p>
        </p:txBody>
      </p:sp>
    </p:spTree>
    <p:extLst>
      <p:ext uri="{BB962C8B-B14F-4D97-AF65-F5344CB8AC3E}">
        <p14:creationId xmlns:p14="http://schemas.microsoft.com/office/powerpoint/2010/main" val="3034344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9CE9782-0FD1-493B-9C50-C51AB7C5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Rectangle 28">
            <a:extLst>
              <a:ext uri="{FF2B5EF4-FFF2-40B4-BE49-F238E27FC236}">
                <a16:creationId xmlns:a16="http://schemas.microsoft.com/office/drawing/2014/main" id="{F6619023-691E-4F1C-A10A-0EA3D044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Rectangle 30">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85800"/>
            <a:ext cx="422144" cy="5486400"/>
          </a:xfrm>
          <a:prstGeom prst="rect">
            <a:avLst/>
          </a:prstGeom>
          <a:solidFill>
            <a:srgbClr val="6286B1">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33" name="Rectangle 32">
            <a:extLst>
              <a:ext uri="{FF2B5EF4-FFF2-40B4-BE49-F238E27FC236}">
                <a16:creationId xmlns:a16="http://schemas.microsoft.com/office/drawing/2014/main" id="{147EAFFD-2BD1-4600-B034-EEF700787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2EFA1C-86C3-AD4A-F9B0-CB5E36BF52E8}"/>
              </a:ext>
            </a:extLst>
          </p:cNvPr>
          <p:cNvSpPr>
            <a:spLocks noGrp="1"/>
          </p:cNvSpPr>
          <p:nvPr>
            <p:ph type="title"/>
          </p:nvPr>
        </p:nvSpPr>
        <p:spPr>
          <a:xfrm>
            <a:off x="5132026" y="540167"/>
            <a:ext cx="5828376" cy="2135867"/>
          </a:xfrm>
        </p:spPr>
        <p:txBody>
          <a:bodyPr anchor="b">
            <a:normAutofit/>
          </a:bodyPr>
          <a:lstStyle/>
          <a:p>
            <a:r>
              <a:rPr lang="en-US" sz="4800" dirty="0">
                <a:solidFill>
                  <a:schemeClr val="tx1"/>
                </a:solidFill>
              </a:rPr>
              <a:t>Bubble Sort</a:t>
            </a:r>
          </a:p>
        </p:txBody>
      </p:sp>
      <p:sp>
        <p:nvSpPr>
          <p:cNvPr id="6" name="Slide Number Placeholder 5">
            <a:extLst>
              <a:ext uri="{FF2B5EF4-FFF2-40B4-BE49-F238E27FC236}">
                <a16:creationId xmlns:a16="http://schemas.microsoft.com/office/drawing/2014/main" id="{27648EA3-D970-1C0C-748D-7F25A6A184E1}"/>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8</a:t>
            </a:fld>
            <a:endParaRPr lang="en-US"/>
          </a:p>
        </p:txBody>
      </p:sp>
      <p:pic>
        <p:nvPicPr>
          <p:cNvPr id="8" name="Picture 7">
            <a:extLst>
              <a:ext uri="{FF2B5EF4-FFF2-40B4-BE49-F238E27FC236}">
                <a16:creationId xmlns:a16="http://schemas.microsoft.com/office/drawing/2014/main" id="{DA1A1A80-FC86-6A47-DA0E-D9E6EB8BE990}"/>
              </a:ext>
            </a:extLst>
          </p:cNvPr>
          <p:cNvPicPr>
            <a:picLocks noChangeAspect="1"/>
          </p:cNvPicPr>
          <p:nvPr/>
        </p:nvPicPr>
        <p:blipFill rotWithShape="1">
          <a:blip r:embed="rId2"/>
          <a:srcRect l="30360" r="27871"/>
          <a:stretch/>
        </p:blipFill>
        <p:spPr>
          <a:xfrm>
            <a:off x="413003" y="685800"/>
            <a:ext cx="4073933" cy="5486400"/>
          </a:xfrm>
          <a:prstGeom prst="rect">
            <a:avLst/>
          </a:prstGeom>
        </p:spPr>
      </p:pic>
      <p:sp>
        <p:nvSpPr>
          <p:cNvPr id="3" name="Content Placeholder 2">
            <a:extLst>
              <a:ext uri="{FF2B5EF4-FFF2-40B4-BE49-F238E27FC236}">
                <a16:creationId xmlns:a16="http://schemas.microsoft.com/office/drawing/2014/main" id="{E4020494-AD70-5624-7150-08E3F475B49F}"/>
              </a:ext>
            </a:extLst>
          </p:cNvPr>
          <p:cNvSpPr>
            <a:spLocks noGrp="1"/>
          </p:cNvSpPr>
          <p:nvPr>
            <p:ph idx="1"/>
          </p:nvPr>
        </p:nvSpPr>
        <p:spPr>
          <a:xfrm>
            <a:off x="4745164" y="2868729"/>
            <a:ext cx="6602099" cy="3095445"/>
          </a:xfrm>
        </p:spPr>
        <p:txBody>
          <a:bodyPr vert="horz" lIns="91440" tIns="45720" rIns="91440" bIns="45720" rtlCol="0" anchor="t">
            <a:normAutofit/>
          </a:bodyPr>
          <a:lstStyle/>
          <a:p>
            <a:pPr algn="just"/>
            <a:r>
              <a:rPr lang="en-US" sz="1800" dirty="0">
                <a:solidFill>
                  <a:schemeClr val="tx1"/>
                </a:solidFill>
                <a:latin typeface="Times New Roman"/>
                <a:cs typeface="Times New Roman"/>
              </a:rPr>
              <a:t>                 Another brute-force application to the sorting problem is to compare  of the list and exchange them if they are out of order. By doing it repeatedly, we end up “bubbling up” the largest element to the last position on the list. The next pass bubbles up the second largest element, and so on, until after n−1 passes the list is  sorted. Pass </a:t>
            </a:r>
            <a:r>
              <a:rPr lang="en-US" sz="1800" dirty="0" err="1">
                <a:solidFill>
                  <a:schemeClr val="tx1"/>
                </a:solidFill>
                <a:latin typeface="Times New Roman"/>
                <a:cs typeface="Times New Roman"/>
              </a:rPr>
              <a:t>i</a:t>
            </a:r>
            <a:r>
              <a:rPr lang="en-US" sz="1800" dirty="0">
                <a:solidFill>
                  <a:schemeClr val="tx1"/>
                </a:solidFill>
                <a:latin typeface="Times New Roman"/>
                <a:cs typeface="Times New Roman"/>
              </a:rPr>
              <a:t>(0≤i≤n−2)of bubble sort.</a:t>
            </a:r>
            <a:endParaRPr lang="en-US" sz="1800" dirty="0">
              <a:solidFill>
                <a:schemeClr val="tx1"/>
              </a:solidFill>
            </a:endParaRPr>
          </a:p>
          <a:p>
            <a:pPr algn="just"/>
            <a:r>
              <a:rPr lang="en-US" sz="1800" dirty="0">
                <a:solidFill>
                  <a:schemeClr val="tx1"/>
                </a:solidFill>
                <a:latin typeface="Times New Roman"/>
                <a:cs typeface="Times New Roman"/>
              </a:rPr>
              <a:t>                        A0,...,Aj?↔Aj+1,...,An−i−1|An−i≤...≤An−1</a:t>
            </a:r>
            <a:endParaRPr lang="en-US" sz="1800" dirty="0">
              <a:solidFill>
                <a:schemeClr val="tx1"/>
              </a:solidFill>
            </a:endParaRPr>
          </a:p>
          <a:p>
            <a:pPr algn="just"/>
            <a:endParaRPr lang="en-US" sz="1800" dirty="0">
              <a:solidFill>
                <a:schemeClr val="tx1"/>
              </a:solidFill>
              <a:latin typeface="Times New Roman"/>
              <a:cs typeface="Times New Roman"/>
            </a:endParaRPr>
          </a:p>
          <a:p>
            <a:pPr algn="just"/>
            <a:endParaRPr lang="en-US" sz="1800" dirty="0">
              <a:solidFill>
                <a:schemeClr val="tx1"/>
              </a:solidFill>
            </a:endParaRPr>
          </a:p>
        </p:txBody>
      </p:sp>
      <p:sp>
        <p:nvSpPr>
          <p:cNvPr id="4" name="Date Placeholder 3">
            <a:extLst>
              <a:ext uri="{FF2B5EF4-FFF2-40B4-BE49-F238E27FC236}">
                <a16:creationId xmlns:a16="http://schemas.microsoft.com/office/drawing/2014/main" id="{8411304D-74A3-1212-CAD5-38325D08D89A}"/>
              </a:ext>
            </a:extLst>
          </p:cNvPr>
          <p:cNvSpPr>
            <a:spLocks noGrp="1"/>
          </p:cNvSpPr>
          <p:nvPr>
            <p:ph type="dt" sz="half" idx="10"/>
          </p:nvPr>
        </p:nvSpPr>
        <p:spPr>
          <a:xfrm>
            <a:off x="422899" y="6217920"/>
            <a:ext cx="2743200" cy="640080"/>
          </a:xfrm>
        </p:spPr>
        <p:txBody>
          <a:bodyPr>
            <a:normAutofit/>
          </a:bodyPr>
          <a:lstStyle/>
          <a:p>
            <a:pPr>
              <a:spcAft>
                <a:spcPts val="600"/>
              </a:spcAft>
            </a:pPr>
            <a:fld id="{27796E89-C42B-42E0-AF1A-8B3DBB2A51C9}" type="datetime2">
              <a:rPr lang="en-US" smtClean="0"/>
              <a:t>Thursday, January 29, 2026</a:t>
            </a:fld>
            <a:endParaRPr lang="en-US"/>
          </a:p>
        </p:txBody>
      </p:sp>
      <p:sp>
        <p:nvSpPr>
          <p:cNvPr id="5" name="Footer Placeholder 4">
            <a:extLst>
              <a:ext uri="{FF2B5EF4-FFF2-40B4-BE49-F238E27FC236}">
                <a16:creationId xmlns:a16="http://schemas.microsoft.com/office/drawing/2014/main" id="{686516E5-2B13-D5C1-7A9A-5E4C17E04563}"/>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35" name="Straight Connector 34">
            <a:extLst>
              <a:ext uri="{FF2B5EF4-FFF2-40B4-BE49-F238E27FC236}">
                <a16:creationId xmlns:a16="http://schemas.microsoft.com/office/drawing/2014/main" id="{8D4B5F26-8713-4267-9186-183BB809C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6286B1"/>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72C66DF-2004-4C24-8C07-554E41490D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6286B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2286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D5163-2D31-C4EE-22C7-5A6C72A47858}"/>
              </a:ext>
            </a:extLst>
          </p:cNvPr>
          <p:cNvSpPr>
            <a:spLocks noGrp="1"/>
          </p:cNvSpPr>
          <p:nvPr>
            <p:ph type="title"/>
          </p:nvPr>
        </p:nvSpPr>
        <p:spPr/>
        <p:txBody>
          <a:bodyPr/>
          <a:lstStyle/>
          <a:p>
            <a:r>
              <a:rPr lang="en-US" dirty="0"/>
              <a:t>Bubble Sort Example</a:t>
            </a:r>
          </a:p>
        </p:txBody>
      </p:sp>
      <p:sp>
        <p:nvSpPr>
          <p:cNvPr id="4" name="Date Placeholder 3">
            <a:extLst>
              <a:ext uri="{FF2B5EF4-FFF2-40B4-BE49-F238E27FC236}">
                <a16:creationId xmlns:a16="http://schemas.microsoft.com/office/drawing/2014/main" id="{057B769D-6828-E09E-D4A1-A607F28854A4}"/>
              </a:ext>
            </a:extLst>
          </p:cNvPr>
          <p:cNvSpPr>
            <a:spLocks noGrp="1"/>
          </p:cNvSpPr>
          <p:nvPr>
            <p:ph type="dt" sz="half" idx="10"/>
          </p:nvPr>
        </p:nvSpPr>
        <p:spPr/>
        <p:txBody>
          <a:bodyPr/>
          <a:lstStyle/>
          <a:p>
            <a:fld id="{6BD8A65D-BD8C-442F-8825-F4589FB23D46}" type="datetime2">
              <a:rPr lang="en-US" smtClean="0"/>
              <a:t>Thursday, January 29, 2026</a:t>
            </a:fld>
            <a:endParaRPr lang="en-US" dirty="0"/>
          </a:p>
        </p:txBody>
      </p:sp>
      <p:sp>
        <p:nvSpPr>
          <p:cNvPr id="5" name="Footer Placeholder 4">
            <a:extLst>
              <a:ext uri="{FF2B5EF4-FFF2-40B4-BE49-F238E27FC236}">
                <a16:creationId xmlns:a16="http://schemas.microsoft.com/office/drawing/2014/main" id="{0C0A50B5-00D4-6680-D144-AEB902905A9C}"/>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2FF81DF6-4F21-C974-849A-CAEE49164F44}"/>
              </a:ext>
            </a:extLst>
          </p:cNvPr>
          <p:cNvSpPr>
            <a:spLocks noGrp="1"/>
          </p:cNvSpPr>
          <p:nvPr>
            <p:ph type="sldNum" sz="quarter" idx="12"/>
          </p:nvPr>
        </p:nvSpPr>
        <p:spPr/>
        <p:txBody>
          <a:bodyPr/>
          <a:lstStyle/>
          <a:p>
            <a:fld id="{7BE69E03-4804-4553-A1EC-F089884EF50F}" type="slidenum">
              <a:rPr lang="en-US" smtClean="0"/>
              <a:t>9</a:t>
            </a:fld>
            <a:endParaRPr lang="en-US"/>
          </a:p>
        </p:txBody>
      </p:sp>
      <p:pic>
        <p:nvPicPr>
          <p:cNvPr id="10" name="Content Placeholder 9">
            <a:extLst>
              <a:ext uri="{FF2B5EF4-FFF2-40B4-BE49-F238E27FC236}">
                <a16:creationId xmlns:a16="http://schemas.microsoft.com/office/drawing/2014/main" id="{6B7FDA38-B2B8-D84D-415E-41F8B7E4A9EB}"/>
              </a:ext>
            </a:extLst>
          </p:cNvPr>
          <p:cNvPicPr>
            <a:picLocks noGrp="1" noChangeAspect="1"/>
          </p:cNvPicPr>
          <p:nvPr>
            <p:ph idx="1"/>
          </p:nvPr>
        </p:nvPicPr>
        <p:blipFill>
          <a:blip r:embed="rId2"/>
          <a:stretch>
            <a:fillRect/>
          </a:stretch>
        </p:blipFill>
        <p:spPr>
          <a:xfrm>
            <a:off x="3137080" y="1490051"/>
            <a:ext cx="6231547" cy="4455501"/>
          </a:xfrm>
        </p:spPr>
      </p:pic>
    </p:spTree>
    <p:extLst>
      <p:ext uri="{BB962C8B-B14F-4D97-AF65-F5344CB8AC3E}">
        <p14:creationId xmlns:p14="http://schemas.microsoft.com/office/powerpoint/2010/main" val="2515878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9CE9782-0FD1-493B-9C50-C51AB7C5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4" name="Rectangle 43">
            <a:extLst>
              <a:ext uri="{FF2B5EF4-FFF2-40B4-BE49-F238E27FC236}">
                <a16:creationId xmlns:a16="http://schemas.microsoft.com/office/drawing/2014/main" id="{F6619023-691E-4F1C-A10A-0EA3D044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6" name="Rectangle 45">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85800"/>
            <a:ext cx="422144" cy="5486400"/>
          </a:xfrm>
          <a:prstGeom prst="rect">
            <a:avLst/>
          </a:prstGeom>
          <a:solidFill>
            <a:srgbClr val="DBB374">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48" name="Rectangle 47">
            <a:extLst>
              <a:ext uri="{FF2B5EF4-FFF2-40B4-BE49-F238E27FC236}">
                <a16:creationId xmlns:a16="http://schemas.microsoft.com/office/drawing/2014/main" id="{147EAFFD-2BD1-4600-B034-EEF700787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62D73-FF05-DFD6-8301-C15B12247E30}"/>
              </a:ext>
            </a:extLst>
          </p:cNvPr>
          <p:cNvSpPr>
            <a:spLocks noGrp="1"/>
          </p:cNvSpPr>
          <p:nvPr>
            <p:ph type="title"/>
          </p:nvPr>
        </p:nvSpPr>
        <p:spPr>
          <a:xfrm>
            <a:off x="5132026" y="540167"/>
            <a:ext cx="5828376" cy="2135867"/>
          </a:xfrm>
        </p:spPr>
        <p:txBody>
          <a:bodyPr anchor="b">
            <a:normAutofit/>
          </a:bodyPr>
          <a:lstStyle/>
          <a:p>
            <a:r>
              <a:rPr lang="en-US" sz="4800">
                <a:solidFill>
                  <a:schemeClr val="tx1"/>
                </a:solidFill>
              </a:rPr>
              <a:t>Bubble Sort Algorithm</a:t>
            </a:r>
          </a:p>
        </p:txBody>
      </p:sp>
      <p:sp>
        <p:nvSpPr>
          <p:cNvPr id="6" name="Slide Number Placeholder 5">
            <a:extLst>
              <a:ext uri="{FF2B5EF4-FFF2-40B4-BE49-F238E27FC236}">
                <a16:creationId xmlns:a16="http://schemas.microsoft.com/office/drawing/2014/main" id="{03A09B68-6F94-A6BB-CB91-E273F10AC183}"/>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10</a:t>
            </a:fld>
            <a:endParaRPr lang="en-US"/>
          </a:p>
        </p:txBody>
      </p:sp>
      <p:pic>
        <p:nvPicPr>
          <p:cNvPr id="8" name="Picture 7" descr="Close-up of bubbles floating against blurred background">
            <a:extLst>
              <a:ext uri="{FF2B5EF4-FFF2-40B4-BE49-F238E27FC236}">
                <a16:creationId xmlns:a16="http://schemas.microsoft.com/office/drawing/2014/main" id="{1EFF2CFE-7033-EE19-5D51-20CC5D797792}"/>
              </a:ext>
            </a:extLst>
          </p:cNvPr>
          <p:cNvPicPr>
            <a:picLocks noChangeAspect="1"/>
          </p:cNvPicPr>
          <p:nvPr/>
        </p:nvPicPr>
        <p:blipFill rotWithShape="1">
          <a:blip r:embed="rId2"/>
          <a:srcRect l="18797" r="31637" b="-2"/>
          <a:stretch/>
        </p:blipFill>
        <p:spPr>
          <a:xfrm>
            <a:off x="413003" y="685800"/>
            <a:ext cx="4073933" cy="5486400"/>
          </a:xfrm>
          <a:prstGeom prst="rect">
            <a:avLst/>
          </a:prstGeom>
        </p:spPr>
      </p:pic>
      <p:sp>
        <p:nvSpPr>
          <p:cNvPr id="3" name="Content Placeholder 2">
            <a:extLst>
              <a:ext uri="{FF2B5EF4-FFF2-40B4-BE49-F238E27FC236}">
                <a16:creationId xmlns:a16="http://schemas.microsoft.com/office/drawing/2014/main" id="{3F9E0B6A-4F52-59F0-17C0-6EF1FD1898D1}"/>
              </a:ext>
            </a:extLst>
          </p:cNvPr>
          <p:cNvSpPr>
            <a:spLocks noGrp="1"/>
          </p:cNvSpPr>
          <p:nvPr>
            <p:ph idx="1"/>
          </p:nvPr>
        </p:nvSpPr>
        <p:spPr>
          <a:xfrm>
            <a:off x="5132026" y="2880452"/>
            <a:ext cx="5828376" cy="3095445"/>
          </a:xfrm>
        </p:spPr>
        <p:txBody>
          <a:bodyPr vert="horz" lIns="91440" tIns="45720" rIns="91440" bIns="45720" rtlCol="0" anchor="t">
            <a:normAutofit/>
          </a:bodyPr>
          <a:lstStyle/>
          <a:p>
            <a:pPr>
              <a:lnSpc>
                <a:spcPct val="90000"/>
              </a:lnSpc>
            </a:pPr>
            <a:r>
              <a:rPr lang="en-US" sz="1500" dirty="0">
                <a:solidFill>
                  <a:schemeClr val="tx1"/>
                </a:solidFill>
                <a:ea typeface="+mn-lt"/>
                <a:cs typeface="+mn-lt"/>
              </a:rPr>
              <a:t>//Sorts a given array by bubble sort in their final positions </a:t>
            </a:r>
            <a:endParaRPr lang="en-US" sz="1500">
              <a:solidFill>
                <a:schemeClr val="tx1"/>
              </a:solidFill>
              <a:latin typeface="Times New Roman"/>
              <a:cs typeface="Times New Roman"/>
            </a:endParaRPr>
          </a:p>
          <a:p>
            <a:pPr>
              <a:lnSpc>
                <a:spcPct val="90000"/>
              </a:lnSpc>
            </a:pPr>
            <a:r>
              <a:rPr lang="en-US" sz="1500" dirty="0">
                <a:solidFill>
                  <a:schemeClr val="tx1"/>
                </a:solidFill>
                <a:ea typeface="+mn-lt"/>
                <a:cs typeface="+mn-lt"/>
              </a:rPr>
              <a:t>//Input: An array A[0 .. n- 1] of orderable elements </a:t>
            </a:r>
            <a:endParaRPr lang="en-US" sz="1500">
              <a:solidFill>
                <a:schemeClr val="tx1"/>
              </a:solidFill>
            </a:endParaRPr>
          </a:p>
          <a:p>
            <a:pPr>
              <a:lnSpc>
                <a:spcPct val="90000"/>
              </a:lnSpc>
            </a:pPr>
            <a:r>
              <a:rPr lang="en-US" sz="1500" dirty="0">
                <a:solidFill>
                  <a:schemeClr val="tx1"/>
                </a:solidFill>
                <a:ea typeface="+mn-lt"/>
                <a:cs typeface="+mn-lt"/>
              </a:rPr>
              <a:t>//Output: Array A[0 .. n- 1] sorted in ascending order</a:t>
            </a:r>
            <a:endParaRPr lang="en-US" sz="1500" dirty="0">
              <a:solidFill>
                <a:schemeClr val="tx1"/>
              </a:solidFill>
            </a:endParaRPr>
          </a:p>
          <a:p>
            <a:pPr>
              <a:lnSpc>
                <a:spcPct val="90000"/>
              </a:lnSpc>
            </a:pPr>
            <a:r>
              <a:rPr lang="en-US" sz="1500" b="1" err="1">
                <a:solidFill>
                  <a:schemeClr val="tx1"/>
                </a:solidFill>
                <a:latin typeface="Times New Roman"/>
                <a:cs typeface="Times New Roman"/>
              </a:rPr>
              <a:t>BubbleSort</a:t>
            </a:r>
            <a:r>
              <a:rPr lang="en-US" sz="1500" b="1" dirty="0">
                <a:solidFill>
                  <a:schemeClr val="tx1"/>
                </a:solidFill>
                <a:latin typeface="Times New Roman"/>
                <a:cs typeface="Times New Roman"/>
              </a:rPr>
              <a:t>(A[0 .. n - 1])</a:t>
            </a:r>
            <a:endParaRPr lang="en-US" sz="1500" b="1" dirty="0">
              <a:solidFill>
                <a:schemeClr val="tx1"/>
              </a:solidFill>
            </a:endParaRPr>
          </a:p>
          <a:p>
            <a:pPr>
              <a:lnSpc>
                <a:spcPct val="90000"/>
              </a:lnSpc>
            </a:pPr>
            <a:r>
              <a:rPr lang="en-US" sz="1500" dirty="0">
                <a:solidFill>
                  <a:schemeClr val="tx1"/>
                </a:solidFill>
                <a:latin typeface="Times New Roman"/>
                <a:cs typeface="Times New Roman"/>
              </a:rPr>
              <a:t>    for </a:t>
            </a:r>
            <a:r>
              <a:rPr lang="en-US" sz="1500" dirty="0" err="1">
                <a:solidFill>
                  <a:schemeClr val="tx1"/>
                </a:solidFill>
                <a:latin typeface="Times New Roman"/>
                <a:cs typeface="Times New Roman"/>
              </a:rPr>
              <a:t>i</a:t>
            </a:r>
            <a:r>
              <a:rPr lang="en-US" sz="1500" dirty="0">
                <a:solidFill>
                  <a:schemeClr val="tx1"/>
                </a:solidFill>
                <a:latin typeface="Times New Roman"/>
                <a:cs typeface="Times New Roman"/>
              </a:rPr>
              <a:t> &lt;-- 0 to n - 2 do</a:t>
            </a:r>
            <a:endParaRPr lang="en-US" sz="1500" dirty="0">
              <a:solidFill>
                <a:schemeClr val="tx1"/>
              </a:solidFill>
            </a:endParaRPr>
          </a:p>
          <a:p>
            <a:pPr>
              <a:lnSpc>
                <a:spcPct val="90000"/>
              </a:lnSpc>
            </a:pPr>
            <a:r>
              <a:rPr lang="en-US" sz="1500" dirty="0">
                <a:solidFill>
                  <a:schemeClr val="tx1"/>
                </a:solidFill>
                <a:latin typeface="Times New Roman"/>
                <a:cs typeface="Times New Roman"/>
              </a:rPr>
              <a:t>        for j &lt;-- 0 to n - 2 - </a:t>
            </a:r>
            <a:r>
              <a:rPr lang="en-US" sz="1500" dirty="0" err="1">
                <a:solidFill>
                  <a:schemeClr val="tx1"/>
                </a:solidFill>
                <a:latin typeface="Times New Roman"/>
                <a:cs typeface="Times New Roman"/>
              </a:rPr>
              <a:t>i</a:t>
            </a:r>
            <a:r>
              <a:rPr lang="en-US" sz="1500" dirty="0">
                <a:solidFill>
                  <a:schemeClr val="tx1"/>
                </a:solidFill>
                <a:latin typeface="Times New Roman"/>
                <a:cs typeface="Times New Roman"/>
              </a:rPr>
              <a:t> do</a:t>
            </a:r>
            <a:endParaRPr lang="en-US" sz="1500" dirty="0">
              <a:solidFill>
                <a:schemeClr val="tx1"/>
              </a:solidFill>
            </a:endParaRPr>
          </a:p>
          <a:p>
            <a:pPr>
              <a:lnSpc>
                <a:spcPct val="90000"/>
              </a:lnSpc>
            </a:pPr>
            <a:r>
              <a:rPr lang="en-US" sz="1500" dirty="0">
                <a:solidFill>
                  <a:schemeClr val="tx1"/>
                </a:solidFill>
                <a:latin typeface="Times New Roman"/>
                <a:cs typeface="Times New Roman"/>
              </a:rPr>
              <a:t>            if A[j + 1] &lt; A[j] then</a:t>
            </a:r>
            <a:endParaRPr lang="en-US" sz="1500" dirty="0">
              <a:solidFill>
                <a:schemeClr val="tx1"/>
              </a:solidFill>
            </a:endParaRPr>
          </a:p>
          <a:p>
            <a:pPr>
              <a:lnSpc>
                <a:spcPct val="90000"/>
              </a:lnSpc>
            </a:pPr>
            <a:r>
              <a:rPr lang="en-US" sz="1500" dirty="0">
                <a:solidFill>
                  <a:schemeClr val="tx1"/>
                </a:solidFill>
                <a:latin typeface="Times New Roman"/>
                <a:cs typeface="Times New Roman"/>
              </a:rPr>
              <a:t>                swap A[j] and A[j + 1]</a:t>
            </a:r>
            <a:endParaRPr lang="en-US" sz="1500" dirty="0">
              <a:solidFill>
                <a:schemeClr val="tx1"/>
              </a:solidFill>
            </a:endParaRPr>
          </a:p>
          <a:p>
            <a:pPr>
              <a:lnSpc>
                <a:spcPct val="90000"/>
              </a:lnSpc>
            </a:pPr>
            <a:endParaRPr lang="en-US" sz="1500">
              <a:solidFill>
                <a:schemeClr val="tx1"/>
              </a:solidFill>
            </a:endParaRPr>
          </a:p>
        </p:txBody>
      </p:sp>
      <p:sp>
        <p:nvSpPr>
          <p:cNvPr id="4" name="Date Placeholder 3">
            <a:extLst>
              <a:ext uri="{FF2B5EF4-FFF2-40B4-BE49-F238E27FC236}">
                <a16:creationId xmlns:a16="http://schemas.microsoft.com/office/drawing/2014/main" id="{367DA3A2-22B1-7BD1-C638-19E2BBEBB7F6}"/>
              </a:ext>
            </a:extLst>
          </p:cNvPr>
          <p:cNvSpPr>
            <a:spLocks noGrp="1"/>
          </p:cNvSpPr>
          <p:nvPr>
            <p:ph type="dt" sz="half" idx="10"/>
          </p:nvPr>
        </p:nvSpPr>
        <p:spPr>
          <a:xfrm>
            <a:off x="422899" y="6217920"/>
            <a:ext cx="2743200" cy="640080"/>
          </a:xfrm>
        </p:spPr>
        <p:txBody>
          <a:bodyPr>
            <a:normAutofit/>
          </a:bodyPr>
          <a:lstStyle/>
          <a:p>
            <a:pPr>
              <a:spcAft>
                <a:spcPts val="600"/>
              </a:spcAft>
            </a:pPr>
            <a:fld id="{A1B7BD43-2F25-420B-A3E1-73212C0BB769}" type="datetime2">
              <a:rPr lang="en-US" smtClean="0"/>
              <a:t>Thursday, January 29, 2026</a:t>
            </a:fld>
            <a:endParaRPr lang="en-US"/>
          </a:p>
        </p:txBody>
      </p:sp>
      <p:sp>
        <p:nvSpPr>
          <p:cNvPr id="5" name="Footer Placeholder 4">
            <a:extLst>
              <a:ext uri="{FF2B5EF4-FFF2-40B4-BE49-F238E27FC236}">
                <a16:creationId xmlns:a16="http://schemas.microsoft.com/office/drawing/2014/main" id="{B6364CAB-A31D-BF1B-E4AE-A5226422BD97}"/>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50" name="Straight Connector 49">
            <a:extLst>
              <a:ext uri="{FF2B5EF4-FFF2-40B4-BE49-F238E27FC236}">
                <a16:creationId xmlns:a16="http://schemas.microsoft.com/office/drawing/2014/main" id="{8D4B5F26-8713-4267-9186-183BB809C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DBB374"/>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72C66DF-2004-4C24-8C07-554E41490D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DBB37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2679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9685E-F1D7-8831-A784-8F3617DB421D}"/>
              </a:ext>
            </a:extLst>
          </p:cNvPr>
          <p:cNvSpPr>
            <a:spLocks noGrp="1"/>
          </p:cNvSpPr>
          <p:nvPr>
            <p:ph type="title"/>
          </p:nvPr>
        </p:nvSpPr>
        <p:spPr/>
        <p:txBody>
          <a:bodyPr/>
          <a:lstStyle/>
          <a:p>
            <a:r>
              <a:rPr lang="en-US" dirty="0"/>
              <a:t>Bubble Sort Analysis</a:t>
            </a:r>
          </a:p>
        </p:txBody>
      </p:sp>
      <p:pic>
        <p:nvPicPr>
          <p:cNvPr id="7" name="Content Placeholder 6">
            <a:extLst>
              <a:ext uri="{FF2B5EF4-FFF2-40B4-BE49-F238E27FC236}">
                <a16:creationId xmlns:a16="http://schemas.microsoft.com/office/drawing/2014/main" id="{BD182213-524E-5818-5515-24C31D3DE2EB}"/>
              </a:ext>
            </a:extLst>
          </p:cNvPr>
          <p:cNvPicPr>
            <a:picLocks noGrp="1" noChangeAspect="1"/>
          </p:cNvPicPr>
          <p:nvPr>
            <p:ph idx="1"/>
          </p:nvPr>
        </p:nvPicPr>
        <p:blipFill>
          <a:blip r:embed="rId2"/>
          <a:stretch>
            <a:fillRect/>
          </a:stretch>
        </p:blipFill>
        <p:spPr>
          <a:xfrm>
            <a:off x="1849740" y="1807306"/>
            <a:ext cx="7821490" cy="3234836"/>
          </a:xfrm>
        </p:spPr>
      </p:pic>
      <p:sp>
        <p:nvSpPr>
          <p:cNvPr id="4" name="Date Placeholder 3">
            <a:extLst>
              <a:ext uri="{FF2B5EF4-FFF2-40B4-BE49-F238E27FC236}">
                <a16:creationId xmlns:a16="http://schemas.microsoft.com/office/drawing/2014/main" id="{4C6C3277-BFBF-7F95-86CE-F8E31F8F50F0}"/>
              </a:ext>
            </a:extLst>
          </p:cNvPr>
          <p:cNvSpPr>
            <a:spLocks noGrp="1"/>
          </p:cNvSpPr>
          <p:nvPr>
            <p:ph type="dt" sz="half" idx="10"/>
          </p:nvPr>
        </p:nvSpPr>
        <p:spPr/>
        <p:txBody>
          <a:bodyPr/>
          <a:lstStyle/>
          <a:p>
            <a:fld id="{708C4C5A-06ED-4B6F-9A22-06675FF826EB}" type="datetime2">
              <a:rPr lang="en-US" smtClean="0"/>
              <a:t>Thursday, January 29, 2026</a:t>
            </a:fld>
            <a:endParaRPr lang="en-US" dirty="0"/>
          </a:p>
        </p:txBody>
      </p:sp>
      <p:sp>
        <p:nvSpPr>
          <p:cNvPr id="5" name="Footer Placeholder 4">
            <a:extLst>
              <a:ext uri="{FF2B5EF4-FFF2-40B4-BE49-F238E27FC236}">
                <a16:creationId xmlns:a16="http://schemas.microsoft.com/office/drawing/2014/main" id="{2F1B7481-EB84-6830-9D56-A9D18A2F8531}"/>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182DF6E0-8F1A-4B7E-E62D-DD6E6B838A02}"/>
              </a:ext>
            </a:extLst>
          </p:cNvPr>
          <p:cNvSpPr>
            <a:spLocks noGrp="1"/>
          </p:cNvSpPr>
          <p:nvPr>
            <p:ph type="sldNum" sz="quarter" idx="12"/>
          </p:nvPr>
        </p:nvSpPr>
        <p:spPr/>
        <p:txBody>
          <a:bodyPr/>
          <a:lstStyle/>
          <a:p>
            <a:fld id="{7BE69E03-4804-4553-A1EC-F089884EF50F}" type="slidenum">
              <a:rPr lang="en-US" smtClean="0"/>
              <a:t>11</a:t>
            </a:fld>
            <a:endParaRPr lang="en-US"/>
          </a:p>
        </p:txBody>
      </p:sp>
    </p:spTree>
    <p:extLst>
      <p:ext uri="{BB962C8B-B14F-4D97-AF65-F5344CB8AC3E}">
        <p14:creationId xmlns:p14="http://schemas.microsoft.com/office/powerpoint/2010/main" val="1062497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1D80C-80FB-29E6-4443-27044D60392E}"/>
              </a:ext>
            </a:extLst>
          </p:cNvPr>
          <p:cNvSpPr>
            <a:spLocks noGrp="1"/>
          </p:cNvSpPr>
          <p:nvPr>
            <p:ph type="ctrTitle"/>
          </p:nvPr>
        </p:nvSpPr>
        <p:spPr/>
        <p:txBody>
          <a:bodyPr/>
          <a:lstStyle/>
          <a:p>
            <a:r>
              <a:rPr lang="en-US" dirty="0"/>
              <a:t>Stable and Unstable Sorting Algorithm</a:t>
            </a:r>
          </a:p>
        </p:txBody>
      </p:sp>
      <p:sp>
        <p:nvSpPr>
          <p:cNvPr id="3" name="Subtitle 2">
            <a:extLst>
              <a:ext uri="{FF2B5EF4-FFF2-40B4-BE49-F238E27FC236}">
                <a16:creationId xmlns:a16="http://schemas.microsoft.com/office/drawing/2014/main" id="{6C1B90F1-F87F-9825-C43A-CB148DC34323}"/>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656821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8DB05B-DFEE-9CCF-8893-FDC10A5DB8F8}"/>
              </a:ext>
            </a:extLst>
          </p:cNvPr>
          <p:cNvSpPr>
            <a:spLocks noGrp="1"/>
          </p:cNvSpPr>
          <p:nvPr>
            <p:ph idx="1"/>
          </p:nvPr>
        </p:nvSpPr>
        <p:spPr>
          <a:xfrm>
            <a:off x="838200" y="290739"/>
            <a:ext cx="10515600" cy="4351338"/>
          </a:xfrm>
        </p:spPr>
        <p:txBody>
          <a:bodyPr/>
          <a:lstStyle/>
          <a:p>
            <a:r>
              <a:rPr lang="en-US" b="0" dirty="0">
                <a:solidFill>
                  <a:srgbClr val="273239"/>
                </a:solidFill>
                <a:effectLst/>
                <a:latin typeface="Nunito" pitchFamily="2" charset="0"/>
              </a:rPr>
              <a:t>A sorting algorithm is said to be stable if two objects with equal keys appear in the same order in sorted output as they appear in the input data set.</a:t>
            </a:r>
          </a:p>
          <a:p>
            <a:endParaRPr lang="en-US" dirty="0"/>
          </a:p>
        </p:txBody>
      </p:sp>
      <p:pic>
        <p:nvPicPr>
          <p:cNvPr id="5" name="Picture 4">
            <a:extLst>
              <a:ext uri="{FF2B5EF4-FFF2-40B4-BE49-F238E27FC236}">
                <a16:creationId xmlns:a16="http://schemas.microsoft.com/office/drawing/2014/main" id="{4BF2778F-3956-0161-E163-4582A5F8607E}"/>
              </a:ext>
            </a:extLst>
          </p:cNvPr>
          <p:cNvPicPr>
            <a:picLocks noChangeAspect="1"/>
          </p:cNvPicPr>
          <p:nvPr/>
        </p:nvPicPr>
        <p:blipFill>
          <a:blip r:embed="rId2"/>
          <a:stretch>
            <a:fillRect/>
          </a:stretch>
        </p:blipFill>
        <p:spPr>
          <a:xfrm>
            <a:off x="2145689" y="1563979"/>
            <a:ext cx="7161597" cy="4556664"/>
          </a:xfrm>
          <a:prstGeom prst="rect">
            <a:avLst/>
          </a:prstGeom>
        </p:spPr>
      </p:pic>
      <p:sp>
        <p:nvSpPr>
          <p:cNvPr id="7" name="TextBox 6">
            <a:extLst>
              <a:ext uri="{FF2B5EF4-FFF2-40B4-BE49-F238E27FC236}">
                <a16:creationId xmlns:a16="http://schemas.microsoft.com/office/drawing/2014/main" id="{6B76B72F-E8F9-AF36-CBC9-BE8B83A068BF}"/>
              </a:ext>
            </a:extLst>
          </p:cNvPr>
          <p:cNvSpPr txBox="1"/>
          <p:nvPr/>
        </p:nvSpPr>
        <p:spPr>
          <a:xfrm>
            <a:off x="3211285" y="6382595"/>
            <a:ext cx="6814457" cy="369332"/>
          </a:xfrm>
          <a:prstGeom prst="rect">
            <a:avLst/>
          </a:prstGeom>
          <a:noFill/>
        </p:spPr>
        <p:txBody>
          <a:bodyPr wrap="square">
            <a:spAutoFit/>
          </a:bodyPr>
          <a:lstStyle/>
          <a:p>
            <a:r>
              <a:rPr lang="en-US" dirty="0" err="1">
                <a:hlinkClick r:id="rId3"/>
              </a:rPr>
              <a:t>Soucre</a:t>
            </a:r>
            <a:r>
              <a:rPr lang="en-US" dirty="0">
                <a:hlinkClick r:id="rId3"/>
              </a:rPr>
              <a:t>: Stable and Unstable Sorting Algorithms - </a:t>
            </a:r>
            <a:r>
              <a:rPr lang="en-US" dirty="0" err="1">
                <a:hlinkClick r:id="rId3"/>
              </a:rPr>
              <a:t>GeeksforGeeks</a:t>
            </a:r>
            <a:endParaRPr lang="en-US" dirty="0"/>
          </a:p>
        </p:txBody>
      </p:sp>
    </p:spTree>
    <p:extLst>
      <p:ext uri="{BB962C8B-B14F-4D97-AF65-F5344CB8AC3E}">
        <p14:creationId xmlns:p14="http://schemas.microsoft.com/office/powerpoint/2010/main" val="2409709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B46DB4-59D7-CA86-97E8-42617018B15B}"/>
              </a:ext>
            </a:extLst>
          </p:cNvPr>
          <p:cNvSpPr>
            <a:spLocks noGrp="1"/>
          </p:cNvSpPr>
          <p:nvPr>
            <p:ph idx="1"/>
          </p:nvPr>
        </p:nvSpPr>
        <p:spPr>
          <a:xfrm>
            <a:off x="-51747" y="73614"/>
            <a:ext cx="11843657" cy="4351338"/>
          </a:xfrm>
        </p:spPr>
        <p:txBody>
          <a:bodyPr/>
          <a:lstStyle/>
          <a:p>
            <a:pPr algn="l" rtl="0" fontAlgn="base">
              <a:spcAft>
                <a:spcPts val="750"/>
              </a:spcAft>
            </a:pPr>
            <a:r>
              <a:rPr lang="en-US" b="0" i="0" dirty="0">
                <a:solidFill>
                  <a:srgbClr val="273239"/>
                </a:solidFill>
                <a:effectLst/>
                <a:latin typeface="Nunito" pitchFamily="2" charset="0"/>
              </a:rPr>
              <a:t>Consider the following dataset of Student Names and their respective class sections.</a:t>
            </a:r>
          </a:p>
          <a:p>
            <a:pPr marL="0" indent="0" algn="l" fontAlgn="base">
              <a:spcAft>
                <a:spcPts val="750"/>
              </a:spcAft>
              <a:buNone/>
            </a:pPr>
            <a:endParaRPr lang="en-US" dirty="0"/>
          </a:p>
        </p:txBody>
      </p:sp>
      <p:pic>
        <p:nvPicPr>
          <p:cNvPr id="5" name="Picture 4">
            <a:extLst>
              <a:ext uri="{FF2B5EF4-FFF2-40B4-BE49-F238E27FC236}">
                <a16:creationId xmlns:a16="http://schemas.microsoft.com/office/drawing/2014/main" id="{78326DCD-56AB-3EB8-FF11-14801EA8E2F9}"/>
              </a:ext>
            </a:extLst>
          </p:cNvPr>
          <p:cNvPicPr>
            <a:picLocks noChangeAspect="1"/>
          </p:cNvPicPr>
          <p:nvPr/>
        </p:nvPicPr>
        <p:blipFill>
          <a:blip r:embed="rId2"/>
          <a:stretch>
            <a:fillRect/>
          </a:stretch>
        </p:blipFill>
        <p:spPr>
          <a:xfrm>
            <a:off x="363959" y="1205674"/>
            <a:ext cx="1889147" cy="3030792"/>
          </a:xfrm>
          <a:prstGeom prst="rect">
            <a:avLst/>
          </a:prstGeom>
        </p:spPr>
      </p:pic>
      <p:pic>
        <p:nvPicPr>
          <p:cNvPr id="7" name="Picture 6">
            <a:extLst>
              <a:ext uri="{FF2B5EF4-FFF2-40B4-BE49-F238E27FC236}">
                <a16:creationId xmlns:a16="http://schemas.microsoft.com/office/drawing/2014/main" id="{7E2E251B-2FA6-5290-DCD3-DA561116015C}"/>
              </a:ext>
            </a:extLst>
          </p:cNvPr>
          <p:cNvPicPr>
            <a:picLocks noChangeAspect="1"/>
          </p:cNvPicPr>
          <p:nvPr/>
        </p:nvPicPr>
        <p:blipFill>
          <a:blip r:embed="rId3"/>
          <a:stretch>
            <a:fillRect/>
          </a:stretch>
        </p:blipFill>
        <p:spPr>
          <a:xfrm>
            <a:off x="3121005" y="1227333"/>
            <a:ext cx="1558121" cy="2987474"/>
          </a:xfrm>
          <a:prstGeom prst="rect">
            <a:avLst/>
          </a:prstGeom>
        </p:spPr>
      </p:pic>
      <p:sp>
        <p:nvSpPr>
          <p:cNvPr id="8" name="TextBox 7">
            <a:extLst>
              <a:ext uri="{FF2B5EF4-FFF2-40B4-BE49-F238E27FC236}">
                <a16:creationId xmlns:a16="http://schemas.microsoft.com/office/drawing/2014/main" id="{927F288C-60C2-65B9-1019-E814C243D83F}"/>
              </a:ext>
            </a:extLst>
          </p:cNvPr>
          <p:cNvSpPr txBox="1"/>
          <p:nvPr/>
        </p:nvSpPr>
        <p:spPr>
          <a:xfrm>
            <a:off x="2915773" y="4293551"/>
            <a:ext cx="1968583" cy="1938992"/>
          </a:xfrm>
          <a:prstGeom prst="rect">
            <a:avLst/>
          </a:prstGeom>
          <a:noFill/>
        </p:spPr>
        <p:txBody>
          <a:bodyPr wrap="square" rtlCol="0">
            <a:spAutoFit/>
          </a:bodyPr>
          <a:lstStyle/>
          <a:p>
            <a:pPr algn="ctr"/>
            <a:r>
              <a:rPr lang="en-US" sz="2000" dirty="0"/>
              <a:t>Sort according to Name.  Resulting data is not grouped according to section</a:t>
            </a:r>
          </a:p>
        </p:txBody>
      </p:sp>
      <p:pic>
        <p:nvPicPr>
          <p:cNvPr id="10" name="Picture 9">
            <a:extLst>
              <a:ext uri="{FF2B5EF4-FFF2-40B4-BE49-F238E27FC236}">
                <a16:creationId xmlns:a16="http://schemas.microsoft.com/office/drawing/2014/main" id="{89E5728E-EA29-F51D-A561-EC9744B924E7}"/>
              </a:ext>
            </a:extLst>
          </p:cNvPr>
          <p:cNvPicPr>
            <a:picLocks noChangeAspect="1"/>
          </p:cNvPicPr>
          <p:nvPr/>
        </p:nvPicPr>
        <p:blipFill>
          <a:blip r:embed="rId4"/>
          <a:stretch>
            <a:fillRect/>
          </a:stretch>
        </p:blipFill>
        <p:spPr>
          <a:xfrm>
            <a:off x="5520512" y="1410859"/>
            <a:ext cx="1708207" cy="2825607"/>
          </a:xfrm>
          <a:prstGeom prst="rect">
            <a:avLst/>
          </a:prstGeom>
        </p:spPr>
      </p:pic>
      <p:sp>
        <p:nvSpPr>
          <p:cNvPr id="14" name="TextBox 13">
            <a:extLst>
              <a:ext uri="{FF2B5EF4-FFF2-40B4-BE49-F238E27FC236}">
                <a16:creationId xmlns:a16="http://schemas.microsoft.com/office/drawing/2014/main" id="{B558B1E4-BCE4-3129-822A-F92FD76EDAA9}"/>
              </a:ext>
            </a:extLst>
          </p:cNvPr>
          <p:cNvSpPr txBox="1"/>
          <p:nvPr/>
        </p:nvSpPr>
        <p:spPr>
          <a:xfrm>
            <a:off x="5266954" y="4320674"/>
            <a:ext cx="2373086" cy="1631216"/>
          </a:xfrm>
          <a:prstGeom prst="rect">
            <a:avLst/>
          </a:prstGeom>
          <a:noFill/>
        </p:spPr>
        <p:txBody>
          <a:bodyPr wrap="square">
            <a:spAutoFit/>
          </a:bodyPr>
          <a:lstStyle/>
          <a:p>
            <a:pPr algn="ctr"/>
            <a:r>
              <a:rPr lang="en-US" sz="2000" dirty="0"/>
              <a:t>Sort again section wise.  This will sort according section but not according to name</a:t>
            </a:r>
          </a:p>
        </p:txBody>
      </p:sp>
      <p:sp>
        <p:nvSpPr>
          <p:cNvPr id="16" name="TextBox 15">
            <a:extLst>
              <a:ext uri="{FF2B5EF4-FFF2-40B4-BE49-F238E27FC236}">
                <a16:creationId xmlns:a16="http://schemas.microsoft.com/office/drawing/2014/main" id="{987D9CE1-F38E-7E0A-61D3-79B38A570094}"/>
              </a:ext>
            </a:extLst>
          </p:cNvPr>
          <p:cNvSpPr txBox="1"/>
          <p:nvPr/>
        </p:nvSpPr>
        <p:spPr>
          <a:xfrm>
            <a:off x="8132579" y="4293551"/>
            <a:ext cx="3659331" cy="2554545"/>
          </a:xfrm>
          <a:prstGeom prst="rect">
            <a:avLst/>
          </a:prstGeom>
          <a:noFill/>
        </p:spPr>
        <p:txBody>
          <a:bodyPr wrap="square">
            <a:spAutoFit/>
          </a:bodyPr>
          <a:lstStyle/>
          <a:p>
            <a:r>
              <a:rPr lang="en-US" b="0" i="0" dirty="0">
                <a:solidFill>
                  <a:srgbClr val="273239"/>
                </a:solidFill>
                <a:effectLst/>
                <a:latin typeface="Nunito" pitchFamily="2" charset="0"/>
              </a:rPr>
              <a:t> </a:t>
            </a:r>
            <a:r>
              <a:rPr lang="en-US" sz="2000" b="0" i="0" dirty="0">
                <a:solidFill>
                  <a:srgbClr val="273239"/>
                </a:solidFill>
                <a:effectLst/>
                <a:latin typeface="Nunito" pitchFamily="2" charset="0"/>
              </a:rPr>
              <a:t>In the name-sorted dataset, the tuple (Alice, B) was before (Eric, B) , but since the sorting algorithm is not stable, the relative order is lost. If on the other hand, we used a stable sorting algorithm, the result would be:</a:t>
            </a:r>
            <a:endParaRPr lang="en-US" sz="2000" dirty="0"/>
          </a:p>
        </p:txBody>
      </p:sp>
      <p:pic>
        <p:nvPicPr>
          <p:cNvPr id="18" name="Picture 17">
            <a:extLst>
              <a:ext uri="{FF2B5EF4-FFF2-40B4-BE49-F238E27FC236}">
                <a16:creationId xmlns:a16="http://schemas.microsoft.com/office/drawing/2014/main" id="{1C70CF77-3031-384D-2010-FC92827CF229}"/>
              </a:ext>
            </a:extLst>
          </p:cNvPr>
          <p:cNvPicPr>
            <a:picLocks noChangeAspect="1"/>
          </p:cNvPicPr>
          <p:nvPr/>
        </p:nvPicPr>
        <p:blipFill>
          <a:blip r:embed="rId5"/>
          <a:stretch>
            <a:fillRect/>
          </a:stretch>
        </p:blipFill>
        <p:spPr>
          <a:xfrm>
            <a:off x="8917646" y="1269735"/>
            <a:ext cx="1708207" cy="2902669"/>
          </a:xfrm>
          <a:prstGeom prst="rect">
            <a:avLst/>
          </a:prstGeom>
        </p:spPr>
      </p:pic>
    </p:spTree>
    <p:extLst>
      <p:ext uri="{BB962C8B-B14F-4D97-AF65-F5344CB8AC3E}">
        <p14:creationId xmlns:p14="http://schemas.microsoft.com/office/powerpoint/2010/main" val="3964397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F209E7-DCD3-8457-9913-C9101C147270}"/>
              </a:ext>
            </a:extLst>
          </p:cNvPr>
          <p:cNvSpPr>
            <a:spLocks noGrp="1"/>
          </p:cNvSpPr>
          <p:nvPr>
            <p:ph idx="1"/>
          </p:nvPr>
        </p:nvSpPr>
        <p:spPr>
          <a:xfrm>
            <a:off x="1415143" y="602070"/>
            <a:ext cx="10515600" cy="4351338"/>
          </a:xfrm>
        </p:spPr>
        <p:txBody>
          <a:bodyPr>
            <a:noAutofit/>
          </a:bodyPr>
          <a:lstStyle/>
          <a:p>
            <a:r>
              <a:rPr lang="en-US" sz="2400" dirty="0">
                <a:latin typeface="Calibri(Body)"/>
              </a:rPr>
              <a:t>Stable sorting algorithms: Bubble sort, Insertion sort, Merge sort, counting (rank sort)</a:t>
            </a:r>
          </a:p>
          <a:p>
            <a:endParaRPr lang="en-US" sz="2400" dirty="0">
              <a:latin typeface="Calibri(Body)"/>
            </a:endParaRPr>
          </a:p>
          <a:p>
            <a:r>
              <a:rPr lang="en-US" sz="2400" dirty="0">
                <a:latin typeface="Calibri(Body)"/>
              </a:rPr>
              <a:t>Unstable sorting algorithms: Selection sort, Quick sort and Heap sort.</a:t>
            </a:r>
          </a:p>
          <a:p>
            <a:endParaRPr lang="en-US" sz="2400" dirty="0">
              <a:latin typeface="Calibri(Body)"/>
            </a:endParaRPr>
          </a:p>
          <a:p>
            <a:r>
              <a:rPr lang="en-US" sz="2400" dirty="0">
                <a:solidFill>
                  <a:srgbClr val="273239"/>
                </a:solidFill>
                <a:latin typeface="Calibri(Body)"/>
              </a:rPr>
              <a:t>I</a:t>
            </a:r>
            <a:r>
              <a:rPr lang="en-US" sz="2400" b="0" i="0" dirty="0">
                <a:solidFill>
                  <a:srgbClr val="273239"/>
                </a:solidFill>
                <a:effectLst/>
                <a:latin typeface="Calibri(Body)"/>
              </a:rPr>
              <a:t>n general, any comparison-based sorting algorithm which is not stable by nature can be modified to be stable by changing the key comparison operation so that the comparison of two keys considers position as a factor for objects with equal keys.  </a:t>
            </a:r>
            <a:r>
              <a:rPr lang="en-US" sz="2400" dirty="0">
                <a:solidFill>
                  <a:srgbClr val="273239"/>
                </a:solidFill>
                <a:latin typeface="Calibri(Body)"/>
              </a:rPr>
              <a:t>Selection sort can be modified as stable</a:t>
            </a:r>
          </a:p>
          <a:p>
            <a:endParaRPr lang="en-US" sz="2400" dirty="0">
              <a:latin typeface="Calibri(Body)"/>
            </a:endParaRPr>
          </a:p>
          <a:p>
            <a:r>
              <a:rPr lang="en-US" sz="2400" b="0" i="0" dirty="0">
                <a:solidFill>
                  <a:srgbClr val="273239"/>
                </a:solidFill>
                <a:effectLst/>
                <a:latin typeface="Calibri(Body)"/>
              </a:rPr>
              <a:t>When equal elements are indistinguishable, such as with integers, or more generally, any data where the entire element is the key, stability is not an issue. Stability is also not an issue if all keys are different.</a:t>
            </a:r>
            <a:endParaRPr lang="en-US" sz="2400" dirty="0">
              <a:latin typeface="Calibri(Body)"/>
            </a:endParaRPr>
          </a:p>
        </p:txBody>
      </p:sp>
    </p:spTree>
    <p:extLst>
      <p:ext uri="{BB962C8B-B14F-4D97-AF65-F5344CB8AC3E}">
        <p14:creationId xmlns:p14="http://schemas.microsoft.com/office/powerpoint/2010/main" val="3584635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C9D62F4B-698C-4A3E-B150-8D32AEC26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0" name="Rectangle 29">
            <a:extLst>
              <a:ext uri="{FF2B5EF4-FFF2-40B4-BE49-F238E27FC236}">
                <a16:creationId xmlns:a16="http://schemas.microsoft.com/office/drawing/2014/main" id="{3033D699-F972-442A-9111-79DD65A42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2" name="Rectangle 31">
            <a:extLst>
              <a:ext uri="{FF2B5EF4-FFF2-40B4-BE49-F238E27FC236}">
                <a16:creationId xmlns:a16="http://schemas.microsoft.com/office/drawing/2014/main" id="{48CB0E37-DA39-43FD-AA53-B5F23D898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3" y="-5610"/>
            <a:ext cx="692763" cy="699899"/>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34" name="Rectangle 33">
            <a:extLst>
              <a:ext uri="{FF2B5EF4-FFF2-40B4-BE49-F238E27FC236}">
                <a16:creationId xmlns:a16="http://schemas.microsoft.com/office/drawing/2014/main" id="{46C4A765-D564-4CAD-8AAD-184C71DAE2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0E502B-588D-039A-8A1B-472785C27D66}"/>
              </a:ext>
            </a:extLst>
          </p:cNvPr>
          <p:cNvSpPr>
            <a:spLocks noGrp="1"/>
          </p:cNvSpPr>
          <p:nvPr>
            <p:ph type="title"/>
          </p:nvPr>
        </p:nvSpPr>
        <p:spPr>
          <a:xfrm>
            <a:off x="4924612" y="-1218295"/>
            <a:ext cx="6575050" cy="2135867"/>
          </a:xfrm>
        </p:spPr>
        <p:txBody>
          <a:bodyPr anchor="b">
            <a:normAutofit/>
          </a:bodyPr>
          <a:lstStyle/>
          <a:p>
            <a:r>
              <a:rPr lang="en-US" sz="4800">
                <a:solidFill>
                  <a:schemeClr val="tx1"/>
                </a:solidFill>
              </a:rPr>
              <a:t>Sequential Search</a:t>
            </a:r>
          </a:p>
        </p:txBody>
      </p:sp>
      <p:sp>
        <p:nvSpPr>
          <p:cNvPr id="6" name="Slide Number Placeholder 5">
            <a:extLst>
              <a:ext uri="{FF2B5EF4-FFF2-40B4-BE49-F238E27FC236}">
                <a16:creationId xmlns:a16="http://schemas.microsoft.com/office/drawing/2014/main" id="{57BEC3D7-65B1-86CF-494B-B3C0B8C72CAB}"/>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16</a:t>
            </a:fld>
            <a:endParaRPr lang="en-US"/>
          </a:p>
        </p:txBody>
      </p:sp>
      <p:pic>
        <p:nvPicPr>
          <p:cNvPr id="10" name="Graphic 9" descr="Fingerprint">
            <a:extLst>
              <a:ext uri="{FF2B5EF4-FFF2-40B4-BE49-F238E27FC236}">
                <a16:creationId xmlns:a16="http://schemas.microsoft.com/office/drawing/2014/main" id="{27E3F9AC-9095-6DBD-6478-0E9C7F6AC7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5815" y="699900"/>
            <a:ext cx="5031557" cy="5031557"/>
          </a:xfrm>
          <a:prstGeom prst="rect">
            <a:avLst/>
          </a:prstGeom>
        </p:spPr>
      </p:pic>
      <p:sp>
        <p:nvSpPr>
          <p:cNvPr id="3" name="Content Placeholder 2">
            <a:extLst>
              <a:ext uri="{FF2B5EF4-FFF2-40B4-BE49-F238E27FC236}">
                <a16:creationId xmlns:a16="http://schemas.microsoft.com/office/drawing/2014/main" id="{655D608E-C7D0-EA42-E7DD-FD2C1F480520}"/>
              </a:ext>
            </a:extLst>
          </p:cNvPr>
          <p:cNvSpPr>
            <a:spLocks noGrp="1"/>
          </p:cNvSpPr>
          <p:nvPr>
            <p:ph idx="1"/>
          </p:nvPr>
        </p:nvSpPr>
        <p:spPr>
          <a:xfrm>
            <a:off x="5745228" y="1239222"/>
            <a:ext cx="5215173" cy="4736675"/>
          </a:xfrm>
        </p:spPr>
        <p:txBody>
          <a:bodyPr vert="horz" lIns="91440" tIns="45720" rIns="91440" bIns="45720" rtlCol="0" anchor="t">
            <a:noAutofit/>
          </a:bodyPr>
          <a:lstStyle/>
          <a:p>
            <a:pPr>
              <a:lnSpc>
                <a:spcPct val="90000"/>
              </a:lnSpc>
            </a:pPr>
            <a:r>
              <a:rPr lang="en-US" sz="1400" dirty="0">
                <a:solidFill>
                  <a:schemeClr val="tx1"/>
                </a:solidFill>
                <a:ea typeface="+mn-lt"/>
                <a:cs typeface="+mn-lt"/>
              </a:rPr>
              <a:t>//Implements sequential search with a search key as a sentinel </a:t>
            </a:r>
            <a:endParaRPr lang="en-US" sz="1400" dirty="0">
              <a:solidFill>
                <a:schemeClr val="tx1"/>
              </a:solidFill>
              <a:latin typeface="Times New Roman"/>
              <a:cs typeface="Times New Roman"/>
            </a:endParaRPr>
          </a:p>
          <a:p>
            <a:pPr>
              <a:lnSpc>
                <a:spcPct val="90000"/>
              </a:lnSpc>
            </a:pPr>
            <a:r>
              <a:rPr lang="en-US" sz="1400" dirty="0">
                <a:solidFill>
                  <a:schemeClr val="tx1"/>
                </a:solidFill>
                <a:ea typeface="+mn-lt"/>
                <a:cs typeface="+mn-lt"/>
              </a:rPr>
              <a:t>//Input: An array A of n elements and a search key K </a:t>
            </a:r>
            <a:endParaRPr lang="en-US" sz="1400" dirty="0">
              <a:solidFill>
                <a:schemeClr val="tx1"/>
              </a:solidFill>
            </a:endParaRPr>
          </a:p>
          <a:p>
            <a:pPr>
              <a:lnSpc>
                <a:spcPct val="90000"/>
              </a:lnSpc>
            </a:pPr>
            <a:r>
              <a:rPr lang="en-US" sz="1400" dirty="0">
                <a:solidFill>
                  <a:schemeClr val="tx1"/>
                </a:solidFill>
                <a:ea typeface="+mn-lt"/>
                <a:cs typeface="+mn-lt"/>
              </a:rPr>
              <a:t>//Output: The index of the first element in A[O .. n -1) whose value is II equal to K or -1 if no such element is found</a:t>
            </a:r>
            <a:endParaRPr lang="en-US" sz="1400" dirty="0">
              <a:solidFill>
                <a:schemeClr val="tx1"/>
              </a:solidFill>
            </a:endParaRPr>
          </a:p>
          <a:p>
            <a:pPr>
              <a:lnSpc>
                <a:spcPct val="90000"/>
              </a:lnSpc>
            </a:pPr>
            <a:r>
              <a:rPr lang="en-US" sz="1400" dirty="0" err="1">
                <a:solidFill>
                  <a:schemeClr val="tx1"/>
                </a:solidFill>
                <a:latin typeface="Times New Roman"/>
                <a:cs typeface="Times New Roman"/>
              </a:rPr>
              <a:t>SequentialSearch</a:t>
            </a:r>
            <a:r>
              <a:rPr lang="en-US" sz="1400" dirty="0">
                <a:solidFill>
                  <a:schemeClr val="tx1"/>
                </a:solidFill>
                <a:latin typeface="Times New Roman"/>
                <a:cs typeface="Times New Roman"/>
              </a:rPr>
              <a:t>(A[0..n], K)</a:t>
            </a:r>
            <a:endParaRPr lang="en-US" sz="1400" dirty="0">
              <a:solidFill>
                <a:schemeClr val="tx1"/>
              </a:solidFill>
            </a:endParaRPr>
          </a:p>
          <a:p>
            <a:pPr>
              <a:lnSpc>
                <a:spcPct val="90000"/>
              </a:lnSpc>
            </a:pPr>
            <a:r>
              <a:rPr lang="en-US" sz="1400" dirty="0">
                <a:solidFill>
                  <a:schemeClr val="tx1"/>
                </a:solidFill>
                <a:latin typeface="Times New Roman"/>
                <a:cs typeface="Times New Roman"/>
              </a:rPr>
              <a:t>    A[n] </a:t>
            </a:r>
            <a:r>
              <a:rPr lang="en-US" sz="1800" b="1" dirty="0">
                <a:solidFill>
                  <a:schemeClr val="tx1"/>
                </a:solidFill>
                <a:latin typeface="Times New Roman"/>
                <a:cs typeface="Times New Roman"/>
              </a:rPr>
              <a:t>&lt;-</a:t>
            </a:r>
            <a:r>
              <a:rPr lang="en-US" sz="1400" dirty="0">
                <a:solidFill>
                  <a:schemeClr val="tx1"/>
                </a:solidFill>
                <a:latin typeface="Times New Roman"/>
                <a:cs typeface="Times New Roman"/>
              </a:rPr>
              <a:t> K</a:t>
            </a:r>
            <a:endParaRPr lang="en-US" sz="1400" dirty="0">
              <a:solidFill>
                <a:schemeClr val="tx1"/>
              </a:solidFill>
            </a:endParaRPr>
          </a:p>
          <a:p>
            <a:pPr>
              <a:lnSpc>
                <a:spcPct val="90000"/>
              </a:lnSpc>
            </a:pPr>
            <a:r>
              <a:rPr lang="en-US" sz="1400" dirty="0">
                <a:solidFill>
                  <a:schemeClr val="tx1"/>
                </a:solidFill>
                <a:latin typeface="Times New Roman"/>
                <a:cs typeface="Times New Roman"/>
              </a:rPr>
              <a:t>    </a:t>
            </a:r>
            <a:r>
              <a:rPr lang="en-US" sz="1400" err="1">
                <a:solidFill>
                  <a:schemeClr val="tx1"/>
                </a:solidFill>
                <a:latin typeface="Times New Roman"/>
                <a:cs typeface="Times New Roman"/>
              </a:rPr>
              <a:t>i</a:t>
            </a:r>
            <a:r>
              <a:rPr lang="en-US" sz="1400" dirty="0">
                <a:solidFill>
                  <a:schemeClr val="tx1"/>
                </a:solidFill>
                <a:latin typeface="Times New Roman"/>
                <a:cs typeface="Times New Roman"/>
              </a:rPr>
              <a:t> &lt;- 0</a:t>
            </a:r>
            <a:endParaRPr lang="en-US" sz="1400" dirty="0">
              <a:solidFill>
                <a:schemeClr val="tx1"/>
              </a:solidFill>
            </a:endParaRPr>
          </a:p>
          <a:p>
            <a:pPr>
              <a:lnSpc>
                <a:spcPct val="90000"/>
              </a:lnSpc>
            </a:pPr>
            <a:r>
              <a:rPr lang="en-US" sz="1400" dirty="0">
                <a:solidFill>
                  <a:schemeClr val="tx1"/>
                </a:solidFill>
                <a:latin typeface="Times New Roman"/>
                <a:cs typeface="Times New Roman"/>
              </a:rPr>
              <a:t>    while A[</a:t>
            </a:r>
            <a:r>
              <a:rPr lang="en-US" sz="1400" err="1">
                <a:solidFill>
                  <a:schemeClr val="tx1"/>
                </a:solidFill>
                <a:latin typeface="Times New Roman"/>
                <a:cs typeface="Times New Roman"/>
              </a:rPr>
              <a:t>i</a:t>
            </a:r>
            <a:r>
              <a:rPr lang="en-US" sz="1400" dirty="0">
                <a:solidFill>
                  <a:schemeClr val="tx1"/>
                </a:solidFill>
                <a:latin typeface="Times New Roman"/>
                <a:cs typeface="Times New Roman"/>
              </a:rPr>
              <a:t>] != K do</a:t>
            </a:r>
            <a:endParaRPr lang="en-US" sz="1400" dirty="0">
              <a:solidFill>
                <a:schemeClr val="tx1"/>
              </a:solidFill>
            </a:endParaRPr>
          </a:p>
          <a:p>
            <a:pPr>
              <a:lnSpc>
                <a:spcPct val="90000"/>
              </a:lnSpc>
            </a:pPr>
            <a:r>
              <a:rPr lang="en-US" sz="1400" dirty="0">
                <a:solidFill>
                  <a:schemeClr val="tx1"/>
                </a:solidFill>
                <a:latin typeface="Times New Roman"/>
                <a:cs typeface="Times New Roman"/>
              </a:rPr>
              <a:t>        </a:t>
            </a:r>
            <a:r>
              <a:rPr lang="en-US" sz="1400" err="1">
                <a:solidFill>
                  <a:schemeClr val="tx1"/>
                </a:solidFill>
                <a:latin typeface="Times New Roman"/>
                <a:cs typeface="Times New Roman"/>
              </a:rPr>
              <a:t>i</a:t>
            </a:r>
            <a:r>
              <a:rPr lang="en-US" sz="1400" dirty="0">
                <a:solidFill>
                  <a:schemeClr val="tx1"/>
                </a:solidFill>
                <a:latin typeface="Times New Roman"/>
                <a:cs typeface="Times New Roman"/>
              </a:rPr>
              <a:t> &lt;- </a:t>
            </a:r>
            <a:r>
              <a:rPr lang="en-US" sz="1400" err="1">
                <a:solidFill>
                  <a:schemeClr val="tx1"/>
                </a:solidFill>
                <a:latin typeface="Times New Roman"/>
                <a:cs typeface="Times New Roman"/>
              </a:rPr>
              <a:t>i</a:t>
            </a:r>
            <a:r>
              <a:rPr lang="en-US" sz="1400" dirty="0">
                <a:solidFill>
                  <a:schemeClr val="tx1"/>
                </a:solidFill>
                <a:latin typeface="Times New Roman"/>
                <a:cs typeface="Times New Roman"/>
              </a:rPr>
              <a:t> + 1</a:t>
            </a:r>
            <a:endParaRPr lang="en-US" sz="1400" dirty="0">
              <a:solidFill>
                <a:schemeClr val="tx1"/>
              </a:solidFill>
            </a:endParaRPr>
          </a:p>
          <a:p>
            <a:pPr>
              <a:lnSpc>
                <a:spcPct val="90000"/>
              </a:lnSpc>
            </a:pPr>
            <a:r>
              <a:rPr lang="en-US" sz="1400" dirty="0">
                <a:solidFill>
                  <a:schemeClr val="tx1"/>
                </a:solidFill>
                <a:latin typeface="Times New Roman"/>
                <a:cs typeface="Times New Roman"/>
              </a:rPr>
              <a:t>    if </a:t>
            </a:r>
            <a:r>
              <a:rPr lang="en-US" sz="1400" err="1">
                <a:solidFill>
                  <a:schemeClr val="tx1"/>
                </a:solidFill>
                <a:latin typeface="Times New Roman"/>
                <a:cs typeface="Times New Roman"/>
              </a:rPr>
              <a:t>i</a:t>
            </a:r>
            <a:r>
              <a:rPr lang="en-US" sz="1400" dirty="0">
                <a:solidFill>
                  <a:schemeClr val="tx1"/>
                </a:solidFill>
                <a:latin typeface="Times New Roman"/>
                <a:cs typeface="Times New Roman"/>
              </a:rPr>
              <a:t> &lt; n then</a:t>
            </a:r>
            <a:endParaRPr lang="en-US" sz="1400" dirty="0">
              <a:solidFill>
                <a:schemeClr val="tx1"/>
              </a:solidFill>
            </a:endParaRPr>
          </a:p>
          <a:p>
            <a:pPr>
              <a:lnSpc>
                <a:spcPct val="90000"/>
              </a:lnSpc>
            </a:pPr>
            <a:r>
              <a:rPr lang="en-US" sz="1400" dirty="0">
                <a:solidFill>
                  <a:schemeClr val="tx1"/>
                </a:solidFill>
                <a:latin typeface="Times New Roman"/>
                <a:cs typeface="Times New Roman"/>
              </a:rPr>
              <a:t>        return </a:t>
            </a:r>
            <a:r>
              <a:rPr lang="en-US" sz="1400" err="1">
                <a:solidFill>
                  <a:schemeClr val="tx1"/>
                </a:solidFill>
                <a:latin typeface="Times New Roman"/>
                <a:cs typeface="Times New Roman"/>
              </a:rPr>
              <a:t>i</a:t>
            </a:r>
            <a:endParaRPr lang="en-US" sz="1400" dirty="0">
              <a:solidFill>
                <a:schemeClr val="tx1"/>
              </a:solidFill>
            </a:endParaRPr>
          </a:p>
          <a:p>
            <a:pPr>
              <a:lnSpc>
                <a:spcPct val="90000"/>
              </a:lnSpc>
            </a:pPr>
            <a:r>
              <a:rPr lang="en-US" sz="1400" dirty="0">
                <a:solidFill>
                  <a:schemeClr val="tx1"/>
                </a:solidFill>
                <a:latin typeface="Times New Roman"/>
                <a:cs typeface="Times New Roman"/>
              </a:rPr>
              <a:t>    else</a:t>
            </a:r>
            <a:endParaRPr lang="en-US" sz="1400" dirty="0">
              <a:solidFill>
                <a:schemeClr val="tx1"/>
              </a:solidFill>
            </a:endParaRPr>
          </a:p>
          <a:p>
            <a:pPr>
              <a:lnSpc>
                <a:spcPct val="90000"/>
              </a:lnSpc>
            </a:pPr>
            <a:r>
              <a:rPr lang="en-US" sz="1400" dirty="0">
                <a:solidFill>
                  <a:schemeClr val="tx1"/>
                </a:solidFill>
                <a:latin typeface="Times New Roman"/>
                <a:cs typeface="Times New Roman"/>
              </a:rPr>
              <a:t>        return –1</a:t>
            </a:r>
            <a:endParaRPr lang="en-US" sz="1400" dirty="0">
              <a:solidFill>
                <a:schemeClr val="tx1"/>
              </a:solidFill>
              <a:latin typeface="Georgia Pro"/>
              <a:cs typeface="Times New Roman"/>
            </a:endParaRPr>
          </a:p>
          <a:p>
            <a:pPr>
              <a:lnSpc>
                <a:spcPct val="90000"/>
              </a:lnSpc>
            </a:pPr>
            <a:r>
              <a:rPr lang="en-US" sz="1400" dirty="0">
                <a:solidFill>
                  <a:schemeClr val="tx1"/>
                </a:solidFill>
                <a:latin typeface="Times New Roman"/>
                <a:cs typeface="Times New Roman"/>
              </a:rPr>
              <a:t>Time Complexity ---- ???</a:t>
            </a:r>
          </a:p>
          <a:p>
            <a:pPr>
              <a:lnSpc>
                <a:spcPct val="90000"/>
              </a:lnSpc>
            </a:pPr>
            <a:endParaRPr lang="en-US" sz="1400" dirty="0">
              <a:solidFill>
                <a:schemeClr val="tx1"/>
              </a:solidFill>
            </a:endParaRPr>
          </a:p>
        </p:txBody>
      </p:sp>
      <p:sp>
        <p:nvSpPr>
          <p:cNvPr id="4" name="Date Placeholder 3">
            <a:extLst>
              <a:ext uri="{FF2B5EF4-FFF2-40B4-BE49-F238E27FC236}">
                <a16:creationId xmlns:a16="http://schemas.microsoft.com/office/drawing/2014/main" id="{C93A0A45-97F4-3DF3-8817-3188643181E4}"/>
              </a:ext>
            </a:extLst>
          </p:cNvPr>
          <p:cNvSpPr>
            <a:spLocks noGrp="1"/>
          </p:cNvSpPr>
          <p:nvPr>
            <p:ph type="dt" sz="half" idx="10"/>
          </p:nvPr>
        </p:nvSpPr>
        <p:spPr>
          <a:xfrm>
            <a:off x="422899" y="6217920"/>
            <a:ext cx="2743200" cy="640080"/>
          </a:xfrm>
        </p:spPr>
        <p:txBody>
          <a:bodyPr>
            <a:normAutofit/>
          </a:bodyPr>
          <a:lstStyle/>
          <a:p>
            <a:pPr>
              <a:spcAft>
                <a:spcPts val="600"/>
              </a:spcAft>
            </a:pPr>
            <a:fld id="{DA1EB235-8222-4F5D-B30A-402968F05951}" type="datetime2">
              <a:rPr lang="en-US" smtClean="0"/>
              <a:t>Thursday, January 29, 2026</a:t>
            </a:fld>
            <a:endParaRPr lang="en-US"/>
          </a:p>
        </p:txBody>
      </p:sp>
      <p:sp>
        <p:nvSpPr>
          <p:cNvPr id="5" name="Footer Placeholder 4">
            <a:extLst>
              <a:ext uri="{FF2B5EF4-FFF2-40B4-BE49-F238E27FC236}">
                <a16:creationId xmlns:a16="http://schemas.microsoft.com/office/drawing/2014/main" id="{E598A441-AFE7-FB3E-2F51-E67B38F27218}"/>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36" name="Straight Connector 35">
            <a:extLst>
              <a:ext uri="{FF2B5EF4-FFF2-40B4-BE49-F238E27FC236}">
                <a16:creationId xmlns:a16="http://schemas.microsoft.com/office/drawing/2014/main" id="{EA28B1DC-0672-4B37-99C8-1A33D3D31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FDB89D3-7786-4CAE-BB16-92D36C8251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895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9D62F4B-698C-4A3E-B150-8D32AEC26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3033D699-F972-442A-9111-79DD65A42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7" name="Rectangle 16">
            <a:extLst>
              <a:ext uri="{FF2B5EF4-FFF2-40B4-BE49-F238E27FC236}">
                <a16:creationId xmlns:a16="http://schemas.microsoft.com/office/drawing/2014/main" id="{48CB0E37-DA39-43FD-AA53-B5F23D898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3" y="-5610"/>
            <a:ext cx="692763" cy="699899"/>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46C4A765-D564-4CAD-8AAD-184C71DAE2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06E0F8-ECF9-8C00-EDA9-6271A38B99B4}"/>
              </a:ext>
            </a:extLst>
          </p:cNvPr>
          <p:cNvSpPr>
            <a:spLocks noGrp="1"/>
          </p:cNvSpPr>
          <p:nvPr>
            <p:ph type="title"/>
          </p:nvPr>
        </p:nvSpPr>
        <p:spPr>
          <a:xfrm>
            <a:off x="4654981" y="669120"/>
            <a:ext cx="4863481" cy="236729"/>
          </a:xfrm>
        </p:spPr>
        <p:txBody>
          <a:bodyPr anchor="b">
            <a:normAutofit fontScale="90000"/>
          </a:bodyPr>
          <a:lstStyle/>
          <a:p>
            <a:r>
              <a:rPr lang="en-US" sz="4800">
                <a:solidFill>
                  <a:schemeClr val="tx1"/>
                </a:solidFill>
              </a:rPr>
              <a:t>String Matching</a:t>
            </a:r>
          </a:p>
        </p:txBody>
      </p:sp>
      <p:sp>
        <p:nvSpPr>
          <p:cNvPr id="6" name="Slide Number Placeholder 5">
            <a:extLst>
              <a:ext uri="{FF2B5EF4-FFF2-40B4-BE49-F238E27FC236}">
                <a16:creationId xmlns:a16="http://schemas.microsoft.com/office/drawing/2014/main" id="{DD410973-678E-4439-5780-70E96369CC0B}"/>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17</a:t>
            </a:fld>
            <a:endParaRPr lang="en-US"/>
          </a:p>
        </p:txBody>
      </p:sp>
      <p:pic>
        <p:nvPicPr>
          <p:cNvPr id="10" name="Graphic 9" descr="Venn Diagram">
            <a:extLst>
              <a:ext uri="{FF2B5EF4-FFF2-40B4-BE49-F238E27FC236}">
                <a16:creationId xmlns:a16="http://schemas.microsoft.com/office/drawing/2014/main" id="{1C688921-D899-E19A-F97E-B000C9CFC0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8554" y="781962"/>
            <a:ext cx="5031557" cy="5031557"/>
          </a:xfrm>
          <a:prstGeom prst="rect">
            <a:avLst/>
          </a:prstGeom>
        </p:spPr>
      </p:pic>
      <p:sp>
        <p:nvSpPr>
          <p:cNvPr id="3" name="Content Placeholder 2">
            <a:extLst>
              <a:ext uri="{FF2B5EF4-FFF2-40B4-BE49-F238E27FC236}">
                <a16:creationId xmlns:a16="http://schemas.microsoft.com/office/drawing/2014/main" id="{4414D7D7-0C38-6ECC-43D5-C0F9D0AAA820}"/>
              </a:ext>
            </a:extLst>
          </p:cNvPr>
          <p:cNvSpPr>
            <a:spLocks noGrp="1"/>
          </p:cNvSpPr>
          <p:nvPr>
            <p:ph idx="1"/>
          </p:nvPr>
        </p:nvSpPr>
        <p:spPr>
          <a:xfrm>
            <a:off x="3764029" y="946145"/>
            <a:ext cx="8192833" cy="4971136"/>
          </a:xfrm>
        </p:spPr>
        <p:txBody>
          <a:bodyPr vert="horz" lIns="91440" tIns="45720" rIns="91440" bIns="45720" rtlCol="0" anchor="t">
            <a:noAutofit/>
          </a:bodyPr>
          <a:lstStyle/>
          <a:p>
            <a:pPr algn="just">
              <a:lnSpc>
                <a:spcPct val="90000"/>
              </a:lnSpc>
            </a:pPr>
            <a:r>
              <a:rPr lang="en-US" sz="2200" dirty="0">
                <a:solidFill>
                  <a:schemeClr val="tx1"/>
                </a:solidFill>
                <a:ea typeface="+mn-lt"/>
                <a:cs typeface="+mn-lt"/>
              </a:rPr>
              <a:t>The string-matching problem involves finding a substring in a given text that matches a given pattern.</a:t>
            </a:r>
            <a:endParaRPr lang="en-US" sz="2200" dirty="0">
              <a:solidFill>
                <a:schemeClr val="tx1"/>
              </a:solidFill>
            </a:endParaRPr>
          </a:p>
          <a:p>
            <a:pPr algn="ctr">
              <a:lnSpc>
                <a:spcPct val="90000"/>
              </a:lnSpc>
            </a:pPr>
            <a:r>
              <a:rPr lang="en-US" sz="2200" b="1" dirty="0">
                <a:solidFill>
                  <a:schemeClr val="tx1"/>
                </a:solidFill>
                <a:latin typeface="Times New Roman"/>
                <a:ea typeface="+mn-lt"/>
                <a:cs typeface="Times New Roman"/>
              </a:rPr>
              <a:t>Example : Nobody </a:t>
            </a:r>
            <a:r>
              <a:rPr lang="en-US" sz="2200" b="1" dirty="0">
                <a:solidFill>
                  <a:srgbClr val="FF0000"/>
                </a:solidFill>
                <a:latin typeface="Times New Roman"/>
                <a:ea typeface="+mn-lt"/>
                <a:cs typeface="Times New Roman"/>
              </a:rPr>
              <a:t>not</a:t>
            </a:r>
            <a:r>
              <a:rPr lang="en-US" sz="2200" b="1" dirty="0">
                <a:solidFill>
                  <a:schemeClr val="tx1"/>
                </a:solidFill>
                <a:latin typeface="Times New Roman"/>
                <a:ea typeface="+mn-lt"/>
                <a:cs typeface="Times New Roman"/>
              </a:rPr>
              <a:t>iced him</a:t>
            </a:r>
            <a:endParaRPr lang="en-US" sz="2200" b="1" dirty="0">
              <a:solidFill>
                <a:schemeClr val="tx1"/>
              </a:solidFill>
              <a:ea typeface="+mn-lt"/>
              <a:cs typeface="+mn-lt"/>
            </a:endParaRPr>
          </a:p>
          <a:p>
            <a:pPr algn="just">
              <a:lnSpc>
                <a:spcPct val="90000"/>
              </a:lnSpc>
            </a:pPr>
            <a:r>
              <a:rPr lang="en-US" sz="2200" dirty="0">
                <a:solidFill>
                  <a:schemeClr val="tx1"/>
                </a:solidFill>
                <a:ea typeface="+mn-lt"/>
                <a:cs typeface="+mn-lt"/>
              </a:rPr>
              <a:t>In this example, the text is "Nobody noticed him" and the pattern is not specified. We'll assume the pattern is "not" for demonstration purposes.</a:t>
            </a:r>
            <a:endParaRPr lang="en-US" sz="2200" dirty="0">
              <a:solidFill>
                <a:schemeClr val="tx1"/>
              </a:solidFill>
            </a:endParaRPr>
          </a:p>
          <a:p>
            <a:pPr algn="just">
              <a:lnSpc>
                <a:spcPct val="90000"/>
              </a:lnSpc>
            </a:pPr>
            <a:r>
              <a:rPr lang="en-US" sz="2200" dirty="0">
                <a:solidFill>
                  <a:schemeClr val="tx1"/>
                </a:solidFill>
                <a:ea typeface="+mn-lt"/>
                <a:cs typeface="+mn-lt"/>
              </a:rPr>
              <a:t>The goal is to find the index </a:t>
            </a:r>
            <a:r>
              <a:rPr lang="en-US" sz="2200" dirty="0" err="1">
                <a:solidFill>
                  <a:schemeClr val="tx1"/>
                </a:solidFill>
                <a:ea typeface="+mn-lt"/>
                <a:cs typeface="+mn-lt"/>
              </a:rPr>
              <a:t>i</a:t>
            </a:r>
            <a:r>
              <a:rPr lang="en-US" sz="2200" dirty="0">
                <a:solidFill>
                  <a:schemeClr val="tx1"/>
                </a:solidFill>
                <a:ea typeface="+mn-lt"/>
                <a:cs typeface="+mn-lt"/>
              </a:rPr>
              <a:t> of the leftmost character of the first matching substring in the text.</a:t>
            </a:r>
            <a:endParaRPr lang="en-US" sz="2200" dirty="0">
              <a:solidFill>
                <a:schemeClr val="tx1"/>
              </a:solidFill>
            </a:endParaRPr>
          </a:p>
          <a:p>
            <a:pPr algn="just">
              <a:lnSpc>
                <a:spcPct val="90000"/>
              </a:lnSpc>
            </a:pPr>
            <a:endParaRPr lang="en-US" sz="1400" dirty="0">
              <a:solidFill>
                <a:schemeClr val="tx1"/>
              </a:solidFill>
            </a:endParaRPr>
          </a:p>
        </p:txBody>
      </p:sp>
      <p:sp>
        <p:nvSpPr>
          <p:cNvPr id="4" name="Date Placeholder 3">
            <a:extLst>
              <a:ext uri="{FF2B5EF4-FFF2-40B4-BE49-F238E27FC236}">
                <a16:creationId xmlns:a16="http://schemas.microsoft.com/office/drawing/2014/main" id="{14BD5ABE-68B4-885F-EC1D-54D51F40F5FB}"/>
              </a:ext>
            </a:extLst>
          </p:cNvPr>
          <p:cNvSpPr>
            <a:spLocks noGrp="1"/>
          </p:cNvSpPr>
          <p:nvPr>
            <p:ph type="dt" sz="half" idx="10"/>
          </p:nvPr>
        </p:nvSpPr>
        <p:spPr>
          <a:xfrm>
            <a:off x="422899" y="6217920"/>
            <a:ext cx="2743200" cy="640080"/>
          </a:xfrm>
        </p:spPr>
        <p:txBody>
          <a:bodyPr>
            <a:normAutofit/>
          </a:bodyPr>
          <a:lstStyle/>
          <a:p>
            <a:pPr>
              <a:spcAft>
                <a:spcPts val="600"/>
              </a:spcAft>
            </a:pPr>
            <a:fld id="{5550F575-9235-4C09-B332-B7C088D5C2F0}" type="datetime2">
              <a:rPr lang="en-US" smtClean="0"/>
              <a:t>Thursday, January 29, 2026</a:t>
            </a:fld>
            <a:endParaRPr lang="en-US"/>
          </a:p>
        </p:txBody>
      </p:sp>
      <p:sp>
        <p:nvSpPr>
          <p:cNvPr id="5" name="Footer Placeholder 4">
            <a:extLst>
              <a:ext uri="{FF2B5EF4-FFF2-40B4-BE49-F238E27FC236}">
                <a16:creationId xmlns:a16="http://schemas.microsoft.com/office/drawing/2014/main" id="{E1E61E04-FA60-CB28-32B5-D792D71A0C55}"/>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21" name="Straight Connector 20">
            <a:extLst>
              <a:ext uri="{FF2B5EF4-FFF2-40B4-BE49-F238E27FC236}">
                <a16:creationId xmlns:a16="http://schemas.microsoft.com/office/drawing/2014/main" id="{EA28B1DC-0672-4B37-99C8-1A33D3D31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DB89D3-7786-4CAE-BB16-92D36C8251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5881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Rectangle 32">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Rectangle 34">
            <a:extLst>
              <a:ext uri="{FF2B5EF4-FFF2-40B4-BE49-F238E27FC236}">
                <a16:creationId xmlns:a16="http://schemas.microsoft.com/office/drawing/2014/main" id="{4D4D99EB-C4F3-4F0C-91F7-AB4DC2A08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6AF26-0D39-1D11-3C97-D9FB3F153F05}"/>
              </a:ext>
            </a:extLst>
          </p:cNvPr>
          <p:cNvSpPr>
            <a:spLocks noGrp="1"/>
          </p:cNvSpPr>
          <p:nvPr>
            <p:ph type="title"/>
          </p:nvPr>
        </p:nvSpPr>
        <p:spPr>
          <a:xfrm rot="-900000">
            <a:off x="1632778" y="1071979"/>
            <a:ext cx="3129945" cy="1605642"/>
          </a:xfrm>
        </p:spPr>
        <p:txBody>
          <a:bodyPr vert="horz" lIns="91440" tIns="45720" rIns="91440" bIns="45720" rtlCol="0" anchor="b">
            <a:normAutofit/>
          </a:bodyPr>
          <a:lstStyle/>
          <a:p>
            <a:r>
              <a:rPr lang="en-US" sz="4800" dirty="0"/>
              <a:t>String Matching</a:t>
            </a:r>
          </a:p>
        </p:txBody>
      </p:sp>
      <p:sp>
        <p:nvSpPr>
          <p:cNvPr id="6" name="Slide Number Placeholder 5">
            <a:extLst>
              <a:ext uri="{FF2B5EF4-FFF2-40B4-BE49-F238E27FC236}">
                <a16:creationId xmlns:a16="http://schemas.microsoft.com/office/drawing/2014/main" id="{E86CE82F-8512-1844-39E8-0F57D51DE1B7}"/>
              </a:ext>
            </a:extLst>
          </p:cNvPr>
          <p:cNvSpPr>
            <a:spLocks noGrp="1"/>
          </p:cNvSpPr>
          <p:nvPr>
            <p:ph type="sldNum" sz="quarter" idx="12"/>
          </p:nvPr>
        </p:nvSpPr>
        <p:spPr>
          <a:xfrm>
            <a:off x="11503152" y="-18288"/>
            <a:ext cx="685800" cy="685800"/>
          </a:xfrm>
        </p:spPr>
        <p:txBody>
          <a:bodyPr vert="horz" lIns="91440" tIns="45720" rIns="91440" bIns="45720" rtlCol="0" anchor="ctr">
            <a:normAutofit/>
          </a:bodyPr>
          <a:lstStyle/>
          <a:p>
            <a:pPr>
              <a:spcAft>
                <a:spcPts val="600"/>
              </a:spcAft>
            </a:pPr>
            <a:fld id="{7BE69E03-4804-4553-A1EC-F089884EF50F}" type="slidenum">
              <a:rPr lang="en-US" sz="1200" smtClean="0"/>
              <a:pPr>
                <a:spcAft>
                  <a:spcPts val="600"/>
                </a:spcAft>
              </a:pPr>
              <a:t>18</a:t>
            </a:fld>
            <a:endParaRPr lang="en-US" sz="1200"/>
          </a:p>
        </p:txBody>
      </p:sp>
      <p:sp>
        <p:nvSpPr>
          <p:cNvPr id="4" name="Date Placeholder 3">
            <a:extLst>
              <a:ext uri="{FF2B5EF4-FFF2-40B4-BE49-F238E27FC236}">
                <a16:creationId xmlns:a16="http://schemas.microsoft.com/office/drawing/2014/main" id="{7DACD614-E91C-B571-36CC-FFD55140243D}"/>
              </a:ext>
            </a:extLst>
          </p:cNvPr>
          <p:cNvSpPr>
            <a:spLocks noGrp="1"/>
          </p:cNvSpPr>
          <p:nvPr>
            <p:ph type="dt" sz="half" idx="10"/>
          </p:nvPr>
        </p:nvSpPr>
        <p:spPr>
          <a:xfrm>
            <a:off x="422898" y="6217920"/>
            <a:ext cx="2743200" cy="640080"/>
          </a:xfrm>
        </p:spPr>
        <p:txBody>
          <a:bodyPr vert="horz" lIns="91440" tIns="45720" rIns="91440" bIns="45720" rtlCol="0" anchor="ctr" anchorCtr="0">
            <a:normAutofit/>
          </a:bodyPr>
          <a:lstStyle/>
          <a:p>
            <a:pPr>
              <a:spcAft>
                <a:spcPts val="600"/>
              </a:spcAft>
            </a:pPr>
            <a:fld id="{2BE908C4-698B-460E-B05B-E046E0421062}" type="datetime2">
              <a:rPr lang="en-US" sz="1200" smtClean="0"/>
              <a:t>Thursday, January 29, 2026</a:t>
            </a:fld>
            <a:endParaRPr lang="en-US" sz="1200"/>
          </a:p>
        </p:txBody>
      </p:sp>
      <p:sp>
        <p:nvSpPr>
          <p:cNvPr id="37" name="Rectangle 36">
            <a:extLst>
              <a:ext uri="{FF2B5EF4-FFF2-40B4-BE49-F238E27FC236}">
                <a16:creationId xmlns:a16="http://schemas.microsoft.com/office/drawing/2014/main" id="{04B69146-C1C0-4B58-86FC-34F3390E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64091" y="698677"/>
            <a:ext cx="826383" cy="547913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7" name="Content Placeholder 6" descr="A black and white crossword puzzle&#10;&#10;Description automatically generated">
            <a:extLst>
              <a:ext uri="{FF2B5EF4-FFF2-40B4-BE49-F238E27FC236}">
                <a16:creationId xmlns:a16="http://schemas.microsoft.com/office/drawing/2014/main" id="{305F2D5B-D000-2C8A-9745-73317BA83E1E}"/>
              </a:ext>
            </a:extLst>
          </p:cNvPr>
          <p:cNvPicPr>
            <a:picLocks noGrp="1" noChangeAspect="1"/>
          </p:cNvPicPr>
          <p:nvPr>
            <p:ph idx="1"/>
          </p:nvPr>
        </p:nvPicPr>
        <p:blipFill>
          <a:blip r:embed="rId2"/>
          <a:stretch>
            <a:fillRect/>
          </a:stretch>
        </p:blipFill>
        <p:spPr>
          <a:xfrm>
            <a:off x="4522305" y="2751631"/>
            <a:ext cx="6774155" cy="2032247"/>
          </a:xfrm>
          <a:prstGeom prst="rect">
            <a:avLst/>
          </a:prstGeom>
        </p:spPr>
      </p:pic>
      <p:sp>
        <p:nvSpPr>
          <p:cNvPr id="5" name="Footer Placeholder 4">
            <a:extLst>
              <a:ext uri="{FF2B5EF4-FFF2-40B4-BE49-F238E27FC236}">
                <a16:creationId xmlns:a16="http://schemas.microsoft.com/office/drawing/2014/main" id="{BCEDBBB2-8AB3-74E4-7175-2F31464A81EC}"/>
              </a:ext>
            </a:extLst>
          </p:cNvPr>
          <p:cNvSpPr>
            <a:spLocks noGrp="1"/>
          </p:cNvSpPr>
          <p:nvPr>
            <p:ph type="ftr" sz="quarter" idx="11"/>
          </p:nvPr>
        </p:nvSpPr>
        <p:spPr>
          <a:xfrm>
            <a:off x="3767328" y="6217920"/>
            <a:ext cx="7196328" cy="640080"/>
          </a:xfrm>
        </p:spPr>
        <p:txBody>
          <a:bodyPr vert="horz" lIns="91440" tIns="45720" rIns="91440" bIns="45720" rtlCol="0" anchor="ctr" anchorCtr="0">
            <a:normAutofit/>
          </a:bodyPr>
          <a:lstStyle/>
          <a:p>
            <a:pPr>
              <a:spcAft>
                <a:spcPts val="600"/>
              </a:spcAft>
            </a:pPr>
            <a:r>
              <a:rPr lang="en-US" sz="1200" kern="1200">
                <a:solidFill>
                  <a:schemeClr val="tx2"/>
                </a:solidFill>
                <a:latin typeface="+mn-lt"/>
                <a:ea typeface="+mn-ea"/>
                <a:cs typeface="+mn-cs"/>
              </a:rPr>
              <a:t>Department of ICT</a:t>
            </a:r>
          </a:p>
        </p:txBody>
      </p:sp>
      <p:cxnSp>
        <p:nvCxnSpPr>
          <p:cNvPr id="39" name="Straight Connector 38">
            <a:extLst>
              <a:ext uri="{FF2B5EF4-FFF2-40B4-BE49-F238E27FC236}">
                <a16:creationId xmlns:a16="http://schemas.microsoft.com/office/drawing/2014/main" id="{EC540AD5-A993-4DA3-B064-D004E2CC6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E6A9698-2C5E-4B0F-B3FA-0CE9BCA6E1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8519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6E0F8-ECF9-8C00-EDA9-6271A38B99B4}"/>
              </a:ext>
            </a:extLst>
          </p:cNvPr>
          <p:cNvSpPr>
            <a:spLocks noGrp="1"/>
          </p:cNvSpPr>
          <p:nvPr>
            <p:ph type="title"/>
          </p:nvPr>
        </p:nvSpPr>
        <p:spPr>
          <a:xfrm>
            <a:off x="4654981" y="669120"/>
            <a:ext cx="4863481" cy="236729"/>
          </a:xfrm>
        </p:spPr>
        <p:txBody>
          <a:bodyPr anchor="b">
            <a:normAutofit fontScale="90000"/>
          </a:bodyPr>
          <a:lstStyle/>
          <a:p>
            <a:r>
              <a:rPr lang="en-US" sz="4800">
                <a:solidFill>
                  <a:schemeClr val="tx1"/>
                </a:solidFill>
              </a:rPr>
              <a:t>String Matching</a:t>
            </a:r>
          </a:p>
        </p:txBody>
      </p:sp>
      <p:sp>
        <p:nvSpPr>
          <p:cNvPr id="6" name="Slide Number Placeholder 5">
            <a:extLst>
              <a:ext uri="{FF2B5EF4-FFF2-40B4-BE49-F238E27FC236}">
                <a16:creationId xmlns:a16="http://schemas.microsoft.com/office/drawing/2014/main" id="{DD410973-678E-4439-5780-70E96369CC0B}"/>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19</a:t>
            </a:fld>
            <a:endParaRPr lang="en-US"/>
          </a:p>
        </p:txBody>
      </p:sp>
      <p:sp>
        <p:nvSpPr>
          <p:cNvPr id="3" name="Content Placeholder 2">
            <a:extLst>
              <a:ext uri="{FF2B5EF4-FFF2-40B4-BE49-F238E27FC236}">
                <a16:creationId xmlns:a16="http://schemas.microsoft.com/office/drawing/2014/main" id="{4414D7D7-0C38-6ECC-43D5-C0F9D0AAA820}"/>
              </a:ext>
            </a:extLst>
          </p:cNvPr>
          <p:cNvSpPr>
            <a:spLocks noGrp="1"/>
          </p:cNvSpPr>
          <p:nvPr>
            <p:ph idx="1"/>
          </p:nvPr>
        </p:nvSpPr>
        <p:spPr>
          <a:xfrm>
            <a:off x="1590261" y="946145"/>
            <a:ext cx="10366601" cy="4971136"/>
          </a:xfrm>
        </p:spPr>
        <p:txBody>
          <a:bodyPr vert="horz" lIns="91440" tIns="45720" rIns="91440" bIns="45720" rtlCol="0" anchor="t">
            <a:noAutofit/>
          </a:bodyPr>
          <a:lstStyle/>
          <a:p>
            <a:pPr algn="just">
              <a:lnSpc>
                <a:spcPct val="90000"/>
              </a:lnSpc>
            </a:pPr>
            <a:r>
              <a:rPr lang="en-US" sz="2200" dirty="0">
                <a:solidFill>
                  <a:schemeClr val="tx1"/>
                </a:solidFill>
                <a:ea typeface="+mn-lt"/>
                <a:cs typeface="+mn-lt"/>
              </a:rPr>
              <a:t>The algorithm starts by comparing the first character of the pattern with the characters in the text starting from the first character.</a:t>
            </a:r>
            <a:endParaRPr lang="en-US" sz="2200" dirty="0">
              <a:solidFill>
                <a:schemeClr val="tx1"/>
              </a:solidFill>
            </a:endParaRPr>
          </a:p>
          <a:p>
            <a:pPr algn="just">
              <a:lnSpc>
                <a:spcPct val="90000"/>
              </a:lnSpc>
            </a:pPr>
            <a:r>
              <a:rPr lang="en-US" sz="2200" dirty="0">
                <a:solidFill>
                  <a:schemeClr val="tx1"/>
                </a:solidFill>
                <a:ea typeface="+mn-lt"/>
                <a:cs typeface="+mn-lt"/>
              </a:rPr>
              <a:t>If there is a match, it continues to compare the next characters of the pattern with the consecutive characters in the text.</a:t>
            </a:r>
            <a:endParaRPr lang="en-US" sz="2200" dirty="0">
              <a:solidFill>
                <a:schemeClr val="tx1"/>
              </a:solidFill>
            </a:endParaRPr>
          </a:p>
          <a:p>
            <a:pPr algn="just">
              <a:lnSpc>
                <a:spcPct val="90000"/>
              </a:lnSpc>
            </a:pPr>
            <a:r>
              <a:rPr lang="en-US" sz="2200" dirty="0">
                <a:solidFill>
                  <a:schemeClr val="tx1"/>
                </a:solidFill>
                <a:ea typeface="+mn-lt"/>
                <a:cs typeface="+mn-lt"/>
              </a:rPr>
              <a:t>If there is a mismatch at any point, the algorithm moves to the next character in the text and starts comparing again from there.</a:t>
            </a:r>
            <a:endParaRPr lang="en-US" sz="2200" dirty="0">
              <a:solidFill>
                <a:schemeClr val="tx1"/>
              </a:solidFill>
            </a:endParaRPr>
          </a:p>
          <a:p>
            <a:pPr algn="just">
              <a:lnSpc>
                <a:spcPct val="90000"/>
              </a:lnSpc>
            </a:pPr>
            <a:r>
              <a:rPr lang="en-US" sz="2200" dirty="0">
                <a:solidFill>
                  <a:schemeClr val="tx1"/>
                </a:solidFill>
                <a:ea typeface="+mn-lt"/>
                <a:cs typeface="+mn-lt"/>
              </a:rPr>
              <a:t>In our example, the algorithm would compare "not" with the first three characters of the text - "Nob". It would find a mismatch and move to the next character.</a:t>
            </a:r>
            <a:endParaRPr lang="en-US" sz="2200" dirty="0">
              <a:solidFill>
                <a:schemeClr val="tx1"/>
              </a:solidFill>
            </a:endParaRPr>
          </a:p>
          <a:p>
            <a:pPr algn="just">
              <a:lnSpc>
                <a:spcPct val="90000"/>
              </a:lnSpc>
            </a:pPr>
            <a:r>
              <a:rPr lang="en-US" sz="2200" dirty="0">
                <a:solidFill>
                  <a:schemeClr val="tx1"/>
                </a:solidFill>
                <a:ea typeface="+mn-lt"/>
                <a:cs typeface="+mn-lt"/>
              </a:rPr>
              <a:t>The algorithm continues this process until either a complete match is found or the end of the text is reached.</a:t>
            </a:r>
            <a:endParaRPr lang="en-US" sz="2200" dirty="0">
              <a:solidFill>
                <a:schemeClr val="tx1"/>
              </a:solidFill>
            </a:endParaRPr>
          </a:p>
          <a:p>
            <a:pPr algn="just">
              <a:lnSpc>
                <a:spcPct val="90000"/>
              </a:lnSpc>
            </a:pPr>
            <a:r>
              <a:rPr lang="en-US" sz="2200" dirty="0">
                <a:solidFill>
                  <a:schemeClr val="tx1"/>
                </a:solidFill>
                <a:ea typeface="+mn-lt"/>
                <a:cs typeface="+mn-lt"/>
              </a:rPr>
              <a:t>If a match is found, the algorithm returns the index </a:t>
            </a:r>
            <a:r>
              <a:rPr lang="en-US" sz="2200" dirty="0" err="1">
                <a:solidFill>
                  <a:schemeClr val="tx1"/>
                </a:solidFill>
                <a:ea typeface="+mn-lt"/>
                <a:cs typeface="+mn-lt"/>
              </a:rPr>
              <a:t>i</a:t>
            </a:r>
            <a:r>
              <a:rPr lang="en-US" sz="2200" dirty="0">
                <a:solidFill>
                  <a:schemeClr val="tx1"/>
                </a:solidFill>
                <a:ea typeface="+mn-lt"/>
                <a:cs typeface="+mn-lt"/>
              </a:rPr>
              <a:t> of the leftmost character of the matching substring.</a:t>
            </a:r>
            <a:endParaRPr lang="en-US" sz="2200" dirty="0">
              <a:solidFill>
                <a:schemeClr val="tx1"/>
              </a:solidFill>
            </a:endParaRPr>
          </a:p>
          <a:p>
            <a:pPr algn="just">
              <a:lnSpc>
                <a:spcPct val="90000"/>
              </a:lnSpc>
            </a:pPr>
            <a:endParaRPr lang="en-US" sz="1400" dirty="0">
              <a:solidFill>
                <a:schemeClr val="tx1"/>
              </a:solidFill>
            </a:endParaRPr>
          </a:p>
        </p:txBody>
      </p:sp>
      <p:sp>
        <p:nvSpPr>
          <p:cNvPr id="4" name="Date Placeholder 3">
            <a:extLst>
              <a:ext uri="{FF2B5EF4-FFF2-40B4-BE49-F238E27FC236}">
                <a16:creationId xmlns:a16="http://schemas.microsoft.com/office/drawing/2014/main" id="{14BD5ABE-68B4-885F-EC1D-54D51F40F5FB}"/>
              </a:ext>
            </a:extLst>
          </p:cNvPr>
          <p:cNvSpPr>
            <a:spLocks noGrp="1"/>
          </p:cNvSpPr>
          <p:nvPr>
            <p:ph type="dt" sz="half" idx="10"/>
          </p:nvPr>
        </p:nvSpPr>
        <p:spPr>
          <a:xfrm>
            <a:off x="422899" y="6217920"/>
            <a:ext cx="2743200" cy="640080"/>
          </a:xfrm>
        </p:spPr>
        <p:txBody>
          <a:bodyPr>
            <a:normAutofit/>
          </a:bodyPr>
          <a:lstStyle/>
          <a:p>
            <a:pPr>
              <a:spcAft>
                <a:spcPts val="600"/>
              </a:spcAft>
            </a:pPr>
            <a:fld id="{5550F575-9235-4C09-B332-B7C088D5C2F0}" type="datetime2">
              <a:rPr lang="en-US" smtClean="0"/>
              <a:t>Thursday, January 29, 2026</a:t>
            </a:fld>
            <a:endParaRPr lang="en-US"/>
          </a:p>
        </p:txBody>
      </p:sp>
      <p:sp>
        <p:nvSpPr>
          <p:cNvPr id="5" name="Footer Placeholder 4">
            <a:extLst>
              <a:ext uri="{FF2B5EF4-FFF2-40B4-BE49-F238E27FC236}">
                <a16:creationId xmlns:a16="http://schemas.microsoft.com/office/drawing/2014/main" id="{E1E61E04-FA60-CB28-32B5-D792D71A0C55}"/>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spTree>
    <p:extLst>
      <p:ext uri="{BB962C8B-B14F-4D97-AF65-F5344CB8AC3E}">
        <p14:creationId xmlns:p14="http://schemas.microsoft.com/office/powerpoint/2010/main" val="260896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3" name="Rectangle 22">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E56E88-8A59-0CC9-FF94-987DBE47F815}"/>
              </a:ext>
            </a:extLst>
          </p:cNvPr>
          <p:cNvSpPr>
            <a:spLocks noGrp="1"/>
          </p:cNvSpPr>
          <p:nvPr>
            <p:ph type="title"/>
          </p:nvPr>
        </p:nvSpPr>
        <p:spPr>
          <a:xfrm>
            <a:off x="156112" y="313851"/>
            <a:ext cx="4124340" cy="3083424"/>
          </a:xfrm>
        </p:spPr>
        <p:txBody>
          <a:bodyPr>
            <a:normAutofit/>
          </a:bodyPr>
          <a:lstStyle/>
          <a:p>
            <a:r>
              <a:rPr lang="en-US" sz="4800" dirty="0"/>
              <a:t>String Matching Algo</a:t>
            </a:r>
          </a:p>
        </p:txBody>
      </p:sp>
      <p:sp>
        <p:nvSpPr>
          <p:cNvPr id="3" name="Content Placeholder 2">
            <a:extLst>
              <a:ext uri="{FF2B5EF4-FFF2-40B4-BE49-F238E27FC236}">
                <a16:creationId xmlns:a16="http://schemas.microsoft.com/office/drawing/2014/main" id="{9567A28E-4893-C555-6DE1-4D4CA2466763}"/>
              </a:ext>
            </a:extLst>
          </p:cNvPr>
          <p:cNvSpPr>
            <a:spLocks noGrp="1"/>
          </p:cNvSpPr>
          <p:nvPr>
            <p:ph idx="1"/>
          </p:nvPr>
        </p:nvSpPr>
        <p:spPr>
          <a:xfrm>
            <a:off x="4532243" y="14199"/>
            <a:ext cx="6963149" cy="6100162"/>
          </a:xfrm>
        </p:spPr>
        <p:txBody>
          <a:bodyPr vert="horz" lIns="91440" tIns="45720" rIns="91440" bIns="45720" rtlCol="0" anchor="ctr">
            <a:normAutofit lnSpcReduction="10000"/>
          </a:bodyPr>
          <a:lstStyle/>
          <a:p>
            <a:pPr>
              <a:lnSpc>
                <a:spcPct val="90000"/>
              </a:lnSpc>
            </a:pPr>
            <a:r>
              <a:rPr lang="en-US" sz="2200" b="1" dirty="0">
                <a:solidFill>
                  <a:schemeClr val="tx1"/>
                </a:solidFill>
                <a:latin typeface="Times New Roman"/>
                <a:cs typeface="Arial"/>
              </a:rPr>
              <a:t>ALGORITHM Brute Force String Match(T[0..n−1],P[0..m−1])</a:t>
            </a:r>
            <a:endParaRPr lang="en-US" sz="2200" b="1" dirty="0">
              <a:solidFill>
                <a:schemeClr val="tx1"/>
              </a:solidFill>
              <a:latin typeface="Times New Roman"/>
              <a:cs typeface="Times New Roman"/>
            </a:endParaRPr>
          </a:p>
          <a:p>
            <a:pPr>
              <a:lnSpc>
                <a:spcPct val="90000"/>
              </a:lnSpc>
            </a:pPr>
            <a:r>
              <a:rPr lang="en-US" sz="2200" dirty="0">
                <a:solidFill>
                  <a:schemeClr val="tx1"/>
                </a:solidFill>
                <a:latin typeface="Times New Roman"/>
                <a:cs typeface="Arial"/>
              </a:rPr>
              <a:t>//Implements brute-force string matching</a:t>
            </a:r>
            <a:endParaRPr lang="en-US" sz="2200" dirty="0">
              <a:solidFill>
                <a:schemeClr val="tx1"/>
              </a:solidFill>
              <a:latin typeface="Times New Roman"/>
              <a:cs typeface="Times New Roman"/>
            </a:endParaRPr>
          </a:p>
          <a:p>
            <a:pPr>
              <a:lnSpc>
                <a:spcPct val="90000"/>
              </a:lnSpc>
            </a:pPr>
            <a:r>
              <a:rPr lang="en-US" sz="2200" dirty="0">
                <a:solidFill>
                  <a:schemeClr val="tx1"/>
                </a:solidFill>
                <a:latin typeface="Times New Roman"/>
                <a:cs typeface="Arial"/>
              </a:rPr>
              <a:t>//Input: An array T[0..n−1] of n characters representing a text and</a:t>
            </a:r>
            <a:endParaRPr lang="en-US" sz="2200" dirty="0">
              <a:solidFill>
                <a:schemeClr val="tx1"/>
              </a:solidFill>
              <a:latin typeface="Times New Roman"/>
              <a:cs typeface="Times New Roman"/>
            </a:endParaRPr>
          </a:p>
          <a:p>
            <a:pPr>
              <a:lnSpc>
                <a:spcPct val="90000"/>
              </a:lnSpc>
            </a:pPr>
            <a:r>
              <a:rPr lang="en-US" sz="2200" dirty="0">
                <a:solidFill>
                  <a:schemeClr val="tx1"/>
                </a:solidFill>
                <a:latin typeface="Times New Roman"/>
                <a:cs typeface="Arial"/>
              </a:rPr>
              <a:t>//an array P[0..m−1] of m characters representing a pattern</a:t>
            </a:r>
            <a:endParaRPr lang="en-US" sz="2200" dirty="0">
              <a:solidFill>
                <a:schemeClr val="tx1"/>
              </a:solidFill>
              <a:latin typeface="Times New Roman"/>
              <a:cs typeface="Times New Roman"/>
            </a:endParaRPr>
          </a:p>
          <a:p>
            <a:pPr>
              <a:lnSpc>
                <a:spcPct val="90000"/>
              </a:lnSpc>
            </a:pPr>
            <a:r>
              <a:rPr lang="en-US" sz="2200" dirty="0">
                <a:solidFill>
                  <a:schemeClr val="tx1"/>
                </a:solidFill>
                <a:latin typeface="Times New Roman"/>
                <a:cs typeface="Arial"/>
              </a:rPr>
              <a:t>//Output: The index of the first character in the text that starts a</a:t>
            </a:r>
            <a:r>
              <a:rPr lang="en-US" sz="2200" dirty="0">
                <a:solidFill>
                  <a:schemeClr val="tx1"/>
                </a:solidFill>
                <a:latin typeface="Times New Roman"/>
                <a:cs typeface="Times New Roman"/>
              </a:rPr>
              <a:t> </a:t>
            </a:r>
            <a:r>
              <a:rPr lang="en-US" sz="2200" dirty="0">
                <a:solidFill>
                  <a:schemeClr val="tx1"/>
                </a:solidFill>
                <a:latin typeface="Times New Roman"/>
                <a:cs typeface="Arial"/>
              </a:rPr>
              <a:t>matching substring or−1 if the search is unsuccessful for</a:t>
            </a:r>
            <a:endParaRPr lang="en-US" sz="2200" dirty="0">
              <a:solidFill>
                <a:schemeClr val="tx1"/>
              </a:solidFill>
              <a:latin typeface="Times New Roman"/>
              <a:cs typeface="Times New Roman"/>
            </a:endParaRPr>
          </a:p>
          <a:p>
            <a:pPr>
              <a:lnSpc>
                <a:spcPct val="90000"/>
              </a:lnSpc>
            </a:pPr>
            <a:r>
              <a:rPr lang="en-US" sz="2200" dirty="0">
                <a:solidFill>
                  <a:schemeClr val="tx1"/>
                </a:solidFill>
                <a:latin typeface="Times New Roman"/>
                <a:cs typeface="Arial"/>
              </a:rPr>
              <a:t>for i←0 to n−m do </a:t>
            </a:r>
            <a:endParaRPr lang="en-US" sz="2200" dirty="0">
              <a:solidFill>
                <a:schemeClr val="tx1"/>
              </a:solidFill>
              <a:latin typeface="Times New Roman"/>
              <a:cs typeface="Times New Roman"/>
            </a:endParaRPr>
          </a:p>
          <a:p>
            <a:pPr>
              <a:lnSpc>
                <a:spcPct val="90000"/>
              </a:lnSpc>
            </a:pPr>
            <a:r>
              <a:rPr lang="en-US" sz="2200" dirty="0">
                <a:solidFill>
                  <a:schemeClr val="tx1"/>
                </a:solidFill>
                <a:latin typeface="Times New Roman"/>
                <a:cs typeface="Arial"/>
              </a:rPr>
              <a:t>     j←0</a:t>
            </a:r>
            <a:endParaRPr lang="en-US" sz="2200" dirty="0">
              <a:solidFill>
                <a:schemeClr val="tx1"/>
              </a:solidFill>
              <a:latin typeface="Times New Roman"/>
              <a:cs typeface="Times New Roman"/>
            </a:endParaRPr>
          </a:p>
          <a:p>
            <a:pPr>
              <a:lnSpc>
                <a:spcPct val="90000"/>
              </a:lnSpc>
            </a:pPr>
            <a:r>
              <a:rPr lang="en-US" sz="2200" dirty="0">
                <a:solidFill>
                  <a:schemeClr val="tx1"/>
                </a:solidFill>
                <a:latin typeface="Times New Roman"/>
                <a:cs typeface="Arial"/>
              </a:rPr>
              <a:t>    While j&lt;m and P[j]=T[</a:t>
            </a:r>
            <a:r>
              <a:rPr lang="en-US" sz="2200" dirty="0" err="1">
                <a:solidFill>
                  <a:schemeClr val="tx1"/>
                </a:solidFill>
                <a:latin typeface="Times New Roman"/>
                <a:cs typeface="Arial"/>
              </a:rPr>
              <a:t>i+j</a:t>
            </a:r>
            <a:r>
              <a:rPr lang="en-US" sz="2200" dirty="0">
                <a:solidFill>
                  <a:schemeClr val="tx1"/>
                </a:solidFill>
                <a:latin typeface="Times New Roman"/>
                <a:cs typeface="Arial"/>
              </a:rPr>
              <a:t>] do</a:t>
            </a:r>
            <a:endParaRPr lang="en-US" sz="2200" dirty="0">
              <a:solidFill>
                <a:schemeClr val="tx1"/>
              </a:solidFill>
              <a:latin typeface="Times New Roman"/>
              <a:cs typeface="Times New Roman"/>
            </a:endParaRPr>
          </a:p>
          <a:p>
            <a:pPr>
              <a:lnSpc>
                <a:spcPct val="90000"/>
              </a:lnSpc>
            </a:pPr>
            <a:r>
              <a:rPr lang="en-US" sz="2200" dirty="0">
                <a:solidFill>
                  <a:schemeClr val="tx1"/>
                </a:solidFill>
                <a:latin typeface="Times New Roman"/>
                <a:cs typeface="Arial"/>
              </a:rPr>
              <a:t>         j←j+1</a:t>
            </a:r>
            <a:endParaRPr lang="en-US" sz="2200" dirty="0">
              <a:solidFill>
                <a:schemeClr val="tx1"/>
              </a:solidFill>
              <a:latin typeface="Times New Roman"/>
              <a:cs typeface="Times New Roman"/>
            </a:endParaRPr>
          </a:p>
          <a:p>
            <a:pPr>
              <a:lnSpc>
                <a:spcPct val="90000"/>
              </a:lnSpc>
            </a:pPr>
            <a:r>
              <a:rPr lang="en-US" sz="2200" dirty="0">
                <a:solidFill>
                  <a:schemeClr val="tx1"/>
                </a:solidFill>
                <a:latin typeface="Times New Roman"/>
                <a:cs typeface="Arial"/>
              </a:rPr>
              <a:t>    if j=m   return </a:t>
            </a:r>
            <a:r>
              <a:rPr lang="en-US" sz="2200" dirty="0" err="1">
                <a:solidFill>
                  <a:schemeClr val="tx1"/>
                </a:solidFill>
                <a:latin typeface="Times New Roman"/>
                <a:cs typeface="Arial"/>
              </a:rPr>
              <a:t>i</a:t>
            </a:r>
            <a:endParaRPr lang="en-US" sz="2200" dirty="0">
              <a:solidFill>
                <a:schemeClr val="tx1"/>
              </a:solidFill>
              <a:latin typeface="Times New Roman"/>
              <a:cs typeface="Times New Roman"/>
            </a:endParaRPr>
          </a:p>
          <a:p>
            <a:pPr>
              <a:lnSpc>
                <a:spcPct val="90000"/>
              </a:lnSpc>
            </a:pPr>
            <a:r>
              <a:rPr lang="en-US" sz="2200" dirty="0">
                <a:solidFill>
                  <a:schemeClr val="tx1"/>
                </a:solidFill>
                <a:latin typeface="Times New Roman"/>
                <a:cs typeface="Arial"/>
              </a:rPr>
              <a:t>return−1</a:t>
            </a:r>
            <a:endParaRPr lang="en-US" sz="2200" dirty="0">
              <a:solidFill>
                <a:schemeClr val="tx1"/>
              </a:solidFill>
              <a:latin typeface="Times New Roman"/>
              <a:cs typeface="Times New Roman"/>
            </a:endParaRPr>
          </a:p>
          <a:p>
            <a:pPr>
              <a:lnSpc>
                <a:spcPct val="90000"/>
              </a:lnSpc>
            </a:pPr>
            <a:endParaRPr lang="en-US" sz="1500" dirty="0">
              <a:solidFill>
                <a:schemeClr val="tx1"/>
              </a:solidFill>
              <a:latin typeface="Times New Roman"/>
              <a:cs typeface="Times New Roman"/>
            </a:endParaRPr>
          </a:p>
        </p:txBody>
      </p:sp>
      <p:sp>
        <p:nvSpPr>
          <p:cNvPr id="6" name="Slide Number Placeholder 5">
            <a:extLst>
              <a:ext uri="{FF2B5EF4-FFF2-40B4-BE49-F238E27FC236}">
                <a16:creationId xmlns:a16="http://schemas.microsoft.com/office/drawing/2014/main" id="{D9513F1E-35A5-F5E8-1D9B-665EDC9CF4EC}"/>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20</a:t>
            </a:fld>
            <a:endParaRPr lang="en-US"/>
          </a:p>
        </p:txBody>
      </p:sp>
      <p:sp>
        <p:nvSpPr>
          <p:cNvPr id="4" name="Date Placeholder 3">
            <a:extLst>
              <a:ext uri="{FF2B5EF4-FFF2-40B4-BE49-F238E27FC236}">
                <a16:creationId xmlns:a16="http://schemas.microsoft.com/office/drawing/2014/main" id="{1D8B19C6-E3CF-B063-7C8D-C09CAE7A5C59}"/>
              </a:ext>
            </a:extLst>
          </p:cNvPr>
          <p:cNvSpPr>
            <a:spLocks noGrp="1"/>
          </p:cNvSpPr>
          <p:nvPr>
            <p:ph type="dt" sz="half" idx="10"/>
          </p:nvPr>
        </p:nvSpPr>
        <p:spPr>
          <a:xfrm>
            <a:off x="422899" y="6217920"/>
            <a:ext cx="2743200" cy="640080"/>
          </a:xfrm>
        </p:spPr>
        <p:txBody>
          <a:bodyPr anchor="ctr">
            <a:normAutofit/>
          </a:bodyPr>
          <a:lstStyle/>
          <a:p>
            <a:pPr>
              <a:spcAft>
                <a:spcPts val="600"/>
              </a:spcAft>
            </a:pPr>
            <a:fld id="{234B7F1E-033A-41FB-9A66-897686B85E11}" type="datetime2">
              <a:rPr lang="en-US" smtClean="0"/>
              <a:t>Thursday, January 29, 2026</a:t>
            </a:fld>
            <a:endParaRPr lang="en-US"/>
          </a:p>
        </p:txBody>
      </p:sp>
      <p:sp>
        <p:nvSpPr>
          <p:cNvPr id="5" name="Footer Placeholder 4">
            <a:extLst>
              <a:ext uri="{FF2B5EF4-FFF2-40B4-BE49-F238E27FC236}">
                <a16:creationId xmlns:a16="http://schemas.microsoft.com/office/drawing/2014/main" id="{5B8049C8-4478-0C81-9284-2FB36E3C2507}"/>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24" name="Straight Connector 23">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1908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Background Gray Rectangle">
            <a:extLst>
              <a:ext uri="{FF2B5EF4-FFF2-40B4-BE49-F238E27FC236}">
                <a16:creationId xmlns:a16="http://schemas.microsoft.com/office/drawing/2014/main" id="{DF77EA1D-CD58-47D1-895E-0E74AE5D1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a:extLst>
              <a:ext uri="{FF2B5EF4-FFF2-40B4-BE49-F238E27FC236}">
                <a16:creationId xmlns:a16="http://schemas.microsoft.com/office/drawing/2014/main" id="{30A2F27B-AF82-4F47-887C-2B4B9878E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3" name="Rectangle 22">
            <a:extLst>
              <a:ext uri="{FF2B5EF4-FFF2-40B4-BE49-F238E27FC236}">
                <a16:creationId xmlns:a16="http://schemas.microsoft.com/office/drawing/2014/main" id="{C73DAA41-976B-4A7A-91F5-FD48E4345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0FC170-E5BE-F129-75FD-7ED131167CFD}"/>
              </a:ext>
            </a:extLst>
          </p:cNvPr>
          <p:cNvSpPr>
            <a:spLocks noGrp="1"/>
          </p:cNvSpPr>
          <p:nvPr>
            <p:ph type="title"/>
          </p:nvPr>
        </p:nvSpPr>
        <p:spPr>
          <a:xfrm>
            <a:off x="760661" y="-738320"/>
            <a:ext cx="10070953" cy="2286068"/>
          </a:xfrm>
        </p:spPr>
        <p:txBody>
          <a:bodyPr anchor="b">
            <a:normAutofit/>
          </a:bodyPr>
          <a:lstStyle/>
          <a:p>
            <a:r>
              <a:rPr lang="en-US" sz="4800"/>
              <a:t>String Matching Time Complexity</a:t>
            </a:r>
          </a:p>
        </p:txBody>
      </p:sp>
      <p:sp>
        <p:nvSpPr>
          <p:cNvPr id="6" name="Slide Number Placeholder 5">
            <a:extLst>
              <a:ext uri="{FF2B5EF4-FFF2-40B4-BE49-F238E27FC236}">
                <a16:creationId xmlns:a16="http://schemas.microsoft.com/office/drawing/2014/main" id="{81BC82F4-0577-879A-6FD5-186F8872D044}"/>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21</a:t>
            </a:fld>
            <a:endParaRPr lang="en-US"/>
          </a:p>
        </p:txBody>
      </p:sp>
      <p:sp>
        <p:nvSpPr>
          <p:cNvPr id="3" name="Content Placeholder 2">
            <a:extLst>
              <a:ext uri="{FF2B5EF4-FFF2-40B4-BE49-F238E27FC236}">
                <a16:creationId xmlns:a16="http://schemas.microsoft.com/office/drawing/2014/main" id="{D0A6A700-236F-35AC-A8A4-CC08E3340AB1}"/>
              </a:ext>
            </a:extLst>
          </p:cNvPr>
          <p:cNvSpPr>
            <a:spLocks noGrp="1"/>
          </p:cNvSpPr>
          <p:nvPr>
            <p:ph idx="1"/>
          </p:nvPr>
        </p:nvSpPr>
        <p:spPr>
          <a:xfrm>
            <a:off x="1546107" y="1472446"/>
            <a:ext cx="9777881" cy="4344213"/>
          </a:xfrm>
        </p:spPr>
        <p:txBody>
          <a:bodyPr vert="horz" lIns="91440" tIns="45720" rIns="91440" bIns="45720" rtlCol="0" anchor="t">
            <a:noAutofit/>
          </a:bodyPr>
          <a:lstStyle/>
          <a:p>
            <a:pPr algn="just">
              <a:lnSpc>
                <a:spcPct val="90000"/>
              </a:lnSpc>
            </a:pPr>
            <a:r>
              <a:rPr lang="en-US" sz="1600" dirty="0">
                <a:solidFill>
                  <a:schemeClr val="tx1"/>
                </a:solidFill>
                <a:latin typeface="Times New Roman"/>
                <a:ea typeface="+mn-lt"/>
                <a:cs typeface="+mn-lt"/>
              </a:rPr>
              <a:t>In the worst case scenario, the algorithm may have to make all m comparisons before shifting the pattern.</a:t>
            </a:r>
            <a:endParaRPr lang="en-US" sz="1600" dirty="0">
              <a:solidFill>
                <a:schemeClr val="tx1"/>
              </a:solidFill>
              <a:latin typeface="Times New Roman"/>
              <a:cs typeface="Times New Roman"/>
            </a:endParaRPr>
          </a:p>
          <a:p>
            <a:pPr algn="just">
              <a:lnSpc>
                <a:spcPct val="90000"/>
              </a:lnSpc>
            </a:pPr>
            <a:r>
              <a:rPr lang="en-US" sz="1600" dirty="0">
                <a:solidFill>
                  <a:schemeClr val="tx1"/>
                </a:solidFill>
                <a:latin typeface="Times New Roman"/>
                <a:ea typeface="+mn-lt"/>
                <a:cs typeface="+mn-lt"/>
              </a:rPr>
              <a:t>This worst case can happen for each of the </a:t>
            </a:r>
            <a:r>
              <a:rPr lang="en-US" sz="1600" b="1" dirty="0">
                <a:solidFill>
                  <a:schemeClr val="tx1"/>
                </a:solidFill>
                <a:highlight>
                  <a:srgbClr val="FFFF00"/>
                </a:highlight>
                <a:latin typeface="Times New Roman"/>
                <a:ea typeface="+mn-lt"/>
                <a:cs typeface="+mn-lt"/>
              </a:rPr>
              <a:t>n - m + 1 </a:t>
            </a:r>
            <a:r>
              <a:rPr lang="en-US" sz="1600" dirty="0">
                <a:solidFill>
                  <a:schemeClr val="tx1"/>
                </a:solidFill>
                <a:latin typeface="Times New Roman"/>
                <a:ea typeface="+mn-lt"/>
                <a:cs typeface="+mn-lt"/>
              </a:rPr>
              <a:t>tries, where n is the length of the text and m is the length of the pattern.</a:t>
            </a:r>
            <a:endParaRPr lang="en-US" sz="1600" dirty="0">
              <a:solidFill>
                <a:schemeClr val="tx1"/>
              </a:solidFill>
              <a:latin typeface="Times New Roman"/>
              <a:cs typeface="Times New Roman"/>
            </a:endParaRPr>
          </a:p>
          <a:p>
            <a:pPr algn="just">
              <a:lnSpc>
                <a:spcPct val="90000"/>
              </a:lnSpc>
            </a:pPr>
            <a:r>
              <a:rPr lang="en-US" sz="1600" dirty="0">
                <a:solidFill>
                  <a:schemeClr val="tx1"/>
                </a:solidFill>
                <a:latin typeface="Times New Roman"/>
                <a:ea typeface="+mn-lt"/>
                <a:cs typeface="+mn-lt"/>
              </a:rPr>
              <a:t>So, in the worst case, the time complexity of the algorithm is </a:t>
            </a:r>
            <a:r>
              <a:rPr lang="en-US" sz="1600" b="1" dirty="0">
                <a:solidFill>
                  <a:schemeClr val="tx1"/>
                </a:solidFill>
                <a:highlight>
                  <a:srgbClr val="FFFF00"/>
                </a:highlight>
                <a:latin typeface="Times New Roman"/>
                <a:ea typeface="+mn-lt"/>
                <a:cs typeface="+mn-lt"/>
              </a:rPr>
              <a:t>O(n * m)</a:t>
            </a:r>
            <a:r>
              <a:rPr lang="en-US" sz="1600" dirty="0">
                <a:solidFill>
                  <a:schemeClr val="tx1"/>
                </a:solidFill>
                <a:latin typeface="Times New Roman"/>
                <a:ea typeface="+mn-lt"/>
                <a:cs typeface="+mn-lt"/>
              </a:rPr>
              <a:t>, which means it grows proportionally to the product of the lengths of the text and the pattern.</a:t>
            </a:r>
            <a:endParaRPr lang="en-US" sz="1600" dirty="0">
              <a:solidFill>
                <a:schemeClr val="tx1"/>
              </a:solidFill>
              <a:latin typeface="Times New Roman"/>
              <a:cs typeface="Times New Roman"/>
            </a:endParaRPr>
          </a:p>
          <a:p>
            <a:pPr algn="just">
              <a:lnSpc>
                <a:spcPct val="90000"/>
              </a:lnSpc>
            </a:pPr>
            <a:r>
              <a:rPr lang="en-US" sz="1600" dirty="0">
                <a:solidFill>
                  <a:schemeClr val="tx1"/>
                </a:solidFill>
                <a:latin typeface="Times New Roman"/>
                <a:ea typeface="+mn-lt"/>
                <a:cs typeface="+mn-lt"/>
              </a:rPr>
              <a:t>However, for a typical word search in a natural language text, most shifts happen after very few comparisons.</a:t>
            </a:r>
            <a:endParaRPr lang="en-US" sz="1600" dirty="0">
              <a:solidFill>
                <a:schemeClr val="tx1"/>
              </a:solidFill>
              <a:latin typeface="Times New Roman"/>
              <a:cs typeface="Times New Roman"/>
            </a:endParaRPr>
          </a:p>
          <a:p>
            <a:pPr algn="just">
              <a:lnSpc>
                <a:spcPct val="90000"/>
              </a:lnSpc>
            </a:pPr>
            <a:r>
              <a:rPr lang="en-US" sz="1600" dirty="0">
                <a:solidFill>
                  <a:schemeClr val="tx1"/>
                </a:solidFill>
                <a:latin typeface="Times New Roman"/>
                <a:ea typeface="+mn-lt"/>
                <a:cs typeface="+mn-lt"/>
              </a:rPr>
              <a:t>This means that in practice, the average-case efficiency of the algorithm is considerably better than the worst-case efficiency.</a:t>
            </a:r>
            <a:endParaRPr lang="en-US" sz="1600" dirty="0">
              <a:solidFill>
                <a:schemeClr val="tx1"/>
              </a:solidFill>
              <a:latin typeface="Times New Roman"/>
              <a:cs typeface="Times New Roman"/>
            </a:endParaRPr>
          </a:p>
          <a:p>
            <a:pPr algn="just">
              <a:lnSpc>
                <a:spcPct val="90000"/>
              </a:lnSpc>
            </a:pPr>
            <a:r>
              <a:rPr lang="en-US" sz="1600" dirty="0">
                <a:solidFill>
                  <a:schemeClr val="tx1"/>
                </a:solidFill>
                <a:latin typeface="Times New Roman"/>
                <a:ea typeface="+mn-lt"/>
                <a:cs typeface="+mn-lt"/>
              </a:rPr>
              <a:t>In fact, for searching in random texts, it has been shown that the average-case time complexity is linear, meaning it grows linearly with the sum of the lengths of the text and the pattern. So it is </a:t>
            </a:r>
            <a:r>
              <a:rPr lang="en-US" sz="1600" b="1" dirty="0">
                <a:solidFill>
                  <a:schemeClr val="tx1"/>
                </a:solidFill>
                <a:highlight>
                  <a:srgbClr val="FFFF00"/>
                </a:highlight>
                <a:latin typeface="Times New Roman"/>
                <a:ea typeface="+mn-lt"/>
                <a:cs typeface="+mn-lt"/>
              </a:rPr>
              <a:t>O(n + m).</a:t>
            </a:r>
            <a:endParaRPr lang="en-US" sz="1600" b="1" dirty="0">
              <a:solidFill>
                <a:schemeClr val="tx1"/>
              </a:solidFill>
              <a:highlight>
                <a:srgbClr val="FFFF00"/>
              </a:highlight>
              <a:latin typeface="Times New Roman"/>
              <a:cs typeface="Times New Roman"/>
            </a:endParaRPr>
          </a:p>
          <a:p>
            <a:pPr algn="just">
              <a:lnSpc>
                <a:spcPct val="90000"/>
              </a:lnSpc>
            </a:pPr>
            <a:r>
              <a:rPr lang="en-US" sz="1600" dirty="0">
                <a:solidFill>
                  <a:schemeClr val="tx1"/>
                </a:solidFill>
                <a:latin typeface="Times New Roman"/>
                <a:ea typeface="+mn-lt"/>
                <a:cs typeface="+mn-lt"/>
              </a:rPr>
              <a:t>This linear time complexity,</a:t>
            </a:r>
            <a:r>
              <a:rPr lang="en-US" sz="1600" b="1" dirty="0">
                <a:solidFill>
                  <a:schemeClr val="tx1"/>
                </a:solidFill>
                <a:latin typeface="Times New Roman"/>
                <a:ea typeface="+mn-lt"/>
                <a:cs typeface="+mn-lt"/>
              </a:rPr>
              <a:t> </a:t>
            </a:r>
            <a:r>
              <a:rPr lang="en-US" sz="1600" b="1" dirty="0">
                <a:solidFill>
                  <a:schemeClr val="tx1"/>
                </a:solidFill>
                <a:highlight>
                  <a:srgbClr val="FFFF00"/>
                </a:highlight>
                <a:latin typeface="Times New Roman"/>
                <a:ea typeface="+mn-lt"/>
                <a:cs typeface="+mn-lt"/>
              </a:rPr>
              <a:t>O(n + m)</a:t>
            </a:r>
            <a:r>
              <a:rPr lang="en-US" sz="1600" dirty="0">
                <a:solidFill>
                  <a:schemeClr val="tx1"/>
                </a:solidFill>
                <a:highlight>
                  <a:srgbClr val="FFFF00"/>
                </a:highlight>
                <a:latin typeface="Times New Roman"/>
                <a:ea typeface="+mn-lt"/>
                <a:cs typeface="+mn-lt"/>
              </a:rPr>
              <a:t>, </a:t>
            </a:r>
            <a:r>
              <a:rPr lang="en-US" sz="1600" dirty="0">
                <a:solidFill>
                  <a:schemeClr val="tx1"/>
                </a:solidFill>
                <a:latin typeface="Times New Roman"/>
                <a:ea typeface="+mn-lt"/>
                <a:cs typeface="+mn-lt"/>
              </a:rPr>
              <a:t>is much more efficient than the worst-case time complexity, </a:t>
            </a:r>
            <a:r>
              <a:rPr lang="en-US" sz="1600" b="1" dirty="0">
                <a:solidFill>
                  <a:schemeClr val="tx1"/>
                </a:solidFill>
                <a:highlight>
                  <a:srgbClr val="FFFF00"/>
                </a:highlight>
                <a:latin typeface="Times New Roman"/>
                <a:ea typeface="+mn-lt"/>
                <a:cs typeface="+mn-lt"/>
              </a:rPr>
              <a:t>O(n * m).</a:t>
            </a:r>
            <a:endParaRPr lang="en-US" sz="1600" b="1" dirty="0">
              <a:solidFill>
                <a:schemeClr val="tx1"/>
              </a:solidFill>
              <a:highlight>
                <a:srgbClr val="FFFF00"/>
              </a:highlight>
              <a:latin typeface="Times New Roman"/>
              <a:cs typeface="Times New Roman"/>
            </a:endParaRPr>
          </a:p>
          <a:p>
            <a:pPr algn="just">
              <a:lnSpc>
                <a:spcPct val="90000"/>
              </a:lnSpc>
            </a:pPr>
            <a:r>
              <a:rPr lang="en-US" sz="1600" dirty="0">
                <a:solidFill>
                  <a:schemeClr val="tx1"/>
                </a:solidFill>
                <a:latin typeface="Times New Roman"/>
                <a:ea typeface="+mn-lt"/>
                <a:cs typeface="+mn-lt"/>
              </a:rPr>
              <a:t>It's important to note that these time complexities are specific to the algorithm being used. Different string-matching algorithms may have different time complexities and performance characteristics.</a:t>
            </a:r>
            <a:endParaRPr lang="en-US" sz="1600" dirty="0">
              <a:solidFill>
                <a:schemeClr val="tx1"/>
              </a:solidFill>
              <a:latin typeface="Times New Roman"/>
              <a:cs typeface="Times New Roman"/>
            </a:endParaRPr>
          </a:p>
          <a:p>
            <a:pPr algn="just">
              <a:lnSpc>
                <a:spcPct val="90000"/>
              </a:lnSpc>
            </a:pPr>
            <a:endParaRPr lang="en-US" sz="1600" dirty="0">
              <a:solidFill>
                <a:schemeClr val="tx1"/>
              </a:solidFill>
              <a:latin typeface="Times New Roman"/>
              <a:cs typeface="Times New Roman"/>
            </a:endParaRPr>
          </a:p>
        </p:txBody>
      </p:sp>
      <p:sp>
        <p:nvSpPr>
          <p:cNvPr id="4" name="Date Placeholder 3">
            <a:extLst>
              <a:ext uri="{FF2B5EF4-FFF2-40B4-BE49-F238E27FC236}">
                <a16:creationId xmlns:a16="http://schemas.microsoft.com/office/drawing/2014/main" id="{8FEF2B22-53AE-A880-D021-91326BB34F85}"/>
              </a:ext>
            </a:extLst>
          </p:cNvPr>
          <p:cNvSpPr>
            <a:spLocks noGrp="1"/>
          </p:cNvSpPr>
          <p:nvPr>
            <p:ph type="dt" sz="half" idx="10"/>
          </p:nvPr>
        </p:nvSpPr>
        <p:spPr>
          <a:xfrm>
            <a:off x="422899" y="6217920"/>
            <a:ext cx="2743200" cy="640080"/>
          </a:xfrm>
        </p:spPr>
        <p:txBody>
          <a:bodyPr anchor="ctr">
            <a:normAutofit/>
          </a:bodyPr>
          <a:lstStyle/>
          <a:p>
            <a:pPr>
              <a:spcAft>
                <a:spcPts val="600"/>
              </a:spcAft>
            </a:pPr>
            <a:fld id="{348B37B0-A25E-47D5-9AFF-D41B60869719}" type="datetime2">
              <a:rPr lang="en-US" smtClean="0"/>
              <a:t>Thursday, January 29, 2026</a:t>
            </a:fld>
            <a:endParaRPr lang="en-US"/>
          </a:p>
        </p:txBody>
      </p:sp>
      <p:sp>
        <p:nvSpPr>
          <p:cNvPr id="5" name="Footer Placeholder 4">
            <a:extLst>
              <a:ext uri="{FF2B5EF4-FFF2-40B4-BE49-F238E27FC236}">
                <a16:creationId xmlns:a16="http://schemas.microsoft.com/office/drawing/2014/main" id="{65C2A17D-9B17-41CC-AB45-933968EC1723}"/>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24" name="Straight Connector 23">
            <a:extLst>
              <a:ext uri="{FF2B5EF4-FFF2-40B4-BE49-F238E27FC236}">
                <a16:creationId xmlns:a16="http://schemas.microsoft.com/office/drawing/2014/main" id="{5E5F5C0F-87CD-40D8-AD4B-452395E32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4F40788-FC62-4F28-9E98-3973123174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0361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5CD6C-91E2-ED18-4FB2-283D67BDC629}"/>
              </a:ext>
            </a:extLst>
          </p:cNvPr>
          <p:cNvSpPr>
            <a:spLocks noGrp="1"/>
          </p:cNvSpPr>
          <p:nvPr>
            <p:ph type="title"/>
          </p:nvPr>
        </p:nvSpPr>
        <p:spPr>
          <a:xfrm>
            <a:off x="422145" y="940910"/>
            <a:ext cx="4471588" cy="4976179"/>
          </a:xfrm>
        </p:spPr>
        <p:txBody>
          <a:bodyPr>
            <a:normAutofit/>
          </a:bodyPr>
          <a:lstStyle/>
          <a:p>
            <a:r>
              <a:rPr lang="en-US" dirty="0">
                <a:latin typeface="Times New Roman"/>
                <a:cs typeface="Times New Roman"/>
              </a:rPr>
              <a:t>Exhaustive search</a:t>
            </a:r>
            <a:endParaRPr lang="en-US" dirty="0"/>
          </a:p>
        </p:txBody>
      </p:sp>
      <p:sp>
        <p:nvSpPr>
          <p:cNvPr id="6" name="Slide Number Placeholder 5">
            <a:extLst>
              <a:ext uri="{FF2B5EF4-FFF2-40B4-BE49-F238E27FC236}">
                <a16:creationId xmlns:a16="http://schemas.microsoft.com/office/drawing/2014/main" id="{A3CA322C-7E14-4CCE-5A9A-D6407C415861}"/>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22</a:t>
            </a:fld>
            <a:endParaRPr lang="en-US"/>
          </a:p>
        </p:txBody>
      </p:sp>
      <p:sp>
        <p:nvSpPr>
          <p:cNvPr id="4" name="Date Placeholder 3">
            <a:extLst>
              <a:ext uri="{FF2B5EF4-FFF2-40B4-BE49-F238E27FC236}">
                <a16:creationId xmlns:a16="http://schemas.microsoft.com/office/drawing/2014/main" id="{90F2D01E-9CFC-1B86-F54B-8142CC448D47}"/>
              </a:ext>
            </a:extLst>
          </p:cNvPr>
          <p:cNvSpPr>
            <a:spLocks noGrp="1"/>
          </p:cNvSpPr>
          <p:nvPr>
            <p:ph type="dt" sz="half" idx="10"/>
          </p:nvPr>
        </p:nvSpPr>
        <p:spPr>
          <a:xfrm>
            <a:off x="422899" y="6217920"/>
            <a:ext cx="2743200" cy="640080"/>
          </a:xfrm>
        </p:spPr>
        <p:txBody>
          <a:bodyPr>
            <a:normAutofit/>
          </a:bodyPr>
          <a:lstStyle/>
          <a:p>
            <a:pPr>
              <a:spcAft>
                <a:spcPts val="600"/>
              </a:spcAft>
            </a:pPr>
            <a:fld id="{F7661064-562B-4F14-A659-F0122BA4F728}" type="datetime2">
              <a:rPr lang="en-US" smtClean="0"/>
              <a:t>Thursday, January 29, 2026</a:t>
            </a:fld>
            <a:endParaRPr lang="en-US"/>
          </a:p>
        </p:txBody>
      </p:sp>
      <p:sp>
        <p:nvSpPr>
          <p:cNvPr id="5" name="Footer Placeholder 4">
            <a:extLst>
              <a:ext uri="{FF2B5EF4-FFF2-40B4-BE49-F238E27FC236}">
                <a16:creationId xmlns:a16="http://schemas.microsoft.com/office/drawing/2014/main" id="{2F311E92-9BB3-B0C3-3BA4-54091E410D81}"/>
              </a:ext>
            </a:extLst>
          </p:cNvPr>
          <p:cNvSpPr>
            <a:spLocks noGrp="1"/>
          </p:cNvSpPr>
          <p:nvPr>
            <p:ph type="ftr" sz="quarter" idx="11"/>
          </p:nvPr>
        </p:nvSpPr>
        <p:spPr>
          <a:xfrm>
            <a:off x="6842943" y="6217920"/>
            <a:ext cx="4114800" cy="640080"/>
          </a:xfrm>
        </p:spPr>
        <p:txBody>
          <a:bodyPr>
            <a:normAutofit/>
          </a:bodyPr>
          <a:lstStyle/>
          <a:p>
            <a:pPr>
              <a:spcAft>
                <a:spcPts val="600"/>
              </a:spcAft>
            </a:pPr>
            <a:r>
              <a:rPr lang="en-US"/>
              <a:t>Department of ICT</a:t>
            </a:r>
          </a:p>
        </p:txBody>
      </p:sp>
      <p:cxnSp>
        <p:nvCxnSpPr>
          <p:cNvPr id="18"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A7F7B242-4C24-CFCA-DED9-8AE7E033AC0D}"/>
              </a:ext>
            </a:extLst>
          </p:cNvPr>
          <p:cNvGraphicFramePr>
            <a:graphicFrameLocks noGrp="1"/>
          </p:cNvGraphicFramePr>
          <p:nvPr>
            <p:ph idx="1"/>
            <p:extLst>
              <p:ext uri="{D42A27DB-BD31-4B8C-83A1-F6EECF244321}">
                <p14:modId xmlns:p14="http://schemas.microsoft.com/office/powerpoint/2010/main" val="2336250396"/>
              </p:ext>
            </p:extLst>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6187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9CE9782-0FD1-493B-9C50-C51AB7C5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Rectangle 28">
            <a:extLst>
              <a:ext uri="{FF2B5EF4-FFF2-40B4-BE49-F238E27FC236}">
                <a16:creationId xmlns:a16="http://schemas.microsoft.com/office/drawing/2014/main" id="{F6619023-691E-4F1C-A10A-0EA3D044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Rectangle 30">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85800"/>
            <a:ext cx="422144" cy="5486400"/>
          </a:xfrm>
          <a:prstGeom prst="rect">
            <a:avLst/>
          </a:prstGeom>
          <a:solidFill>
            <a:srgbClr val="6988AC">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33" name="Rectangle 32">
            <a:extLst>
              <a:ext uri="{FF2B5EF4-FFF2-40B4-BE49-F238E27FC236}">
                <a16:creationId xmlns:a16="http://schemas.microsoft.com/office/drawing/2014/main" id="{147EAFFD-2BD1-4600-B034-EEF700787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B618AF-59A3-F585-D164-7D324350E197}"/>
              </a:ext>
            </a:extLst>
          </p:cNvPr>
          <p:cNvSpPr>
            <a:spLocks noGrp="1"/>
          </p:cNvSpPr>
          <p:nvPr>
            <p:ph type="title"/>
          </p:nvPr>
        </p:nvSpPr>
        <p:spPr>
          <a:xfrm>
            <a:off x="5132026" y="540167"/>
            <a:ext cx="5828376" cy="2135867"/>
          </a:xfrm>
        </p:spPr>
        <p:txBody>
          <a:bodyPr anchor="b">
            <a:normAutofit/>
          </a:bodyPr>
          <a:lstStyle/>
          <a:p>
            <a:r>
              <a:rPr lang="en-US" sz="4800" dirty="0">
                <a:solidFill>
                  <a:schemeClr val="tx1"/>
                </a:solidFill>
              </a:rPr>
              <a:t>Traveling Salesman Problem (TSP)</a:t>
            </a:r>
          </a:p>
        </p:txBody>
      </p:sp>
      <p:sp>
        <p:nvSpPr>
          <p:cNvPr id="6" name="Slide Number Placeholder 5">
            <a:extLst>
              <a:ext uri="{FF2B5EF4-FFF2-40B4-BE49-F238E27FC236}">
                <a16:creationId xmlns:a16="http://schemas.microsoft.com/office/drawing/2014/main" id="{248281BE-5C78-852B-9CD5-A59E4C1AB639}"/>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23</a:t>
            </a:fld>
            <a:endParaRPr lang="en-US"/>
          </a:p>
        </p:txBody>
      </p:sp>
      <p:pic>
        <p:nvPicPr>
          <p:cNvPr id="8" name="Picture 7" descr="Women in matching clothes">
            <a:extLst>
              <a:ext uri="{FF2B5EF4-FFF2-40B4-BE49-F238E27FC236}">
                <a16:creationId xmlns:a16="http://schemas.microsoft.com/office/drawing/2014/main" id="{63E567B5-D2E6-E147-550B-437440378DB3}"/>
              </a:ext>
            </a:extLst>
          </p:cNvPr>
          <p:cNvPicPr>
            <a:picLocks noChangeAspect="1"/>
          </p:cNvPicPr>
          <p:nvPr/>
        </p:nvPicPr>
        <p:blipFill rotWithShape="1">
          <a:blip r:embed="rId2"/>
          <a:srcRect l="26709" r="20386" b="2"/>
          <a:stretch/>
        </p:blipFill>
        <p:spPr>
          <a:xfrm>
            <a:off x="413003" y="685800"/>
            <a:ext cx="4073933" cy="5486400"/>
          </a:xfrm>
          <a:prstGeom prst="rect">
            <a:avLst/>
          </a:prstGeom>
        </p:spPr>
      </p:pic>
      <p:sp>
        <p:nvSpPr>
          <p:cNvPr id="3" name="Content Placeholder 2">
            <a:extLst>
              <a:ext uri="{FF2B5EF4-FFF2-40B4-BE49-F238E27FC236}">
                <a16:creationId xmlns:a16="http://schemas.microsoft.com/office/drawing/2014/main" id="{71A3A2F1-F208-2F88-32AE-30A6D4B9B15E}"/>
              </a:ext>
            </a:extLst>
          </p:cNvPr>
          <p:cNvSpPr>
            <a:spLocks noGrp="1"/>
          </p:cNvSpPr>
          <p:nvPr>
            <p:ph idx="1"/>
          </p:nvPr>
        </p:nvSpPr>
        <p:spPr>
          <a:xfrm>
            <a:off x="5132026" y="2880452"/>
            <a:ext cx="5828376" cy="3095445"/>
          </a:xfrm>
        </p:spPr>
        <p:txBody>
          <a:bodyPr vert="horz" lIns="91440" tIns="45720" rIns="91440" bIns="45720" rtlCol="0" anchor="t">
            <a:normAutofit/>
          </a:bodyPr>
          <a:lstStyle/>
          <a:p>
            <a:pPr algn="just">
              <a:buFont typeface="Wingdings 2"/>
              <a:buChar char=""/>
            </a:pPr>
            <a:r>
              <a:rPr lang="en-US" sz="1800" dirty="0">
                <a:solidFill>
                  <a:schemeClr val="tx1"/>
                </a:solidFill>
                <a:latin typeface="Times New Roman"/>
                <a:ea typeface="+mn-lt"/>
                <a:cs typeface="+mn-lt"/>
              </a:rPr>
              <a:t>The TSP involves finding the shortest possible route that a salesman can take to visit a set of cities and return to the starting city, while visiting each city exactly once.</a:t>
            </a:r>
            <a:endParaRPr lang="en-US" sz="1800" dirty="0">
              <a:solidFill>
                <a:schemeClr val="tx1"/>
              </a:solidFill>
              <a:latin typeface="Times New Roman"/>
              <a:cs typeface="Times New Roman"/>
            </a:endParaRPr>
          </a:p>
          <a:p>
            <a:pPr algn="just">
              <a:buFont typeface="Wingdings 2"/>
              <a:buChar char=""/>
            </a:pPr>
            <a:r>
              <a:rPr lang="en-US" sz="1800" dirty="0">
                <a:solidFill>
                  <a:schemeClr val="tx1"/>
                </a:solidFill>
                <a:latin typeface="Times New Roman"/>
                <a:ea typeface="+mn-lt"/>
                <a:cs typeface="+mn-lt"/>
              </a:rPr>
              <a:t>The cities and their connections are represented as a weighted graph, where the weights along the edges represent the distances or costs between the cities. The goal is to find the route with the minimum total weight.</a:t>
            </a:r>
            <a:endParaRPr lang="en-US" sz="1800" dirty="0">
              <a:solidFill>
                <a:schemeClr val="tx1"/>
              </a:solidFill>
              <a:latin typeface="Times New Roman"/>
              <a:cs typeface="Times New Roman"/>
            </a:endParaRPr>
          </a:p>
          <a:p>
            <a:pPr marL="0" indent="0" algn="just">
              <a:buNone/>
            </a:pPr>
            <a:endParaRPr lang="en-US" sz="1800" dirty="0">
              <a:solidFill>
                <a:schemeClr val="tx1"/>
              </a:solidFill>
              <a:latin typeface="Times New Roman"/>
              <a:cs typeface="Times New Roman"/>
            </a:endParaRPr>
          </a:p>
        </p:txBody>
      </p:sp>
      <p:sp>
        <p:nvSpPr>
          <p:cNvPr id="4" name="Date Placeholder 3">
            <a:extLst>
              <a:ext uri="{FF2B5EF4-FFF2-40B4-BE49-F238E27FC236}">
                <a16:creationId xmlns:a16="http://schemas.microsoft.com/office/drawing/2014/main" id="{F646CDEE-D0C5-2E55-A23A-DEAD4918E4EC}"/>
              </a:ext>
            </a:extLst>
          </p:cNvPr>
          <p:cNvSpPr>
            <a:spLocks noGrp="1"/>
          </p:cNvSpPr>
          <p:nvPr>
            <p:ph type="dt" sz="half" idx="10"/>
          </p:nvPr>
        </p:nvSpPr>
        <p:spPr>
          <a:xfrm>
            <a:off x="422899" y="6217920"/>
            <a:ext cx="2743200" cy="640080"/>
          </a:xfrm>
        </p:spPr>
        <p:txBody>
          <a:bodyPr>
            <a:normAutofit/>
          </a:bodyPr>
          <a:lstStyle/>
          <a:p>
            <a:pPr>
              <a:spcAft>
                <a:spcPts val="600"/>
              </a:spcAft>
            </a:pPr>
            <a:fld id="{CA839FA2-805E-4E18-88E9-4D6274F17825}" type="datetime2">
              <a:rPr lang="en-US" smtClean="0"/>
              <a:t>Thursday, January 29, 2026</a:t>
            </a:fld>
            <a:endParaRPr lang="en-US"/>
          </a:p>
        </p:txBody>
      </p:sp>
      <p:sp>
        <p:nvSpPr>
          <p:cNvPr id="5" name="Footer Placeholder 4">
            <a:extLst>
              <a:ext uri="{FF2B5EF4-FFF2-40B4-BE49-F238E27FC236}">
                <a16:creationId xmlns:a16="http://schemas.microsoft.com/office/drawing/2014/main" id="{A21FEF04-01E7-CE06-C41D-065A64A7B5A6}"/>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35" name="Straight Connector 34">
            <a:extLst>
              <a:ext uri="{FF2B5EF4-FFF2-40B4-BE49-F238E27FC236}">
                <a16:creationId xmlns:a16="http://schemas.microsoft.com/office/drawing/2014/main" id="{8D4B5F26-8713-4267-9186-183BB809C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6988AC"/>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72C66DF-2004-4C24-8C07-554E41490D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6988AC"/>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477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Rectangle 15">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Rectangle 17">
            <a:extLst>
              <a:ext uri="{FF2B5EF4-FFF2-40B4-BE49-F238E27FC236}">
                <a16:creationId xmlns:a16="http://schemas.microsoft.com/office/drawing/2014/main" id="{1335D9B3-B2C5-40E1-BFF9-E01D0DB42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D77B41-81AE-DADA-1B9C-D35D7B6FBA09}"/>
              </a:ext>
            </a:extLst>
          </p:cNvPr>
          <p:cNvSpPr>
            <a:spLocks noGrp="1"/>
          </p:cNvSpPr>
          <p:nvPr>
            <p:ph type="title"/>
          </p:nvPr>
        </p:nvSpPr>
        <p:spPr>
          <a:xfrm>
            <a:off x="1653823" y="2603428"/>
            <a:ext cx="3079214" cy="1268360"/>
          </a:xfrm>
        </p:spPr>
        <p:txBody>
          <a:bodyPr anchor="b">
            <a:normAutofit fontScale="90000"/>
          </a:bodyPr>
          <a:lstStyle/>
          <a:p>
            <a:r>
              <a:rPr lang="en-US" sz="4800" dirty="0">
                <a:solidFill>
                  <a:schemeClr val="tx1"/>
                </a:solidFill>
              </a:rPr>
              <a:t>TSP PROBLEM</a:t>
            </a:r>
          </a:p>
        </p:txBody>
      </p:sp>
      <p:sp>
        <p:nvSpPr>
          <p:cNvPr id="6" name="Slide Number Placeholder 5">
            <a:extLst>
              <a:ext uri="{FF2B5EF4-FFF2-40B4-BE49-F238E27FC236}">
                <a16:creationId xmlns:a16="http://schemas.microsoft.com/office/drawing/2014/main" id="{EA542041-74D8-33F6-54B6-BA9028C4135B}"/>
              </a:ext>
            </a:extLst>
          </p:cNvPr>
          <p:cNvSpPr>
            <a:spLocks noGrp="1"/>
          </p:cNvSpPr>
          <p:nvPr>
            <p:ph type="sldNum" sz="quarter" idx="12"/>
          </p:nvPr>
        </p:nvSpPr>
        <p:spPr>
          <a:xfrm>
            <a:off x="11503152" y="-18288"/>
            <a:ext cx="685800" cy="685800"/>
          </a:xfrm>
        </p:spPr>
        <p:txBody>
          <a:bodyPr>
            <a:normAutofit/>
          </a:bodyPr>
          <a:lstStyle/>
          <a:p>
            <a:pPr>
              <a:spcAft>
                <a:spcPts val="600"/>
              </a:spcAft>
            </a:pPr>
            <a:fld id="{7BE69E03-4804-4553-A1EC-F089884EF50F}" type="slidenum">
              <a:rPr lang="en-US" smtClean="0"/>
              <a:pPr>
                <a:spcAft>
                  <a:spcPts val="600"/>
                </a:spcAft>
              </a:pPr>
              <a:t>24</a:t>
            </a:fld>
            <a:endParaRPr lang="en-US"/>
          </a:p>
        </p:txBody>
      </p:sp>
      <p:sp>
        <p:nvSpPr>
          <p:cNvPr id="4" name="Date Placeholder 3">
            <a:extLst>
              <a:ext uri="{FF2B5EF4-FFF2-40B4-BE49-F238E27FC236}">
                <a16:creationId xmlns:a16="http://schemas.microsoft.com/office/drawing/2014/main" id="{562126E9-4243-F6F4-95CD-16353ADD7ECB}"/>
              </a:ext>
            </a:extLst>
          </p:cNvPr>
          <p:cNvSpPr>
            <a:spLocks noGrp="1"/>
          </p:cNvSpPr>
          <p:nvPr>
            <p:ph type="dt" sz="half" idx="10"/>
          </p:nvPr>
        </p:nvSpPr>
        <p:spPr>
          <a:xfrm>
            <a:off x="422898" y="6217920"/>
            <a:ext cx="2743200" cy="640080"/>
          </a:xfrm>
        </p:spPr>
        <p:txBody>
          <a:bodyPr>
            <a:normAutofit/>
          </a:bodyPr>
          <a:lstStyle/>
          <a:p>
            <a:pPr>
              <a:spcAft>
                <a:spcPts val="600"/>
              </a:spcAft>
            </a:pPr>
            <a:fld id="{F628FEE8-A0C9-4CEE-AF1A-1F4483D0557B}" type="datetime2">
              <a:rPr lang="en-US" smtClean="0"/>
              <a:t>Thursday, January 29, 2026</a:t>
            </a:fld>
            <a:endParaRPr lang="en-US"/>
          </a:p>
        </p:txBody>
      </p:sp>
      <p:sp>
        <p:nvSpPr>
          <p:cNvPr id="20" name="Rectangle 19">
            <a:extLst>
              <a:ext uri="{FF2B5EF4-FFF2-40B4-BE49-F238E27FC236}">
                <a16:creationId xmlns:a16="http://schemas.microsoft.com/office/drawing/2014/main" id="{6D95061B-ADFC-4592-8BB1-0D542F6F64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042523" y="6081915"/>
            <a:ext cx="6460098" cy="781696"/>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7" name="Content Placeholder 6" descr="A diagram of a network&#10;&#10;Description automatically generated">
            <a:extLst>
              <a:ext uri="{FF2B5EF4-FFF2-40B4-BE49-F238E27FC236}">
                <a16:creationId xmlns:a16="http://schemas.microsoft.com/office/drawing/2014/main" id="{0A09815F-A312-6955-9343-3C36F9B778F2}"/>
              </a:ext>
            </a:extLst>
          </p:cNvPr>
          <p:cNvPicPr>
            <a:picLocks noChangeAspect="1"/>
          </p:cNvPicPr>
          <p:nvPr/>
        </p:nvPicPr>
        <p:blipFill>
          <a:blip r:embed="rId2"/>
          <a:stretch>
            <a:fillRect/>
          </a:stretch>
        </p:blipFill>
        <p:spPr>
          <a:xfrm>
            <a:off x="5452785" y="710848"/>
            <a:ext cx="6044105" cy="5452031"/>
          </a:xfrm>
          <a:prstGeom prst="rect">
            <a:avLst/>
          </a:prstGeom>
        </p:spPr>
      </p:pic>
      <p:cxnSp>
        <p:nvCxnSpPr>
          <p:cNvPr id="22" name="Straight Connector 21">
            <a:extLst>
              <a:ext uri="{FF2B5EF4-FFF2-40B4-BE49-F238E27FC236}">
                <a16:creationId xmlns:a16="http://schemas.microsoft.com/office/drawing/2014/main" id="{2B67C3E3-D148-40AD-9F4C-431AA28AC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589EDB"/>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30DD030-ACB5-4C2C-AD03-51D52E277D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589EDB"/>
            </a:solidFill>
            <a:prstDash val="dash"/>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AAE6A38F-71E3-40BA-8DBB-8293D935F3C3}"/>
              </a:ext>
            </a:extLst>
          </p:cNvPr>
          <p:cNvSpPr>
            <a:spLocks noGrp="1"/>
          </p:cNvSpPr>
          <p:nvPr>
            <p:ph type="ftr" sz="quarter" idx="11"/>
          </p:nvPr>
        </p:nvSpPr>
        <p:spPr/>
        <p:txBody>
          <a:bodyPr/>
          <a:lstStyle/>
          <a:p>
            <a:r>
              <a:rPr lang="en-US"/>
              <a:t>Department of ICT</a:t>
            </a:r>
            <a:endParaRPr lang="en-US" dirty="0"/>
          </a:p>
        </p:txBody>
      </p:sp>
    </p:spTree>
    <p:extLst>
      <p:ext uri="{BB962C8B-B14F-4D97-AF65-F5344CB8AC3E}">
        <p14:creationId xmlns:p14="http://schemas.microsoft.com/office/powerpoint/2010/main" val="1468241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141D78-7AF9-97B7-3D8C-1A5D01DCC352}"/>
              </a:ext>
            </a:extLst>
          </p:cNvPr>
          <p:cNvSpPr>
            <a:spLocks noGrp="1"/>
          </p:cNvSpPr>
          <p:nvPr>
            <p:ph type="title"/>
          </p:nvPr>
        </p:nvSpPr>
        <p:spPr>
          <a:xfrm>
            <a:off x="422401" y="603503"/>
            <a:ext cx="10851735" cy="1739267"/>
          </a:xfrm>
        </p:spPr>
        <p:txBody>
          <a:bodyPr anchor="t">
            <a:normAutofit/>
          </a:bodyPr>
          <a:lstStyle/>
          <a:p>
            <a:r>
              <a:rPr lang="en-US" dirty="0"/>
              <a:t>TSP - SOLUTION</a:t>
            </a:r>
          </a:p>
        </p:txBody>
      </p:sp>
      <p:sp>
        <p:nvSpPr>
          <p:cNvPr id="6" name="Slide Number Placeholder 5">
            <a:extLst>
              <a:ext uri="{FF2B5EF4-FFF2-40B4-BE49-F238E27FC236}">
                <a16:creationId xmlns:a16="http://schemas.microsoft.com/office/drawing/2014/main" id="{166DB3E9-6C3B-5CED-8F8C-441E5036B9D6}"/>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25</a:t>
            </a:fld>
            <a:endParaRPr lang="en-US"/>
          </a:p>
        </p:txBody>
      </p:sp>
      <p:sp>
        <p:nvSpPr>
          <p:cNvPr id="4" name="Date Placeholder 3">
            <a:extLst>
              <a:ext uri="{FF2B5EF4-FFF2-40B4-BE49-F238E27FC236}">
                <a16:creationId xmlns:a16="http://schemas.microsoft.com/office/drawing/2014/main" id="{694D252B-2EA9-F95B-9013-403B2F42D245}"/>
              </a:ext>
            </a:extLst>
          </p:cNvPr>
          <p:cNvSpPr>
            <a:spLocks noGrp="1"/>
          </p:cNvSpPr>
          <p:nvPr>
            <p:ph type="dt" sz="half" idx="10"/>
          </p:nvPr>
        </p:nvSpPr>
        <p:spPr>
          <a:xfrm>
            <a:off x="422899" y="6217920"/>
            <a:ext cx="2743200" cy="640080"/>
          </a:xfrm>
        </p:spPr>
        <p:txBody>
          <a:bodyPr>
            <a:normAutofit/>
          </a:bodyPr>
          <a:lstStyle/>
          <a:p>
            <a:pPr>
              <a:spcAft>
                <a:spcPts val="600"/>
              </a:spcAft>
            </a:pPr>
            <a:fld id="{95F3B5A5-4BA3-4188-B6B6-B340915C238C}" type="datetime2">
              <a:rPr lang="en-US" smtClean="0"/>
              <a:t>Thursday, January 29, 2026</a:t>
            </a:fld>
            <a:endParaRPr lang="en-US"/>
          </a:p>
        </p:txBody>
      </p:sp>
      <p:sp>
        <p:nvSpPr>
          <p:cNvPr id="5" name="Footer Placeholder 4">
            <a:extLst>
              <a:ext uri="{FF2B5EF4-FFF2-40B4-BE49-F238E27FC236}">
                <a16:creationId xmlns:a16="http://schemas.microsoft.com/office/drawing/2014/main" id="{F05CA6DB-EF50-56BB-BED1-C268E7381AAC}"/>
              </a:ext>
            </a:extLst>
          </p:cNvPr>
          <p:cNvSpPr>
            <a:spLocks noGrp="1"/>
          </p:cNvSpPr>
          <p:nvPr>
            <p:ph type="ftr" sz="quarter" idx="11"/>
          </p:nvPr>
        </p:nvSpPr>
        <p:spPr>
          <a:xfrm>
            <a:off x="6842943" y="6217920"/>
            <a:ext cx="4114800" cy="640080"/>
          </a:xfrm>
        </p:spPr>
        <p:txBody>
          <a:bodyPr>
            <a:normAutofit/>
          </a:bodyPr>
          <a:lstStyle/>
          <a:p>
            <a:pPr>
              <a:spcAft>
                <a:spcPts val="600"/>
              </a:spcAft>
            </a:pPr>
            <a:r>
              <a:rPr lang="en-US"/>
              <a:t>Department of ICT</a:t>
            </a:r>
          </a:p>
        </p:txBody>
      </p:sp>
      <p:cxnSp>
        <p:nvCxnSpPr>
          <p:cNvPr id="19"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1"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7">
            <a:extLst>
              <a:ext uri="{FF2B5EF4-FFF2-40B4-BE49-F238E27FC236}">
                <a16:creationId xmlns:a16="http://schemas.microsoft.com/office/drawing/2014/main" id="{6A5ECD2E-DC2F-4182-1352-49586155ED6C}"/>
              </a:ext>
            </a:extLst>
          </p:cNvPr>
          <p:cNvGraphicFramePr>
            <a:graphicFrameLocks noGrp="1"/>
          </p:cNvGraphicFramePr>
          <p:nvPr>
            <p:ph idx="1"/>
            <p:extLst>
              <p:ext uri="{D42A27DB-BD31-4B8C-83A1-F6EECF244321}">
                <p14:modId xmlns:p14="http://schemas.microsoft.com/office/powerpoint/2010/main" val="562671557"/>
              </p:ext>
            </p:extLst>
          </p:nvPr>
        </p:nvGraphicFramePr>
        <p:xfrm>
          <a:off x="2064070" y="1378613"/>
          <a:ext cx="8320898" cy="3231235"/>
        </p:xfrm>
        <a:graphic>
          <a:graphicData uri="http://schemas.openxmlformats.org/drawingml/2006/table">
            <a:tbl>
              <a:tblPr firstRow="1" bandRow="1">
                <a:tableStyleId>{5C22544A-7EE6-4342-B048-85BDC9FD1C3A}</a:tableStyleId>
              </a:tblPr>
              <a:tblGrid>
                <a:gridCol w="2137720">
                  <a:extLst>
                    <a:ext uri="{9D8B030D-6E8A-4147-A177-3AD203B41FA5}">
                      <a16:colId xmlns:a16="http://schemas.microsoft.com/office/drawing/2014/main" val="3507266834"/>
                    </a:ext>
                  </a:extLst>
                </a:gridCol>
                <a:gridCol w="2724163">
                  <a:extLst>
                    <a:ext uri="{9D8B030D-6E8A-4147-A177-3AD203B41FA5}">
                      <a16:colId xmlns:a16="http://schemas.microsoft.com/office/drawing/2014/main" val="134498563"/>
                    </a:ext>
                  </a:extLst>
                </a:gridCol>
                <a:gridCol w="3459015">
                  <a:extLst>
                    <a:ext uri="{9D8B030D-6E8A-4147-A177-3AD203B41FA5}">
                      <a16:colId xmlns:a16="http://schemas.microsoft.com/office/drawing/2014/main" val="1755892893"/>
                    </a:ext>
                  </a:extLst>
                </a:gridCol>
              </a:tblGrid>
              <a:tr h="461605">
                <a:tc>
                  <a:txBody>
                    <a:bodyPr/>
                    <a:lstStyle/>
                    <a:p>
                      <a:pPr marL="0" algn="l" rtl="0" eaLnBrk="1" fontAlgn="t" latinLnBrk="0" hangingPunct="1">
                        <a:spcBef>
                          <a:spcPts val="0"/>
                        </a:spcBef>
                        <a:spcAft>
                          <a:spcPts val="0"/>
                        </a:spcAft>
                      </a:pPr>
                      <a:r>
                        <a:rPr lang="en-US" sz="2100" b="1" i="0" u="none" strike="noStrike" kern="1200" dirty="0">
                          <a:solidFill>
                            <a:srgbClr val="FFFFFF"/>
                          </a:solidFill>
                          <a:effectLst/>
                          <a:latin typeface="Calibri"/>
                        </a:rPr>
                        <a:t>Tour</a:t>
                      </a:r>
                      <a:endParaRPr lang="en-US" sz="2100" b="0" i="0" u="none" strike="noStrike" dirty="0">
                        <a:effectLst/>
                        <a:latin typeface="Calibri"/>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tc>
                  <a:txBody>
                    <a:bodyPr/>
                    <a:lstStyle/>
                    <a:p>
                      <a:pPr marL="0" algn="l" rtl="0" eaLnBrk="1" fontAlgn="t" latinLnBrk="0" hangingPunct="1">
                        <a:spcBef>
                          <a:spcPts val="0"/>
                        </a:spcBef>
                        <a:spcAft>
                          <a:spcPts val="0"/>
                        </a:spcAft>
                      </a:pPr>
                      <a:r>
                        <a:rPr lang="en-US" sz="2100" b="1" i="0" u="none" strike="noStrike" kern="1200" dirty="0">
                          <a:solidFill>
                            <a:srgbClr val="FFFFFF"/>
                          </a:solidFill>
                          <a:effectLst/>
                          <a:latin typeface="Calibri"/>
                        </a:rPr>
                        <a:t>Length</a:t>
                      </a:r>
                      <a:endParaRPr lang="en-US" sz="2100" b="0" i="0" u="none" strike="noStrike" dirty="0">
                        <a:effectLst/>
                        <a:latin typeface="Calibri"/>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tc>
                  <a:txBody>
                    <a:bodyPr/>
                    <a:lstStyle/>
                    <a:p>
                      <a:pPr marL="0" algn="l" rtl="0" eaLnBrk="1" fontAlgn="t" latinLnBrk="0" hangingPunct="1">
                        <a:spcBef>
                          <a:spcPts val="0"/>
                        </a:spcBef>
                        <a:spcAft>
                          <a:spcPts val="0"/>
                        </a:spcAft>
                      </a:pPr>
                      <a:r>
                        <a:rPr lang="en-US" sz="2100" b="1" i="0" u="none" strike="noStrike" kern="1200" dirty="0">
                          <a:solidFill>
                            <a:srgbClr val="FFFFFF"/>
                          </a:solidFill>
                          <a:effectLst/>
                          <a:latin typeface="Calibri"/>
                        </a:rPr>
                        <a:t>Solution </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4023274084"/>
                  </a:ext>
                </a:extLst>
              </a:tr>
              <a:tr h="461605">
                <a:tc>
                  <a:txBody>
                    <a:bodyPr/>
                    <a:lstStyle/>
                    <a:p>
                      <a:pPr marL="0" algn="l" rtl="0" eaLnBrk="1" fontAlgn="t" latinLnBrk="0" hangingPunct="1">
                        <a:spcBef>
                          <a:spcPts val="0"/>
                        </a:spcBef>
                        <a:spcAft>
                          <a:spcPts val="0"/>
                        </a:spcAft>
                      </a:pPr>
                      <a:r>
                        <a:rPr lang="en-US" sz="2100" b="0" i="0" u="none" strike="noStrike" kern="1200" dirty="0">
                          <a:solidFill>
                            <a:srgbClr val="000000"/>
                          </a:solidFill>
                          <a:effectLst/>
                          <a:latin typeface="Calibri"/>
                        </a:rPr>
                        <a:t>a-b-c-d-a</a:t>
                      </a:r>
                      <a:endParaRPr lang="en-US" sz="2100" b="0" i="0" u="none" strike="noStrike" dirty="0">
                        <a:effectLst/>
                        <a:latin typeface="Calibri"/>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2+8+1+7=18</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endParaRPr lang="en-IN"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639019218"/>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a-b-d-c-a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2+3+1+5=11</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Optimal solution</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2192386293"/>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a-c-b-d-a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5+8+3+7=23</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endParaRPr lang="en-IN"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2879257624"/>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a-c-d-b-a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5+1+3+2=11</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Optimal solution</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3239689607"/>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a-d-b-c-a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7+3+8+5=23</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endParaRPr lang="en-IN"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1519721809"/>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a-d-c-b-a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7+1+8+2=18</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endParaRPr lang="en-IN"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2615482860"/>
                  </a:ext>
                </a:extLst>
              </a:tr>
            </a:tbl>
          </a:graphicData>
        </a:graphic>
      </p:graphicFrame>
      <p:pic>
        <p:nvPicPr>
          <p:cNvPr id="9" name="Picture 8">
            <a:extLst>
              <a:ext uri="{FF2B5EF4-FFF2-40B4-BE49-F238E27FC236}">
                <a16:creationId xmlns:a16="http://schemas.microsoft.com/office/drawing/2014/main" id="{85C2B3F7-CA2A-ED63-1CBF-165CFE685C5E}"/>
              </a:ext>
            </a:extLst>
          </p:cNvPr>
          <p:cNvPicPr>
            <a:picLocks noChangeAspect="1"/>
          </p:cNvPicPr>
          <p:nvPr/>
        </p:nvPicPr>
        <p:blipFill>
          <a:blip r:embed="rId2"/>
          <a:stretch>
            <a:fillRect/>
          </a:stretch>
        </p:blipFill>
        <p:spPr>
          <a:xfrm>
            <a:off x="1932475" y="5188560"/>
            <a:ext cx="7248525" cy="771525"/>
          </a:xfrm>
          <a:prstGeom prst="rect">
            <a:avLst/>
          </a:prstGeom>
        </p:spPr>
      </p:pic>
      <p:sp>
        <p:nvSpPr>
          <p:cNvPr id="3" name="Rectangle: Rounded Corners 2">
            <a:extLst>
              <a:ext uri="{FF2B5EF4-FFF2-40B4-BE49-F238E27FC236}">
                <a16:creationId xmlns:a16="http://schemas.microsoft.com/office/drawing/2014/main" id="{1DF4E345-27BF-FFA5-3CFB-0E116625D57B}"/>
              </a:ext>
            </a:extLst>
          </p:cNvPr>
          <p:cNvSpPr/>
          <p:nvPr/>
        </p:nvSpPr>
        <p:spPr>
          <a:xfrm>
            <a:off x="4765040" y="5323840"/>
            <a:ext cx="386080" cy="426720"/>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947275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EC3710-1B9D-7E48-6AAD-D8BB13D0E4BC}"/>
              </a:ext>
            </a:extLst>
          </p:cNvPr>
          <p:cNvSpPr>
            <a:spLocks noGrp="1"/>
          </p:cNvSpPr>
          <p:nvPr>
            <p:ph type="title"/>
          </p:nvPr>
        </p:nvSpPr>
        <p:spPr>
          <a:xfrm>
            <a:off x="1442593" y="1934561"/>
            <a:ext cx="4438925" cy="1905524"/>
          </a:xfrm>
        </p:spPr>
        <p:txBody>
          <a:bodyPr>
            <a:normAutofit/>
          </a:bodyPr>
          <a:lstStyle/>
          <a:p>
            <a:r>
              <a:rPr lang="en-US" sz="4800" dirty="0">
                <a:latin typeface="Times New Roman"/>
                <a:cs typeface="Times New Roman"/>
              </a:rPr>
              <a:t>KNAPSACK PROBLEM</a:t>
            </a:r>
            <a:endParaRPr lang="en-US" sz="4800" dirty="0"/>
          </a:p>
          <a:p>
            <a:endParaRPr lang="en-US" sz="4800"/>
          </a:p>
        </p:txBody>
      </p:sp>
      <p:sp>
        <p:nvSpPr>
          <p:cNvPr id="3" name="Content Placeholder 2">
            <a:extLst>
              <a:ext uri="{FF2B5EF4-FFF2-40B4-BE49-F238E27FC236}">
                <a16:creationId xmlns:a16="http://schemas.microsoft.com/office/drawing/2014/main" id="{1B4ACA87-1CBD-E99F-3B7D-14AD07928D40}"/>
              </a:ext>
            </a:extLst>
          </p:cNvPr>
          <p:cNvSpPr>
            <a:spLocks noGrp="1"/>
          </p:cNvSpPr>
          <p:nvPr>
            <p:ph idx="1"/>
          </p:nvPr>
        </p:nvSpPr>
        <p:spPr>
          <a:xfrm>
            <a:off x="5087816" y="914653"/>
            <a:ext cx="6348961" cy="5141093"/>
          </a:xfrm>
        </p:spPr>
        <p:txBody>
          <a:bodyPr vert="horz" lIns="91440" tIns="45720" rIns="91440" bIns="45720" rtlCol="0" anchor="ctr">
            <a:normAutofit/>
          </a:bodyPr>
          <a:lstStyle/>
          <a:p>
            <a:pPr algn="just"/>
            <a:r>
              <a:rPr lang="en-US" sz="1800" dirty="0">
                <a:solidFill>
                  <a:schemeClr val="tx1"/>
                </a:solidFill>
                <a:latin typeface="Times New Roman"/>
                <a:ea typeface="+mn-lt"/>
                <a:cs typeface="+mn-lt"/>
              </a:rPr>
              <a:t>The Knapsack Problem involves selecting a subset of items from a given set, where each item has a weight and a benefit value. The goal is to maximize the total benefit value of the selected items while ensuring that the total weight does not exceed the knapsack's maximum capacity.</a:t>
            </a:r>
            <a:endParaRPr lang="en-US" sz="1800" dirty="0">
              <a:solidFill>
                <a:schemeClr val="tx1"/>
              </a:solidFill>
              <a:latin typeface="Times New Roman"/>
              <a:cs typeface="Times New Roman"/>
            </a:endParaRPr>
          </a:p>
          <a:p>
            <a:pPr algn="just"/>
            <a:r>
              <a:rPr lang="en-US" sz="1800" dirty="0">
                <a:solidFill>
                  <a:schemeClr val="tx1"/>
                </a:solidFill>
                <a:latin typeface="Times New Roman"/>
                <a:ea typeface="+mn-lt"/>
                <a:cs typeface="+mn-lt"/>
              </a:rPr>
              <a:t>The problem can be formulated as an optimization problem, where the decision variables represent whether an item is included in the knapsack or not. Different algorithms, such as dynamic programming or greedy algorithms, can be used to solve the Knapsack Problem and find the optimal solution.</a:t>
            </a:r>
            <a:endParaRPr lang="en-US" sz="1800" dirty="0">
              <a:solidFill>
                <a:schemeClr val="tx1"/>
              </a:solidFill>
              <a:latin typeface="Times New Roman"/>
              <a:cs typeface="Times New Roman"/>
            </a:endParaRPr>
          </a:p>
          <a:p>
            <a:pPr algn="just"/>
            <a:endParaRPr lang="en-US" sz="1800" dirty="0">
              <a:solidFill>
                <a:schemeClr val="tx1"/>
              </a:solidFill>
              <a:latin typeface="Times New Roman"/>
              <a:cs typeface="Times New Roman"/>
            </a:endParaRPr>
          </a:p>
        </p:txBody>
      </p:sp>
      <p:sp>
        <p:nvSpPr>
          <p:cNvPr id="6" name="Slide Number Placeholder 5">
            <a:extLst>
              <a:ext uri="{FF2B5EF4-FFF2-40B4-BE49-F238E27FC236}">
                <a16:creationId xmlns:a16="http://schemas.microsoft.com/office/drawing/2014/main" id="{7B92B42D-4366-B81A-1345-9B42660B091F}"/>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26</a:t>
            </a:fld>
            <a:endParaRPr lang="en-US"/>
          </a:p>
        </p:txBody>
      </p:sp>
      <p:sp>
        <p:nvSpPr>
          <p:cNvPr id="4" name="Date Placeholder 3">
            <a:extLst>
              <a:ext uri="{FF2B5EF4-FFF2-40B4-BE49-F238E27FC236}">
                <a16:creationId xmlns:a16="http://schemas.microsoft.com/office/drawing/2014/main" id="{87D5040B-772F-232E-EA99-AA45F291A067}"/>
              </a:ext>
            </a:extLst>
          </p:cNvPr>
          <p:cNvSpPr>
            <a:spLocks noGrp="1"/>
          </p:cNvSpPr>
          <p:nvPr>
            <p:ph type="dt" sz="half" idx="10"/>
          </p:nvPr>
        </p:nvSpPr>
        <p:spPr>
          <a:xfrm>
            <a:off x="422899" y="6217920"/>
            <a:ext cx="2743200" cy="640080"/>
          </a:xfrm>
        </p:spPr>
        <p:txBody>
          <a:bodyPr anchor="ctr">
            <a:normAutofit/>
          </a:bodyPr>
          <a:lstStyle/>
          <a:p>
            <a:pPr>
              <a:spcAft>
                <a:spcPts val="600"/>
              </a:spcAft>
            </a:pPr>
            <a:fld id="{57B82617-1038-4F7D-B769-C3278D05E6A7}" type="datetime2">
              <a:rPr lang="en-US" smtClean="0"/>
              <a:t>Thursday, January 29, 2026</a:t>
            </a:fld>
            <a:endParaRPr lang="en-US"/>
          </a:p>
        </p:txBody>
      </p:sp>
      <p:sp>
        <p:nvSpPr>
          <p:cNvPr id="5" name="Footer Placeholder 4">
            <a:extLst>
              <a:ext uri="{FF2B5EF4-FFF2-40B4-BE49-F238E27FC236}">
                <a16:creationId xmlns:a16="http://schemas.microsoft.com/office/drawing/2014/main" id="{9B5DFC64-B445-E982-00D7-F7B977D8384F}"/>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17" name="Straight Connector 16">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7032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BADC2316-FA71-4441-8DB3-CBDFF5A2F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7" name="Rectangle 16">
            <a:extLst>
              <a:ext uri="{FF2B5EF4-FFF2-40B4-BE49-F238E27FC236}">
                <a16:creationId xmlns:a16="http://schemas.microsoft.com/office/drawing/2014/main" id="{F76F0355-CC47-41EE-BB96-C16F2B5AFA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9" name="Rectangle 18">
            <a:extLst>
              <a:ext uri="{FF2B5EF4-FFF2-40B4-BE49-F238E27FC236}">
                <a16:creationId xmlns:a16="http://schemas.microsoft.com/office/drawing/2014/main" id="{72759A47-6B4E-4782-9AC5-439D7B31C4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1FA6E7-8D05-71D3-8651-A1112904F236}"/>
              </a:ext>
            </a:extLst>
          </p:cNvPr>
          <p:cNvSpPr>
            <a:spLocks noGrp="1"/>
          </p:cNvSpPr>
          <p:nvPr>
            <p:ph type="title"/>
          </p:nvPr>
        </p:nvSpPr>
        <p:spPr>
          <a:xfrm>
            <a:off x="6370657" y="2768478"/>
            <a:ext cx="5171500" cy="2158714"/>
          </a:xfrm>
        </p:spPr>
        <p:txBody>
          <a:bodyPr vert="horz" lIns="91440" tIns="45720" rIns="91440" bIns="45720" rtlCol="0" anchor="b">
            <a:normAutofit/>
          </a:bodyPr>
          <a:lstStyle/>
          <a:p>
            <a:r>
              <a:rPr lang="en-US" sz="3700"/>
              <a:t>KNAPSACK PROBLEM</a:t>
            </a:r>
          </a:p>
          <a:p>
            <a:endParaRPr lang="en-US" sz="3700"/>
          </a:p>
          <a:p>
            <a:endParaRPr lang="en-US" sz="3700"/>
          </a:p>
        </p:txBody>
      </p:sp>
      <p:sp>
        <p:nvSpPr>
          <p:cNvPr id="6" name="Slide Number Placeholder 5">
            <a:extLst>
              <a:ext uri="{FF2B5EF4-FFF2-40B4-BE49-F238E27FC236}">
                <a16:creationId xmlns:a16="http://schemas.microsoft.com/office/drawing/2014/main" id="{7B67C201-0FB4-3041-5DA4-523DAA7EE19D}"/>
              </a:ext>
            </a:extLst>
          </p:cNvPr>
          <p:cNvSpPr>
            <a:spLocks noGrp="1"/>
          </p:cNvSpPr>
          <p:nvPr>
            <p:ph type="sldNum" sz="quarter" idx="12"/>
          </p:nvPr>
        </p:nvSpPr>
        <p:spPr>
          <a:xfrm>
            <a:off x="11504676" y="-14198"/>
            <a:ext cx="685800" cy="685800"/>
          </a:xfrm>
        </p:spPr>
        <p:txBody>
          <a:bodyPr vert="horz" lIns="91440" tIns="45720" rIns="91440" bIns="45720" rtlCol="0" anchor="ctr">
            <a:normAutofit/>
          </a:bodyPr>
          <a:lstStyle/>
          <a:p>
            <a:pPr>
              <a:spcAft>
                <a:spcPts val="600"/>
              </a:spcAft>
            </a:pPr>
            <a:fld id="{7BE69E03-4804-4553-A1EC-F089884EF50F}" type="slidenum">
              <a:rPr lang="en-US" sz="1200" smtClean="0"/>
              <a:pPr>
                <a:spcAft>
                  <a:spcPts val="600"/>
                </a:spcAft>
              </a:pPr>
              <a:t>27</a:t>
            </a:fld>
            <a:endParaRPr lang="en-US" sz="1200"/>
          </a:p>
        </p:txBody>
      </p:sp>
      <p:sp>
        <p:nvSpPr>
          <p:cNvPr id="4" name="Date Placeholder 3">
            <a:extLst>
              <a:ext uri="{FF2B5EF4-FFF2-40B4-BE49-F238E27FC236}">
                <a16:creationId xmlns:a16="http://schemas.microsoft.com/office/drawing/2014/main" id="{784A66CF-1015-2780-C5B5-A7C3892047BF}"/>
              </a:ext>
            </a:extLst>
          </p:cNvPr>
          <p:cNvSpPr>
            <a:spLocks noGrp="1"/>
          </p:cNvSpPr>
          <p:nvPr>
            <p:ph type="dt" sz="half" idx="10"/>
          </p:nvPr>
        </p:nvSpPr>
        <p:spPr>
          <a:xfrm>
            <a:off x="422899" y="6217920"/>
            <a:ext cx="2743200" cy="640080"/>
          </a:xfrm>
        </p:spPr>
        <p:txBody>
          <a:bodyPr vert="horz" lIns="91440" tIns="45720" rIns="91440" bIns="45720" rtlCol="0" anchor="ctr" anchorCtr="0">
            <a:normAutofit/>
          </a:bodyPr>
          <a:lstStyle/>
          <a:p>
            <a:pPr>
              <a:spcAft>
                <a:spcPts val="600"/>
              </a:spcAft>
            </a:pPr>
            <a:fld id="{971C2EE5-8776-4A35-A3DB-0A2DA00A4F27}" type="datetime2">
              <a:rPr lang="en-US" sz="1200" smtClean="0"/>
              <a:t>Thursday, January 29, 2026</a:t>
            </a:fld>
            <a:endParaRPr lang="en-US" sz="1200"/>
          </a:p>
        </p:txBody>
      </p:sp>
      <p:sp>
        <p:nvSpPr>
          <p:cNvPr id="5" name="Footer Placeholder 4">
            <a:extLst>
              <a:ext uri="{FF2B5EF4-FFF2-40B4-BE49-F238E27FC236}">
                <a16:creationId xmlns:a16="http://schemas.microsoft.com/office/drawing/2014/main" id="{035E320A-0C87-B8A4-45D9-3DF8F1CCCFCE}"/>
              </a:ext>
            </a:extLst>
          </p:cNvPr>
          <p:cNvSpPr>
            <a:spLocks noGrp="1"/>
          </p:cNvSpPr>
          <p:nvPr>
            <p:ph type="ftr" sz="quarter" idx="11"/>
          </p:nvPr>
        </p:nvSpPr>
        <p:spPr>
          <a:xfrm>
            <a:off x="3762376" y="6217920"/>
            <a:ext cx="7195367" cy="640080"/>
          </a:xfrm>
        </p:spPr>
        <p:txBody>
          <a:bodyPr vert="horz" lIns="91440" tIns="45720" rIns="91440" bIns="45720" rtlCol="0" anchor="ctr" anchorCtr="0">
            <a:normAutofit/>
          </a:bodyPr>
          <a:lstStyle/>
          <a:p>
            <a:pPr>
              <a:spcAft>
                <a:spcPts val="600"/>
              </a:spcAft>
            </a:pPr>
            <a:r>
              <a:rPr lang="en-US" sz="1200" kern="1200">
                <a:solidFill>
                  <a:schemeClr val="tx2"/>
                </a:solidFill>
                <a:latin typeface="+mn-lt"/>
                <a:ea typeface="+mn-ea"/>
                <a:cs typeface="+mn-cs"/>
              </a:rPr>
              <a:t>Department of ICT</a:t>
            </a:r>
          </a:p>
        </p:txBody>
      </p:sp>
      <p:cxnSp>
        <p:nvCxnSpPr>
          <p:cNvPr id="21" name="Straight Connector 20">
            <a:extLst>
              <a:ext uri="{FF2B5EF4-FFF2-40B4-BE49-F238E27FC236}">
                <a16:creationId xmlns:a16="http://schemas.microsoft.com/office/drawing/2014/main" id="{411C2B77-5F63-4462-9860-A6F4D5EAC4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38F11FD-73B0-48DF-9CC3-2A1537413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DF5C8A94-E698-4356-9F20-5773888F17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5" y="685800"/>
            <a:ext cx="687324" cy="5486400"/>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graphicFrame>
        <p:nvGraphicFramePr>
          <p:cNvPr id="8" name="Content Placeholder 7">
            <a:extLst>
              <a:ext uri="{FF2B5EF4-FFF2-40B4-BE49-F238E27FC236}">
                <a16:creationId xmlns:a16="http://schemas.microsoft.com/office/drawing/2014/main" id="{FBCA23CF-8FC0-C3A3-DF3F-D1A2669EC7DD}"/>
              </a:ext>
            </a:extLst>
          </p:cNvPr>
          <p:cNvGraphicFramePr>
            <a:graphicFrameLocks noGrp="1"/>
          </p:cNvGraphicFramePr>
          <p:nvPr>
            <p:ph idx="1"/>
            <p:extLst>
              <p:ext uri="{D42A27DB-BD31-4B8C-83A1-F6EECF244321}">
                <p14:modId xmlns:p14="http://schemas.microsoft.com/office/powerpoint/2010/main" val="3066105246"/>
              </p:ext>
            </p:extLst>
          </p:nvPr>
        </p:nvGraphicFramePr>
        <p:xfrm>
          <a:off x="1228112" y="619318"/>
          <a:ext cx="4759458" cy="3462320"/>
        </p:xfrm>
        <a:graphic>
          <a:graphicData uri="http://schemas.openxmlformats.org/drawingml/2006/table">
            <a:tbl>
              <a:tblPr firstRow="1" bandRow="1">
                <a:noFill/>
                <a:tableStyleId>{5C22544A-7EE6-4342-B048-85BDC9FD1C3A}</a:tableStyleId>
              </a:tblPr>
              <a:tblGrid>
                <a:gridCol w="1287523">
                  <a:extLst>
                    <a:ext uri="{9D8B030D-6E8A-4147-A177-3AD203B41FA5}">
                      <a16:colId xmlns:a16="http://schemas.microsoft.com/office/drawing/2014/main" val="3874817554"/>
                    </a:ext>
                  </a:extLst>
                </a:gridCol>
                <a:gridCol w="1893891">
                  <a:extLst>
                    <a:ext uri="{9D8B030D-6E8A-4147-A177-3AD203B41FA5}">
                      <a16:colId xmlns:a16="http://schemas.microsoft.com/office/drawing/2014/main" val="2573452887"/>
                    </a:ext>
                  </a:extLst>
                </a:gridCol>
                <a:gridCol w="1578044">
                  <a:extLst>
                    <a:ext uri="{9D8B030D-6E8A-4147-A177-3AD203B41FA5}">
                      <a16:colId xmlns:a16="http://schemas.microsoft.com/office/drawing/2014/main" val="1086075877"/>
                    </a:ext>
                  </a:extLst>
                </a:gridCol>
              </a:tblGrid>
              <a:tr h="692464">
                <a:tc>
                  <a:txBody>
                    <a:bodyPr/>
                    <a:lstStyle/>
                    <a:p>
                      <a:pPr marL="0" algn="l" rtl="0" eaLnBrk="1" latinLnBrk="0" hangingPunct="1">
                        <a:spcBef>
                          <a:spcPts val="0"/>
                        </a:spcBef>
                        <a:spcAft>
                          <a:spcPts val="0"/>
                        </a:spcAft>
                      </a:pPr>
                      <a:r>
                        <a:rPr lang="en-US" sz="2300" b="1" kern="1200" dirty="0">
                          <a:solidFill>
                            <a:schemeClr val="tx1">
                              <a:lumMod val="75000"/>
                              <a:lumOff val="25000"/>
                            </a:schemeClr>
                          </a:solidFill>
                          <a:effectLst/>
                          <a:latin typeface="Calibri"/>
                        </a:rPr>
                        <a:t>Item</a:t>
                      </a:r>
                      <a:r>
                        <a:rPr lang="en-US" sz="2300" b="1" kern="1200" baseline="0" dirty="0">
                          <a:solidFill>
                            <a:schemeClr val="tx1">
                              <a:lumMod val="75000"/>
                              <a:lumOff val="25000"/>
                            </a:schemeClr>
                          </a:solidFill>
                          <a:effectLst/>
                          <a:latin typeface="Calibri"/>
                        </a:rPr>
                        <a:t> </a:t>
                      </a:r>
                      <a:r>
                        <a:rPr lang="en-US" sz="2300" b="1" kern="1200" baseline="0" dirty="0" err="1">
                          <a:solidFill>
                            <a:schemeClr val="tx1">
                              <a:lumMod val="75000"/>
                              <a:lumOff val="25000"/>
                            </a:schemeClr>
                          </a:solidFill>
                          <a:effectLst/>
                          <a:latin typeface="Calibri"/>
                        </a:rPr>
                        <a:t>i</a:t>
                      </a:r>
                      <a:endParaRPr lang="en-US" sz="2300" b="1" dirty="0" err="1">
                        <a:solidFill>
                          <a:schemeClr val="tx1">
                            <a:lumMod val="75000"/>
                            <a:lumOff val="25000"/>
                          </a:schemeClr>
                        </a:solidFill>
                        <a:effectLst/>
                        <a:latin typeface="Calibri"/>
                      </a:endParaRPr>
                    </a:p>
                  </a:txBody>
                  <a:tcPr marL="282638" marR="0" marT="141319" marB="141319"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marL="0" algn="l" rtl="0" eaLnBrk="1" latinLnBrk="0" hangingPunct="1">
                        <a:spcBef>
                          <a:spcPts val="0"/>
                        </a:spcBef>
                        <a:spcAft>
                          <a:spcPts val="0"/>
                        </a:spcAft>
                      </a:pPr>
                      <a:r>
                        <a:rPr lang="en-US" sz="2300" b="1" kern="1200" dirty="0">
                          <a:solidFill>
                            <a:schemeClr val="tx1">
                              <a:lumMod val="75000"/>
                              <a:lumOff val="25000"/>
                            </a:schemeClr>
                          </a:solidFill>
                          <a:effectLst/>
                          <a:latin typeface="Calibri"/>
                        </a:rPr>
                        <a:t>Weight</a:t>
                      </a:r>
                      <a:r>
                        <a:rPr lang="en-US" sz="2300" b="1" kern="1200" baseline="0" dirty="0">
                          <a:solidFill>
                            <a:schemeClr val="tx1">
                              <a:lumMod val="75000"/>
                              <a:lumOff val="25000"/>
                            </a:schemeClr>
                          </a:solidFill>
                          <a:effectLst/>
                          <a:latin typeface="Calibri"/>
                        </a:rPr>
                        <a:t> </a:t>
                      </a:r>
                      <a:r>
                        <a:rPr lang="en-US" sz="2300" b="1" kern="1200" dirty="0">
                          <a:solidFill>
                            <a:schemeClr val="tx1">
                              <a:lumMod val="75000"/>
                              <a:lumOff val="25000"/>
                            </a:schemeClr>
                          </a:solidFill>
                          <a:effectLst/>
                          <a:latin typeface="Calibri"/>
                        </a:rPr>
                        <a:t>W</a:t>
                      </a:r>
                      <a:r>
                        <a:rPr lang="en-US" sz="2300" b="1" kern="1200" baseline="-25000" dirty="0">
                          <a:solidFill>
                            <a:schemeClr val="tx1">
                              <a:lumMod val="75000"/>
                              <a:lumOff val="25000"/>
                            </a:schemeClr>
                          </a:solidFill>
                          <a:effectLst/>
                          <a:latin typeface="Calibri"/>
                        </a:rPr>
                        <a:t>i</a:t>
                      </a:r>
                      <a:endParaRPr lang="en-US" sz="2300" b="1" dirty="0">
                        <a:solidFill>
                          <a:schemeClr val="tx1">
                            <a:lumMod val="75000"/>
                            <a:lumOff val="25000"/>
                          </a:schemeClr>
                        </a:solidFill>
                        <a:effectLst/>
                        <a:latin typeface="Calibri"/>
                      </a:endParaRPr>
                    </a:p>
                  </a:txBody>
                  <a:tcPr marL="282638" marR="0" marT="141319" marB="141319"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marL="0" algn="l" rtl="0" eaLnBrk="1" latinLnBrk="0" hangingPunct="1">
                        <a:spcBef>
                          <a:spcPts val="0"/>
                        </a:spcBef>
                        <a:spcAft>
                          <a:spcPts val="0"/>
                        </a:spcAft>
                      </a:pPr>
                      <a:r>
                        <a:rPr lang="en-US" sz="2300" b="1" kern="1200" dirty="0">
                          <a:solidFill>
                            <a:schemeClr val="tx1">
                              <a:lumMod val="75000"/>
                              <a:lumOff val="25000"/>
                            </a:schemeClr>
                          </a:solidFill>
                          <a:effectLst/>
                          <a:latin typeface="Calibri"/>
                        </a:rPr>
                        <a:t>Value V</a:t>
                      </a:r>
                      <a:r>
                        <a:rPr lang="en-US" sz="2300" b="1" kern="1200" baseline="-25000" dirty="0">
                          <a:solidFill>
                            <a:schemeClr val="tx1">
                              <a:lumMod val="75000"/>
                              <a:lumOff val="25000"/>
                            </a:schemeClr>
                          </a:solidFill>
                          <a:effectLst/>
                          <a:latin typeface="Calibri"/>
                        </a:rPr>
                        <a:t>i</a:t>
                      </a:r>
                      <a:endParaRPr lang="en-US" sz="2300" b="1" dirty="0">
                        <a:solidFill>
                          <a:schemeClr val="tx1">
                            <a:lumMod val="75000"/>
                            <a:lumOff val="25000"/>
                          </a:schemeClr>
                        </a:solidFill>
                        <a:effectLst/>
                        <a:latin typeface="Calibri"/>
                      </a:endParaRPr>
                    </a:p>
                  </a:txBody>
                  <a:tcPr marL="282638" marR="0" marT="141319" marB="141319"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862973680"/>
                  </a:ext>
                </a:extLst>
              </a:tr>
              <a:tr h="692464">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1</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2</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$1</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947514133"/>
                  </a:ext>
                </a:extLst>
              </a:tr>
              <a:tr h="692464">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2</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3</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$2</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589107334"/>
                  </a:ext>
                </a:extLst>
              </a:tr>
              <a:tr h="692464">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3</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4</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$8</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996043207"/>
                  </a:ext>
                </a:extLst>
              </a:tr>
              <a:tr h="692464">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4</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5</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$6</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extLst>
                  <a:ext uri="{0D108BD9-81ED-4DB2-BD59-A6C34878D82A}">
                    <a16:rowId xmlns:a16="http://schemas.microsoft.com/office/drawing/2014/main" val="4285057219"/>
                  </a:ext>
                </a:extLst>
              </a:tr>
            </a:tbl>
          </a:graphicData>
        </a:graphic>
      </p:graphicFrame>
      <p:sp>
        <p:nvSpPr>
          <p:cNvPr id="3" name="TextBox 2">
            <a:extLst>
              <a:ext uri="{FF2B5EF4-FFF2-40B4-BE49-F238E27FC236}">
                <a16:creationId xmlns:a16="http://schemas.microsoft.com/office/drawing/2014/main" id="{999173F9-3FFC-2C78-296C-F81A4988D6EE}"/>
              </a:ext>
            </a:extLst>
          </p:cNvPr>
          <p:cNvSpPr txBox="1"/>
          <p:nvPr/>
        </p:nvSpPr>
        <p:spPr>
          <a:xfrm>
            <a:off x="1443228" y="4768464"/>
            <a:ext cx="5350833" cy="461665"/>
          </a:xfrm>
          <a:prstGeom prst="rect">
            <a:avLst/>
          </a:prstGeom>
          <a:noFill/>
        </p:spPr>
        <p:txBody>
          <a:bodyPr wrap="square" rtlCol="0">
            <a:spAutoFit/>
          </a:bodyPr>
          <a:lstStyle/>
          <a:p>
            <a:r>
              <a:rPr lang="en-US" sz="2400" dirty="0"/>
              <a:t>The capacity of the Knapsack = 8</a:t>
            </a:r>
          </a:p>
        </p:txBody>
      </p:sp>
    </p:spTree>
    <p:extLst>
      <p:ext uri="{BB962C8B-B14F-4D97-AF65-F5344CB8AC3E}">
        <p14:creationId xmlns:p14="http://schemas.microsoft.com/office/powerpoint/2010/main" val="37020797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C769AB-DD7B-C4D7-00AC-86CB5265931B}"/>
              </a:ext>
            </a:extLst>
          </p:cNvPr>
          <p:cNvSpPr>
            <a:spLocks noGrp="1"/>
          </p:cNvSpPr>
          <p:nvPr>
            <p:ph type="title"/>
          </p:nvPr>
        </p:nvSpPr>
        <p:spPr>
          <a:xfrm>
            <a:off x="422145" y="940910"/>
            <a:ext cx="4471588" cy="4976179"/>
          </a:xfrm>
        </p:spPr>
        <p:txBody>
          <a:bodyPr vert="horz" lIns="91440" tIns="45720" rIns="91440" bIns="45720" rtlCol="0">
            <a:normAutofit/>
          </a:bodyPr>
          <a:lstStyle/>
          <a:p>
            <a:r>
              <a:rPr lang="en-US"/>
              <a:t>KNAPSACK SOLUTION</a:t>
            </a:r>
          </a:p>
        </p:txBody>
      </p:sp>
      <p:sp>
        <p:nvSpPr>
          <p:cNvPr id="6" name="Slide Number Placeholder 5">
            <a:extLst>
              <a:ext uri="{FF2B5EF4-FFF2-40B4-BE49-F238E27FC236}">
                <a16:creationId xmlns:a16="http://schemas.microsoft.com/office/drawing/2014/main" id="{F9B07271-A68D-0EBF-0ADF-C0E1019B85D3}"/>
              </a:ext>
            </a:extLst>
          </p:cNvPr>
          <p:cNvSpPr>
            <a:spLocks noGrp="1"/>
          </p:cNvSpPr>
          <p:nvPr>
            <p:ph type="sldNum" sz="quarter" idx="12"/>
          </p:nvPr>
        </p:nvSpPr>
        <p:spPr>
          <a:xfrm>
            <a:off x="11504676" y="-14198"/>
            <a:ext cx="685800" cy="685800"/>
          </a:xfrm>
        </p:spPr>
        <p:txBody>
          <a:bodyPr vert="horz" lIns="91440" tIns="45720" rIns="91440" bIns="45720" rtlCol="0">
            <a:normAutofit/>
          </a:bodyPr>
          <a:lstStyle/>
          <a:p>
            <a:pPr>
              <a:spcAft>
                <a:spcPts val="600"/>
              </a:spcAft>
            </a:pPr>
            <a:fld id="{7BE69E03-4804-4553-A1EC-F089884EF50F}" type="slidenum">
              <a:rPr lang="en-US" smtClean="0"/>
              <a:pPr>
                <a:spcAft>
                  <a:spcPts val="600"/>
                </a:spcAft>
              </a:pPr>
              <a:t>28</a:t>
            </a:fld>
            <a:endParaRPr lang="en-US"/>
          </a:p>
        </p:txBody>
      </p:sp>
      <p:sp>
        <p:nvSpPr>
          <p:cNvPr id="4" name="Date Placeholder 3">
            <a:extLst>
              <a:ext uri="{FF2B5EF4-FFF2-40B4-BE49-F238E27FC236}">
                <a16:creationId xmlns:a16="http://schemas.microsoft.com/office/drawing/2014/main" id="{4CF94790-248E-4F4D-DC10-99D289454564}"/>
              </a:ext>
            </a:extLst>
          </p:cNvPr>
          <p:cNvSpPr>
            <a:spLocks noGrp="1"/>
          </p:cNvSpPr>
          <p:nvPr>
            <p:ph type="dt" sz="half" idx="10"/>
          </p:nvPr>
        </p:nvSpPr>
        <p:spPr>
          <a:xfrm>
            <a:off x="422899" y="6217920"/>
            <a:ext cx="2743200" cy="640080"/>
          </a:xfrm>
        </p:spPr>
        <p:txBody>
          <a:bodyPr vert="horz" lIns="91440" tIns="45720" rIns="91440" bIns="45720" rtlCol="0" anchorCtr="0">
            <a:normAutofit/>
          </a:bodyPr>
          <a:lstStyle/>
          <a:p>
            <a:pPr>
              <a:spcAft>
                <a:spcPts val="600"/>
              </a:spcAft>
            </a:pPr>
            <a:fld id="{14C6826E-5ABB-42C1-8919-04BDCC934AD6}" type="datetime2">
              <a:rPr lang="en-US" smtClean="0"/>
              <a:t>Thursday, January 29, 2026</a:t>
            </a:fld>
            <a:endParaRPr lang="en-US"/>
          </a:p>
        </p:txBody>
      </p:sp>
      <p:sp>
        <p:nvSpPr>
          <p:cNvPr id="5" name="Footer Placeholder 4">
            <a:extLst>
              <a:ext uri="{FF2B5EF4-FFF2-40B4-BE49-F238E27FC236}">
                <a16:creationId xmlns:a16="http://schemas.microsoft.com/office/drawing/2014/main" id="{477D2BF4-F641-96D3-C548-B5AC78807387}"/>
              </a:ext>
            </a:extLst>
          </p:cNvPr>
          <p:cNvSpPr>
            <a:spLocks noGrp="1"/>
          </p:cNvSpPr>
          <p:nvPr>
            <p:ph type="ftr" sz="quarter" idx="11"/>
          </p:nvPr>
        </p:nvSpPr>
        <p:spPr>
          <a:xfrm>
            <a:off x="6842943" y="6217920"/>
            <a:ext cx="4114800" cy="640080"/>
          </a:xfrm>
        </p:spPr>
        <p:txBody>
          <a:bodyPr vert="horz" lIns="91440" tIns="45720" rIns="91440" bIns="45720" rtlCol="0" anchorCtr="0">
            <a:normAutofit/>
          </a:bodyPr>
          <a:lstStyle/>
          <a:p>
            <a:pPr>
              <a:spcAft>
                <a:spcPts val="600"/>
              </a:spcAft>
            </a:pPr>
            <a:r>
              <a:rPr lang="en-US" kern="1200">
                <a:latin typeface="+mn-lt"/>
                <a:ea typeface="+mn-ea"/>
                <a:cs typeface="+mn-cs"/>
              </a:rPr>
              <a:t>Department of ICT</a:t>
            </a:r>
          </a:p>
        </p:txBody>
      </p:sp>
      <p:cxnSp>
        <p:nvCxnSpPr>
          <p:cNvPr id="36"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8"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7">
            <a:extLst>
              <a:ext uri="{FF2B5EF4-FFF2-40B4-BE49-F238E27FC236}">
                <a16:creationId xmlns:a16="http://schemas.microsoft.com/office/drawing/2014/main" id="{D588C175-31B7-F865-5925-FE3CDE2D23C0}"/>
              </a:ext>
            </a:extLst>
          </p:cNvPr>
          <p:cNvGraphicFramePr>
            <a:graphicFrameLocks noGrp="1"/>
          </p:cNvGraphicFramePr>
          <p:nvPr>
            <p:ph idx="1"/>
            <p:extLst>
              <p:ext uri="{D42A27DB-BD31-4B8C-83A1-F6EECF244321}">
                <p14:modId xmlns:p14="http://schemas.microsoft.com/office/powerpoint/2010/main" val="3706611067"/>
              </p:ext>
            </p:extLst>
          </p:nvPr>
        </p:nvGraphicFramePr>
        <p:xfrm>
          <a:off x="4112876" y="708659"/>
          <a:ext cx="6178188" cy="5486401"/>
        </p:xfrm>
        <a:graphic>
          <a:graphicData uri="http://schemas.openxmlformats.org/drawingml/2006/table">
            <a:tbl>
              <a:tblPr firstRow="1" bandRow="1">
                <a:solidFill>
                  <a:srgbClr val="F7F7F7"/>
                </a:solidFill>
                <a:tableStyleId>{5C22544A-7EE6-4342-B048-85BDC9FD1C3A}</a:tableStyleId>
              </a:tblPr>
              <a:tblGrid>
                <a:gridCol w="1625382">
                  <a:extLst>
                    <a:ext uri="{9D8B030D-6E8A-4147-A177-3AD203B41FA5}">
                      <a16:colId xmlns:a16="http://schemas.microsoft.com/office/drawing/2014/main" val="959748669"/>
                    </a:ext>
                  </a:extLst>
                </a:gridCol>
                <a:gridCol w="2240488">
                  <a:extLst>
                    <a:ext uri="{9D8B030D-6E8A-4147-A177-3AD203B41FA5}">
                      <a16:colId xmlns:a16="http://schemas.microsoft.com/office/drawing/2014/main" val="2841078473"/>
                    </a:ext>
                  </a:extLst>
                </a:gridCol>
                <a:gridCol w="2312318">
                  <a:extLst>
                    <a:ext uri="{9D8B030D-6E8A-4147-A177-3AD203B41FA5}">
                      <a16:colId xmlns:a16="http://schemas.microsoft.com/office/drawing/2014/main" val="3895104383"/>
                    </a:ext>
                  </a:extLst>
                </a:gridCol>
              </a:tblGrid>
              <a:tr h="791837">
                <a:tc>
                  <a:txBody>
                    <a:bodyPr/>
                    <a:lstStyle/>
                    <a:p>
                      <a:pPr lvl="0" algn="l">
                        <a:lnSpc>
                          <a:spcPct val="100000"/>
                        </a:lnSpc>
                        <a:spcBef>
                          <a:spcPts val="0"/>
                        </a:spcBef>
                        <a:spcAft>
                          <a:spcPts val="0"/>
                        </a:spcAft>
                        <a:buNone/>
                      </a:pPr>
                      <a:r>
                        <a:rPr lang="en-US" sz="2200" b="1" i="0" u="none" strike="noStrike" kern="1200" cap="all" spc="60" noProof="0" dirty="0">
                          <a:solidFill>
                            <a:schemeClr val="tx1">
                              <a:lumMod val="75000"/>
                              <a:lumOff val="25000"/>
                            </a:schemeClr>
                          </a:solidFill>
                          <a:effectLst/>
                          <a:latin typeface="Calibri"/>
                        </a:rPr>
                        <a:t>Item </a:t>
                      </a:r>
                      <a:r>
                        <a:rPr lang="en-US" sz="2200" b="1" i="0" u="none" strike="noStrike" kern="1200" cap="all" spc="60" noProof="0" dirty="0" err="1">
                          <a:solidFill>
                            <a:schemeClr val="tx1">
                              <a:lumMod val="75000"/>
                              <a:lumOff val="25000"/>
                            </a:schemeClr>
                          </a:solidFill>
                          <a:effectLst/>
                          <a:latin typeface="Calibri"/>
                        </a:rPr>
                        <a:t>i</a:t>
                      </a:r>
                      <a:endParaRPr lang="en-US" sz="2200" b="1" i="0" u="none" strike="noStrike" kern="1200" cap="all" spc="60" noProof="0" dirty="0">
                        <a:solidFill>
                          <a:schemeClr val="tx1">
                            <a:lumMod val="75000"/>
                            <a:lumOff val="25000"/>
                          </a:schemeClr>
                        </a:solidFill>
                        <a:effectLst/>
                        <a:latin typeface="Calibri"/>
                      </a:endParaRPr>
                    </a:p>
                    <a:p>
                      <a:pPr marL="0" lvl="0" algn="l">
                        <a:spcBef>
                          <a:spcPts val="0"/>
                        </a:spcBef>
                        <a:spcAft>
                          <a:spcPts val="0"/>
                        </a:spcAft>
                        <a:buNone/>
                      </a:pPr>
                      <a:endParaRPr lang="en-US" sz="1100" b="1" kern="1200" cap="all" spc="60" dirty="0">
                        <a:solidFill>
                          <a:schemeClr val="tx1"/>
                        </a:solidFill>
                        <a:effectLst/>
                        <a:latin typeface="Calibri"/>
                      </a:endParaRPr>
                    </a:p>
                  </a:txBody>
                  <a:tcPr marL="125347" marR="125347" marT="125347" marB="125347" anchor="ctr">
                    <a:lnL w="12700" cmpd="sng">
                      <a:noFill/>
                    </a:lnL>
                    <a:lnR w="12700" cmpd="sng">
                      <a:noFill/>
                    </a:lnR>
                    <a:lnT w="12700" cmpd="sng">
                      <a:noFill/>
                    </a:lnT>
                    <a:lnB w="38100" cmpd="sng">
                      <a:noFill/>
                    </a:lnB>
                    <a:noFill/>
                  </a:tcPr>
                </a:tc>
                <a:tc>
                  <a:txBody>
                    <a:bodyPr/>
                    <a:lstStyle/>
                    <a:p>
                      <a:pPr lvl="0" algn="l">
                        <a:lnSpc>
                          <a:spcPct val="100000"/>
                        </a:lnSpc>
                        <a:spcBef>
                          <a:spcPts val="0"/>
                        </a:spcBef>
                        <a:spcAft>
                          <a:spcPts val="0"/>
                        </a:spcAft>
                        <a:buNone/>
                      </a:pPr>
                      <a:r>
                        <a:rPr lang="en-US" sz="2200" b="1" i="0" u="none" strike="noStrike" kern="1200" cap="all" spc="60" noProof="0">
                          <a:solidFill>
                            <a:schemeClr val="tx1">
                              <a:lumMod val="75000"/>
                              <a:lumOff val="25000"/>
                            </a:schemeClr>
                          </a:solidFill>
                          <a:effectLst/>
                          <a:latin typeface="Calibri"/>
                        </a:rPr>
                        <a:t>Weight W</a:t>
                      </a:r>
                      <a:r>
                        <a:rPr lang="en-US" sz="1400" b="1" i="0" u="none" strike="noStrike" kern="1200" cap="all" spc="60" baseline="-25000" noProof="0">
                          <a:solidFill>
                            <a:schemeClr val="tx1">
                              <a:lumMod val="75000"/>
                              <a:lumOff val="25000"/>
                            </a:schemeClr>
                          </a:solidFill>
                          <a:effectLst/>
                          <a:latin typeface="Calibri"/>
                        </a:rPr>
                        <a:t>i</a:t>
                      </a:r>
                      <a:endParaRPr lang="en-US" sz="1400" b="1" i="0" u="none" strike="noStrike" kern="1200" cap="all" spc="60" noProof="0">
                        <a:solidFill>
                          <a:srgbClr val="404040"/>
                        </a:solidFill>
                        <a:effectLst/>
                        <a:latin typeface="Calibri"/>
                      </a:endParaRPr>
                    </a:p>
                    <a:p>
                      <a:pPr marL="0" lvl="0" algn="l">
                        <a:spcBef>
                          <a:spcPts val="0"/>
                        </a:spcBef>
                        <a:spcAft>
                          <a:spcPts val="0"/>
                        </a:spcAft>
                        <a:buNone/>
                      </a:pPr>
                      <a:endParaRPr lang="en-US" sz="1100" b="1" kern="1200" cap="all" spc="60">
                        <a:solidFill>
                          <a:schemeClr val="tx1"/>
                        </a:solidFill>
                        <a:effectLst/>
                        <a:latin typeface="Calibri"/>
                      </a:endParaRPr>
                    </a:p>
                  </a:txBody>
                  <a:tcPr marL="125347" marR="125347" marT="125347" marB="125347" anchor="ctr">
                    <a:lnL w="12700" cmpd="sng">
                      <a:noFill/>
                    </a:lnL>
                    <a:lnR w="12700" cmpd="sng">
                      <a:noFill/>
                    </a:lnR>
                    <a:lnT w="12700" cmpd="sng">
                      <a:noFill/>
                    </a:lnT>
                    <a:lnB w="38100" cmpd="sng">
                      <a:noFill/>
                    </a:lnB>
                    <a:noFill/>
                  </a:tcPr>
                </a:tc>
                <a:tc>
                  <a:txBody>
                    <a:bodyPr/>
                    <a:lstStyle/>
                    <a:p>
                      <a:pPr marL="0" lvl="0" algn="l">
                        <a:spcBef>
                          <a:spcPts val="0"/>
                        </a:spcBef>
                        <a:spcAft>
                          <a:spcPts val="0"/>
                        </a:spcAft>
                        <a:buNone/>
                      </a:pPr>
                      <a:r>
                        <a:rPr lang="en-US" sz="2300" b="1" i="0" u="none" strike="noStrike" kern="1200" cap="all" spc="60" noProof="0" dirty="0">
                          <a:solidFill>
                            <a:schemeClr val="tx1">
                              <a:lumMod val="75000"/>
                              <a:lumOff val="25000"/>
                            </a:schemeClr>
                          </a:solidFill>
                          <a:effectLst/>
                          <a:latin typeface="Calibri"/>
                        </a:rPr>
                        <a:t>Value V</a:t>
                      </a:r>
                      <a:r>
                        <a:rPr lang="en-US" sz="1500" b="1" i="0" u="none" strike="noStrike" kern="1200" cap="all" spc="60" baseline="-25000" noProof="0" dirty="0">
                          <a:solidFill>
                            <a:schemeClr val="tx1">
                              <a:lumMod val="75000"/>
                              <a:lumOff val="25000"/>
                            </a:schemeClr>
                          </a:solidFill>
                          <a:effectLst/>
                          <a:latin typeface="Calibri"/>
                        </a:rPr>
                        <a:t>i</a:t>
                      </a:r>
                      <a:endParaRPr lang="en-US" sz="1500" dirty="0"/>
                    </a:p>
                  </a:txBody>
                  <a:tcPr marL="125347" marR="125347" marT="125347" marB="125347" anchor="ctr">
                    <a:lnL w="12700" cmpd="sng">
                      <a:noFill/>
                    </a:lnL>
                    <a:lnR w="12700" cmpd="sng">
                      <a:noFill/>
                    </a:lnR>
                    <a:lnT w="12700" cmpd="sng">
                      <a:noFill/>
                    </a:lnT>
                    <a:lnB w="38100" cmpd="sng">
                      <a:noFill/>
                    </a:lnB>
                    <a:noFill/>
                  </a:tcPr>
                </a:tc>
                <a:extLst>
                  <a:ext uri="{0D108BD9-81ED-4DB2-BD59-A6C34878D82A}">
                    <a16:rowId xmlns:a16="http://schemas.microsoft.com/office/drawing/2014/main" val="3225503919"/>
                  </a:ext>
                </a:extLst>
              </a:tr>
              <a:tr h="335326">
                <a:tc>
                  <a:txBody>
                    <a:bodyPr/>
                    <a:lstStyle/>
                    <a:p>
                      <a:pPr marL="0" algn="l" rtl="0" eaLnBrk="1" latinLnBrk="0" hangingPunct="1">
                        <a:spcBef>
                          <a:spcPts val="0"/>
                        </a:spcBef>
                        <a:spcAft>
                          <a:spcPts val="0"/>
                        </a:spcAft>
                      </a:pPr>
                      <a:r>
                        <a:rPr lang="en-US" sz="1400" kern="1200" cap="none" spc="0">
                          <a:solidFill>
                            <a:schemeClr val="tx1"/>
                          </a:solidFill>
                          <a:effectLst/>
                          <a:latin typeface="Calibri"/>
                        </a:rPr>
                        <a:t>Item</a:t>
                      </a:r>
                      <a:r>
                        <a:rPr lang="en-US" sz="1400" kern="1200" cap="none" spc="0" baseline="0">
                          <a:solidFill>
                            <a:schemeClr val="tx1"/>
                          </a:solidFill>
                          <a:effectLst/>
                          <a:latin typeface="Calibri"/>
                        </a:rPr>
                        <a:t> 1</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marL="0" algn="l" rtl="0" eaLnBrk="1" latinLnBrk="0" hangingPunct="1">
                        <a:spcBef>
                          <a:spcPts val="0"/>
                        </a:spcBef>
                        <a:spcAft>
                          <a:spcPts val="0"/>
                        </a:spcAft>
                      </a:pPr>
                      <a:r>
                        <a:rPr lang="en-US" sz="1400" kern="1200" cap="none" spc="0">
                          <a:solidFill>
                            <a:schemeClr val="tx1"/>
                          </a:solidFill>
                          <a:effectLst/>
                          <a:latin typeface="Calibri"/>
                        </a:rPr>
                        <a:t>∑</a:t>
                      </a:r>
                      <a:r>
                        <a:rPr lang="en-US" sz="1400" kern="1200" cap="none" spc="0" err="1">
                          <a:solidFill>
                            <a:schemeClr val="tx1"/>
                          </a:solidFill>
                          <a:effectLst/>
                          <a:latin typeface="Calibri"/>
                        </a:rPr>
                        <a:t>w</a:t>
                      </a:r>
                      <a:r>
                        <a:rPr lang="en-US" sz="1400" kern="1200" cap="none" spc="0" baseline="-25000" err="1">
                          <a:solidFill>
                            <a:schemeClr val="tx1"/>
                          </a:solidFill>
                          <a:effectLst/>
                          <a:latin typeface="Calibri"/>
                        </a:rPr>
                        <a:t>i</a:t>
                      </a:r>
                      <a:r>
                        <a:rPr lang="en-US" sz="1400" kern="1200" cap="none" spc="0" baseline="0">
                          <a:solidFill>
                            <a:schemeClr val="tx1"/>
                          </a:solidFill>
                          <a:effectLst/>
                          <a:latin typeface="Calibri"/>
                        </a:rPr>
                        <a:t>=2</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marL="0" algn="l" rtl="0" eaLnBrk="1" latinLnBrk="0" hangingPunct="1">
                        <a:spcBef>
                          <a:spcPts val="0"/>
                        </a:spcBef>
                        <a:spcAft>
                          <a:spcPts val="0"/>
                        </a:spcAft>
                      </a:pPr>
                      <a:r>
                        <a:rPr lang="en-US" sz="1400" kern="1200" cap="none" spc="0">
                          <a:solidFill>
                            <a:schemeClr val="tx1"/>
                          </a:solidFill>
                          <a:effectLst/>
                          <a:latin typeface="Calibri"/>
                        </a:rPr>
                        <a:t>∑V</a:t>
                      </a:r>
                      <a:r>
                        <a:rPr lang="en-US" sz="1400" kern="1200" cap="none" spc="0" baseline="-25000">
                          <a:solidFill>
                            <a:schemeClr val="tx1"/>
                          </a:solidFill>
                          <a:effectLst/>
                          <a:latin typeface="Calibri"/>
                        </a:rPr>
                        <a:t>i</a:t>
                      </a:r>
                      <a:r>
                        <a:rPr lang="en-US" sz="1400" kern="1200" cap="none" spc="0" baseline="0">
                          <a:solidFill>
                            <a:schemeClr val="tx1"/>
                          </a:solidFill>
                          <a:effectLst/>
                          <a:latin typeface="Calibri"/>
                        </a:rPr>
                        <a:t>=$1</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38100" cmpd="sng">
                      <a:noFill/>
                    </a:lnT>
                    <a:lnB w="12700" cmpd="sng">
                      <a:noFill/>
                      <a:prstDash val="solid"/>
                    </a:lnB>
                    <a:solidFill>
                      <a:srgbClr val="F7F7F7"/>
                    </a:solidFill>
                  </a:tcPr>
                </a:tc>
                <a:extLst>
                  <a:ext uri="{0D108BD9-81ED-4DB2-BD59-A6C34878D82A}">
                    <a16:rowId xmlns:a16="http://schemas.microsoft.com/office/drawing/2014/main" val="4035573123"/>
                  </a:ext>
                </a:extLst>
              </a:tr>
              <a:tr h="335326">
                <a:tc>
                  <a:txBody>
                    <a:bodyPr/>
                    <a:lstStyle/>
                    <a:p>
                      <a:pPr marL="0" algn="l" rtl="0" eaLnBrk="1" latinLnBrk="0" hangingPunct="1">
                        <a:spcBef>
                          <a:spcPts val="0"/>
                        </a:spcBef>
                        <a:spcAft>
                          <a:spcPts val="0"/>
                        </a:spcAft>
                      </a:pPr>
                      <a:r>
                        <a:rPr lang="en-US" sz="1400" kern="1200" cap="none" spc="0">
                          <a:solidFill>
                            <a:schemeClr val="tx1"/>
                          </a:solidFill>
                          <a:effectLst/>
                          <a:latin typeface="Calibri"/>
                        </a:rPr>
                        <a:t>Item 2</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a:solidFill>
                            <a:schemeClr val="tx1"/>
                          </a:solidFill>
                          <a:effectLst/>
                          <a:latin typeface="Calibri"/>
                        </a:rPr>
                        <a:t>∑</a:t>
                      </a:r>
                      <a:r>
                        <a:rPr lang="en-US" sz="1400" kern="1200" cap="none" spc="0" err="1">
                          <a:solidFill>
                            <a:schemeClr val="tx1"/>
                          </a:solidFill>
                          <a:effectLst/>
                          <a:latin typeface="Calibri"/>
                        </a:rPr>
                        <a:t>w</a:t>
                      </a:r>
                      <a:r>
                        <a:rPr lang="en-US" sz="1400" kern="1200" cap="none" spc="0" baseline="-25000" err="1">
                          <a:solidFill>
                            <a:schemeClr val="tx1"/>
                          </a:solidFill>
                          <a:effectLst/>
                          <a:latin typeface="Calibri"/>
                        </a:rPr>
                        <a:t>i</a:t>
                      </a:r>
                      <a:r>
                        <a:rPr lang="en-US" sz="1400" kern="1200" cap="none" spc="0" baseline="0">
                          <a:solidFill>
                            <a:schemeClr val="tx1"/>
                          </a:solidFill>
                          <a:effectLst/>
                          <a:latin typeface="Calibri"/>
                        </a:rPr>
                        <a:t>=3</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a:solidFill>
                            <a:schemeClr val="tx1"/>
                          </a:solidFill>
                          <a:effectLst/>
                          <a:latin typeface="Calibri"/>
                        </a:rPr>
                        <a:t>∑V</a:t>
                      </a:r>
                      <a:r>
                        <a:rPr lang="en-US" sz="1400" kern="1200" cap="none" spc="0" baseline="-25000">
                          <a:solidFill>
                            <a:schemeClr val="tx1"/>
                          </a:solidFill>
                          <a:effectLst/>
                          <a:latin typeface="Calibri"/>
                        </a:rPr>
                        <a:t>i</a:t>
                      </a:r>
                      <a:r>
                        <a:rPr lang="en-US" sz="1400" kern="1200" cap="none" spc="0" baseline="0">
                          <a:solidFill>
                            <a:schemeClr val="tx1"/>
                          </a:solidFill>
                          <a:effectLst/>
                          <a:latin typeface="Calibri"/>
                        </a:rPr>
                        <a:t>=$2</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809107573"/>
                  </a:ext>
                </a:extLst>
              </a:tr>
              <a:tr h="335326">
                <a:tc>
                  <a:txBody>
                    <a:bodyPr/>
                    <a:lstStyle/>
                    <a:p>
                      <a:pPr marL="0" algn="l" rtl="0" eaLnBrk="1" latinLnBrk="0" hangingPunct="1">
                        <a:spcBef>
                          <a:spcPts val="0"/>
                        </a:spcBef>
                        <a:spcAft>
                          <a:spcPts val="0"/>
                        </a:spcAft>
                      </a:pPr>
                      <a:r>
                        <a:rPr lang="en-US" sz="1400" kern="1200" cap="none" spc="0">
                          <a:solidFill>
                            <a:schemeClr val="tx1"/>
                          </a:solidFill>
                          <a:effectLst/>
                          <a:latin typeface="Calibri"/>
                        </a:rPr>
                        <a:t>Item 3</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=$8</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587100008"/>
                  </a:ext>
                </a:extLst>
              </a:tr>
              <a:tr h="335326">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=5</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=$6</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619859376"/>
                  </a:ext>
                </a:extLst>
              </a:tr>
              <a:tr h="335326">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1,2</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=2+3=5</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=1+2=$3</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3621785"/>
                  </a:ext>
                </a:extLst>
              </a:tr>
              <a:tr h="335326">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1,3</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=2+4=6</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=1+8=$9</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268098721"/>
                  </a:ext>
                </a:extLst>
              </a:tr>
              <a:tr h="335326">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1,4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=2+5=7</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=1+6=$7</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449194248"/>
                  </a:ext>
                </a:extLst>
              </a:tr>
              <a:tr h="335326">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2,3</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=3+4=7</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=2+8=$10</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4281273623"/>
                  </a:ext>
                </a:extLst>
              </a:tr>
              <a:tr h="335326">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2,4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=3+5=8</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=2+6=$8</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594247616"/>
                  </a:ext>
                </a:extLst>
              </a:tr>
              <a:tr h="335326">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3,4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=4+5=9</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=8+6=$14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900311666"/>
                  </a:ext>
                </a:extLst>
              </a:tr>
              <a:tr h="335326">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1,2,3</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=2+3+4=9</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=1+2+8=$11</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039492849"/>
                  </a:ext>
                </a:extLst>
              </a:tr>
              <a:tr h="335326">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1,2,4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=2+3+5=10</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=1+2+6=$9</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68715320"/>
                  </a:ext>
                </a:extLst>
              </a:tr>
              <a:tr h="335326">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2,3,4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=3+4+5=12</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=2+8+6=$16</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835396007"/>
                  </a:ext>
                </a:extLst>
              </a:tr>
              <a:tr h="335326">
                <a:tc>
                  <a:txBody>
                    <a:bodyPr/>
                    <a:lstStyle/>
                    <a:p>
                      <a:pPr marL="0" algn="l" rtl="0" eaLnBrk="1" latinLnBrk="0" hangingPunct="1">
                        <a:spcBef>
                          <a:spcPts val="0"/>
                        </a:spcBef>
                        <a:spcAft>
                          <a:spcPts val="0"/>
                        </a:spcAft>
                      </a:pPr>
                      <a:r>
                        <a:rPr lang="en-US" sz="1400" kern="1200" cap="none" spc="0">
                          <a:solidFill>
                            <a:schemeClr val="tx1"/>
                          </a:solidFill>
                          <a:effectLst/>
                          <a:latin typeface="Calibri"/>
                        </a:rPr>
                        <a:t>Item 1,2,3,4</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a:solidFill>
                            <a:schemeClr val="tx1"/>
                          </a:solidFill>
                          <a:effectLst/>
                          <a:latin typeface="Calibri"/>
                        </a:rPr>
                        <a:t>∑</a:t>
                      </a:r>
                      <a:r>
                        <a:rPr lang="en-US" sz="1400" kern="1200" cap="none" spc="0" err="1">
                          <a:solidFill>
                            <a:schemeClr val="tx1"/>
                          </a:solidFill>
                          <a:effectLst/>
                          <a:latin typeface="Calibri"/>
                        </a:rPr>
                        <a:t>w</a:t>
                      </a:r>
                      <a:r>
                        <a:rPr lang="en-US" sz="1400" kern="1200" cap="none" spc="0" baseline="-25000" err="1">
                          <a:solidFill>
                            <a:schemeClr val="tx1"/>
                          </a:solidFill>
                          <a:effectLst/>
                          <a:latin typeface="Calibri"/>
                        </a:rPr>
                        <a:t>i</a:t>
                      </a:r>
                      <a:r>
                        <a:rPr lang="en-US" sz="1400" kern="1200" cap="none" spc="0" baseline="0">
                          <a:solidFill>
                            <a:schemeClr val="tx1"/>
                          </a:solidFill>
                          <a:effectLst/>
                          <a:latin typeface="Calibri"/>
                        </a:rPr>
                        <a:t>=2+3+4+5=14</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=1+2+8+6=$17</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4248638465"/>
                  </a:ext>
                </a:extLst>
              </a:tr>
            </a:tbl>
          </a:graphicData>
        </a:graphic>
      </p:graphicFrame>
      <p:pic>
        <p:nvPicPr>
          <p:cNvPr id="9" name="Picture 8">
            <a:extLst>
              <a:ext uri="{FF2B5EF4-FFF2-40B4-BE49-F238E27FC236}">
                <a16:creationId xmlns:a16="http://schemas.microsoft.com/office/drawing/2014/main" id="{308C28DA-505E-16A0-9744-3E5BC38A9C4A}"/>
              </a:ext>
            </a:extLst>
          </p:cNvPr>
          <p:cNvPicPr>
            <a:picLocks noChangeAspect="1"/>
          </p:cNvPicPr>
          <p:nvPr/>
        </p:nvPicPr>
        <p:blipFill>
          <a:blip r:embed="rId2"/>
          <a:stretch>
            <a:fillRect/>
          </a:stretch>
        </p:blipFill>
        <p:spPr>
          <a:xfrm>
            <a:off x="10321070" y="4590661"/>
            <a:ext cx="1472670" cy="1807340"/>
          </a:xfrm>
          <a:prstGeom prst="rect">
            <a:avLst/>
          </a:prstGeom>
        </p:spPr>
      </p:pic>
      <p:pic>
        <p:nvPicPr>
          <p:cNvPr id="10" name="Picture 9">
            <a:extLst>
              <a:ext uri="{FF2B5EF4-FFF2-40B4-BE49-F238E27FC236}">
                <a16:creationId xmlns:a16="http://schemas.microsoft.com/office/drawing/2014/main" id="{6CE95AC9-82CB-59C5-1C23-516328798EDF}"/>
              </a:ext>
            </a:extLst>
          </p:cNvPr>
          <p:cNvPicPr>
            <a:picLocks noChangeAspect="1"/>
          </p:cNvPicPr>
          <p:nvPr/>
        </p:nvPicPr>
        <p:blipFill>
          <a:blip r:embed="rId3"/>
          <a:stretch>
            <a:fillRect/>
          </a:stretch>
        </p:blipFill>
        <p:spPr>
          <a:xfrm>
            <a:off x="10321070" y="3840406"/>
            <a:ext cx="1121107" cy="290256"/>
          </a:xfrm>
          <a:prstGeom prst="rect">
            <a:avLst/>
          </a:prstGeom>
        </p:spPr>
      </p:pic>
    </p:spTree>
    <p:extLst>
      <p:ext uri="{BB962C8B-B14F-4D97-AF65-F5344CB8AC3E}">
        <p14:creationId xmlns:p14="http://schemas.microsoft.com/office/powerpoint/2010/main" val="5006474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9CE9782-0FD1-493B-9C50-C51AB7C5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Rectangle 28">
            <a:extLst>
              <a:ext uri="{FF2B5EF4-FFF2-40B4-BE49-F238E27FC236}">
                <a16:creationId xmlns:a16="http://schemas.microsoft.com/office/drawing/2014/main" id="{F6619023-691E-4F1C-A10A-0EA3D044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Rectangle 30">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85800"/>
            <a:ext cx="422144" cy="5486400"/>
          </a:xfrm>
          <a:prstGeom prst="rect">
            <a:avLst/>
          </a:prstGeom>
          <a:solidFill>
            <a:srgbClr val="F2B723">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33" name="Rectangle 32">
            <a:extLst>
              <a:ext uri="{FF2B5EF4-FFF2-40B4-BE49-F238E27FC236}">
                <a16:creationId xmlns:a16="http://schemas.microsoft.com/office/drawing/2014/main" id="{147EAFFD-2BD1-4600-B034-EEF700787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FAAB8F-43F0-74A1-1BFD-E887D9D0E93B}"/>
              </a:ext>
            </a:extLst>
          </p:cNvPr>
          <p:cNvSpPr>
            <a:spLocks noGrp="1"/>
          </p:cNvSpPr>
          <p:nvPr>
            <p:ph type="title"/>
          </p:nvPr>
        </p:nvSpPr>
        <p:spPr>
          <a:xfrm>
            <a:off x="5132026" y="540167"/>
            <a:ext cx="5828376" cy="2135867"/>
          </a:xfrm>
        </p:spPr>
        <p:txBody>
          <a:bodyPr anchor="b">
            <a:normAutofit/>
          </a:bodyPr>
          <a:lstStyle/>
          <a:p>
            <a:r>
              <a:rPr lang="en-US" sz="4800">
                <a:solidFill>
                  <a:schemeClr val="tx1"/>
                </a:solidFill>
                <a:ea typeface="+mj-lt"/>
                <a:cs typeface="+mj-lt"/>
              </a:rPr>
              <a:t>Assignment Problem</a:t>
            </a:r>
            <a:endParaRPr lang="en-US" sz="4800">
              <a:solidFill>
                <a:schemeClr val="tx1"/>
              </a:solidFill>
            </a:endParaRPr>
          </a:p>
        </p:txBody>
      </p:sp>
      <p:sp>
        <p:nvSpPr>
          <p:cNvPr id="6" name="Slide Number Placeholder 5">
            <a:extLst>
              <a:ext uri="{FF2B5EF4-FFF2-40B4-BE49-F238E27FC236}">
                <a16:creationId xmlns:a16="http://schemas.microsoft.com/office/drawing/2014/main" id="{F11D7CD1-F082-4213-DE21-9856893F4AE5}"/>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29</a:t>
            </a:fld>
            <a:endParaRPr lang="en-US"/>
          </a:p>
        </p:txBody>
      </p:sp>
      <p:pic>
        <p:nvPicPr>
          <p:cNvPr id="8" name="Picture 7" descr="Exclamation mark on a yellow background">
            <a:extLst>
              <a:ext uri="{FF2B5EF4-FFF2-40B4-BE49-F238E27FC236}">
                <a16:creationId xmlns:a16="http://schemas.microsoft.com/office/drawing/2014/main" id="{3A82BAB5-DA67-A8FA-0305-AE5A4327E91B}"/>
              </a:ext>
            </a:extLst>
          </p:cNvPr>
          <p:cNvPicPr>
            <a:picLocks noChangeAspect="1"/>
          </p:cNvPicPr>
          <p:nvPr/>
        </p:nvPicPr>
        <p:blipFill rotWithShape="1">
          <a:blip r:embed="rId2"/>
          <a:srcRect l="28601" r="15708"/>
          <a:stretch/>
        </p:blipFill>
        <p:spPr>
          <a:xfrm>
            <a:off x="413003" y="685800"/>
            <a:ext cx="4073933" cy="5486400"/>
          </a:xfrm>
          <a:prstGeom prst="rect">
            <a:avLst/>
          </a:prstGeom>
        </p:spPr>
      </p:pic>
      <p:sp>
        <p:nvSpPr>
          <p:cNvPr id="3" name="Content Placeholder 2">
            <a:extLst>
              <a:ext uri="{FF2B5EF4-FFF2-40B4-BE49-F238E27FC236}">
                <a16:creationId xmlns:a16="http://schemas.microsoft.com/office/drawing/2014/main" id="{9E947A98-2113-14C9-2437-B18A8AABC5AE}"/>
              </a:ext>
            </a:extLst>
          </p:cNvPr>
          <p:cNvSpPr>
            <a:spLocks noGrp="1"/>
          </p:cNvSpPr>
          <p:nvPr>
            <p:ph idx="1"/>
          </p:nvPr>
        </p:nvSpPr>
        <p:spPr>
          <a:xfrm>
            <a:off x="5132026" y="2880452"/>
            <a:ext cx="5828376" cy="3095445"/>
          </a:xfrm>
        </p:spPr>
        <p:txBody>
          <a:bodyPr vert="horz" lIns="91440" tIns="45720" rIns="91440" bIns="45720" rtlCol="0" anchor="t">
            <a:normAutofit/>
          </a:bodyPr>
          <a:lstStyle/>
          <a:p>
            <a:pPr algn="just"/>
            <a:r>
              <a:rPr lang="en-US" sz="1800" dirty="0">
                <a:solidFill>
                  <a:schemeClr val="tx1"/>
                </a:solidFill>
                <a:latin typeface="Times New Roman"/>
                <a:ea typeface="+mn-lt"/>
                <a:cs typeface="+mn-lt"/>
              </a:rPr>
              <a:t>The Assignment Problem involves assigning n people to n jobs, with the goal of minimizing the total cost associated with the assignments. Each person can be assigned to only one job, and each job can be assigned to only one person.</a:t>
            </a:r>
            <a:endParaRPr lang="en-US" sz="1800" dirty="0">
              <a:solidFill>
                <a:schemeClr val="tx1"/>
              </a:solidFill>
              <a:latin typeface="Times New Roman"/>
              <a:cs typeface="Times New Roman"/>
            </a:endParaRPr>
          </a:p>
          <a:p>
            <a:pPr algn="just"/>
            <a:r>
              <a:rPr lang="en-US" sz="1800" dirty="0">
                <a:solidFill>
                  <a:schemeClr val="tx1"/>
                </a:solidFill>
                <a:latin typeface="Times New Roman"/>
                <a:ea typeface="+mn-lt"/>
                <a:cs typeface="+mn-lt"/>
              </a:rPr>
              <a:t>The cost of assigning a particular person to a particular job is represented by the cost matrix C[</a:t>
            </a:r>
            <a:r>
              <a:rPr lang="en-US" sz="1800" err="1">
                <a:solidFill>
                  <a:schemeClr val="tx1"/>
                </a:solidFill>
                <a:latin typeface="Times New Roman"/>
                <a:ea typeface="+mn-lt"/>
                <a:cs typeface="+mn-lt"/>
              </a:rPr>
              <a:t>i</a:t>
            </a:r>
            <a:r>
              <a:rPr lang="en-US" sz="1800" dirty="0">
                <a:solidFill>
                  <a:schemeClr val="tx1"/>
                </a:solidFill>
                <a:latin typeface="Times New Roman"/>
                <a:ea typeface="+mn-lt"/>
                <a:cs typeface="+mn-lt"/>
              </a:rPr>
              <a:t>, j]. The objective is to find the assignment that results in the minimum total cost across all assignments.</a:t>
            </a:r>
          </a:p>
          <a:p>
            <a:pPr algn="just"/>
            <a:endParaRPr lang="en-US" sz="1800" dirty="0">
              <a:solidFill>
                <a:schemeClr val="tx1"/>
              </a:solidFill>
              <a:latin typeface="Times New Roman"/>
              <a:cs typeface="Times New Roman"/>
            </a:endParaRPr>
          </a:p>
        </p:txBody>
      </p:sp>
      <p:sp>
        <p:nvSpPr>
          <p:cNvPr id="4" name="Date Placeholder 3">
            <a:extLst>
              <a:ext uri="{FF2B5EF4-FFF2-40B4-BE49-F238E27FC236}">
                <a16:creationId xmlns:a16="http://schemas.microsoft.com/office/drawing/2014/main" id="{87B9A623-DCBB-F865-7973-3707F6E0B356}"/>
              </a:ext>
            </a:extLst>
          </p:cNvPr>
          <p:cNvSpPr>
            <a:spLocks noGrp="1"/>
          </p:cNvSpPr>
          <p:nvPr>
            <p:ph type="dt" sz="half" idx="10"/>
          </p:nvPr>
        </p:nvSpPr>
        <p:spPr>
          <a:xfrm>
            <a:off x="422899" y="6217920"/>
            <a:ext cx="2743200" cy="640080"/>
          </a:xfrm>
        </p:spPr>
        <p:txBody>
          <a:bodyPr>
            <a:normAutofit/>
          </a:bodyPr>
          <a:lstStyle/>
          <a:p>
            <a:pPr>
              <a:spcAft>
                <a:spcPts val="600"/>
              </a:spcAft>
            </a:pPr>
            <a:fld id="{8000AE99-B811-4E05-B6D6-B4F885B687E5}" type="datetime2">
              <a:rPr lang="en-US" smtClean="0"/>
              <a:t>Thursday, January 29, 2026</a:t>
            </a:fld>
            <a:endParaRPr lang="en-US"/>
          </a:p>
        </p:txBody>
      </p:sp>
      <p:sp>
        <p:nvSpPr>
          <p:cNvPr id="5" name="Footer Placeholder 4">
            <a:extLst>
              <a:ext uri="{FF2B5EF4-FFF2-40B4-BE49-F238E27FC236}">
                <a16:creationId xmlns:a16="http://schemas.microsoft.com/office/drawing/2014/main" id="{A8CA0891-3B11-9257-9D23-5EA99F9D2076}"/>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35" name="Straight Connector 34">
            <a:extLst>
              <a:ext uri="{FF2B5EF4-FFF2-40B4-BE49-F238E27FC236}">
                <a16:creationId xmlns:a16="http://schemas.microsoft.com/office/drawing/2014/main" id="{8D4B5F26-8713-4267-9186-183BB809C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F2B723"/>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72C66DF-2004-4C24-8C07-554E41490D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F2B72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33896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8" name="Rectangle 27">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 name="Rectangle 36">
            <a:extLst>
              <a:ext uri="{FF2B5EF4-FFF2-40B4-BE49-F238E27FC236}">
                <a16:creationId xmlns:a16="http://schemas.microsoft.com/office/drawing/2014/main" id="{4D4D99EB-C4F3-4F0C-91F7-AB4DC2A08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E1542A-51E5-41DD-E0E2-03297FD999B8}"/>
              </a:ext>
            </a:extLst>
          </p:cNvPr>
          <p:cNvSpPr>
            <a:spLocks noGrp="1"/>
          </p:cNvSpPr>
          <p:nvPr>
            <p:ph type="title"/>
          </p:nvPr>
        </p:nvSpPr>
        <p:spPr>
          <a:xfrm>
            <a:off x="821484" y="2018201"/>
            <a:ext cx="3709794" cy="2639360"/>
          </a:xfrm>
        </p:spPr>
        <p:txBody>
          <a:bodyPr vert="horz" lIns="91440" tIns="45720" rIns="91440" bIns="45720" rtlCol="0" anchor="b">
            <a:normAutofit/>
          </a:bodyPr>
          <a:lstStyle/>
          <a:p>
            <a:r>
              <a:rPr lang="en-US" sz="4800"/>
              <a:t>Assignment Problem</a:t>
            </a:r>
          </a:p>
          <a:p>
            <a:endParaRPr lang="en-US" sz="4800"/>
          </a:p>
        </p:txBody>
      </p:sp>
      <p:sp>
        <p:nvSpPr>
          <p:cNvPr id="6" name="Slide Number Placeholder 5">
            <a:extLst>
              <a:ext uri="{FF2B5EF4-FFF2-40B4-BE49-F238E27FC236}">
                <a16:creationId xmlns:a16="http://schemas.microsoft.com/office/drawing/2014/main" id="{1741A5BC-E8B8-9674-AC9C-8454B9B28F26}"/>
              </a:ext>
            </a:extLst>
          </p:cNvPr>
          <p:cNvSpPr>
            <a:spLocks noGrp="1"/>
          </p:cNvSpPr>
          <p:nvPr>
            <p:ph type="sldNum" sz="quarter" idx="12"/>
          </p:nvPr>
        </p:nvSpPr>
        <p:spPr>
          <a:xfrm>
            <a:off x="11503152" y="-18288"/>
            <a:ext cx="685800" cy="685800"/>
          </a:xfrm>
        </p:spPr>
        <p:txBody>
          <a:bodyPr vert="horz" lIns="91440" tIns="45720" rIns="91440" bIns="45720" rtlCol="0" anchor="ctr">
            <a:normAutofit/>
          </a:bodyPr>
          <a:lstStyle/>
          <a:p>
            <a:pPr>
              <a:spcAft>
                <a:spcPts val="600"/>
              </a:spcAft>
            </a:pPr>
            <a:fld id="{7BE69E03-4804-4553-A1EC-F089884EF50F}" type="slidenum">
              <a:rPr lang="en-US" sz="1200" smtClean="0"/>
              <a:pPr>
                <a:spcAft>
                  <a:spcPts val="600"/>
                </a:spcAft>
              </a:pPr>
              <a:t>30</a:t>
            </a:fld>
            <a:endParaRPr lang="en-US" sz="1200"/>
          </a:p>
        </p:txBody>
      </p:sp>
      <p:sp>
        <p:nvSpPr>
          <p:cNvPr id="4" name="Date Placeholder 3">
            <a:extLst>
              <a:ext uri="{FF2B5EF4-FFF2-40B4-BE49-F238E27FC236}">
                <a16:creationId xmlns:a16="http://schemas.microsoft.com/office/drawing/2014/main" id="{B87F9037-7F6B-88E3-04EF-E6FF147FDBEA}"/>
              </a:ext>
            </a:extLst>
          </p:cNvPr>
          <p:cNvSpPr>
            <a:spLocks noGrp="1"/>
          </p:cNvSpPr>
          <p:nvPr>
            <p:ph type="dt" sz="half" idx="10"/>
          </p:nvPr>
        </p:nvSpPr>
        <p:spPr>
          <a:xfrm>
            <a:off x="422898" y="6217920"/>
            <a:ext cx="2743200" cy="640080"/>
          </a:xfrm>
        </p:spPr>
        <p:txBody>
          <a:bodyPr vert="horz" lIns="91440" tIns="45720" rIns="91440" bIns="45720" rtlCol="0" anchor="ctr" anchorCtr="0">
            <a:normAutofit/>
          </a:bodyPr>
          <a:lstStyle/>
          <a:p>
            <a:pPr>
              <a:spcAft>
                <a:spcPts val="600"/>
              </a:spcAft>
            </a:pPr>
            <a:fld id="{5FBD427A-7A9C-40F9-869B-AF47F262D7A1}" type="datetime2">
              <a:rPr lang="en-US" sz="1200" smtClean="0"/>
              <a:t>Thursday, January 29, 2026</a:t>
            </a:fld>
            <a:endParaRPr lang="en-US" sz="1200"/>
          </a:p>
        </p:txBody>
      </p:sp>
      <p:sp>
        <p:nvSpPr>
          <p:cNvPr id="38" name="Rectangle 37">
            <a:extLst>
              <a:ext uri="{FF2B5EF4-FFF2-40B4-BE49-F238E27FC236}">
                <a16:creationId xmlns:a16="http://schemas.microsoft.com/office/drawing/2014/main" id="{04B69146-C1C0-4B58-86FC-34F3390E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64091" y="698677"/>
            <a:ext cx="826383" cy="547913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5" name="Footer Placeholder 4">
            <a:extLst>
              <a:ext uri="{FF2B5EF4-FFF2-40B4-BE49-F238E27FC236}">
                <a16:creationId xmlns:a16="http://schemas.microsoft.com/office/drawing/2014/main" id="{5B034A05-0285-9ECE-9A0E-5C1790F924C4}"/>
              </a:ext>
            </a:extLst>
          </p:cNvPr>
          <p:cNvSpPr>
            <a:spLocks noGrp="1"/>
          </p:cNvSpPr>
          <p:nvPr>
            <p:ph type="ftr" sz="quarter" idx="11"/>
          </p:nvPr>
        </p:nvSpPr>
        <p:spPr>
          <a:xfrm>
            <a:off x="3767328" y="6217920"/>
            <a:ext cx="7196328" cy="640080"/>
          </a:xfrm>
        </p:spPr>
        <p:txBody>
          <a:bodyPr vert="horz" lIns="91440" tIns="45720" rIns="91440" bIns="45720" rtlCol="0" anchor="ctr" anchorCtr="0">
            <a:normAutofit/>
          </a:bodyPr>
          <a:lstStyle/>
          <a:p>
            <a:pPr>
              <a:spcAft>
                <a:spcPts val="600"/>
              </a:spcAft>
            </a:pPr>
            <a:r>
              <a:rPr lang="en-US" sz="1200" kern="1200">
                <a:solidFill>
                  <a:schemeClr val="tx2"/>
                </a:solidFill>
                <a:latin typeface="+mn-lt"/>
                <a:ea typeface="+mn-ea"/>
                <a:cs typeface="+mn-cs"/>
              </a:rPr>
              <a:t>Department of ICT</a:t>
            </a:r>
            <a:endParaRPr lang="en-US" sz="1200" kern="1200" dirty="0">
              <a:solidFill>
                <a:schemeClr val="tx2"/>
              </a:solidFill>
              <a:latin typeface="+mn-lt"/>
              <a:ea typeface="+mn-ea"/>
              <a:cs typeface="+mn-cs"/>
            </a:endParaRPr>
          </a:p>
        </p:txBody>
      </p:sp>
      <p:cxnSp>
        <p:nvCxnSpPr>
          <p:cNvPr id="39" name="Straight Connector 38">
            <a:extLst>
              <a:ext uri="{FF2B5EF4-FFF2-40B4-BE49-F238E27FC236}">
                <a16:creationId xmlns:a16="http://schemas.microsoft.com/office/drawing/2014/main" id="{EC540AD5-A993-4DA3-B064-D004E2CC6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E6A9698-2C5E-4B0F-B3FA-0CE9BCA6E1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0" name="Content Placeholder 9">
            <a:extLst>
              <a:ext uri="{FF2B5EF4-FFF2-40B4-BE49-F238E27FC236}">
                <a16:creationId xmlns:a16="http://schemas.microsoft.com/office/drawing/2014/main" id="{64CCBF59-0022-50D9-DF76-3F325985CEFC}"/>
              </a:ext>
            </a:extLst>
          </p:cNvPr>
          <p:cNvGraphicFramePr>
            <a:graphicFrameLocks noGrp="1"/>
          </p:cNvGraphicFramePr>
          <p:nvPr>
            <p:ph idx="1"/>
            <p:extLst>
              <p:ext uri="{D42A27DB-BD31-4B8C-83A1-F6EECF244321}">
                <p14:modId xmlns:p14="http://schemas.microsoft.com/office/powerpoint/2010/main" val="326673998"/>
              </p:ext>
            </p:extLst>
          </p:nvPr>
        </p:nvGraphicFramePr>
        <p:xfrm>
          <a:off x="4642338" y="621322"/>
          <a:ext cx="6671581" cy="4732793"/>
        </p:xfrm>
        <a:graphic>
          <a:graphicData uri="http://schemas.openxmlformats.org/drawingml/2006/table">
            <a:tbl>
              <a:tblPr firstRow="1" bandRow="1">
                <a:noFill/>
                <a:tableStyleId>{5C22544A-7EE6-4342-B048-85BDC9FD1C3A}</a:tableStyleId>
              </a:tblPr>
              <a:tblGrid>
                <a:gridCol w="1535737">
                  <a:extLst>
                    <a:ext uri="{9D8B030D-6E8A-4147-A177-3AD203B41FA5}">
                      <a16:colId xmlns:a16="http://schemas.microsoft.com/office/drawing/2014/main" val="2626200746"/>
                    </a:ext>
                  </a:extLst>
                </a:gridCol>
                <a:gridCol w="1349098">
                  <a:extLst>
                    <a:ext uri="{9D8B030D-6E8A-4147-A177-3AD203B41FA5}">
                      <a16:colId xmlns:a16="http://schemas.microsoft.com/office/drawing/2014/main" val="3664851547"/>
                    </a:ext>
                  </a:extLst>
                </a:gridCol>
                <a:gridCol w="1218824">
                  <a:extLst>
                    <a:ext uri="{9D8B030D-6E8A-4147-A177-3AD203B41FA5}">
                      <a16:colId xmlns:a16="http://schemas.microsoft.com/office/drawing/2014/main" val="3767358755"/>
                    </a:ext>
                  </a:extLst>
                </a:gridCol>
                <a:gridCol w="1349098">
                  <a:extLst>
                    <a:ext uri="{9D8B030D-6E8A-4147-A177-3AD203B41FA5}">
                      <a16:colId xmlns:a16="http://schemas.microsoft.com/office/drawing/2014/main" val="135566777"/>
                    </a:ext>
                  </a:extLst>
                </a:gridCol>
                <a:gridCol w="1218824">
                  <a:extLst>
                    <a:ext uri="{9D8B030D-6E8A-4147-A177-3AD203B41FA5}">
                      <a16:colId xmlns:a16="http://schemas.microsoft.com/office/drawing/2014/main" val="376610685"/>
                    </a:ext>
                  </a:extLst>
                </a:gridCol>
              </a:tblGrid>
              <a:tr h="1033045">
                <a:tc>
                  <a:txBody>
                    <a:bodyPr/>
                    <a:lstStyle/>
                    <a:p>
                      <a:pPr marL="0" algn="l" rtl="0" eaLnBrk="1" latinLnBrk="0" hangingPunct="1">
                        <a:spcBef>
                          <a:spcPts val="0"/>
                        </a:spcBef>
                        <a:spcAft>
                          <a:spcPts val="0"/>
                        </a:spcAft>
                      </a:pPr>
                      <a:endParaRPr lang="en-IN" sz="3500" b="1" cap="none" spc="0">
                        <a:solidFill>
                          <a:schemeClr val="tx1"/>
                        </a:solidFill>
                        <a:effectLst/>
                      </a:endParaRPr>
                    </a:p>
                  </a:txBody>
                  <a:tcPr marL="140354" marR="0" marT="40101" marB="300758" anchor="b">
                    <a:lnL w="12700" cmpd="sng">
                      <a:noFill/>
                    </a:lnL>
                    <a:lnR w="12700" cmpd="sng">
                      <a:noFill/>
                    </a:lnR>
                    <a:lnT w="9525" cap="flat" cmpd="sng" algn="ctr">
                      <a:noFill/>
                      <a:prstDash val="solid"/>
                    </a:lnT>
                    <a:lnB w="38100" cmpd="sng">
                      <a:noFill/>
                    </a:lnB>
                    <a:noFill/>
                  </a:tcPr>
                </a:tc>
                <a:tc>
                  <a:txBody>
                    <a:bodyPr/>
                    <a:lstStyle/>
                    <a:p>
                      <a:pPr marL="0" algn="l" rtl="0" eaLnBrk="1" latinLnBrk="0" hangingPunct="1">
                        <a:spcBef>
                          <a:spcPts val="0"/>
                        </a:spcBef>
                        <a:spcAft>
                          <a:spcPts val="0"/>
                        </a:spcAft>
                      </a:pPr>
                      <a:r>
                        <a:rPr lang="en-US" sz="3500" b="1" kern="1200" cap="none" spc="0" dirty="0">
                          <a:solidFill>
                            <a:schemeClr val="tx1"/>
                          </a:solidFill>
                          <a:effectLst/>
                          <a:latin typeface="Calibri"/>
                        </a:rPr>
                        <a:t>Job 1</a:t>
                      </a:r>
                      <a:endParaRPr lang="en-US" sz="3500" b="1" cap="none" spc="0" dirty="0">
                        <a:solidFill>
                          <a:schemeClr val="tx1"/>
                        </a:solidFill>
                        <a:effectLst/>
                        <a:latin typeface="Calibri"/>
                      </a:endParaRPr>
                    </a:p>
                  </a:txBody>
                  <a:tcPr marL="140354" marR="0" marT="40101" marB="300758" anchor="b">
                    <a:lnL w="12700" cmpd="sng">
                      <a:noFill/>
                    </a:lnL>
                    <a:lnR w="12700" cmpd="sng">
                      <a:noFill/>
                    </a:lnR>
                    <a:lnT w="9525" cap="flat" cmpd="sng" algn="ctr">
                      <a:noFill/>
                      <a:prstDash val="solid"/>
                    </a:lnT>
                    <a:lnB w="38100" cmpd="sng">
                      <a:noFill/>
                    </a:lnB>
                    <a:noFill/>
                  </a:tcPr>
                </a:tc>
                <a:tc>
                  <a:txBody>
                    <a:bodyPr/>
                    <a:lstStyle/>
                    <a:p>
                      <a:pPr marL="0" algn="l" rtl="0" eaLnBrk="1" latinLnBrk="0" hangingPunct="1">
                        <a:spcBef>
                          <a:spcPts val="0"/>
                        </a:spcBef>
                        <a:spcAft>
                          <a:spcPts val="0"/>
                        </a:spcAft>
                      </a:pPr>
                      <a:r>
                        <a:rPr lang="en-US" sz="3500" b="1" kern="1200" cap="none" spc="0" dirty="0">
                          <a:solidFill>
                            <a:schemeClr val="tx1"/>
                          </a:solidFill>
                          <a:effectLst/>
                          <a:latin typeface="Calibri"/>
                        </a:rPr>
                        <a:t>job2</a:t>
                      </a:r>
                      <a:endParaRPr lang="en-US" sz="3500" b="1" cap="none" spc="0" dirty="0">
                        <a:solidFill>
                          <a:schemeClr val="tx1"/>
                        </a:solidFill>
                        <a:effectLst/>
                        <a:latin typeface="Calibri"/>
                      </a:endParaRPr>
                    </a:p>
                  </a:txBody>
                  <a:tcPr marL="140354" marR="0" marT="40101" marB="300758" anchor="b">
                    <a:lnL w="12700" cmpd="sng">
                      <a:noFill/>
                    </a:lnL>
                    <a:lnR w="12700" cmpd="sng">
                      <a:noFill/>
                    </a:lnR>
                    <a:lnT w="9525" cap="flat" cmpd="sng" algn="ctr">
                      <a:noFill/>
                      <a:prstDash val="solid"/>
                    </a:lnT>
                    <a:lnB w="38100" cmpd="sng">
                      <a:noFill/>
                    </a:lnB>
                    <a:noFill/>
                  </a:tcPr>
                </a:tc>
                <a:tc>
                  <a:txBody>
                    <a:bodyPr/>
                    <a:lstStyle/>
                    <a:p>
                      <a:pPr marL="0" algn="l" rtl="0" eaLnBrk="1" latinLnBrk="0" hangingPunct="1">
                        <a:spcBef>
                          <a:spcPts val="0"/>
                        </a:spcBef>
                        <a:spcAft>
                          <a:spcPts val="0"/>
                        </a:spcAft>
                      </a:pPr>
                      <a:r>
                        <a:rPr lang="en-US" sz="3500" b="1" kern="1200" cap="none" spc="0" dirty="0">
                          <a:solidFill>
                            <a:schemeClr val="tx1"/>
                          </a:solidFill>
                          <a:effectLst/>
                          <a:latin typeface="Calibri"/>
                        </a:rPr>
                        <a:t>Job 3</a:t>
                      </a:r>
                      <a:endParaRPr lang="en-US" sz="3500" b="1" cap="none" spc="0" dirty="0">
                        <a:solidFill>
                          <a:schemeClr val="tx1"/>
                        </a:solidFill>
                        <a:effectLst/>
                        <a:latin typeface="Calibri"/>
                      </a:endParaRPr>
                    </a:p>
                  </a:txBody>
                  <a:tcPr marL="140354" marR="0" marT="40101" marB="300758" anchor="b">
                    <a:lnL w="12700" cmpd="sng">
                      <a:noFill/>
                    </a:lnL>
                    <a:lnR w="12700" cmpd="sng">
                      <a:noFill/>
                    </a:lnR>
                    <a:lnT w="9525" cap="flat" cmpd="sng" algn="ctr">
                      <a:noFill/>
                      <a:prstDash val="solid"/>
                    </a:lnT>
                    <a:lnB w="38100" cmpd="sng">
                      <a:noFill/>
                    </a:lnB>
                    <a:noFill/>
                  </a:tcPr>
                </a:tc>
                <a:tc>
                  <a:txBody>
                    <a:bodyPr/>
                    <a:lstStyle/>
                    <a:p>
                      <a:pPr marL="0" algn="l" rtl="0" eaLnBrk="1" latinLnBrk="0" hangingPunct="1">
                        <a:spcBef>
                          <a:spcPts val="0"/>
                        </a:spcBef>
                        <a:spcAft>
                          <a:spcPts val="0"/>
                        </a:spcAft>
                      </a:pPr>
                      <a:r>
                        <a:rPr lang="en-US" sz="3500" b="1" kern="1200" cap="none" spc="0" dirty="0">
                          <a:solidFill>
                            <a:schemeClr val="tx1"/>
                          </a:solidFill>
                          <a:effectLst/>
                          <a:latin typeface="Calibri"/>
                        </a:rPr>
                        <a:t>job4</a:t>
                      </a:r>
                      <a:endParaRPr lang="en-US" sz="3500" b="1" cap="none" spc="0" dirty="0">
                        <a:solidFill>
                          <a:schemeClr val="tx1"/>
                        </a:solidFill>
                        <a:effectLst/>
                        <a:latin typeface="Calibri"/>
                      </a:endParaRPr>
                    </a:p>
                  </a:txBody>
                  <a:tcPr marL="140354" marR="0" marT="40101" marB="300758"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638568862"/>
                  </a:ext>
                </a:extLst>
              </a:tr>
              <a:tr h="924937">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Person 1</a:t>
                      </a:r>
                      <a:endParaRPr lang="en-US" sz="2600" cap="none" spc="0" dirty="0">
                        <a:solidFill>
                          <a:schemeClr val="tx1"/>
                        </a:solidFill>
                        <a:effectLst/>
                        <a:latin typeface="Calibri"/>
                      </a:endParaRPr>
                    </a:p>
                  </a:txBody>
                  <a:tcPr marL="140354" marR="0" marT="40101" marB="300758" anchor="ctr">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10</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38100" cmpd="sng">
                      <a:noFill/>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3</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38100" cmpd="sng">
                      <a:noFill/>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8</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38100" cmpd="sng">
                      <a:noFill/>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9</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2008651766"/>
                  </a:ext>
                </a:extLst>
              </a:tr>
              <a:tr h="924937">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Person 2</a:t>
                      </a:r>
                      <a:endParaRPr lang="en-US" sz="2600" cap="none" spc="0" dirty="0">
                        <a:solidFill>
                          <a:schemeClr val="tx1"/>
                        </a:solidFill>
                        <a:effectLst/>
                        <a:latin typeface="Calibri"/>
                      </a:endParaRPr>
                    </a:p>
                  </a:txBody>
                  <a:tcPr marL="140354" marR="0" marT="40101" marB="300758"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7</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5</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4</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8</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307717243"/>
                  </a:ext>
                </a:extLst>
              </a:tr>
              <a:tr h="924937">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Person 3</a:t>
                      </a:r>
                      <a:endParaRPr lang="en-US" sz="2600" cap="none" spc="0" dirty="0">
                        <a:solidFill>
                          <a:schemeClr val="tx1"/>
                        </a:solidFill>
                        <a:effectLst/>
                        <a:latin typeface="Calibri"/>
                      </a:endParaRPr>
                    </a:p>
                  </a:txBody>
                  <a:tcPr marL="140354" marR="0" marT="40101" marB="300758"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6</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9</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2</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9</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2459994171"/>
                  </a:ext>
                </a:extLst>
              </a:tr>
              <a:tr h="924937">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Person 4</a:t>
                      </a:r>
                      <a:endParaRPr lang="en-US" sz="2600" cap="none" spc="0" dirty="0">
                        <a:solidFill>
                          <a:schemeClr val="tx1"/>
                        </a:solidFill>
                        <a:effectLst/>
                        <a:latin typeface="Calibri"/>
                      </a:endParaRPr>
                    </a:p>
                  </a:txBody>
                  <a:tcPr marL="140354" marR="0" marT="40101" marB="300758"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8</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7</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10</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5</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876564965"/>
                  </a:ext>
                </a:extLst>
              </a:tr>
            </a:tbl>
          </a:graphicData>
        </a:graphic>
      </p:graphicFrame>
    </p:spTree>
    <p:extLst>
      <p:ext uri="{BB962C8B-B14F-4D97-AF65-F5344CB8AC3E}">
        <p14:creationId xmlns:p14="http://schemas.microsoft.com/office/powerpoint/2010/main" val="1652278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9EE76-2176-D20F-EA38-B3A271FB1CD6}"/>
              </a:ext>
            </a:extLst>
          </p:cNvPr>
          <p:cNvSpPr>
            <a:spLocks noGrp="1"/>
          </p:cNvSpPr>
          <p:nvPr>
            <p:ph type="title"/>
          </p:nvPr>
        </p:nvSpPr>
        <p:spPr/>
        <p:txBody>
          <a:bodyPr/>
          <a:lstStyle/>
          <a:p>
            <a:r>
              <a:rPr lang="en-US" sz="4800" dirty="0">
                <a:ea typeface="+mj-lt"/>
                <a:cs typeface="+mj-lt"/>
              </a:rPr>
              <a:t>Assignment Problem- Solution</a:t>
            </a:r>
            <a:endParaRPr lang="en-US" dirty="0"/>
          </a:p>
        </p:txBody>
      </p:sp>
      <p:pic>
        <p:nvPicPr>
          <p:cNvPr id="7" name="Content Placeholder 6">
            <a:extLst>
              <a:ext uri="{FF2B5EF4-FFF2-40B4-BE49-F238E27FC236}">
                <a16:creationId xmlns:a16="http://schemas.microsoft.com/office/drawing/2014/main" id="{E40E51AB-6448-AE58-2324-35DF8F0B49A8}"/>
              </a:ext>
            </a:extLst>
          </p:cNvPr>
          <p:cNvPicPr>
            <a:picLocks noGrp="1" noChangeAspect="1"/>
          </p:cNvPicPr>
          <p:nvPr>
            <p:ph idx="1"/>
          </p:nvPr>
        </p:nvPicPr>
        <p:blipFill>
          <a:blip r:embed="rId2"/>
          <a:stretch>
            <a:fillRect/>
          </a:stretch>
        </p:blipFill>
        <p:spPr>
          <a:xfrm>
            <a:off x="1557763" y="1762093"/>
            <a:ext cx="9941170" cy="3829355"/>
          </a:xfrm>
        </p:spPr>
      </p:pic>
      <p:sp>
        <p:nvSpPr>
          <p:cNvPr id="4" name="Date Placeholder 3">
            <a:extLst>
              <a:ext uri="{FF2B5EF4-FFF2-40B4-BE49-F238E27FC236}">
                <a16:creationId xmlns:a16="http://schemas.microsoft.com/office/drawing/2014/main" id="{CBDAE83F-A101-7570-7B3B-AF14B047D279}"/>
              </a:ext>
            </a:extLst>
          </p:cNvPr>
          <p:cNvSpPr>
            <a:spLocks noGrp="1"/>
          </p:cNvSpPr>
          <p:nvPr>
            <p:ph type="dt" sz="half" idx="10"/>
          </p:nvPr>
        </p:nvSpPr>
        <p:spPr/>
        <p:txBody>
          <a:bodyPr/>
          <a:lstStyle/>
          <a:p>
            <a:fld id="{C4217653-6CED-4FAA-A3EE-5F8F23697181}" type="datetime2">
              <a:rPr lang="en-US" smtClean="0"/>
              <a:t>Thursday, January 29, 2026</a:t>
            </a:fld>
            <a:endParaRPr lang="en-US" dirty="0"/>
          </a:p>
        </p:txBody>
      </p:sp>
      <p:sp>
        <p:nvSpPr>
          <p:cNvPr id="5" name="Footer Placeholder 4">
            <a:extLst>
              <a:ext uri="{FF2B5EF4-FFF2-40B4-BE49-F238E27FC236}">
                <a16:creationId xmlns:a16="http://schemas.microsoft.com/office/drawing/2014/main" id="{DA6BAE34-B319-766F-804B-A0C99563F5C1}"/>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DA7D112A-BB33-6F69-34E2-213681B5B76E}"/>
              </a:ext>
            </a:extLst>
          </p:cNvPr>
          <p:cNvSpPr>
            <a:spLocks noGrp="1"/>
          </p:cNvSpPr>
          <p:nvPr>
            <p:ph type="sldNum" sz="quarter" idx="12"/>
          </p:nvPr>
        </p:nvSpPr>
        <p:spPr/>
        <p:txBody>
          <a:bodyPr/>
          <a:lstStyle/>
          <a:p>
            <a:fld id="{7BE69E03-4804-4553-A1EC-F089884EF50F}" type="slidenum">
              <a:rPr lang="en-US" smtClean="0"/>
              <a:t>31</a:t>
            </a:fld>
            <a:endParaRPr lang="en-US"/>
          </a:p>
        </p:txBody>
      </p:sp>
    </p:spTree>
    <p:extLst>
      <p:ext uri="{BB962C8B-B14F-4D97-AF65-F5344CB8AC3E}">
        <p14:creationId xmlns:p14="http://schemas.microsoft.com/office/powerpoint/2010/main" val="42102262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ED62-BC20-1844-81D1-E32780484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98CB3-7E45-29EF-3767-5108F0BBF16F}"/>
              </a:ext>
            </a:extLst>
          </p:cNvPr>
          <p:cNvSpPr>
            <a:spLocks noGrp="1"/>
          </p:cNvSpPr>
          <p:nvPr>
            <p:ph type="title"/>
          </p:nvPr>
        </p:nvSpPr>
        <p:spPr/>
        <p:txBody>
          <a:bodyPr/>
          <a:lstStyle/>
          <a:p>
            <a:r>
              <a:rPr lang="en-US" sz="4800" dirty="0">
                <a:ea typeface="+mj-lt"/>
                <a:cs typeface="+mj-lt"/>
              </a:rPr>
              <a:t>Assignment Problem- Solution</a:t>
            </a:r>
            <a:endParaRPr lang="en-US" dirty="0"/>
          </a:p>
        </p:txBody>
      </p:sp>
      <p:sp>
        <p:nvSpPr>
          <p:cNvPr id="4" name="Date Placeholder 3">
            <a:extLst>
              <a:ext uri="{FF2B5EF4-FFF2-40B4-BE49-F238E27FC236}">
                <a16:creationId xmlns:a16="http://schemas.microsoft.com/office/drawing/2014/main" id="{A38F16C9-AB12-D9FD-AFB3-1FE58A1E303B}"/>
              </a:ext>
            </a:extLst>
          </p:cNvPr>
          <p:cNvSpPr>
            <a:spLocks noGrp="1"/>
          </p:cNvSpPr>
          <p:nvPr>
            <p:ph type="dt" sz="half" idx="10"/>
          </p:nvPr>
        </p:nvSpPr>
        <p:spPr/>
        <p:txBody>
          <a:bodyPr/>
          <a:lstStyle/>
          <a:p>
            <a:fld id="{9C023F89-223F-42A8-9A57-F7329AFBE7F9}" type="datetime2">
              <a:rPr lang="en-US" smtClean="0"/>
              <a:t>Thursday, January 29, 2026</a:t>
            </a:fld>
            <a:endParaRPr lang="en-US" dirty="0"/>
          </a:p>
        </p:txBody>
      </p:sp>
      <p:sp>
        <p:nvSpPr>
          <p:cNvPr id="5" name="Footer Placeholder 4">
            <a:extLst>
              <a:ext uri="{FF2B5EF4-FFF2-40B4-BE49-F238E27FC236}">
                <a16:creationId xmlns:a16="http://schemas.microsoft.com/office/drawing/2014/main" id="{E5E5F49E-B5A6-CD48-BCF3-638F8A337943}"/>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989070C5-FD78-551A-ACF5-422DDF724B71}"/>
              </a:ext>
            </a:extLst>
          </p:cNvPr>
          <p:cNvSpPr>
            <a:spLocks noGrp="1"/>
          </p:cNvSpPr>
          <p:nvPr>
            <p:ph type="sldNum" sz="quarter" idx="12"/>
          </p:nvPr>
        </p:nvSpPr>
        <p:spPr/>
        <p:txBody>
          <a:bodyPr/>
          <a:lstStyle/>
          <a:p>
            <a:fld id="{7BE69E03-4804-4553-A1EC-F089884EF50F}" type="slidenum">
              <a:rPr lang="en-US" smtClean="0"/>
              <a:t>32</a:t>
            </a:fld>
            <a:endParaRPr lang="en-US"/>
          </a:p>
        </p:txBody>
      </p:sp>
      <p:pic>
        <p:nvPicPr>
          <p:cNvPr id="9" name="Content Placeholder 8">
            <a:extLst>
              <a:ext uri="{FF2B5EF4-FFF2-40B4-BE49-F238E27FC236}">
                <a16:creationId xmlns:a16="http://schemas.microsoft.com/office/drawing/2014/main" id="{702D4184-2504-2C76-20EC-C2034477495E}"/>
              </a:ext>
            </a:extLst>
          </p:cNvPr>
          <p:cNvPicPr>
            <a:picLocks noGrp="1" noChangeAspect="1"/>
          </p:cNvPicPr>
          <p:nvPr>
            <p:ph idx="1"/>
          </p:nvPr>
        </p:nvPicPr>
        <p:blipFill>
          <a:blip r:embed="rId2"/>
          <a:stretch>
            <a:fillRect/>
          </a:stretch>
        </p:blipFill>
        <p:spPr>
          <a:xfrm>
            <a:off x="1908251" y="1813901"/>
            <a:ext cx="9685668" cy="3925030"/>
          </a:xfrm>
        </p:spPr>
      </p:pic>
    </p:spTree>
    <p:extLst>
      <p:ext uri="{BB962C8B-B14F-4D97-AF65-F5344CB8AC3E}">
        <p14:creationId xmlns:p14="http://schemas.microsoft.com/office/powerpoint/2010/main" val="2276332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FA1D4-439D-F5FC-B439-02DC4024D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772F4-5B1B-1574-8A7B-6A17C8E91A0B}"/>
              </a:ext>
            </a:extLst>
          </p:cNvPr>
          <p:cNvSpPr>
            <a:spLocks noGrp="1"/>
          </p:cNvSpPr>
          <p:nvPr>
            <p:ph type="title"/>
          </p:nvPr>
        </p:nvSpPr>
        <p:spPr/>
        <p:txBody>
          <a:bodyPr/>
          <a:lstStyle/>
          <a:p>
            <a:r>
              <a:rPr lang="en-US" sz="4800" dirty="0">
                <a:ea typeface="+mj-lt"/>
                <a:cs typeface="+mj-lt"/>
              </a:rPr>
              <a:t>Assignment Problem- Solution</a:t>
            </a:r>
            <a:endParaRPr lang="en-US" dirty="0"/>
          </a:p>
        </p:txBody>
      </p:sp>
      <p:sp>
        <p:nvSpPr>
          <p:cNvPr id="4" name="Date Placeholder 3">
            <a:extLst>
              <a:ext uri="{FF2B5EF4-FFF2-40B4-BE49-F238E27FC236}">
                <a16:creationId xmlns:a16="http://schemas.microsoft.com/office/drawing/2014/main" id="{D8490998-026E-ECC7-EA2F-1FE2B34958AE}"/>
              </a:ext>
            </a:extLst>
          </p:cNvPr>
          <p:cNvSpPr>
            <a:spLocks noGrp="1"/>
          </p:cNvSpPr>
          <p:nvPr>
            <p:ph type="dt" sz="half" idx="10"/>
          </p:nvPr>
        </p:nvSpPr>
        <p:spPr/>
        <p:txBody>
          <a:bodyPr/>
          <a:lstStyle/>
          <a:p>
            <a:fld id="{2E556997-DC1E-456F-AB87-EB77479F19E7}" type="datetime2">
              <a:rPr lang="en-US" smtClean="0"/>
              <a:t>Thursday, January 29, 2026</a:t>
            </a:fld>
            <a:endParaRPr lang="en-US" dirty="0"/>
          </a:p>
        </p:txBody>
      </p:sp>
      <p:sp>
        <p:nvSpPr>
          <p:cNvPr id="5" name="Footer Placeholder 4">
            <a:extLst>
              <a:ext uri="{FF2B5EF4-FFF2-40B4-BE49-F238E27FC236}">
                <a16:creationId xmlns:a16="http://schemas.microsoft.com/office/drawing/2014/main" id="{77CFD162-AC42-5238-1D23-538B9D5F4E52}"/>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884743C0-0969-30D4-A7F2-CCDBAB1AD8BE}"/>
              </a:ext>
            </a:extLst>
          </p:cNvPr>
          <p:cNvSpPr>
            <a:spLocks noGrp="1"/>
          </p:cNvSpPr>
          <p:nvPr>
            <p:ph type="sldNum" sz="quarter" idx="12"/>
          </p:nvPr>
        </p:nvSpPr>
        <p:spPr/>
        <p:txBody>
          <a:bodyPr/>
          <a:lstStyle/>
          <a:p>
            <a:fld id="{7BE69E03-4804-4553-A1EC-F089884EF50F}" type="slidenum">
              <a:rPr lang="en-US" smtClean="0"/>
              <a:t>33</a:t>
            </a:fld>
            <a:endParaRPr lang="en-US"/>
          </a:p>
        </p:txBody>
      </p:sp>
      <p:pic>
        <p:nvPicPr>
          <p:cNvPr id="8" name="Content Placeholder 7">
            <a:extLst>
              <a:ext uri="{FF2B5EF4-FFF2-40B4-BE49-F238E27FC236}">
                <a16:creationId xmlns:a16="http://schemas.microsoft.com/office/drawing/2014/main" id="{3C57A5F8-A611-82F5-3E47-12A549758121}"/>
              </a:ext>
            </a:extLst>
          </p:cNvPr>
          <p:cNvPicPr>
            <a:picLocks noGrp="1" noChangeAspect="1"/>
          </p:cNvPicPr>
          <p:nvPr>
            <p:ph idx="1"/>
          </p:nvPr>
        </p:nvPicPr>
        <p:blipFill>
          <a:blip r:embed="rId2"/>
          <a:stretch>
            <a:fillRect/>
          </a:stretch>
        </p:blipFill>
        <p:spPr>
          <a:xfrm>
            <a:off x="2237701" y="1933359"/>
            <a:ext cx="9730154" cy="3779899"/>
          </a:xfrm>
        </p:spPr>
      </p:pic>
    </p:spTree>
    <p:extLst>
      <p:ext uri="{BB962C8B-B14F-4D97-AF65-F5344CB8AC3E}">
        <p14:creationId xmlns:p14="http://schemas.microsoft.com/office/powerpoint/2010/main" val="3448276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FD84B-4A91-4580-279B-7BB0B58DE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9EF66-BAB1-6DA1-B710-6604C434BC76}"/>
              </a:ext>
            </a:extLst>
          </p:cNvPr>
          <p:cNvSpPr>
            <a:spLocks noGrp="1"/>
          </p:cNvSpPr>
          <p:nvPr>
            <p:ph type="title"/>
          </p:nvPr>
        </p:nvSpPr>
        <p:spPr/>
        <p:txBody>
          <a:bodyPr/>
          <a:lstStyle/>
          <a:p>
            <a:r>
              <a:rPr lang="en-US" sz="4800" dirty="0">
                <a:ea typeface="+mj-lt"/>
                <a:cs typeface="+mj-lt"/>
              </a:rPr>
              <a:t>Assignment Problem- Solution</a:t>
            </a:r>
            <a:endParaRPr lang="en-US" dirty="0"/>
          </a:p>
        </p:txBody>
      </p:sp>
      <p:sp>
        <p:nvSpPr>
          <p:cNvPr id="4" name="Date Placeholder 3">
            <a:extLst>
              <a:ext uri="{FF2B5EF4-FFF2-40B4-BE49-F238E27FC236}">
                <a16:creationId xmlns:a16="http://schemas.microsoft.com/office/drawing/2014/main" id="{28169825-152E-F08F-43D1-7B7A86E94A8E}"/>
              </a:ext>
            </a:extLst>
          </p:cNvPr>
          <p:cNvSpPr>
            <a:spLocks noGrp="1"/>
          </p:cNvSpPr>
          <p:nvPr>
            <p:ph type="dt" sz="half" idx="10"/>
          </p:nvPr>
        </p:nvSpPr>
        <p:spPr/>
        <p:txBody>
          <a:bodyPr/>
          <a:lstStyle/>
          <a:p>
            <a:fld id="{06AC777B-084F-4B23-BCE0-B3271A9EB772}" type="datetime2">
              <a:rPr lang="en-US" smtClean="0"/>
              <a:t>Thursday, January 29, 2026</a:t>
            </a:fld>
            <a:endParaRPr lang="en-US" dirty="0"/>
          </a:p>
        </p:txBody>
      </p:sp>
      <p:sp>
        <p:nvSpPr>
          <p:cNvPr id="5" name="Footer Placeholder 4">
            <a:extLst>
              <a:ext uri="{FF2B5EF4-FFF2-40B4-BE49-F238E27FC236}">
                <a16:creationId xmlns:a16="http://schemas.microsoft.com/office/drawing/2014/main" id="{12F8D02A-9852-F9A2-05A4-5694F8C234A6}"/>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7F966BA8-D04F-E0D0-BECD-6B0B88DF7E9C}"/>
              </a:ext>
            </a:extLst>
          </p:cNvPr>
          <p:cNvSpPr>
            <a:spLocks noGrp="1"/>
          </p:cNvSpPr>
          <p:nvPr>
            <p:ph type="sldNum" sz="quarter" idx="12"/>
          </p:nvPr>
        </p:nvSpPr>
        <p:spPr/>
        <p:txBody>
          <a:bodyPr/>
          <a:lstStyle/>
          <a:p>
            <a:fld id="{7BE69E03-4804-4553-A1EC-F089884EF50F}" type="slidenum">
              <a:rPr lang="en-US" smtClean="0"/>
              <a:t>34</a:t>
            </a:fld>
            <a:endParaRPr lang="en-US"/>
          </a:p>
        </p:txBody>
      </p:sp>
      <p:pic>
        <p:nvPicPr>
          <p:cNvPr id="9" name="Content Placeholder 8">
            <a:extLst>
              <a:ext uri="{FF2B5EF4-FFF2-40B4-BE49-F238E27FC236}">
                <a16:creationId xmlns:a16="http://schemas.microsoft.com/office/drawing/2014/main" id="{C563F2F8-933F-8765-35B0-423643E49463}"/>
              </a:ext>
            </a:extLst>
          </p:cNvPr>
          <p:cNvPicPr>
            <a:picLocks noGrp="1" noChangeAspect="1"/>
          </p:cNvPicPr>
          <p:nvPr>
            <p:ph idx="1"/>
          </p:nvPr>
        </p:nvPicPr>
        <p:blipFill>
          <a:blip r:embed="rId2"/>
          <a:stretch>
            <a:fillRect/>
          </a:stretch>
        </p:blipFill>
        <p:spPr>
          <a:xfrm>
            <a:off x="1783858" y="1778733"/>
            <a:ext cx="9383470" cy="4206383"/>
          </a:xfrm>
        </p:spPr>
      </p:pic>
    </p:spTree>
    <p:extLst>
      <p:ext uri="{BB962C8B-B14F-4D97-AF65-F5344CB8AC3E}">
        <p14:creationId xmlns:p14="http://schemas.microsoft.com/office/powerpoint/2010/main" val="30269428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57DE92-FEE8-22FC-6C2C-B8E802BE1DDD}"/>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075128-327D-D3C7-632D-95A5BB25AC49}"/>
              </a:ext>
            </a:extLst>
          </p:cNvPr>
          <p:cNvSpPr>
            <a:spLocks noGrp="1"/>
          </p:cNvSpPr>
          <p:nvPr>
            <p:ph type="title"/>
          </p:nvPr>
        </p:nvSpPr>
        <p:spPr>
          <a:xfrm>
            <a:off x="715221" y="1210540"/>
            <a:ext cx="4178512" cy="4706549"/>
          </a:xfrm>
        </p:spPr>
        <p:txBody>
          <a:bodyPr vert="horz" lIns="91440" tIns="45720" rIns="91440" bIns="45720" rtlCol="0" anchor="ctr">
            <a:normAutofit/>
          </a:bodyPr>
          <a:lstStyle/>
          <a:p>
            <a:r>
              <a:rPr lang="en-US" sz="3300" dirty="0"/>
              <a:t>Assignment Problem-Analysis</a:t>
            </a:r>
          </a:p>
        </p:txBody>
      </p:sp>
      <p:sp>
        <p:nvSpPr>
          <p:cNvPr id="6" name="Slide Number Placeholder 5">
            <a:extLst>
              <a:ext uri="{FF2B5EF4-FFF2-40B4-BE49-F238E27FC236}">
                <a16:creationId xmlns:a16="http://schemas.microsoft.com/office/drawing/2014/main" id="{3C81B63C-3D1F-AE87-FA64-2C820FC8C674}"/>
              </a:ext>
            </a:extLst>
          </p:cNvPr>
          <p:cNvSpPr>
            <a:spLocks noGrp="1"/>
          </p:cNvSpPr>
          <p:nvPr>
            <p:ph type="sldNum" sz="quarter" idx="12"/>
          </p:nvPr>
        </p:nvSpPr>
        <p:spPr>
          <a:xfrm>
            <a:off x="11504676" y="-14198"/>
            <a:ext cx="685800" cy="685800"/>
          </a:xfrm>
        </p:spPr>
        <p:txBody>
          <a:bodyPr vert="horz" lIns="91440" tIns="45720" rIns="91440" bIns="45720" rtlCol="0" anchor="ctr">
            <a:normAutofit/>
          </a:bodyPr>
          <a:lstStyle/>
          <a:p>
            <a:pPr>
              <a:spcAft>
                <a:spcPts val="600"/>
              </a:spcAft>
            </a:pPr>
            <a:fld id="{7BE69E03-4804-4553-A1EC-F089884EF50F}" type="slidenum">
              <a:rPr lang="en-US" sz="1200" smtClean="0"/>
              <a:pPr>
                <a:spcAft>
                  <a:spcPts val="600"/>
                </a:spcAft>
              </a:pPr>
              <a:t>35</a:t>
            </a:fld>
            <a:endParaRPr lang="en-US" sz="1200"/>
          </a:p>
        </p:txBody>
      </p:sp>
      <p:sp>
        <p:nvSpPr>
          <p:cNvPr id="4" name="Date Placeholder 3">
            <a:extLst>
              <a:ext uri="{FF2B5EF4-FFF2-40B4-BE49-F238E27FC236}">
                <a16:creationId xmlns:a16="http://schemas.microsoft.com/office/drawing/2014/main" id="{3A4F616B-BDAD-CB4F-7040-58842D55251F}"/>
              </a:ext>
            </a:extLst>
          </p:cNvPr>
          <p:cNvSpPr>
            <a:spLocks noGrp="1"/>
          </p:cNvSpPr>
          <p:nvPr>
            <p:ph type="dt" sz="half" idx="10"/>
          </p:nvPr>
        </p:nvSpPr>
        <p:spPr>
          <a:xfrm>
            <a:off x="422899" y="6217920"/>
            <a:ext cx="2743200" cy="640080"/>
          </a:xfrm>
        </p:spPr>
        <p:txBody>
          <a:bodyPr vert="horz" lIns="91440" tIns="45720" rIns="91440" bIns="45720" rtlCol="0" anchor="ctr">
            <a:normAutofit/>
          </a:bodyPr>
          <a:lstStyle/>
          <a:p>
            <a:pPr>
              <a:spcAft>
                <a:spcPts val="600"/>
              </a:spcAft>
            </a:pPr>
            <a:fld id="{44F032BD-4D1C-4EA1-910E-5E0A1561FC79}" type="datetime2">
              <a:rPr lang="en-US" sz="1200" smtClean="0"/>
              <a:t>Thursday, January 29, 2026</a:t>
            </a:fld>
            <a:endParaRPr lang="en-US" sz="1200"/>
          </a:p>
        </p:txBody>
      </p:sp>
      <p:sp>
        <p:nvSpPr>
          <p:cNvPr id="5" name="Footer Placeholder 4">
            <a:extLst>
              <a:ext uri="{FF2B5EF4-FFF2-40B4-BE49-F238E27FC236}">
                <a16:creationId xmlns:a16="http://schemas.microsoft.com/office/drawing/2014/main" id="{23F21BD5-09EE-94B1-59DF-6D00A7B137D8}"/>
              </a:ext>
            </a:extLst>
          </p:cNvPr>
          <p:cNvSpPr>
            <a:spLocks noGrp="1"/>
          </p:cNvSpPr>
          <p:nvPr>
            <p:ph type="ftr" sz="quarter" idx="11"/>
          </p:nvPr>
        </p:nvSpPr>
        <p:spPr>
          <a:xfrm>
            <a:off x="6842943" y="6217920"/>
            <a:ext cx="4114800" cy="640080"/>
          </a:xfrm>
        </p:spPr>
        <p:txBody>
          <a:bodyPr vert="horz" lIns="91440" tIns="45720" rIns="91440" bIns="45720" rtlCol="0" anchor="ctr">
            <a:normAutofit/>
          </a:bodyPr>
          <a:lstStyle/>
          <a:p>
            <a:pPr>
              <a:spcAft>
                <a:spcPts val="600"/>
              </a:spcAft>
            </a:pPr>
            <a:r>
              <a:rPr lang="en-US" sz="1200" kern="1200">
                <a:solidFill>
                  <a:schemeClr val="tx2"/>
                </a:solidFill>
                <a:latin typeface="+mn-lt"/>
                <a:ea typeface="+mn-ea"/>
                <a:cs typeface="+mn-cs"/>
              </a:rPr>
              <a:t>Department of ICT</a:t>
            </a:r>
          </a:p>
        </p:txBody>
      </p:sp>
      <p:cxnSp>
        <p:nvCxnSpPr>
          <p:cNvPr id="20"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2"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0" name="TextBox 7">
            <a:extLst>
              <a:ext uri="{FF2B5EF4-FFF2-40B4-BE49-F238E27FC236}">
                <a16:creationId xmlns:a16="http://schemas.microsoft.com/office/drawing/2014/main" id="{6315D7C2-505A-23D9-83F8-43788EEBD253}"/>
              </a:ext>
            </a:extLst>
          </p:cNvPr>
          <p:cNvGraphicFramePr/>
          <p:nvPr>
            <p:extLst>
              <p:ext uri="{D42A27DB-BD31-4B8C-83A1-F6EECF244321}">
                <p14:modId xmlns:p14="http://schemas.microsoft.com/office/powerpoint/2010/main" val="3803723516"/>
              </p:ext>
            </p:extLst>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6468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BD612AA-2DD2-BAA5-7301-F37137024782}"/>
              </a:ext>
            </a:extLst>
          </p:cNvPr>
          <p:cNvSpPr>
            <a:spLocks noChangeArrowheads="1"/>
          </p:cNvSpPr>
          <p:nvPr/>
        </p:nvSpPr>
        <p:spPr bwMode="auto">
          <a:xfrm>
            <a:off x="2073275" y="163651"/>
            <a:ext cx="8045450" cy="578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fontAlgn="base">
              <a:spcBef>
                <a:spcPct val="0"/>
              </a:spcBef>
              <a:spcAft>
                <a:spcPct val="0"/>
              </a:spcAft>
              <a:buClrTx/>
              <a:buSzTx/>
              <a:buNone/>
            </a:pPr>
            <a:r>
              <a:rPr lang="en-US" altLang="zh-TW" sz="4400" dirty="0">
                <a:solidFill>
                  <a:srgbClr val="003366"/>
                </a:solidFill>
              </a:rPr>
              <a:t>DFS &amp; BFS</a:t>
            </a:r>
          </a:p>
        </p:txBody>
      </p:sp>
      <p:sp>
        <p:nvSpPr>
          <p:cNvPr id="29699" name="Rectangle 3">
            <a:extLst>
              <a:ext uri="{FF2B5EF4-FFF2-40B4-BE49-F238E27FC236}">
                <a16:creationId xmlns:a16="http://schemas.microsoft.com/office/drawing/2014/main" id="{1AF5854F-18F0-8524-EC2D-47B536A73694}"/>
              </a:ext>
            </a:extLst>
          </p:cNvPr>
          <p:cNvSpPr>
            <a:spLocks noChangeArrowheads="1"/>
          </p:cNvSpPr>
          <p:nvPr/>
        </p:nvSpPr>
        <p:spPr bwMode="auto">
          <a:xfrm>
            <a:off x="1204566" y="919024"/>
            <a:ext cx="9026111" cy="426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fontAlgn="base">
              <a:spcAft>
                <a:spcPct val="0"/>
              </a:spcAft>
              <a:buClr>
                <a:srgbClr val="0099CC"/>
              </a:buClr>
            </a:pPr>
            <a:r>
              <a:rPr lang="en-US" altLang="zh-TW" sz="2600" dirty="0">
                <a:solidFill>
                  <a:srgbClr val="000000"/>
                </a:solidFill>
              </a:rPr>
              <a:t>Traversal</a:t>
            </a:r>
            <a:br>
              <a:rPr lang="en-US" altLang="zh-TW" sz="2600" dirty="0">
                <a:solidFill>
                  <a:srgbClr val="000000"/>
                </a:solidFill>
              </a:rPr>
            </a:br>
            <a:r>
              <a:rPr lang="en-US" altLang="zh-TW" sz="2600" dirty="0">
                <a:solidFill>
                  <a:srgbClr val="3366CC"/>
                </a:solidFill>
              </a:rPr>
              <a:t>Given G=(V,E) and vertex v, find all </a:t>
            </a:r>
            <a:r>
              <a:rPr lang="en-US" altLang="zh-TW" sz="2600" dirty="0" err="1">
                <a:solidFill>
                  <a:srgbClr val="3366CC"/>
                </a:solidFill>
              </a:rPr>
              <a:t>w</a:t>
            </a:r>
            <a:r>
              <a:rPr lang="en-US" altLang="zh-TW" sz="2600" dirty="0" err="1">
                <a:solidFill>
                  <a:srgbClr val="3366CC"/>
                </a:solidFill>
                <a:sym typeface="Symbol" panose="05050102010706020507" pitchFamily="18" charset="2"/>
              </a:rPr>
              <a:t>V</a:t>
            </a:r>
            <a:r>
              <a:rPr lang="en-US" altLang="zh-TW" sz="2600" dirty="0">
                <a:solidFill>
                  <a:srgbClr val="3366CC"/>
                </a:solidFill>
                <a:sym typeface="Symbol" panose="05050102010706020507" pitchFamily="18" charset="2"/>
              </a:rPr>
              <a:t>, </a:t>
            </a:r>
            <a:br>
              <a:rPr lang="en-US" altLang="zh-TW" sz="2600" dirty="0">
                <a:solidFill>
                  <a:srgbClr val="3366CC"/>
                </a:solidFill>
                <a:sym typeface="Symbol" panose="05050102010706020507" pitchFamily="18" charset="2"/>
              </a:rPr>
            </a:br>
            <a:r>
              <a:rPr lang="en-US" altLang="zh-TW" sz="2600" dirty="0">
                <a:solidFill>
                  <a:srgbClr val="3366CC"/>
                </a:solidFill>
                <a:sym typeface="Symbol" panose="05050102010706020507" pitchFamily="18" charset="2"/>
              </a:rPr>
              <a:t>such that w connects v.</a:t>
            </a:r>
            <a:endParaRPr lang="en-US" altLang="zh-TW" sz="2600" dirty="0">
              <a:solidFill>
                <a:srgbClr val="000000"/>
              </a:solidFill>
            </a:endParaRPr>
          </a:p>
          <a:p>
            <a:pPr lvl="1" fontAlgn="base">
              <a:spcAft>
                <a:spcPct val="0"/>
              </a:spcAft>
            </a:pPr>
            <a:r>
              <a:rPr lang="en-US" altLang="zh-TW" sz="2600" dirty="0">
                <a:solidFill>
                  <a:srgbClr val="000000"/>
                </a:solidFill>
              </a:rPr>
              <a:t>Depth First Search (DFS)</a:t>
            </a:r>
            <a:br>
              <a:rPr lang="en-US" altLang="zh-TW" sz="2600" dirty="0">
                <a:solidFill>
                  <a:srgbClr val="000000"/>
                </a:solidFill>
              </a:rPr>
            </a:br>
            <a:r>
              <a:rPr lang="en-US" altLang="zh-TW" sz="2600" dirty="0">
                <a:solidFill>
                  <a:srgbClr val="3366CC"/>
                </a:solidFill>
              </a:rPr>
              <a:t>preorder tree traversal</a:t>
            </a:r>
            <a:endParaRPr lang="en-US" altLang="zh-TW" sz="2600" dirty="0">
              <a:solidFill>
                <a:srgbClr val="000000"/>
              </a:solidFill>
            </a:endParaRPr>
          </a:p>
          <a:p>
            <a:pPr lvl="1" fontAlgn="base">
              <a:spcAft>
                <a:spcPct val="0"/>
              </a:spcAft>
            </a:pPr>
            <a:r>
              <a:rPr lang="en-US" altLang="zh-TW" sz="2600" dirty="0">
                <a:solidFill>
                  <a:srgbClr val="000000"/>
                </a:solidFill>
              </a:rPr>
              <a:t>Breadth First Search (BFS)</a:t>
            </a:r>
            <a:br>
              <a:rPr lang="en-US" altLang="zh-TW" sz="2600" dirty="0">
                <a:solidFill>
                  <a:srgbClr val="000000"/>
                </a:solidFill>
              </a:rPr>
            </a:br>
            <a:r>
              <a:rPr lang="en-US" altLang="zh-TW" sz="2600" dirty="0">
                <a:solidFill>
                  <a:srgbClr val="3366CC"/>
                </a:solidFill>
              </a:rPr>
              <a:t>level order tree traversal</a:t>
            </a:r>
          </a:p>
          <a:p>
            <a:pPr marL="457200" lvl="1" indent="0" fontAlgn="base">
              <a:spcAft>
                <a:spcPct val="0"/>
              </a:spcAft>
              <a:buNone/>
            </a:pPr>
            <a:endParaRPr lang="en-US" altLang="zh-TW" sz="2600" dirty="0">
              <a:solidFill>
                <a:srgbClr val="000000"/>
              </a:solidFill>
            </a:endParaRPr>
          </a:p>
          <a:p>
            <a:pPr fontAlgn="base">
              <a:spcAft>
                <a:spcPct val="0"/>
              </a:spcAft>
              <a:buClr>
                <a:srgbClr val="0099CC"/>
              </a:buClr>
            </a:pPr>
            <a:r>
              <a:rPr lang="en-US" altLang="zh-TW" sz="2600" dirty="0">
                <a:solidFill>
                  <a:srgbClr val="000000"/>
                </a:solidFill>
              </a:rPr>
              <a:t>Applications: </a:t>
            </a:r>
          </a:p>
          <a:p>
            <a:pPr lvl="1" fontAlgn="base">
              <a:spcAft>
                <a:spcPct val="0"/>
              </a:spcAft>
              <a:buClr>
                <a:srgbClr val="0099CC"/>
              </a:buClr>
            </a:pPr>
            <a:r>
              <a:rPr lang="en-US" altLang="zh-TW" sz="2200" dirty="0">
                <a:solidFill>
                  <a:srgbClr val="000000"/>
                </a:solidFill>
              </a:rPr>
              <a:t>To find Connected Components of a graph G</a:t>
            </a:r>
          </a:p>
          <a:p>
            <a:pPr lvl="1" fontAlgn="base">
              <a:spcAft>
                <a:spcPct val="0"/>
              </a:spcAft>
              <a:buClr>
                <a:srgbClr val="0099CC"/>
              </a:buClr>
            </a:pPr>
            <a:r>
              <a:rPr lang="en-US" altLang="zh-TW" sz="2200" dirty="0">
                <a:solidFill>
                  <a:srgbClr val="000000"/>
                </a:solidFill>
              </a:rPr>
              <a:t>Spanning Tree : A subgraph T of G is said to be spanning tree of the graph G if T is a tree and consist all the vertices of G</a:t>
            </a:r>
          </a:p>
          <a:p>
            <a:pPr lvl="1" fontAlgn="base">
              <a:spcAft>
                <a:spcPct val="0"/>
              </a:spcAft>
              <a:buClr>
                <a:srgbClr val="0099CC"/>
              </a:buClr>
            </a:pPr>
            <a:r>
              <a:rPr lang="en-US" altLang="zh-TW" sz="2200" dirty="0">
                <a:solidFill>
                  <a:srgbClr val="000000"/>
                </a:solidFill>
              </a:rPr>
              <a:t>Find path between two vertices in a graph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699">
                                            <p:txEl>
                                              <p:pRg st="4" end="4"/>
                                            </p:txEl>
                                          </p:spTgt>
                                        </p:tgtEl>
                                        <p:attrNameLst>
                                          <p:attrName>style.visibility</p:attrName>
                                        </p:attrNameLst>
                                      </p:cBhvr>
                                      <p:to>
                                        <p:strVal val="visible"/>
                                      </p:to>
                                    </p:set>
                                    <p:anim calcmode="lin" valueType="num">
                                      <p:cBhvr additive="base">
                                        <p:cTn id="7" dur="500" fill="hold"/>
                                        <p:tgtEl>
                                          <p:spTgt spid="2969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699">
                                            <p:txEl>
                                              <p:pRg st="5" end="5"/>
                                            </p:txEl>
                                          </p:spTgt>
                                        </p:tgtEl>
                                        <p:attrNameLst>
                                          <p:attrName>style.visibility</p:attrName>
                                        </p:attrNameLst>
                                      </p:cBhvr>
                                      <p:to>
                                        <p:strVal val="visible"/>
                                      </p:to>
                                    </p:set>
                                    <p:anim calcmode="lin" valueType="num">
                                      <p:cBhvr additive="base">
                                        <p:cTn id="11" dur="500" fill="hold"/>
                                        <p:tgtEl>
                                          <p:spTgt spid="29699">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9699">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9699">
                                            <p:txEl>
                                              <p:pRg st="6" end="6"/>
                                            </p:txEl>
                                          </p:spTgt>
                                        </p:tgtEl>
                                        <p:attrNameLst>
                                          <p:attrName>style.visibility</p:attrName>
                                        </p:attrNameLst>
                                      </p:cBhvr>
                                      <p:to>
                                        <p:strVal val="visible"/>
                                      </p:to>
                                    </p:set>
                                    <p:anim calcmode="lin" valueType="num">
                                      <p:cBhvr additive="base">
                                        <p:cTn id="15" dur="500" fill="hold"/>
                                        <p:tgtEl>
                                          <p:spTgt spid="29699">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9699">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9699">
                                            <p:txEl>
                                              <p:pRg st="7" end="7"/>
                                            </p:txEl>
                                          </p:spTgt>
                                        </p:tgtEl>
                                        <p:attrNameLst>
                                          <p:attrName>style.visibility</p:attrName>
                                        </p:attrNameLst>
                                      </p:cBhvr>
                                      <p:to>
                                        <p:strVal val="visible"/>
                                      </p:to>
                                    </p:set>
                                    <p:anim calcmode="lin" valueType="num">
                                      <p:cBhvr additive="base">
                                        <p:cTn id="19" dur="500" fill="hold"/>
                                        <p:tgtEl>
                                          <p:spTgt spid="29699">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69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170FE69E-CF52-B163-4D2C-2CED333089C7}"/>
              </a:ext>
            </a:extLst>
          </p:cNvPr>
          <p:cNvSpPr>
            <a:spLocks noChangeArrowheads="1"/>
          </p:cNvSpPr>
          <p:nvPr/>
        </p:nvSpPr>
        <p:spPr bwMode="auto">
          <a:xfrm>
            <a:off x="1676400" y="-85725"/>
            <a:ext cx="8991600"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fontAlgn="base">
              <a:spcBef>
                <a:spcPct val="0"/>
              </a:spcBef>
              <a:spcAft>
                <a:spcPct val="0"/>
              </a:spcAft>
              <a:buClrTx/>
              <a:buSzTx/>
              <a:buNone/>
            </a:pPr>
            <a:r>
              <a:rPr lang="en-US" altLang="zh-TW" sz="4400">
                <a:solidFill>
                  <a:srgbClr val="003366"/>
                </a:solidFill>
              </a:rPr>
              <a:t>Breadth First Search</a:t>
            </a:r>
          </a:p>
        </p:txBody>
      </p:sp>
      <p:sp>
        <p:nvSpPr>
          <p:cNvPr id="30723" name="Rectangle 3">
            <a:extLst>
              <a:ext uri="{FF2B5EF4-FFF2-40B4-BE49-F238E27FC236}">
                <a16:creationId xmlns:a16="http://schemas.microsoft.com/office/drawing/2014/main" id="{7D0C180C-6F1E-B1B2-953D-4C0C52DCE5E0}"/>
              </a:ext>
            </a:extLst>
          </p:cNvPr>
          <p:cNvSpPr>
            <a:spLocks noChangeArrowheads="1"/>
          </p:cNvSpPr>
          <p:nvPr/>
        </p:nvSpPr>
        <p:spPr bwMode="auto">
          <a:xfrm>
            <a:off x="2022475" y="503238"/>
            <a:ext cx="8274050" cy="635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fontAlgn="base">
              <a:spcAft>
                <a:spcPct val="0"/>
              </a:spcAft>
              <a:buClr>
                <a:srgbClr val="0099CC"/>
              </a:buClr>
            </a:pPr>
            <a:r>
              <a:rPr lang="en-US" altLang="zh-TW" sz="2800" b="1">
                <a:solidFill>
                  <a:srgbClr val="000000"/>
                </a:solidFill>
                <a:latin typeface="Courier New" panose="02070309020205020404" pitchFamily="49" charset="0"/>
              </a:rPr>
              <a:t>Method of starting at a vertex and identifying all vertices reachable from it.</a:t>
            </a:r>
          </a:p>
          <a:p>
            <a:pPr lvl="1" fontAlgn="base">
              <a:spcAft>
                <a:spcPct val="0"/>
              </a:spcAft>
            </a:pPr>
            <a:r>
              <a:rPr lang="en-US" altLang="zh-TW" sz="2400" b="1">
                <a:solidFill>
                  <a:srgbClr val="000000"/>
                </a:solidFill>
                <a:latin typeface="Courier New" panose="02070309020205020404" pitchFamily="49" charset="0"/>
              </a:rPr>
              <a:t>Implemented using queue</a:t>
            </a:r>
          </a:p>
          <a:p>
            <a:pPr lvl="1" fontAlgn="base">
              <a:spcAft>
                <a:spcPct val="0"/>
              </a:spcAft>
            </a:pPr>
            <a:endParaRPr lang="en-US" altLang="zh-TW" sz="2400" b="1">
              <a:solidFill>
                <a:srgbClr val="000000"/>
              </a:solidFill>
              <a:latin typeface="Courier New" panose="02070309020205020404" pitchFamily="49" charset="0"/>
            </a:endParaRPr>
          </a:p>
        </p:txBody>
      </p:sp>
      <p:grpSp>
        <p:nvGrpSpPr>
          <p:cNvPr id="4" name="Group 39">
            <a:extLst>
              <a:ext uri="{FF2B5EF4-FFF2-40B4-BE49-F238E27FC236}">
                <a16:creationId xmlns:a16="http://schemas.microsoft.com/office/drawing/2014/main" id="{93C8D87E-A941-5E7F-4F4F-69A94DFECE47}"/>
              </a:ext>
            </a:extLst>
          </p:cNvPr>
          <p:cNvGrpSpPr>
            <a:grpSpLocks/>
          </p:cNvGrpSpPr>
          <p:nvPr/>
        </p:nvGrpSpPr>
        <p:grpSpPr bwMode="auto">
          <a:xfrm>
            <a:off x="2203450" y="2687638"/>
            <a:ext cx="5403850" cy="3670300"/>
            <a:chOff x="196" y="1108"/>
            <a:chExt cx="3404" cy="2312"/>
          </a:xfrm>
        </p:grpSpPr>
        <p:sp>
          <p:nvSpPr>
            <p:cNvPr id="30725" name="Oval 4">
              <a:extLst>
                <a:ext uri="{FF2B5EF4-FFF2-40B4-BE49-F238E27FC236}">
                  <a16:creationId xmlns:a16="http://schemas.microsoft.com/office/drawing/2014/main" id="{F7F206C6-212B-9B4F-0817-D9162FFCAF97}"/>
                </a:ext>
              </a:extLst>
            </p:cNvPr>
            <p:cNvSpPr>
              <a:spLocks noChangeArrowheads="1"/>
            </p:cNvSpPr>
            <p:nvPr/>
          </p:nvSpPr>
          <p:spPr bwMode="auto">
            <a:xfrm>
              <a:off x="196" y="1636"/>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0726" name="Oval 5">
              <a:extLst>
                <a:ext uri="{FF2B5EF4-FFF2-40B4-BE49-F238E27FC236}">
                  <a16:creationId xmlns:a16="http://schemas.microsoft.com/office/drawing/2014/main" id="{5BDF2FD0-6A48-7232-855E-C840408420DC}"/>
                </a:ext>
              </a:extLst>
            </p:cNvPr>
            <p:cNvSpPr>
              <a:spLocks noChangeArrowheads="1"/>
            </p:cNvSpPr>
            <p:nvPr/>
          </p:nvSpPr>
          <p:spPr bwMode="auto">
            <a:xfrm>
              <a:off x="820" y="1108"/>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0727" name="Oval 6">
              <a:extLst>
                <a:ext uri="{FF2B5EF4-FFF2-40B4-BE49-F238E27FC236}">
                  <a16:creationId xmlns:a16="http://schemas.microsoft.com/office/drawing/2014/main" id="{7EB0E89D-6CAE-4614-4EBC-DD393BB98814}"/>
                </a:ext>
              </a:extLst>
            </p:cNvPr>
            <p:cNvSpPr>
              <a:spLocks noChangeArrowheads="1"/>
            </p:cNvSpPr>
            <p:nvPr/>
          </p:nvSpPr>
          <p:spPr bwMode="auto">
            <a:xfrm>
              <a:off x="1828" y="1300"/>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0728" name="Oval 7">
              <a:extLst>
                <a:ext uri="{FF2B5EF4-FFF2-40B4-BE49-F238E27FC236}">
                  <a16:creationId xmlns:a16="http://schemas.microsoft.com/office/drawing/2014/main" id="{541915EC-96AA-D291-7CC7-5C3BE60D6E08}"/>
                </a:ext>
              </a:extLst>
            </p:cNvPr>
            <p:cNvSpPr>
              <a:spLocks noChangeArrowheads="1"/>
            </p:cNvSpPr>
            <p:nvPr/>
          </p:nvSpPr>
          <p:spPr bwMode="auto">
            <a:xfrm>
              <a:off x="2836" y="1492"/>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0729" name="Oval 8">
              <a:extLst>
                <a:ext uri="{FF2B5EF4-FFF2-40B4-BE49-F238E27FC236}">
                  <a16:creationId xmlns:a16="http://schemas.microsoft.com/office/drawing/2014/main" id="{A5982CEE-B051-723E-BDAA-DC7AE8490742}"/>
                </a:ext>
              </a:extLst>
            </p:cNvPr>
            <p:cNvSpPr>
              <a:spLocks noChangeArrowheads="1"/>
            </p:cNvSpPr>
            <p:nvPr/>
          </p:nvSpPr>
          <p:spPr bwMode="auto">
            <a:xfrm>
              <a:off x="3316" y="2452"/>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0730" name="Oval 9">
              <a:extLst>
                <a:ext uri="{FF2B5EF4-FFF2-40B4-BE49-F238E27FC236}">
                  <a16:creationId xmlns:a16="http://schemas.microsoft.com/office/drawing/2014/main" id="{4BC78D2F-365E-6E88-9698-D21D6AD3CEA7}"/>
                </a:ext>
              </a:extLst>
            </p:cNvPr>
            <p:cNvSpPr>
              <a:spLocks noChangeArrowheads="1"/>
            </p:cNvSpPr>
            <p:nvPr/>
          </p:nvSpPr>
          <p:spPr bwMode="auto">
            <a:xfrm>
              <a:off x="580" y="2068"/>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0731" name="Oval 10">
              <a:extLst>
                <a:ext uri="{FF2B5EF4-FFF2-40B4-BE49-F238E27FC236}">
                  <a16:creationId xmlns:a16="http://schemas.microsoft.com/office/drawing/2014/main" id="{1AB17EA0-43BB-7612-8AB1-9677D8BF3107}"/>
                </a:ext>
              </a:extLst>
            </p:cNvPr>
            <p:cNvSpPr>
              <a:spLocks noChangeArrowheads="1"/>
            </p:cNvSpPr>
            <p:nvPr/>
          </p:nvSpPr>
          <p:spPr bwMode="auto">
            <a:xfrm>
              <a:off x="1540" y="2164"/>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0732" name="Oval 11">
              <a:extLst>
                <a:ext uri="{FF2B5EF4-FFF2-40B4-BE49-F238E27FC236}">
                  <a16:creationId xmlns:a16="http://schemas.microsoft.com/office/drawing/2014/main" id="{CF6FCA27-FC5E-900A-47A1-95B23169A2E7}"/>
                </a:ext>
              </a:extLst>
            </p:cNvPr>
            <p:cNvSpPr>
              <a:spLocks noChangeArrowheads="1"/>
            </p:cNvSpPr>
            <p:nvPr/>
          </p:nvSpPr>
          <p:spPr bwMode="auto">
            <a:xfrm>
              <a:off x="2500" y="2260"/>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0733" name="Oval 12">
              <a:extLst>
                <a:ext uri="{FF2B5EF4-FFF2-40B4-BE49-F238E27FC236}">
                  <a16:creationId xmlns:a16="http://schemas.microsoft.com/office/drawing/2014/main" id="{BA1EBFB9-E1B1-A5B3-24B6-09DC1CAAC248}"/>
                </a:ext>
              </a:extLst>
            </p:cNvPr>
            <p:cNvSpPr>
              <a:spLocks noChangeArrowheads="1"/>
            </p:cNvSpPr>
            <p:nvPr/>
          </p:nvSpPr>
          <p:spPr bwMode="auto">
            <a:xfrm>
              <a:off x="2932" y="3124"/>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0734" name="Oval 13">
              <a:extLst>
                <a:ext uri="{FF2B5EF4-FFF2-40B4-BE49-F238E27FC236}">
                  <a16:creationId xmlns:a16="http://schemas.microsoft.com/office/drawing/2014/main" id="{01F47253-B356-CE01-D8C3-D7739DD368D8}"/>
                </a:ext>
              </a:extLst>
            </p:cNvPr>
            <p:cNvSpPr>
              <a:spLocks noChangeArrowheads="1"/>
            </p:cNvSpPr>
            <p:nvPr/>
          </p:nvSpPr>
          <p:spPr bwMode="auto">
            <a:xfrm>
              <a:off x="1060" y="2980"/>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0735" name="Oval 14">
              <a:extLst>
                <a:ext uri="{FF2B5EF4-FFF2-40B4-BE49-F238E27FC236}">
                  <a16:creationId xmlns:a16="http://schemas.microsoft.com/office/drawing/2014/main" id="{51CB65A1-28A7-93CA-83BC-7FF2F994C227}"/>
                </a:ext>
              </a:extLst>
            </p:cNvPr>
            <p:cNvSpPr>
              <a:spLocks noChangeArrowheads="1"/>
            </p:cNvSpPr>
            <p:nvPr/>
          </p:nvSpPr>
          <p:spPr bwMode="auto">
            <a:xfrm>
              <a:off x="2308" y="3124"/>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0736" name="Line 15">
              <a:extLst>
                <a:ext uri="{FF2B5EF4-FFF2-40B4-BE49-F238E27FC236}">
                  <a16:creationId xmlns:a16="http://schemas.microsoft.com/office/drawing/2014/main" id="{D8F6F6DF-5861-8095-5F1F-5C587FDFE5A3}"/>
                </a:ext>
              </a:extLst>
            </p:cNvPr>
            <p:cNvSpPr>
              <a:spLocks noChangeShapeType="1"/>
            </p:cNvSpPr>
            <p:nvPr/>
          </p:nvSpPr>
          <p:spPr bwMode="auto">
            <a:xfrm flipH="1">
              <a:off x="432" y="1344"/>
              <a:ext cx="38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0737" name="Line 16">
              <a:extLst>
                <a:ext uri="{FF2B5EF4-FFF2-40B4-BE49-F238E27FC236}">
                  <a16:creationId xmlns:a16="http://schemas.microsoft.com/office/drawing/2014/main" id="{EB4F4535-2746-F94B-8A69-2B14AEAC7A54}"/>
                </a:ext>
              </a:extLst>
            </p:cNvPr>
            <p:cNvSpPr>
              <a:spLocks noChangeShapeType="1"/>
            </p:cNvSpPr>
            <p:nvPr/>
          </p:nvSpPr>
          <p:spPr bwMode="auto">
            <a:xfrm>
              <a:off x="1008" y="1392"/>
              <a:ext cx="624" cy="81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0738" name="Line 17">
              <a:extLst>
                <a:ext uri="{FF2B5EF4-FFF2-40B4-BE49-F238E27FC236}">
                  <a16:creationId xmlns:a16="http://schemas.microsoft.com/office/drawing/2014/main" id="{D4685E90-05EA-ACB2-0044-EFF41D29A779}"/>
                </a:ext>
              </a:extLst>
            </p:cNvPr>
            <p:cNvSpPr>
              <a:spLocks noChangeShapeType="1"/>
            </p:cNvSpPr>
            <p:nvPr/>
          </p:nvSpPr>
          <p:spPr bwMode="auto">
            <a:xfrm>
              <a:off x="432" y="1920"/>
              <a:ext cx="192"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0739" name="Line 18">
              <a:extLst>
                <a:ext uri="{FF2B5EF4-FFF2-40B4-BE49-F238E27FC236}">
                  <a16:creationId xmlns:a16="http://schemas.microsoft.com/office/drawing/2014/main" id="{8E7BFF31-E7CE-6BD4-3CE3-E55916C94D34}"/>
                </a:ext>
              </a:extLst>
            </p:cNvPr>
            <p:cNvSpPr>
              <a:spLocks noChangeShapeType="1"/>
            </p:cNvSpPr>
            <p:nvPr/>
          </p:nvSpPr>
          <p:spPr bwMode="auto">
            <a:xfrm>
              <a:off x="816" y="2352"/>
              <a:ext cx="336" cy="62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0740" name="Line 19">
              <a:extLst>
                <a:ext uri="{FF2B5EF4-FFF2-40B4-BE49-F238E27FC236}">
                  <a16:creationId xmlns:a16="http://schemas.microsoft.com/office/drawing/2014/main" id="{A89C3DE8-BC60-4880-4D8D-BD5385221168}"/>
                </a:ext>
              </a:extLst>
            </p:cNvPr>
            <p:cNvSpPr>
              <a:spLocks noChangeShapeType="1"/>
            </p:cNvSpPr>
            <p:nvPr/>
          </p:nvSpPr>
          <p:spPr bwMode="auto">
            <a:xfrm>
              <a:off x="1344" y="3168"/>
              <a:ext cx="1008"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0741" name="Line 20">
              <a:extLst>
                <a:ext uri="{FF2B5EF4-FFF2-40B4-BE49-F238E27FC236}">
                  <a16:creationId xmlns:a16="http://schemas.microsoft.com/office/drawing/2014/main" id="{6E95ED57-1C2C-C760-2624-4C8ACAF7FD59}"/>
                </a:ext>
              </a:extLst>
            </p:cNvPr>
            <p:cNvSpPr>
              <a:spLocks noChangeShapeType="1"/>
            </p:cNvSpPr>
            <p:nvPr/>
          </p:nvSpPr>
          <p:spPr bwMode="auto">
            <a:xfrm flipH="1">
              <a:off x="1728" y="1536"/>
              <a:ext cx="336" cy="62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0742" name="Line 21">
              <a:extLst>
                <a:ext uri="{FF2B5EF4-FFF2-40B4-BE49-F238E27FC236}">
                  <a16:creationId xmlns:a16="http://schemas.microsoft.com/office/drawing/2014/main" id="{4ECA877D-60FD-5686-1813-C5CB5D68742C}"/>
                </a:ext>
              </a:extLst>
            </p:cNvPr>
            <p:cNvSpPr>
              <a:spLocks noChangeShapeType="1"/>
            </p:cNvSpPr>
            <p:nvPr/>
          </p:nvSpPr>
          <p:spPr bwMode="auto">
            <a:xfrm>
              <a:off x="1728" y="2448"/>
              <a:ext cx="672" cy="72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0743" name="Line 22">
              <a:extLst>
                <a:ext uri="{FF2B5EF4-FFF2-40B4-BE49-F238E27FC236}">
                  <a16:creationId xmlns:a16="http://schemas.microsoft.com/office/drawing/2014/main" id="{ABD31229-E997-5634-6D84-E14B5B30CC14}"/>
                </a:ext>
              </a:extLst>
            </p:cNvPr>
            <p:cNvSpPr>
              <a:spLocks noChangeShapeType="1"/>
            </p:cNvSpPr>
            <p:nvPr/>
          </p:nvSpPr>
          <p:spPr bwMode="auto">
            <a:xfrm flipH="1">
              <a:off x="2640" y="1776"/>
              <a:ext cx="288" cy="4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0744" name="Line 23">
              <a:extLst>
                <a:ext uri="{FF2B5EF4-FFF2-40B4-BE49-F238E27FC236}">
                  <a16:creationId xmlns:a16="http://schemas.microsoft.com/office/drawing/2014/main" id="{4343E72D-35E8-857C-58D6-818FB9150E4E}"/>
                </a:ext>
              </a:extLst>
            </p:cNvPr>
            <p:cNvSpPr>
              <a:spLocks noChangeShapeType="1"/>
            </p:cNvSpPr>
            <p:nvPr/>
          </p:nvSpPr>
          <p:spPr bwMode="auto">
            <a:xfrm flipV="1">
              <a:off x="3120" y="2736"/>
              <a:ext cx="336"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0745" name="Rectangle 24">
              <a:extLst>
                <a:ext uri="{FF2B5EF4-FFF2-40B4-BE49-F238E27FC236}">
                  <a16:creationId xmlns:a16="http://schemas.microsoft.com/office/drawing/2014/main" id="{ECF32A32-8504-EEF5-BD74-B3DDB08E4474}"/>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30746" name="Rectangle 25">
              <a:extLst>
                <a:ext uri="{FF2B5EF4-FFF2-40B4-BE49-F238E27FC236}">
                  <a16:creationId xmlns:a16="http://schemas.microsoft.com/office/drawing/2014/main" id="{5E0109E7-9F40-6085-A603-3BE3DE75813E}"/>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30747" name="Rectangle 26">
              <a:extLst>
                <a:ext uri="{FF2B5EF4-FFF2-40B4-BE49-F238E27FC236}">
                  <a16:creationId xmlns:a16="http://schemas.microsoft.com/office/drawing/2014/main" id="{22892A90-7B92-E4DF-A8C3-B7F339F8475F}"/>
                </a:ext>
              </a:extLst>
            </p:cNvPr>
            <p:cNvSpPr>
              <a:spLocks noChangeArrowheads="1"/>
            </p:cNvSpPr>
            <p:nvPr/>
          </p:nvSpPr>
          <p:spPr bwMode="auto">
            <a:xfrm>
              <a:off x="2880" y="153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30748" name="Rectangle 27">
              <a:extLst>
                <a:ext uri="{FF2B5EF4-FFF2-40B4-BE49-F238E27FC236}">
                  <a16:creationId xmlns:a16="http://schemas.microsoft.com/office/drawing/2014/main" id="{5CADD881-CA33-8FA9-F9DE-E4BAB9B1E481}"/>
                </a:ext>
              </a:extLst>
            </p:cNvPr>
            <p:cNvSpPr>
              <a:spLocks noChangeArrowheads="1"/>
            </p:cNvSpPr>
            <p:nvPr/>
          </p:nvSpPr>
          <p:spPr bwMode="auto">
            <a:xfrm>
              <a:off x="3312" y="2496"/>
              <a:ext cx="28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30749" name="Rectangle 28">
              <a:extLst>
                <a:ext uri="{FF2B5EF4-FFF2-40B4-BE49-F238E27FC236}">
                  <a16:creationId xmlns:a16="http://schemas.microsoft.com/office/drawing/2014/main" id="{301FE6F2-31F5-B80C-77B1-B3709420E2D4}"/>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30750" name="Rectangle 29">
              <a:extLst>
                <a:ext uri="{FF2B5EF4-FFF2-40B4-BE49-F238E27FC236}">
                  <a16:creationId xmlns:a16="http://schemas.microsoft.com/office/drawing/2014/main" id="{3D43646D-E7AF-B885-C889-B148ED05F399}"/>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30751" name="Rectangle 30">
              <a:extLst>
                <a:ext uri="{FF2B5EF4-FFF2-40B4-BE49-F238E27FC236}">
                  <a16:creationId xmlns:a16="http://schemas.microsoft.com/office/drawing/2014/main" id="{A81D2B09-03EF-2FE5-35D4-A13AB9C51925}"/>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30752" name="Rectangle 31">
              <a:extLst>
                <a:ext uri="{FF2B5EF4-FFF2-40B4-BE49-F238E27FC236}">
                  <a16:creationId xmlns:a16="http://schemas.microsoft.com/office/drawing/2014/main" id="{2F37A500-79C6-61CA-5D3C-F7EB17A22582}"/>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30753" name="Rectangle 32">
              <a:extLst>
                <a:ext uri="{FF2B5EF4-FFF2-40B4-BE49-F238E27FC236}">
                  <a16:creationId xmlns:a16="http://schemas.microsoft.com/office/drawing/2014/main" id="{1ECEFC11-E42C-CF7F-6BFF-F1AC3D2A7EA4}"/>
                </a:ext>
              </a:extLst>
            </p:cNvPr>
            <p:cNvSpPr>
              <a:spLocks noChangeArrowheads="1"/>
            </p:cNvSpPr>
            <p:nvPr/>
          </p:nvSpPr>
          <p:spPr bwMode="auto">
            <a:xfrm>
              <a:off x="2928" y="3168"/>
              <a:ext cx="48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30754" name="Rectangle 33">
              <a:extLst>
                <a:ext uri="{FF2B5EF4-FFF2-40B4-BE49-F238E27FC236}">
                  <a16:creationId xmlns:a16="http://schemas.microsoft.com/office/drawing/2014/main" id="{3079A2CD-3E32-E36D-EFCA-DC05E88DBB15}"/>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30755" name="Rectangle 34">
              <a:extLst>
                <a:ext uri="{FF2B5EF4-FFF2-40B4-BE49-F238E27FC236}">
                  <a16:creationId xmlns:a16="http://schemas.microsoft.com/office/drawing/2014/main" id="{B1F215B2-9463-434E-89CD-633078645CCE}"/>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30756" name="Line 35">
              <a:extLst>
                <a:ext uri="{FF2B5EF4-FFF2-40B4-BE49-F238E27FC236}">
                  <a16:creationId xmlns:a16="http://schemas.microsoft.com/office/drawing/2014/main" id="{D224CB1A-E044-6D57-1CB7-949A3F0921D0}"/>
                </a:ext>
              </a:extLst>
            </p:cNvPr>
            <p:cNvSpPr>
              <a:spLocks noChangeShapeType="1"/>
            </p:cNvSpPr>
            <p:nvPr/>
          </p:nvSpPr>
          <p:spPr bwMode="auto">
            <a:xfrm>
              <a:off x="1824" y="2304"/>
              <a:ext cx="72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0757" name="Line 36">
              <a:extLst>
                <a:ext uri="{FF2B5EF4-FFF2-40B4-BE49-F238E27FC236}">
                  <a16:creationId xmlns:a16="http://schemas.microsoft.com/office/drawing/2014/main" id="{6779B13F-4E19-A0DD-DA37-623240E91E4F}"/>
                </a:ext>
              </a:extLst>
            </p:cNvPr>
            <p:cNvSpPr>
              <a:spLocks noChangeShapeType="1"/>
            </p:cNvSpPr>
            <p:nvPr/>
          </p:nvSpPr>
          <p:spPr bwMode="auto">
            <a:xfrm>
              <a:off x="1104" y="1248"/>
              <a:ext cx="720"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0758" name="Line 37">
              <a:extLst>
                <a:ext uri="{FF2B5EF4-FFF2-40B4-BE49-F238E27FC236}">
                  <a16:creationId xmlns:a16="http://schemas.microsoft.com/office/drawing/2014/main" id="{1D6281F1-57A5-455A-099A-D996B70C8A67}"/>
                </a:ext>
              </a:extLst>
            </p:cNvPr>
            <p:cNvSpPr>
              <a:spLocks noChangeShapeType="1"/>
            </p:cNvSpPr>
            <p:nvPr/>
          </p:nvSpPr>
          <p:spPr bwMode="auto">
            <a:xfrm>
              <a:off x="912" y="1392"/>
              <a:ext cx="336" cy="15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0759" name="Line 38">
              <a:extLst>
                <a:ext uri="{FF2B5EF4-FFF2-40B4-BE49-F238E27FC236}">
                  <a16:creationId xmlns:a16="http://schemas.microsoft.com/office/drawing/2014/main" id="{4B60793B-05BE-9CEC-94FC-A820F8D0F299}"/>
                </a:ext>
              </a:extLst>
            </p:cNvPr>
            <p:cNvSpPr>
              <a:spLocks noChangeShapeType="1"/>
            </p:cNvSpPr>
            <p:nvPr/>
          </p:nvSpPr>
          <p:spPr bwMode="auto">
            <a:xfrm flipV="1">
              <a:off x="1344" y="2496"/>
              <a:ext cx="1200" cy="52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CDA5BCCD-41A1-65C2-7D4C-08D449C59AB9}"/>
              </a:ext>
            </a:extLst>
          </p:cNvPr>
          <p:cNvSpPr>
            <a:spLocks noChangeArrowheads="1"/>
          </p:cNvSpPr>
          <p:nvPr/>
        </p:nvSpPr>
        <p:spPr bwMode="auto">
          <a:xfrm>
            <a:off x="1676400" y="-85725"/>
            <a:ext cx="8991600"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fontAlgn="base">
              <a:spcBef>
                <a:spcPct val="0"/>
              </a:spcBef>
              <a:spcAft>
                <a:spcPct val="0"/>
              </a:spcAft>
              <a:buClrTx/>
              <a:buSzTx/>
              <a:buNone/>
            </a:pPr>
            <a:r>
              <a:rPr lang="en-US" altLang="zh-TW" sz="4400">
                <a:solidFill>
                  <a:srgbClr val="003366"/>
                </a:solidFill>
              </a:rPr>
              <a:t>Pseudocode for BFS</a:t>
            </a:r>
          </a:p>
        </p:txBody>
      </p:sp>
      <p:sp>
        <p:nvSpPr>
          <p:cNvPr id="31747" name="Rectangle 3">
            <a:extLst>
              <a:ext uri="{FF2B5EF4-FFF2-40B4-BE49-F238E27FC236}">
                <a16:creationId xmlns:a16="http://schemas.microsoft.com/office/drawing/2014/main" id="{22FAE4C7-3571-0B3D-94EF-DE4B6CBE250A}"/>
              </a:ext>
            </a:extLst>
          </p:cNvPr>
          <p:cNvSpPr>
            <a:spLocks noChangeArrowheads="1"/>
          </p:cNvSpPr>
          <p:nvPr/>
        </p:nvSpPr>
        <p:spPr bwMode="auto">
          <a:xfrm>
            <a:off x="2022475" y="503238"/>
            <a:ext cx="8274050" cy="635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fontAlgn="base">
              <a:spcAft>
                <a:spcPct val="0"/>
              </a:spcAft>
              <a:buClr>
                <a:srgbClr val="0099CC"/>
              </a:buClr>
              <a:buNone/>
            </a:pPr>
            <a:r>
              <a:rPr lang="en-US" altLang="zh-TW" sz="2400" b="1" dirty="0">
                <a:solidFill>
                  <a:srgbClr val="000000"/>
                </a:solidFill>
                <a:latin typeface="Courier New" panose="02070309020205020404" pitchFamily="49" charset="0"/>
              </a:rPr>
              <a:t>BFS(v)</a:t>
            </a:r>
          </a:p>
          <a:p>
            <a:pPr fontAlgn="base">
              <a:spcAft>
                <a:spcPct val="0"/>
              </a:spcAft>
              <a:buClr>
                <a:srgbClr val="0099CC"/>
              </a:buClr>
              <a:buNone/>
            </a:pPr>
            <a:r>
              <a:rPr lang="en-US" altLang="zh-TW" sz="2400" b="1" dirty="0">
                <a:solidFill>
                  <a:srgbClr val="000000"/>
                </a:solidFill>
                <a:latin typeface="Courier New" panose="02070309020205020404" pitchFamily="49" charset="0"/>
              </a:rPr>
              <a:t>{ Label vertex v as reached.</a:t>
            </a:r>
          </a:p>
          <a:p>
            <a:pPr fontAlgn="base">
              <a:spcAft>
                <a:spcPct val="0"/>
              </a:spcAft>
              <a:buClr>
                <a:srgbClr val="0099CC"/>
              </a:buClr>
              <a:buNone/>
            </a:pPr>
            <a:r>
              <a:rPr lang="en-US" altLang="zh-TW" sz="2400" b="1" dirty="0">
                <a:solidFill>
                  <a:srgbClr val="000000"/>
                </a:solidFill>
                <a:latin typeface="Courier New" panose="02070309020205020404" pitchFamily="49" charset="0"/>
              </a:rPr>
              <a:t>  Initialize Q queue with only v in it</a:t>
            </a:r>
          </a:p>
          <a:p>
            <a:pPr lvl="1" fontAlgn="base">
              <a:spcAft>
                <a:spcPct val="0"/>
              </a:spcAft>
              <a:buNone/>
            </a:pPr>
            <a:r>
              <a:rPr lang="en-US" altLang="zh-TW" sz="2400" b="1" dirty="0">
                <a:solidFill>
                  <a:srgbClr val="000000"/>
                </a:solidFill>
                <a:latin typeface="Courier New" panose="02070309020205020404" pitchFamily="49" charset="0"/>
              </a:rPr>
              <a:t>while(Q is not empty)</a:t>
            </a:r>
          </a:p>
          <a:p>
            <a:pPr lvl="1" fontAlgn="base">
              <a:spcAft>
                <a:spcPct val="0"/>
              </a:spcAft>
              <a:buNone/>
            </a:pPr>
            <a:r>
              <a:rPr lang="en-US" altLang="zh-TW" sz="2400" b="1" dirty="0">
                <a:solidFill>
                  <a:srgbClr val="000000"/>
                </a:solidFill>
                <a:latin typeface="Courier New" panose="02070309020205020404" pitchFamily="49" charset="0"/>
              </a:rPr>
              <a:t>{ </a:t>
            </a:r>
          </a:p>
          <a:p>
            <a:pPr lvl="1" fontAlgn="base">
              <a:spcAft>
                <a:spcPct val="0"/>
              </a:spcAft>
              <a:buNone/>
            </a:pPr>
            <a:r>
              <a:rPr lang="en-US" altLang="zh-TW" sz="2400" b="1" dirty="0">
                <a:solidFill>
                  <a:srgbClr val="000000"/>
                </a:solidFill>
                <a:latin typeface="Courier New" panose="02070309020205020404" pitchFamily="49" charset="0"/>
              </a:rPr>
              <a:t>   delete a vertex w from the queue;</a:t>
            </a:r>
          </a:p>
          <a:p>
            <a:pPr lvl="1" fontAlgn="base">
              <a:spcAft>
                <a:spcPct val="0"/>
              </a:spcAft>
              <a:buNone/>
            </a:pPr>
            <a:r>
              <a:rPr lang="en-US" altLang="zh-TW" sz="2400" b="1" dirty="0">
                <a:solidFill>
                  <a:srgbClr val="000000"/>
                </a:solidFill>
                <a:latin typeface="Courier New" panose="02070309020205020404" pitchFamily="49" charset="0"/>
              </a:rPr>
              <a:t>   Let u be any vertex adjacent from w;</a:t>
            </a:r>
          </a:p>
          <a:p>
            <a:pPr lvl="1" fontAlgn="base">
              <a:spcAft>
                <a:spcPct val="0"/>
              </a:spcAft>
              <a:buNone/>
            </a:pPr>
            <a:r>
              <a:rPr lang="en-US" altLang="zh-TW" sz="2400" b="1" dirty="0">
                <a:solidFill>
                  <a:srgbClr val="000000"/>
                </a:solidFill>
                <a:latin typeface="Courier New" panose="02070309020205020404" pitchFamily="49" charset="0"/>
              </a:rPr>
              <a:t>   while(u)</a:t>
            </a:r>
          </a:p>
          <a:p>
            <a:pPr lvl="1" fontAlgn="base">
              <a:spcAft>
                <a:spcPct val="0"/>
              </a:spcAft>
              <a:buNone/>
            </a:pPr>
            <a:r>
              <a:rPr lang="en-US" altLang="zh-TW" sz="2400" b="1" dirty="0">
                <a:solidFill>
                  <a:srgbClr val="000000"/>
                </a:solidFill>
                <a:latin typeface="Courier New" panose="02070309020205020404" pitchFamily="49" charset="0"/>
              </a:rPr>
              <a:t>   {</a:t>
            </a:r>
          </a:p>
          <a:p>
            <a:pPr lvl="1" fontAlgn="base">
              <a:spcAft>
                <a:spcPct val="0"/>
              </a:spcAft>
              <a:buNone/>
            </a:pPr>
            <a:r>
              <a:rPr lang="en-US" altLang="zh-TW" sz="2400" b="1" dirty="0">
                <a:solidFill>
                  <a:srgbClr val="000000"/>
                </a:solidFill>
                <a:latin typeface="Courier New" panose="02070309020205020404" pitchFamily="49" charset="0"/>
              </a:rPr>
              <a:t>     if(u has not been labeled){</a:t>
            </a:r>
          </a:p>
          <a:p>
            <a:pPr lvl="1" fontAlgn="base">
              <a:spcAft>
                <a:spcPct val="0"/>
              </a:spcAft>
              <a:buNone/>
            </a:pPr>
            <a:r>
              <a:rPr lang="en-US" altLang="zh-TW" sz="2400" b="1" dirty="0">
                <a:solidFill>
                  <a:srgbClr val="000000"/>
                </a:solidFill>
                <a:latin typeface="Courier New" panose="02070309020205020404" pitchFamily="49" charset="0"/>
              </a:rPr>
              <a:t>        Add u to queue;</a:t>
            </a:r>
          </a:p>
          <a:p>
            <a:pPr lvl="1" fontAlgn="base">
              <a:spcAft>
                <a:spcPct val="0"/>
              </a:spcAft>
              <a:buNone/>
            </a:pPr>
            <a:r>
              <a:rPr lang="en-US" altLang="zh-TW" sz="2400" b="1" dirty="0">
                <a:solidFill>
                  <a:srgbClr val="000000"/>
                </a:solidFill>
                <a:latin typeface="Courier New" panose="02070309020205020404" pitchFamily="49" charset="0"/>
              </a:rPr>
              <a:t>        label u as reached; }</a:t>
            </a:r>
          </a:p>
          <a:p>
            <a:pPr lvl="1" fontAlgn="base">
              <a:spcAft>
                <a:spcPct val="0"/>
              </a:spcAft>
              <a:buNone/>
            </a:pPr>
            <a:r>
              <a:rPr lang="en-US" altLang="zh-TW" sz="2400" b="1" dirty="0">
                <a:solidFill>
                  <a:srgbClr val="000000"/>
                </a:solidFill>
                <a:latin typeface="Courier New" panose="02070309020205020404" pitchFamily="49" charset="0"/>
              </a:rPr>
              <a:t>     u=next vertex adjacent from w;</a:t>
            </a:r>
          </a:p>
          <a:p>
            <a:pPr lvl="1" fontAlgn="base">
              <a:spcAft>
                <a:spcPct val="0"/>
              </a:spcAft>
              <a:buNone/>
            </a:pPr>
            <a:r>
              <a:rPr lang="en-US" altLang="zh-TW" sz="2400" b="1" dirty="0">
                <a:solidFill>
                  <a:srgbClr val="000000"/>
                </a:solidFill>
                <a:latin typeface="Courier New" panose="02070309020205020404" pitchFamily="49" charset="0"/>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C72F6ED-0B6B-9FDB-3A6F-289ECFFB91F1}"/>
              </a:ext>
            </a:extLst>
          </p:cNvPr>
          <p:cNvSpPr>
            <a:spLocks noGrp="1" noChangeArrowheads="1"/>
          </p:cNvSpPr>
          <p:nvPr>
            <p:ph type="title"/>
          </p:nvPr>
        </p:nvSpPr>
        <p:spPr>
          <a:noFill/>
        </p:spPr>
        <p:txBody>
          <a:bodyPr/>
          <a:lstStyle/>
          <a:p>
            <a:r>
              <a:rPr lang="en-US" altLang="en-US"/>
              <a:t>Breadth-First Search Example</a:t>
            </a:r>
          </a:p>
        </p:txBody>
      </p:sp>
      <p:sp>
        <p:nvSpPr>
          <p:cNvPr id="6147" name="Rectangle 3">
            <a:extLst>
              <a:ext uri="{FF2B5EF4-FFF2-40B4-BE49-F238E27FC236}">
                <a16:creationId xmlns:a16="http://schemas.microsoft.com/office/drawing/2014/main" id="{506CEF85-F84A-683E-4159-C90752F52E25}"/>
              </a:ext>
            </a:extLst>
          </p:cNvPr>
          <p:cNvSpPr>
            <a:spLocks noGrp="1" noChangeArrowheads="1"/>
          </p:cNvSpPr>
          <p:nvPr>
            <p:ph type="body" idx="1"/>
          </p:nvPr>
        </p:nvSpPr>
        <p:spPr>
          <a:xfrm>
            <a:off x="1676400" y="5994400"/>
            <a:ext cx="7772400" cy="711200"/>
          </a:xfrm>
          <a:noFill/>
        </p:spPr>
        <p:txBody>
          <a:bodyPr/>
          <a:lstStyle/>
          <a:p>
            <a:pPr>
              <a:buFontTx/>
              <a:buNone/>
            </a:pPr>
            <a:r>
              <a:rPr lang="en-US" altLang="en-US"/>
              <a:t>Start search at vertex </a:t>
            </a:r>
            <a:r>
              <a:rPr lang="en-US" altLang="en-US">
                <a:solidFill>
                  <a:schemeClr val="hlink"/>
                </a:solidFill>
              </a:rPr>
              <a:t>1</a:t>
            </a:r>
            <a:r>
              <a:rPr lang="en-US" altLang="en-US">
                <a:solidFill>
                  <a:schemeClr val="bg2"/>
                </a:solidFill>
              </a:rPr>
              <a:t>.</a:t>
            </a:r>
          </a:p>
        </p:txBody>
      </p:sp>
      <p:grpSp>
        <p:nvGrpSpPr>
          <p:cNvPr id="6183" name="Group 39">
            <a:extLst>
              <a:ext uri="{FF2B5EF4-FFF2-40B4-BE49-F238E27FC236}">
                <a16:creationId xmlns:a16="http://schemas.microsoft.com/office/drawing/2014/main" id="{66927E11-9ECC-BB5B-E1D4-CB6C3BCF9132}"/>
              </a:ext>
            </a:extLst>
          </p:cNvPr>
          <p:cNvGrpSpPr>
            <a:grpSpLocks/>
          </p:cNvGrpSpPr>
          <p:nvPr/>
        </p:nvGrpSpPr>
        <p:grpSpPr bwMode="auto">
          <a:xfrm>
            <a:off x="1835150" y="1758950"/>
            <a:ext cx="5403850" cy="3670300"/>
            <a:chOff x="196" y="1108"/>
            <a:chExt cx="3404" cy="2312"/>
          </a:xfrm>
        </p:grpSpPr>
        <p:sp>
          <p:nvSpPr>
            <p:cNvPr id="32773" name="Oval 4">
              <a:extLst>
                <a:ext uri="{FF2B5EF4-FFF2-40B4-BE49-F238E27FC236}">
                  <a16:creationId xmlns:a16="http://schemas.microsoft.com/office/drawing/2014/main" id="{ED81E3B4-4041-98FE-7EF3-18D00B25E112}"/>
                </a:ext>
              </a:extLst>
            </p:cNvPr>
            <p:cNvSpPr>
              <a:spLocks noChangeArrowheads="1"/>
            </p:cNvSpPr>
            <p:nvPr/>
          </p:nvSpPr>
          <p:spPr bwMode="auto">
            <a:xfrm>
              <a:off x="196" y="1636"/>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2774" name="Oval 5">
              <a:extLst>
                <a:ext uri="{FF2B5EF4-FFF2-40B4-BE49-F238E27FC236}">
                  <a16:creationId xmlns:a16="http://schemas.microsoft.com/office/drawing/2014/main" id="{ECFD8A27-9770-3A5F-B050-CCF76C75D163}"/>
                </a:ext>
              </a:extLst>
            </p:cNvPr>
            <p:cNvSpPr>
              <a:spLocks noChangeArrowheads="1"/>
            </p:cNvSpPr>
            <p:nvPr/>
          </p:nvSpPr>
          <p:spPr bwMode="auto">
            <a:xfrm>
              <a:off x="820" y="1108"/>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2775" name="Oval 6">
              <a:extLst>
                <a:ext uri="{FF2B5EF4-FFF2-40B4-BE49-F238E27FC236}">
                  <a16:creationId xmlns:a16="http://schemas.microsoft.com/office/drawing/2014/main" id="{7656AADE-8BFE-07C6-FA7F-E64F1677F019}"/>
                </a:ext>
              </a:extLst>
            </p:cNvPr>
            <p:cNvSpPr>
              <a:spLocks noChangeArrowheads="1"/>
            </p:cNvSpPr>
            <p:nvPr/>
          </p:nvSpPr>
          <p:spPr bwMode="auto">
            <a:xfrm>
              <a:off x="1828" y="1300"/>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2776" name="Oval 7">
              <a:extLst>
                <a:ext uri="{FF2B5EF4-FFF2-40B4-BE49-F238E27FC236}">
                  <a16:creationId xmlns:a16="http://schemas.microsoft.com/office/drawing/2014/main" id="{44B73F53-D21A-7F8F-95D0-CF120D13CE6E}"/>
                </a:ext>
              </a:extLst>
            </p:cNvPr>
            <p:cNvSpPr>
              <a:spLocks noChangeArrowheads="1"/>
            </p:cNvSpPr>
            <p:nvPr/>
          </p:nvSpPr>
          <p:spPr bwMode="auto">
            <a:xfrm>
              <a:off x="2836" y="1492"/>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2777" name="Oval 8">
              <a:extLst>
                <a:ext uri="{FF2B5EF4-FFF2-40B4-BE49-F238E27FC236}">
                  <a16:creationId xmlns:a16="http://schemas.microsoft.com/office/drawing/2014/main" id="{899995A5-187E-2A06-A728-EB182759C7A7}"/>
                </a:ext>
              </a:extLst>
            </p:cNvPr>
            <p:cNvSpPr>
              <a:spLocks noChangeArrowheads="1"/>
            </p:cNvSpPr>
            <p:nvPr/>
          </p:nvSpPr>
          <p:spPr bwMode="auto">
            <a:xfrm>
              <a:off x="3316" y="2452"/>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2778" name="Oval 9">
              <a:extLst>
                <a:ext uri="{FF2B5EF4-FFF2-40B4-BE49-F238E27FC236}">
                  <a16:creationId xmlns:a16="http://schemas.microsoft.com/office/drawing/2014/main" id="{5F57007B-D995-FB19-AEC4-A8A3CB0EADE1}"/>
                </a:ext>
              </a:extLst>
            </p:cNvPr>
            <p:cNvSpPr>
              <a:spLocks noChangeArrowheads="1"/>
            </p:cNvSpPr>
            <p:nvPr/>
          </p:nvSpPr>
          <p:spPr bwMode="auto">
            <a:xfrm>
              <a:off x="580" y="2068"/>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2779" name="Oval 10">
              <a:extLst>
                <a:ext uri="{FF2B5EF4-FFF2-40B4-BE49-F238E27FC236}">
                  <a16:creationId xmlns:a16="http://schemas.microsoft.com/office/drawing/2014/main" id="{E962BB82-D806-52EF-CB3D-646D8467A689}"/>
                </a:ext>
              </a:extLst>
            </p:cNvPr>
            <p:cNvSpPr>
              <a:spLocks noChangeArrowheads="1"/>
            </p:cNvSpPr>
            <p:nvPr/>
          </p:nvSpPr>
          <p:spPr bwMode="auto">
            <a:xfrm>
              <a:off x="1540" y="2164"/>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2780" name="Oval 11">
              <a:extLst>
                <a:ext uri="{FF2B5EF4-FFF2-40B4-BE49-F238E27FC236}">
                  <a16:creationId xmlns:a16="http://schemas.microsoft.com/office/drawing/2014/main" id="{28D3ACDD-E2D9-5756-7EF5-A3CC6D5C9C39}"/>
                </a:ext>
              </a:extLst>
            </p:cNvPr>
            <p:cNvSpPr>
              <a:spLocks noChangeArrowheads="1"/>
            </p:cNvSpPr>
            <p:nvPr/>
          </p:nvSpPr>
          <p:spPr bwMode="auto">
            <a:xfrm>
              <a:off x="2500" y="2260"/>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2781" name="Oval 12">
              <a:extLst>
                <a:ext uri="{FF2B5EF4-FFF2-40B4-BE49-F238E27FC236}">
                  <a16:creationId xmlns:a16="http://schemas.microsoft.com/office/drawing/2014/main" id="{C7191805-2902-CAC7-577E-079325601CB9}"/>
                </a:ext>
              </a:extLst>
            </p:cNvPr>
            <p:cNvSpPr>
              <a:spLocks noChangeArrowheads="1"/>
            </p:cNvSpPr>
            <p:nvPr/>
          </p:nvSpPr>
          <p:spPr bwMode="auto">
            <a:xfrm>
              <a:off x="2932" y="3124"/>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2782" name="Oval 13">
              <a:extLst>
                <a:ext uri="{FF2B5EF4-FFF2-40B4-BE49-F238E27FC236}">
                  <a16:creationId xmlns:a16="http://schemas.microsoft.com/office/drawing/2014/main" id="{F3E6FC35-C08F-8875-7C9B-B500F9C0AB1A}"/>
                </a:ext>
              </a:extLst>
            </p:cNvPr>
            <p:cNvSpPr>
              <a:spLocks noChangeArrowheads="1"/>
            </p:cNvSpPr>
            <p:nvPr/>
          </p:nvSpPr>
          <p:spPr bwMode="auto">
            <a:xfrm>
              <a:off x="1060" y="2980"/>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2783" name="Oval 14">
              <a:extLst>
                <a:ext uri="{FF2B5EF4-FFF2-40B4-BE49-F238E27FC236}">
                  <a16:creationId xmlns:a16="http://schemas.microsoft.com/office/drawing/2014/main" id="{D132D1FE-3832-5F1D-F1F9-BE277B2B5493}"/>
                </a:ext>
              </a:extLst>
            </p:cNvPr>
            <p:cNvSpPr>
              <a:spLocks noChangeArrowheads="1"/>
            </p:cNvSpPr>
            <p:nvPr/>
          </p:nvSpPr>
          <p:spPr bwMode="auto">
            <a:xfrm>
              <a:off x="2308" y="3124"/>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2784" name="Line 15">
              <a:extLst>
                <a:ext uri="{FF2B5EF4-FFF2-40B4-BE49-F238E27FC236}">
                  <a16:creationId xmlns:a16="http://schemas.microsoft.com/office/drawing/2014/main" id="{FCEF0B3E-3043-1417-D49C-36A0F41B6CBD}"/>
                </a:ext>
              </a:extLst>
            </p:cNvPr>
            <p:cNvSpPr>
              <a:spLocks noChangeShapeType="1"/>
            </p:cNvSpPr>
            <p:nvPr/>
          </p:nvSpPr>
          <p:spPr bwMode="auto">
            <a:xfrm flipH="1">
              <a:off x="432" y="1344"/>
              <a:ext cx="38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2785" name="Line 16">
              <a:extLst>
                <a:ext uri="{FF2B5EF4-FFF2-40B4-BE49-F238E27FC236}">
                  <a16:creationId xmlns:a16="http://schemas.microsoft.com/office/drawing/2014/main" id="{9EDB1A90-6E4B-944D-40F7-A035B3822811}"/>
                </a:ext>
              </a:extLst>
            </p:cNvPr>
            <p:cNvSpPr>
              <a:spLocks noChangeShapeType="1"/>
            </p:cNvSpPr>
            <p:nvPr/>
          </p:nvSpPr>
          <p:spPr bwMode="auto">
            <a:xfrm>
              <a:off x="1008" y="1392"/>
              <a:ext cx="624" cy="81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2786" name="Line 17">
              <a:extLst>
                <a:ext uri="{FF2B5EF4-FFF2-40B4-BE49-F238E27FC236}">
                  <a16:creationId xmlns:a16="http://schemas.microsoft.com/office/drawing/2014/main" id="{30EC5557-CB1A-5DF3-8393-5DA7140D5FD5}"/>
                </a:ext>
              </a:extLst>
            </p:cNvPr>
            <p:cNvSpPr>
              <a:spLocks noChangeShapeType="1"/>
            </p:cNvSpPr>
            <p:nvPr/>
          </p:nvSpPr>
          <p:spPr bwMode="auto">
            <a:xfrm>
              <a:off x="432" y="1920"/>
              <a:ext cx="192"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2787" name="Line 18">
              <a:extLst>
                <a:ext uri="{FF2B5EF4-FFF2-40B4-BE49-F238E27FC236}">
                  <a16:creationId xmlns:a16="http://schemas.microsoft.com/office/drawing/2014/main" id="{59A132BC-4EA8-0BAD-816A-3C71106AE63D}"/>
                </a:ext>
              </a:extLst>
            </p:cNvPr>
            <p:cNvSpPr>
              <a:spLocks noChangeShapeType="1"/>
            </p:cNvSpPr>
            <p:nvPr/>
          </p:nvSpPr>
          <p:spPr bwMode="auto">
            <a:xfrm>
              <a:off x="816" y="2352"/>
              <a:ext cx="336" cy="62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2788" name="Line 19">
              <a:extLst>
                <a:ext uri="{FF2B5EF4-FFF2-40B4-BE49-F238E27FC236}">
                  <a16:creationId xmlns:a16="http://schemas.microsoft.com/office/drawing/2014/main" id="{39C5E96D-0E6B-8981-348E-9CE02EA0BA18}"/>
                </a:ext>
              </a:extLst>
            </p:cNvPr>
            <p:cNvSpPr>
              <a:spLocks noChangeShapeType="1"/>
            </p:cNvSpPr>
            <p:nvPr/>
          </p:nvSpPr>
          <p:spPr bwMode="auto">
            <a:xfrm>
              <a:off x="1344" y="3168"/>
              <a:ext cx="1008"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2789" name="Line 20">
              <a:extLst>
                <a:ext uri="{FF2B5EF4-FFF2-40B4-BE49-F238E27FC236}">
                  <a16:creationId xmlns:a16="http://schemas.microsoft.com/office/drawing/2014/main" id="{402F27F6-752F-8D14-73FA-FE9707549A74}"/>
                </a:ext>
              </a:extLst>
            </p:cNvPr>
            <p:cNvSpPr>
              <a:spLocks noChangeShapeType="1"/>
            </p:cNvSpPr>
            <p:nvPr/>
          </p:nvSpPr>
          <p:spPr bwMode="auto">
            <a:xfrm flipH="1">
              <a:off x="1728" y="1536"/>
              <a:ext cx="336" cy="62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2790" name="Line 21">
              <a:extLst>
                <a:ext uri="{FF2B5EF4-FFF2-40B4-BE49-F238E27FC236}">
                  <a16:creationId xmlns:a16="http://schemas.microsoft.com/office/drawing/2014/main" id="{8A6532F5-6963-D250-6963-70BF8FFB8D41}"/>
                </a:ext>
              </a:extLst>
            </p:cNvPr>
            <p:cNvSpPr>
              <a:spLocks noChangeShapeType="1"/>
            </p:cNvSpPr>
            <p:nvPr/>
          </p:nvSpPr>
          <p:spPr bwMode="auto">
            <a:xfrm>
              <a:off x="1728" y="2448"/>
              <a:ext cx="672" cy="72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2791" name="Line 22">
              <a:extLst>
                <a:ext uri="{FF2B5EF4-FFF2-40B4-BE49-F238E27FC236}">
                  <a16:creationId xmlns:a16="http://schemas.microsoft.com/office/drawing/2014/main" id="{EE5A68D7-A59C-81A4-0831-E058B4BD7F5D}"/>
                </a:ext>
              </a:extLst>
            </p:cNvPr>
            <p:cNvSpPr>
              <a:spLocks noChangeShapeType="1"/>
            </p:cNvSpPr>
            <p:nvPr/>
          </p:nvSpPr>
          <p:spPr bwMode="auto">
            <a:xfrm flipH="1">
              <a:off x="2640" y="1776"/>
              <a:ext cx="288" cy="4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2792" name="Line 23">
              <a:extLst>
                <a:ext uri="{FF2B5EF4-FFF2-40B4-BE49-F238E27FC236}">
                  <a16:creationId xmlns:a16="http://schemas.microsoft.com/office/drawing/2014/main" id="{8770F386-D244-38D0-C393-DB91B1635884}"/>
                </a:ext>
              </a:extLst>
            </p:cNvPr>
            <p:cNvSpPr>
              <a:spLocks noChangeShapeType="1"/>
            </p:cNvSpPr>
            <p:nvPr/>
          </p:nvSpPr>
          <p:spPr bwMode="auto">
            <a:xfrm flipV="1">
              <a:off x="3120" y="2736"/>
              <a:ext cx="336"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2793" name="Rectangle 24">
              <a:extLst>
                <a:ext uri="{FF2B5EF4-FFF2-40B4-BE49-F238E27FC236}">
                  <a16:creationId xmlns:a16="http://schemas.microsoft.com/office/drawing/2014/main" id="{C5F18175-06BF-DAD0-B7D3-3AAA3E92AD0D}"/>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32794" name="Rectangle 25">
              <a:extLst>
                <a:ext uri="{FF2B5EF4-FFF2-40B4-BE49-F238E27FC236}">
                  <a16:creationId xmlns:a16="http://schemas.microsoft.com/office/drawing/2014/main" id="{F1A9DA0E-F07C-805F-35C5-5BEC39544F24}"/>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32795" name="Rectangle 26">
              <a:extLst>
                <a:ext uri="{FF2B5EF4-FFF2-40B4-BE49-F238E27FC236}">
                  <a16:creationId xmlns:a16="http://schemas.microsoft.com/office/drawing/2014/main" id="{72E46AC3-EE54-9268-7672-222188B539A8}"/>
                </a:ext>
              </a:extLst>
            </p:cNvPr>
            <p:cNvSpPr>
              <a:spLocks noChangeArrowheads="1"/>
            </p:cNvSpPr>
            <p:nvPr/>
          </p:nvSpPr>
          <p:spPr bwMode="auto">
            <a:xfrm>
              <a:off x="2880" y="153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32796" name="Rectangle 27">
              <a:extLst>
                <a:ext uri="{FF2B5EF4-FFF2-40B4-BE49-F238E27FC236}">
                  <a16:creationId xmlns:a16="http://schemas.microsoft.com/office/drawing/2014/main" id="{608110A4-82B1-F2BC-7CE1-C3E3F121A96F}"/>
                </a:ext>
              </a:extLst>
            </p:cNvPr>
            <p:cNvSpPr>
              <a:spLocks noChangeArrowheads="1"/>
            </p:cNvSpPr>
            <p:nvPr/>
          </p:nvSpPr>
          <p:spPr bwMode="auto">
            <a:xfrm>
              <a:off x="3312" y="2496"/>
              <a:ext cx="28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32797" name="Rectangle 28">
              <a:extLst>
                <a:ext uri="{FF2B5EF4-FFF2-40B4-BE49-F238E27FC236}">
                  <a16:creationId xmlns:a16="http://schemas.microsoft.com/office/drawing/2014/main" id="{C748943F-E261-8AE0-B3B2-0D743A98F47D}"/>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32798" name="Rectangle 29">
              <a:extLst>
                <a:ext uri="{FF2B5EF4-FFF2-40B4-BE49-F238E27FC236}">
                  <a16:creationId xmlns:a16="http://schemas.microsoft.com/office/drawing/2014/main" id="{2C360B6A-ABB6-5D2F-A50E-DE3B71C1DC58}"/>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32799" name="Rectangle 30">
              <a:extLst>
                <a:ext uri="{FF2B5EF4-FFF2-40B4-BE49-F238E27FC236}">
                  <a16:creationId xmlns:a16="http://schemas.microsoft.com/office/drawing/2014/main" id="{91F14987-2D60-3CBF-645E-BCF804888DF4}"/>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32800" name="Rectangle 31">
              <a:extLst>
                <a:ext uri="{FF2B5EF4-FFF2-40B4-BE49-F238E27FC236}">
                  <a16:creationId xmlns:a16="http://schemas.microsoft.com/office/drawing/2014/main" id="{8B7BEAD9-27FC-4128-C797-4A5C633790FF}"/>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32801" name="Rectangle 32">
              <a:extLst>
                <a:ext uri="{FF2B5EF4-FFF2-40B4-BE49-F238E27FC236}">
                  <a16:creationId xmlns:a16="http://schemas.microsoft.com/office/drawing/2014/main" id="{8129D6EE-B618-BB34-A76E-5F901816F8BC}"/>
                </a:ext>
              </a:extLst>
            </p:cNvPr>
            <p:cNvSpPr>
              <a:spLocks noChangeArrowheads="1"/>
            </p:cNvSpPr>
            <p:nvPr/>
          </p:nvSpPr>
          <p:spPr bwMode="auto">
            <a:xfrm>
              <a:off x="2928" y="3168"/>
              <a:ext cx="48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32802" name="Rectangle 33">
              <a:extLst>
                <a:ext uri="{FF2B5EF4-FFF2-40B4-BE49-F238E27FC236}">
                  <a16:creationId xmlns:a16="http://schemas.microsoft.com/office/drawing/2014/main" id="{26CCE22C-49DE-1BFA-7EA0-D0A829B8D278}"/>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32803" name="Rectangle 34">
              <a:extLst>
                <a:ext uri="{FF2B5EF4-FFF2-40B4-BE49-F238E27FC236}">
                  <a16:creationId xmlns:a16="http://schemas.microsoft.com/office/drawing/2014/main" id="{B58B8E5C-1CF3-749B-DA4A-481B8F6BEC92}"/>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32804" name="Line 35">
              <a:extLst>
                <a:ext uri="{FF2B5EF4-FFF2-40B4-BE49-F238E27FC236}">
                  <a16:creationId xmlns:a16="http://schemas.microsoft.com/office/drawing/2014/main" id="{F13264F8-387F-8895-B703-462023F79BCE}"/>
                </a:ext>
              </a:extLst>
            </p:cNvPr>
            <p:cNvSpPr>
              <a:spLocks noChangeShapeType="1"/>
            </p:cNvSpPr>
            <p:nvPr/>
          </p:nvSpPr>
          <p:spPr bwMode="auto">
            <a:xfrm>
              <a:off x="1824" y="2304"/>
              <a:ext cx="72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2805" name="Line 36">
              <a:extLst>
                <a:ext uri="{FF2B5EF4-FFF2-40B4-BE49-F238E27FC236}">
                  <a16:creationId xmlns:a16="http://schemas.microsoft.com/office/drawing/2014/main" id="{8E5D7D55-3450-186A-8A80-6CDCDA71695A}"/>
                </a:ext>
              </a:extLst>
            </p:cNvPr>
            <p:cNvSpPr>
              <a:spLocks noChangeShapeType="1"/>
            </p:cNvSpPr>
            <p:nvPr/>
          </p:nvSpPr>
          <p:spPr bwMode="auto">
            <a:xfrm>
              <a:off x="1104" y="1248"/>
              <a:ext cx="720"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2806" name="Line 37">
              <a:extLst>
                <a:ext uri="{FF2B5EF4-FFF2-40B4-BE49-F238E27FC236}">
                  <a16:creationId xmlns:a16="http://schemas.microsoft.com/office/drawing/2014/main" id="{9816EA6B-26FA-408E-A297-0F72DA63427D}"/>
                </a:ext>
              </a:extLst>
            </p:cNvPr>
            <p:cNvSpPr>
              <a:spLocks noChangeShapeType="1"/>
            </p:cNvSpPr>
            <p:nvPr/>
          </p:nvSpPr>
          <p:spPr bwMode="auto">
            <a:xfrm>
              <a:off x="912" y="1392"/>
              <a:ext cx="336" cy="15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2807" name="Line 38">
              <a:extLst>
                <a:ext uri="{FF2B5EF4-FFF2-40B4-BE49-F238E27FC236}">
                  <a16:creationId xmlns:a16="http://schemas.microsoft.com/office/drawing/2014/main" id="{CF627F35-DB2E-DB14-D6EC-9405331AF1A0}"/>
                </a:ext>
              </a:extLst>
            </p:cNvPr>
            <p:cNvSpPr>
              <a:spLocks noChangeShapeType="1"/>
            </p:cNvSpPr>
            <p:nvPr/>
          </p:nvSpPr>
          <p:spPr bwMode="auto">
            <a:xfrm flipV="1">
              <a:off x="1344" y="2496"/>
              <a:ext cx="1200" cy="52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1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14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7F4040A-6563-2125-3E93-3946F114A77D}"/>
              </a:ext>
            </a:extLst>
          </p:cNvPr>
          <p:cNvSpPr>
            <a:spLocks noGrp="1" noChangeArrowheads="1"/>
          </p:cNvSpPr>
          <p:nvPr>
            <p:ph type="title"/>
          </p:nvPr>
        </p:nvSpPr>
        <p:spPr>
          <a:noFill/>
        </p:spPr>
        <p:txBody>
          <a:bodyPr/>
          <a:lstStyle/>
          <a:p>
            <a:r>
              <a:rPr lang="en-US" altLang="en-US"/>
              <a:t>Breadth-First Search Example</a:t>
            </a:r>
          </a:p>
        </p:txBody>
      </p:sp>
      <p:sp>
        <p:nvSpPr>
          <p:cNvPr id="33795" name="Rectangle 3">
            <a:extLst>
              <a:ext uri="{FF2B5EF4-FFF2-40B4-BE49-F238E27FC236}">
                <a16:creationId xmlns:a16="http://schemas.microsoft.com/office/drawing/2014/main" id="{91CED006-68D5-16F5-84C3-41FDD26AA8F0}"/>
              </a:ext>
            </a:extLst>
          </p:cNvPr>
          <p:cNvSpPr>
            <a:spLocks noGrp="1" noChangeArrowheads="1"/>
          </p:cNvSpPr>
          <p:nvPr>
            <p:ph type="body" idx="1"/>
          </p:nvPr>
        </p:nvSpPr>
        <p:spPr>
          <a:xfrm>
            <a:off x="1676401" y="5994400"/>
            <a:ext cx="8990013" cy="711200"/>
          </a:xfrm>
          <a:noFill/>
        </p:spPr>
        <p:txBody>
          <a:bodyPr/>
          <a:lstStyle/>
          <a:p>
            <a:pPr>
              <a:buFontTx/>
              <a:buNone/>
            </a:pPr>
            <a:r>
              <a:rPr lang="en-US" altLang="en-US"/>
              <a:t>Visit/mark/label start vertex and put in a FIFO queue.</a:t>
            </a:r>
          </a:p>
        </p:txBody>
      </p:sp>
      <p:sp>
        <p:nvSpPr>
          <p:cNvPr id="33796" name="Oval 4">
            <a:extLst>
              <a:ext uri="{FF2B5EF4-FFF2-40B4-BE49-F238E27FC236}">
                <a16:creationId xmlns:a16="http://schemas.microsoft.com/office/drawing/2014/main" id="{BC290086-B117-A5B7-54F1-C718AFC7FBB9}"/>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3797" name="Oval 5">
            <a:extLst>
              <a:ext uri="{FF2B5EF4-FFF2-40B4-BE49-F238E27FC236}">
                <a16:creationId xmlns:a16="http://schemas.microsoft.com/office/drawing/2014/main" id="{118D0200-2839-B333-04CD-B2F38C81923B}"/>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3798" name="Oval 6">
            <a:extLst>
              <a:ext uri="{FF2B5EF4-FFF2-40B4-BE49-F238E27FC236}">
                <a16:creationId xmlns:a16="http://schemas.microsoft.com/office/drawing/2014/main" id="{F86C9C3A-C5C0-8A95-11DC-22EA794DB2AE}"/>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3799" name="Oval 7">
            <a:extLst>
              <a:ext uri="{FF2B5EF4-FFF2-40B4-BE49-F238E27FC236}">
                <a16:creationId xmlns:a16="http://schemas.microsoft.com/office/drawing/2014/main" id="{AA441651-6AEC-E27E-79A2-A7E5DAFCA399}"/>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3800" name="Oval 8">
            <a:extLst>
              <a:ext uri="{FF2B5EF4-FFF2-40B4-BE49-F238E27FC236}">
                <a16:creationId xmlns:a16="http://schemas.microsoft.com/office/drawing/2014/main" id="{C842A1DF-7D44-DC14-225B-A2A9A948FF5A}"/>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3801" name="Oval 9">
            <a:extLst>
              <a:ext uri="{FF2B5EF4-FFF2-40B4-BE49-F238E27FC236}">
                <a16:creationId xmlns:a16="http://schemas.microsoft.com/office/drawing/2014/main" id="{B6EC07C4-CDA1-1FB2-5E45-753012DBF32E}"/>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3802" name="Oval 10">
            <a:extLst>
              <a:ext uri="{FF2B5EF4-FFF2-40B4-BE49-F238E27FC236}">
                <a16:creationId xmlns:a16="http://schemas.microsoft.com/office/drawing/2014/main" id="{BFAC6199-C09E-7F62-D629-7675BEEE5CB6}"/>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3803" name="Oval 11">
            <a:extLst>
              <a:ext uri="{FF2B5EF4-FFF2-40B4-BE49-F238E27FC236}">
                <a16:creationId xmlns:a16="http://schemas.microsoft.com/office/drawing/2014/main" id="{C1437066-7FD3-C378-2844-E4308B8F6E3F}"/>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3804" name="Oval 12">
            <a:extLst>
              <a:ext uri="{FF2B5EF4-FFF2-40B4-BE49-F238E27FC236}">
                <a16:creationId xmlns:a16="http://schemas.microsoft.com/office/drawing/2014/main" id="{C19DA61F-7538-3098-AF53-74694AFDE19D}"/>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3805" name="Oval 13">
            <a:extLst>
              <a:ext uri="{FF2B5EF4-FFF2-40B4-BE49-F238E27FC236}">
                <a16:creationId xmlns:a16="http://schemas.microsoft.com/office/drawing/2014/main" id="{DC4902B0-5F45-3980-ECA7-47DBA60AA081}"/>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3806" name="Oval 14">
            <a:extLst>
              <a:ext uri="{FF2B5EF4-FFF2-40B4-BE49-F238E27FC236}">
                <a16:creationId xmlns:a16="http://schemas.microsoft.com/office/drawing/2014/main" id="{A9839C0E-521A-FFAA-5994-5221A046BEA6}"/>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3807" name="Line 15">
            <a:extLst>
              <a:ext uri="{FF2B5EF4-FFF2-40B4-BE49-F238E27FC236}">
                <a16:creationId xmlns:a16="http://schemas.microsoft.com/office/drawing/2014/main" id="{FD5DC2DE-31EF-DEC9-A3E6-F8236036EC71}"/>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3808" name="Line 16">
            <a:extLst>
              <a:ext uri="{FF2B5EF4-FFF2-40B4-BE49-F238E27FC236}">
                <a16:creationId xmlns:a16="http://schemas.microsoft.com/office/drawing/2014/main" id="{C0F36EA9-9911-BBA5-B4E6-2F34F5C21B4E}"/>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3809" name="Line 17">
            <a:extLst>
              <a:ext uri="{FF2B5EF4-FFF2-40B4-BE49-F238E27FC236}">
                <a16:creationId xmlns:a16="http://schemas.microsoft.com/office/drawing/2014/main" id="{A536EBA7-A985-EF0F-B81F-91A22CFD89B0}"/>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3810" name="Line 18">
            <a:extLst>
              <a:ext uri="{FF2B5EF4-FFF2-40B4-BE49-F238E27FC236}">
                <a16:creationId xmlns:a16="http://schemas.microsoft.com/office/drawing/2014/main" id="{A64F3B45-144E-9E82-81C5-3BB09C1CAB15}"/>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3811" name="Line 19">
            <a:extLst>
              <a:ext uri="{FF2B5EF4-FFF2-40B4-BE49-F238E27FC236}">
                <a16:creationId xmlns:a16="http://schemas.microsoft.com/office/drawing/2014/main" id="{B706E8A9-E286-B86A-F4F7-218308878F4B}"/>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3812" name="Line 20">
            <a:extLst>
              <a:ext uri="{FF2B5EF4-FFF2-40B4-BE49-F238E27FC236}">
                <a16:creationId xmlns:a16="http://schemas.microsoft.com/office/drawing/2014/main" id="{BED762D3-E1F2-44F1-25FB-471A4454FD29}"/>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3813" name="Line 21">
            <a:extLst>
              <a:ext uri="{FF2B5EF4-FFF2-40B4-BE49-F238E27FC236}">
                <a16:creationId xmlns:a16="http://schemas.microsoft.com/office/drawing/2014/main" id="{A5B2F9B9-EDAB-17E7-D44F-DE14EC35BE30}"/>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3814" name="Line 22">
            <a:extLst>
              <a:ext uri="{FF2B5EF4-FFF2-40B4-BE49-F238E27FC236}">
                <a16:creationId xmlns:a16="http://schemas.microsoft.com/office/drawing/2014/main" id="{1BBB4330-1CAA-91FB-E344-E5526C84101D}"/>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3815" name="Line 23">
            <a:extLst>
              <a:ext uri="{FF2B5EF4-FFF2-40B4-BE49-F238E27FC236}">
                <a16:creationId xmlns:a16="http://schemas.microsoft.com/office/drawing/2014/main" id="{DD0FF8C0-8D34-68E0-FF51-61F8E5CD7F2A}"/>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3816" name="Rectangle 24">
            <a:extLst>
              <a:ext uri="{FF2B5EF4-FFF2-40B4-BE49-F238E27FC236}">
                <a16:creationId xmlns:a16="http://schemas.microsoft.com/office/drawing/2014/main" id="{A72F9EC6-8A8F-830E-7B45-E0EA7853F3FA}"/>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33817" name="Rectangle 25">
            <a:extLst>
              <a:ext uri="{FF2B5EF4-FFF2-40B4-BE49-F238E27FC236}">
                <a16:creationId xmlns:a16="http://schemas.microsoft.com/office/drawing/2014/main" id="{9634C62A-59D2-9508-56B0-2968FBC5F6A6}"/>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33818" name="Rectangle 26">
            <a:extLst>
              <a:ext uri="{FF2B5EF4-FFF2-40B4-BE49-F238E27FC236}">
                <a16:creationId xmlns:a16="http://schemas.microsoft.com/office/drawing/2014/main" id="{341AC09E-ADB0-4A57-BEC1-706B22D114EE}"/>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33819" name="Rectangle 27">
            <a:extLst>
              <a:ext uri="{FF2B5EF4-FFF2-40B4-BE49-F238E27FC236}">
                <a16:creationId xmlns:a16="http://schemas.microsoft.com/office/drawing/2014/main" id="{A552F9C5-7422-225C-9961-9C589DF30A9A}"/>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33820" name="Rectangle 28">
            <a:extLst>
              <a:ext uri="{FF2B5EF4-FFF2-40B4-BE49-F238E27FC236}">
                <a16:creationId xmlns:a16="http://schemas.microsoft.com/office/drawing/2014/main" id="{B88E5EC6-9C21-4B88-837D-F34FF41DF291}"/>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33821" name="Rectangle 29">
            <a:extLst>
              <a:ext uri="{FF2B5EF4-FFF2-40B4-BE49-F238E27FC236}">
                <a16:creationId xmlns:a16="http://schemas.microsoft.com/office/drawing/2014/main" id="{C91A620F-6A7A-61FC-9E4E-902C6FFFD833}"/>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33822" name="Rectangle 30">
            <a:extLst>
              <a:ext uri="{FF2B5EF4-FFF2-40B4-BE49-F238E27FC236}">
                <a16:creationId xmlns:a16="http://schemas.microsoft.com/office/drawing/2014/main" id="{52EE4D57-0E1C-CE4D-4B7B-AB3A0E55C758}"/>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33823" name="Rectangle 31">
            <a:extLst>
              <a:ext uri="{FF2B5EF4-FFF2-40B4-BE49-F238E27FC236}">
                <a16:creationId xmlns:a16="http://schemas.microsoft.com/office/drawing/2014/main" id="{74AD864F-56BE-C696-98FB-3B569A5A04D3}"/>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33824" name="Rectangle 32">
            <a:extLst>
              <a:ext uri="{FF2B5EF4-FFF2-40B4-BE49-F238E27FC236}">
                <a16:creationId xmlns:a16="http://schemas.microsoft.com/office/drawing/2014/main" id="{EC4676C2-CA8E-9E65-14E8-EA8E9139C37B}"/>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33825" name="Rectangle 33">
            <a:extLst>
              <a:ext uri="{FF2B5EF4-FFF2-40B4-BE49-F238E27FC236}">
                <a16:creationId xmlns:a16="http://schemas.microsoft.com/office/drawing/2014/main" id="{81363A77-D7BE-A35B-64DF-EBF481777FCF}"/>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33826" name="Rectangle 34">
            <a:extLst>
              <a:ext uri="{FF2B5EF4-FFF2-40B4-BE49-F238E27FC236}">
                <a16:creationId xmlns:a16="http://schemas.microsoft.com/office/drawing/2014/main" id="{B16D5ED3-BED4-6ED5-9E19-C5F58D16B9FE}"/>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33827" name="Line 35">
            <a:extLst>
              <a:ext uri="{FF2B5EF4-FFF2-40B4-BE49-F238E27FC236}">
                <a16:creationId xmlns:a16="http://schemas.microsoft.com/office/drawing/2014/main" id="{F9C7D8C4-C394-8556-BCCF-FABDB3AC6573}"/>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3828" name="Line 36">
            <a:extLst>
              <a:ext uri="{FF2B5EF4-FFF2-40B4-BE49-F238E27FC236}">
                <a16:creationId xmlns:a16="http://schemas.microsoft.com/office/drawing/2014/main" id="{8123F959-BC7B-7C6D-F21E-63E8FE18A166}"/>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3829" name="Line 37">
            <a:extLst>
              <a:ext uri="{FF2B5EF4-FFF2-40B4-BE49-F238E27FC236}">
                <a16:creationId xmlns:a16="http://schemas.microsoft.com/office/drawing/2014/main" id="{010846D8-A202-3BD6-95D6-3FFF1F301339}"/>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3830" name="Line 38">
            <a:extLst>
              <a:ext uri="{FF2B5EF4-FFF2-40B4-BE49-F238E27FC236}">
                <a16:creationId xmlns:a16="http://schemas.microsoft.com/office/drawing/2014/main" id="{29885E00-6FDD-7F62-7517-BB11650D93E8}"/>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7209" name="Group 41">
            <a:extLst>
              <a:ext uri="{FF2B5EF4-FFF2-40B4-BE49-F238E27FC236}">
                <a16:creationId xmlns:a16="http://schemas.microsoft.com/office/drawing/2014/main" id="{F7176F3E-643C-2D28-1AC0-0D476B906199}"/>
              </a:ext>
            </a:extLst>
          </p:cNvPr>
          <p:cNvGrpSpPr>
            <a:grpSpLocks/>
          </p:cNvGrpSpPr>
          <p:nvPr/>
        </p:nvGrpSpPr>
        <p:grpSpPr bwMode="auto">
          <a:xfrm>
            <a:off x="1835150" y="2597150"/>
            <a:ext cx="444500" cy="469900"/>
            <a:chOff x="196" y="1636"/>
            <a:chExt cx="280" cy="296"/>
          </a:xfrm>
        </p:grpSpPr>
        <p:sp>
          <p:nvSpPr>
            <p:cNvPr id="33835" name="Oval 39">
              <a:extLst>
                <a:ext uri="{FF2B5EF4-FFF2-40B4-BE49-F238E27FC236}">
                  <a16:creationId xmlns:a16="http://schemas.microsoft.com/office/drawing/2014/main" id="{886C5040-8F53-0FE2-A887-9165FF5B406F}"/>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3836" name="Rectangle 40">
              <a:extLst>
                <a:ext uri="{FF2B5EF4-FFF2-40B4-BE49-F238E27FC236}">
                  <a16:creationId xmlns:a16="http://schemas.microsoft.com/office/drawing/2014/main" id="{89CEA6BF-916D-CE10-53C5-D48D6EF28293}"/>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grpSp>
        <p:nvGrpSpPr>
          <p:cNvPr id="7212" name="Group 44">
            <a:extLst>
              <a:ext uri="{FF2B5EF4-FFF2-40B4-BE49-F238E27FC236}">
                <a16:creationId xmlns:a16="http://schemas.microsoft.com/office/drawing/2014/main" id="{02B086BF-4427-071E-C31C-50B1BF22147D}"/>
              </a:ext>
            </a:extLst>
          </p:cNvPr>
          <p:cNvGrpSpPr>
            <a:grpSpLocks/>
          </p:cNvGrpSpPr>
          <p:nvPr/>
        </p:nvGrpSpPr>
        <p:grpSpPr bwMode="auto">
          <a:xfrm>
            <a:off x="7002464" y="1143000"/>
            <a:ext cx="3513137" cy="2363788"/>
            <a:chOff x="3451" y="720"/>
            <a:chExt cx="2213" cy="1489"/>
          </a:xfrm>
        </p:grpSpPr>
        <p:sp>
          <p:nvSpPr>
            <p:cNvPr id="33833" name="Rectangle 42">
              <a:extLst>
                <a:ext uri="{FF2B5EF4-FFF2-40B4-BE49-F238E27FC236}">
                  <a16:creationId xmlns:a16="http://schemas.microsoft.com/office/drawing/2014/main" id="{9F84B139-5C3B-63F3-7DB1-0FAEFC5BC5CF}"/>
                </a:ext>
              </a:extLst>
            </p:cNvPr>
            <p:cNvSpPr>
              <a:spLocks noChangeArrowheads="1"/>
            </p:cNvSpPr>
            <p:nvPr/>
          </p:nvSpPr>
          <p:spPr bwMode="auto">
            <a:xfrm>
              <a:off x="3888" y="1104"/>
              <a:ext cx="1776" cy="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r>
                <a:rPr lang="en-US" altLang="en-US" sz="2000">
                  <a:solidFill>
                    <a:srgbClr val="CC3300"/>
                  </a:solidFill>
                  <a:ea typeface="DFKai-SB" pitchFamily="65" charset="-128"/>
                </a:rPr>
                <a:t>1</a:t>
              </a:r>
            </a:p>
          </p:txBody>
        </p:sp>
        <p:sp>
          <p:nvSpPr>
            <p:cNvPr id="33834" name="Freeform 43">
              <a:extLst>
                <a:ext uri="{FF2B5EF4-FFF2-40B4-BE49-F238E27FC236}">
                  <a16:creationId xmlns:a16="http://schemas.microsoft.com/office/drawing/2014/main" id="{170DCCAB-6BE4-E413-DD94-80E76EB53C00}"/>
                </a:ext>
              </a:extLst>
            </p:cNvPr>
            <p:cNvSpPr>
              <a:spLocks/>
            </p:cNvSpPr>
            <p:nvPr/>
          </p:nvSpPr>
          <p:spPr bwMode="auto">
            <a:xfrm>
              <a:off x="3451" y="720"/>
              <a:ext cx="2206" cy="1489"/>
            </a:xfrm>
            <a:custGeom>
              <a:avLst/>
              <a:gdLst>
                <a:gd name="T0" fmla="*/ 2022 w 2206"/>
                <a:gd name="T1" fmla="*/ 22 h 1489"/>
                <a:gd name="T2" fmla="*/ 1897 w 2206"/>
                <a:gd name="T3" fmla="*/ 29 h 1489"/>
                <a:gd name="T4" fmla="*/ 1714 w 2206"/>
                <a:gd name="T5" fmla="*/ 29 h 1489"/>
                <a:gd name="T6" fmla="*/ 1600 w 2206"/>
                <a:gd name="T7" fmla="*/ 37 h 1489"/>
                <a:gd name="T8" fmla="*/ 1326 w 2206"/>
                <a:gd name="T9" fmla="*/ 37 h 1489"/>
                <a:gd name="T10" fmla="*/ 1166 w 2206"/>
                <a:gd name="T11" fmla="*/ 37 h 1489"/>
                <a:gd name="T12" fmla="*/ 937 w 2206"/>
                <a:gd name="T13" fmla="*/ 45 h 1489"/>
                <a:gd name="T14" fmla="*/ 754 w 2206"/>
                <a:gd name="T15" fmla="*/ 53 h 1489"/>
                <a:gd name="T16" fmla="*/ 571 w 2206"/>
                <a:gd name="T17" fmla="*/ 53 h 1489"/>
                <a:gd name="T18" fmla="*/ 366 w 2206"/>
                <a:gd name="T19" fmla="*/ 53 h 1489"/>
                <a:gd name="T20" fmla="*/ 206 w 2206"/>
                <a:gd name="T21" fmla="*/ 68 h 1489"/>
                <a:gd name="T22" fmla="*/ 126 w 2206"/>
                <a:gd name="T23" fmla="*/ 75 h 1489"/>
                <a:gd name="T24" fmla="*/ 92 w 2206"/>
                <a:gd name="T25" fmla="*/ 121 h 1489"/>
                <a:gd name="T26" fmla="*/ 57 w 2206"/>
                <a:gd name="T27" fmla="*/ 182 h 1489"/>
                <a:gd name="T28" fmla="*/ 23 w 2206"/>
                <a:gd name="T29" fmla="*/ 235 h 1489"/>
                <a:gd name="T30" fmla="*/ 0 w 2206"/>
                <a:gd name="T31" fmla="*/ 334 h 1489"/>
                <a:gd name="T32" fmla="*/ 0 w 2206"/>
                <a:gd name="T33" fmla="*/ 409 h 1489"/>
                <a:gd name="T34" fmla="*/ 0 w 2206"/>
                <a:gd name="T35" fmla="*/ 531 h 1489"/>
                <a:gd name="T36" fmla="*/ 12 w 2206"/>
                <a:gd name="T37" fmla="*/ 607 h 1489"/>
                <a:gd name="T38" fmla="*/ 12 w 2206"/>
                <a:gd name="T39" fmla="*/ 713 h 1489"/>
                <a:gd name="T40" fmla="*/ 23 w 2206"/>
                <a:gd name="T41" fmla="*/ 819 h 1489"/>
                <a:gd name="T42" fmla="*/ 80 w 2206"/>
                <a:gd name="T43" fmla="*/ 926 h 1489"/>
                <a:gd name="T44" fmla="*/ 103 w 2206"/>
                <a:gd name="T45" fmla="*/ 971 h 1489"/>
                <a:gd name="T46" fmla="*/ 160 w 2206"/>
                <a:gd name="T47" fmla="*/ 1024 h 1489"/>
                <a:gd name="T48" fmla="*/ 183 w 2206"/>
                <a:gd name="T49" fmla="*/ 1093 h 1489"/>
                <a:gd name="T50" fmla="*/ 194 w 2206"/>
                <a:gd name="T51" fmla="*/ 1177 h 1489"/>
                <a:gd name="T52" fmla="*/ 263 w 2206"/>
                <a:gd name="T53" fmla="*/ 1313 h 1489"/>
                <a:gd name="T54" fmla="*/ 423 w 2206"/>
                <a:gd name="T55" fmla="*/ 1427 h 1489"/>
                <a:gd name="T56" fmla="*/ 640 w 2206"/>
                <a:gd name="T57" fmla="*/ 1457 h 1489"/>
                <a:gd name="T58" fmla="*/ 800 w 2206"/>
                <a:gd name="T59" fmla="*/ 1465 h 1489"/>
                <a:gd name="T60" fmla="*/ 1120 w 2206"/>
                <a:gd name="T61" fmla="*/ 1488 h 1489"/>
                <a:gd name="T62" fmla="*/ 1303 w 2206"/>
                <a:gd name="T63" fmla="*/ 1488 h 1489"/>
                <a:gd name="T64" fmla="*/ 1531 w 2206"/>
                <a:gd name="T65" fmla="*/ 1465 h 1489"/>
                <a:gd name="T66" fmla="*/ 1737 w 2206"/>
                <a:gd name="T67" fmla="*/ 1404 h 1489"/>
                <a:gd name="T68" fmla="*/ 1920 w 2206"/>
                <a:gd name="T69" fmla="*/ 1366 h 1489"/>
                <a:gd name="T70" fmla="*/ 2080 w 2206"/>
                <a:gd name="T71" fmla="*/ 1290 h 1489"/>
                <a:gd name="T72" fmla="*/ 2114 w 2206"/>
                <a:gd name="T73" fmla="*/ 1199 h 1489"/>
                <a:gd name="T74" fmla="*/ 2171 w 2206"/>
                <a:gd name="T75" fmla="*/ 1093 h 1489"/>
                <a:gd name="T76" fmla="*/ 2205 w 2206"/>
                <a:gd name="T77" fmla="*/ 987 h 1489"/>
                <a:gd name="T78" fmla="*/ 2205 w 2206"/>
                <a:gd name="T79" fmla="*/ 896 h 1489"/>
                <a:gd name="T80" fmla="*/ 2205 w 2206"/>
                <a:gd name="T81" fmla="*/ 804 h 1489"/>
                <a:gd name="T82" fmla="*/ 2205 w 2206"/>
                <a:gd name="T83" fmla="*/ 698 h 1489"/>
                <a:gd name="T84" fmla="*/ 2205 w 2206"/>
                <a:gd name="T85" fmla="*/ 607 h 1489"/>
                <a:gd name="T86" fmla="*/ 2205 w 2206"/>
                <a:gd name="T87" fmla="*/ 485 h 1489"/>
                <a:gd name="T88" fmla="*/ 2205 w 2206"/>
                <a:gd name="T89" fmla="*/ 409 h 1489"/>
                <a:gd name="T90" fmla="*/ 2205 w 2206"/>
                <a:gd name="T91" fmla="*/ 318 h 1489"/>
                <a:gd name="T92" fmla="*/ 2205 w 2206"/>
                <a:gd name="T93" fmla="*/ 212 h 1489"/>
                <a:gd name="T94" fmla="*/ 2205 w 2206"/>
                <a:gd name="T95" fmla="*/ 136 h 1489"/>
                <a:gd name="T96" fmla="*/ 2171 w 2206"/>
                <a:gd name="T97" fmla="*/ 75 h 1489"/>
                <a:gd name="T98" fmla="*/ 2069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2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2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BF8559D-3207-CA0A-DF8D-7E57E9058B86}"/>
              </a:ext>
            </a:extLst>
          </p:cNvPr>
          <p:cNvSpPr>
            <a:spLocks noGrp="1" noChangeArrowheads="1"/>
          </p:cNvSpPr>
          <p:nvPr>
            <p:ph type="title"/>
          </p:nvPr>
        </p:nvSpPr>
        <p:spPr>
          <a:noFill/>
        </p:spPr>
        <p:txBody>
          <a:bodyPr/>
          <a:lstStyle/>
          <a:p>
            <a:r>
              <a:rPr lang="en-US" altLang="en-US"/>
              <a:t>Breadth-First Search Example</a:t>
            </a:r>
          </a:p>
        </p:txBody>
      </p:sp>
      <p:sp>
        <p:nvSpPr>
          <p:cNvPr id="34819" name="Rectangle 3">
            <a:extLst>
              <a:ext uri="{FF2B5EF4-FFF2-40B4-BE49-F238E27FC236}">
                <a16:creationId xmlns:a16="http://schemas.microsoft.com/office/drawing/2014/main" id="{CF3B5C9C-01B9-A221-6B4E-54F8AE20DBD1}"/>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1</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a:buFontTx/>
              <a:buNone/>
            </a:pPr>
            <a:r>
              <a:rPr lang="en-US" altLang="en-US">
                <a:solidFill>
                  <a:schemeClr val="bg2"/>
                </a:solidFill>
              </a:rPr>
              <a:t>put in </a:t>
            </a:r>
            <a:r>
              <a:rPr lang="en-US" altLang="en-US">
                <a:solidFill>
                  <a:schemeClr val="hlink"/>
                </a:solidFill>
              </a:rPr>
              <a:t>Q</a:t>
            </a:r>
            <a:r>
              <a:rPr lang="en-US" altLang="en-US">
                <a:solidFill>
                  <a:schemeClr val="bg2"/>
                </a:solidFill>
              </a:rPr>
              <a:t>.</a:t>
            </a:r>
          </a:p>
        </p:txBody>
      </p:sp>
      <p:sp>
        <p:nvSpPr>
          <p:cNvPr id="34820" name="Oval 4">
            <a:extLst>
              <a:ext uri="{FF2B5EF4-FFF2-40B4-BE49-F238E27FC236}">
                <a16:creationId xmlns:a16="http://schemas.microsoft.com/office/drawing/2014/main" id="{F0FC2634-68AB-367A-FC30-C8013AB35460}"/>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4821" name="Oval 5">
            <a:extLst>
              <a:ext uri="{FF2B5EF4-FFF2-40B4-BE49-F238E27FC236}">
                <a16:creationId xmlns:a16="http://schemas.microsoft.com/office/drawing/2014/main" id="{D6DFF088-8C4F-76A3-D5F5-2964CA59AB5C}"/>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4822" name="Oval 6">
            <a:extLst>
              <a:ext uri="{FF2B5EF4-FFF2-40B4-BE49-F238E27FC236}">
                <a16:creationId xmlns:a16="http://schemas.microsoft.com/office/drawing/2014/main" id="{7F26F24C-B895-A85B-CB92-4A5DECFDFBAB}"/>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4823" name="Oval 7">
            <a:extLst>
              <a:ext uri="{FF2B5EF4-FFF2-40B4-BE49-F238E27FC236}">
                <a16:creationId xmlns:a16="http://schemas.microsoft.com/office/drawing/2014/main" id="{36447D45-F214-C3C0-7B58-80C55DB94B53}"/>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4824" name="Oval 8">
            <a:extLst>
              <a:ext uri="{FF2B5EF4-FFF2-40B4-BE49-F238E27FC236}">
                <a16:creationId xmlns:a16="http://schemas.microsoft.com/office/drawing/2014/main" id="{6DE28BE0-C101-9FEA-830B-2E764AE64293}"/>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4825" name="Oval 9">
            <a:extLst>
              <a:ext uri="{FF2B5EF4-FFF2-40B4-BE49-F238E27FC236}">
                <a16:creationId xmlns:a16="http://schemas.microsoft.com/office/drawing/2014/main" id="{FB839F22-F827-6654-F140-41A944B0B308}"/>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4826" name="Oval 10">
            <a:extLst>
              <a:ext uri="{FF2B5EF4-FFF2-40B4-BE49-F238E27FC236}">
                <a16:creationId xmlns:a16="http://schemas.microsoft.com/office/drawing/2014/main" id="{BB10E0E8-D266-E635-C022-7669F4E84469}"/>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4827" name="Oval 11">
            <a:extLst>
              <a:ext uri="{FF2B5EF4-FFF2-40B4-BE49-F238E27FC236}">
                <a16:creationId xmlns:a16="http://schemas.microsoft.com/office/drawing/2014/main" id="{35965663-780F-BD08-B36F-4F8C7DF0FD8D}"/>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4828" name="Oval 12">
            <a:extLst>
              <a:ext uri="{FF2B5EF4-FFF2-40B4-BE49-F238E27FC236}">
                <a16:creationId xmlns:a16="http://schemas.microsoft.com/office/drawing/2014/main" id="{B2F1450F-5125-71F8-C556-FC61699AF08B}"/>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4829" name="Oval 13">
            <a:extLst>
              <a:ext uri="{FF2B5EF4-FFF2-40B4-BE49-F238E27FC236}">
                <a16:creationId xmlns:a16="http://schemas.microsoft.com/office/drawing/2014/main" id="{B16C9CAE-3EFA-31CA-D7B1-3DA9D99D47AE}"/>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4830" name="Oval 14">
            <a:extLst>
              <a:ext uri="{FF2B5EF4-FFF2-40B4-BE49-F238E27FC236}">
                <a16:creationId xmlns:a16="http://schemas.microsoft.com/office/drawing/2014/main" id="{6C874AEE-8FAE-16EF-EAE5-DCC402D5468F}"/>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4831" name="Line 15">
            <a:extLst>
              <a:ext uri="{FF2B5EF4-FFF2-40B4-BE49-F238E27FC236}">
                <a16:creationId xmlns:a16="http://schemas.microsoft.com/office/drawing/2014/main" id="{F658EAAB-FC51-745F-B0F1-1F25A6146BD4}"/>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4832" name="Line 16">
            <a:extLst>
              <a:ext uri="{FF2B5EF4-FFF2-40B4-BE49-F238E27FC236}">
                <a16:creationId xmlns:a16="http://schemas.microsoft.com/office/drawing/2014/main" id="{A38246FE-55E5-F7A0-FEC2-5976AD5CA96C}"/>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4833" name="Line 17">
            <a:extLst>
              <a:ext uri="{FF2B5EF4-FFF2-40B4-BE49-F238E27FC236}">
                <a16:creationId xmlns:a16="http://schemas.microsoft.com/office/drawing/2014/main" id="{821C180D-7BF1-4B00-9B82-2B24EDA1A5D7}"/>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4834" name="Line 18">
            <a:extLst>
              <a:ext uri="{FF2B5EF4-FFF2-40B4-BE49-F238E27FC236}">
                <a16:creationId xmlns:a16="http://schemas.microsoft.com/office/drawing/2014/main" id="{FD6074FE-DC11-FADE-BB52-8C1B04A9E350}"/>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4835" name="Line 19">
            <a:extLst>
              <a:ext uri="{FF2B5EF4-FFF2-40B4-BE49-F238E27FC236}">
                <a16:creationId xmlns:a16="http://schemas.microsoft.com/office/drawing/2014/main" id="{3864C1B3-5EF7-E487-B33C-5FB598D3B056}"/>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4836" name="Line 20">
            <a:extLst>
              <a:ext uri="{FF2B5EF4-FFF2-40B4-BE49-F238E27FC236}">
                <a16:creationId xmlns:a16="http://schemas.microsoft.com/office/drawing/2014/main" id="{478A3D71-A2A1-01A4-FF6A-B1C3F7F5BCF3}"/>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4837" name="Line 21">
            <a:extLst>
              <a:ext uri="{FF2B5EF4-FFF2-40B4-BE49-F238E27FC236}">
                <a16:creationId xmlns:a16="http://schemas.microsoft.com/office/drawing/2014/main" id="{E06A92A5-9D4A-234C-033F-07C0462A3ADB}"/>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4838" name="Line 22">
            <a:extLst>
              <a:ext uri="{FF2B5EF4-FFF2-40B4-BE49-F238E27FC236}">
                <a16:creationId xmlns:a16="http://schemas.microsoft.com/office/drawing/2014/main" id="{C519AFD4-8294-2E81-000F-D651B32A063F}"/>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4839" name="Line 23">
            <a:extLst>
              <a:ext uri="{FF2B5EF4-FFF2-40B4-BE49-F238E27FC236}">
                <a16:creationId xmlns:a16="http://schemas.microsoft.com/office/drawing/2014/main" id="{98502178-9B0F-04A5-0112-B96AE8F194E2}"/>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4840" name="Rectangle 24">
            <a:extLst>
              <a:ext uri="{FF2B5EF4-FFF2-40B4-BE49-F238E27FC236}">
                <a16:creationId xmlns:a16="http://schemas.microsoft.com/office/drawing/2014/main" id="{B5C3A883-BC2A-7F72-B6D6-24229407A6A9}"/>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34841" name="Rectangle 25">
            <a:extLst>
              <a:ext uri="{FF2B5EF4-FFF2-40B4-BE49-F238E27FC236}">
                <a16:creationId xmlns:a16="http://schemas.microsoft.com/office/drawing/2014/main" id="{4047B930-7305-7686-536E-B78509BD5EA0}"/>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34842" name="Rectangle 26">
            <a:extLst>
              <a:ext uri="{FF2B5EF4-FFF2-40B4-BE49-F238E27FC236}">
                <a16:creationId xmlns:a16="http://schemas.microsoft.com/office/drawing/2014/main" id="{3DBBF034-3A21-D455-C3E5-4AE7F624F01E}"/>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34843" name="Rectangle 27">
            <a:extLst>
              <a:ext uri="{FF2B5EF4-FFF2-40B4-BE49-F238E27FC236}">
                <a16:creationId xmlns:a16="http://schemas.microsoft.com/office/drawing/2014/main" id="{1E76B4D7-68B0-EE23-331C-D38C0F8BB2DB}"/>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34844" name="Rectangle 28">
            <a:extLst>
              <a:ext uri="{FF2B5EF4-FFF2-40B4-BE49-F238E27FC236}">
                <a16:creationId xmlns:a16="http://schemas.microsoft.com/office/drawing/2014/main" id="{6D4E00A1-DBFB-065C-1389-0A3E4BBD2397}"/>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34845" name="Rectangle 29">
            <a:extLst>
              <a:ext uri="{FF2B5EF4-FFF2-40B4-BE49-F238E27FC236}">
                <a16:creationId xmlns:a16="http://schemas.microsoft.com/office/drawing/2014/main" id="{689C5200-4291-066D-44FB-99B2D900FA8E}"/>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34846" name="Rectangle 30">
            <a:extLst>
              <a:ext uri="{FF2B5EF4-FFF2-40B4-BE49-F238E27FC236}">
                <a16:creationId xmlns:a16="http://schemas.microsoft.com/office/drawing/2014/main" id="{80BB9425-8DED-2DA3-5CAE-2B38E1DD8653}"/>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34847" name="Rectangle 31">
            <a:extLst>
              <a:ext uri="{FF2B5EF4-FFF2-40B4-BE49-F238E27FC236}">
                <a16:creationId xmlns:a16="http://schemas.microsoft.com/office/drawing/2014/main" id="{22E4DBD0-722C-66D1-FCFE-D70A62FCD755}"/>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34848" name="Rectangle 32">
            <a:extLst>
              <a:ext uri="{FF2B5EF4-FFF2-40B4-BE49-F238E27FC236}">
                <a16:creationId xmlns:a16="http://schemas.microsoft.com/office/drawing/2014/main" id="{93FD63ED-C661-4271-216E-BB52F5DC498A}"/>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34849" name="Rectangle 33">
            <a:extLst>
              <a:ext uri="{FF2B5EF4-FFF2-40B4-BE49-F238E27FC236}">
                <a16:creationId xmlns:a16="http://schemas.microsoft.com/office/drawing/2014/main" id="{B898D153-A7FC-61CB-BBB1-B382B52BE61D}"/>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34850" name="Rectangle 34">
            <a:extLst>
              <a:ext uri="{FF2B5EF4-FFF2-40B4-BE49-F238E27FC236}">
                <a16:creationId xmlns:a16="http://schemas.microsoft.com/office/drawing/2014/main" id="{35BA00AE-35A7-7BB0-FBE2-FA2B608C09E2}"/>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34851" name="Line 35">
            <a:extLst>
              <a:ext uri="{FF2B5EF4-FFF2-40B4-BE49-F238E27FC236}">
                <a16:creationId xmlns:a16="http://schemas.microsoft.com/office/drawing/2014/main" id="{FF7C20DE-1E12-E4D2-A192-A446E4D3AF98}"/>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4852" name="Line 36">
            <a:extLst>
              <a:ext uri="{FF2B5EF4-FFF2-40B4-BE49-F238E27FC236}">
                <a16:creationId xmlns:a16="http://schemas.microsoft.com/office/drawing/2014/main" id="{8314F2B1-68C9-3B3F-E362-724B143FA1C2}"/>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4853" name="Line 37">
            <a:extLst>
              <a:ext uri="{FF2B5EF4-FFF2-40B4-BE49-F238E27FC236}">
                <a16:creationId xmlns:a16="http://schemas.microsoft.com/office/drawing/2014/main" id="{439DB694-1C8A-13C0-B8F1-672D9B98B309}"/>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4854" name="Line 38">
            <a:extLst>
              <a:ext uri="{FF2B5EF4-FFF2-40B4-BE49-F238E27FC236}">
                <a16:creationId xmlns:a16="http://schemas.microsoft.com/office/drawing/2014/main" id="{8479114E-3D8D-E963-F83E-7C88A1024148}"/>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34855" name="Group 41">
            <a:extLst>
              <a:ext uri="{FF2B5EF4-FFF2-40B4-BE49-F238E27FC236}">
                <a16:creationId xmlns:a16="http://schemas.microsoft.com/office/drawing/2014/main" id="{B12D3823-D7A9-B54C-A7DF-12FA26D84E34}"/>
              </a:ext>
            </a:extLst>
          </p:cNvPr>
          <p:cNvGrpSpPr>
            <a:grpSpLocks/>
          </p:cNvGrpSpPr>
          <p:nvPr/>
        </p:nvGrpSpPr>
        <p:grpSpPr bwMode="auto">
          <a:xfrm>
            <a:off x="1835150" y="2597150"/>
            <a:ext cx="444500" cy="469900"/>
            <a:chOff x="196" y="1636"/>
            <a:chExt cx="280" cy="296"/>
          </a:xfrm>
        </p:grpSpPr>
        <p:sp>
          <p:nvSpPr>
            <p:cNvPr id="34859" name="Oval 39">
              <a:extLst>
                <a:ext uri="{FF2B5EF4-FFF2-40B4-BE49-F238E27FC236}">
                  <a16:creationId xmlns:a16="http://schemas.microsoft.com/office/drawing/2014/main" id="{AE4E2025-7CAD-C0E2-0A92-BD8D8945B585}"/>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4860" name="Rectangle 40">
              <a:extLst>
                <a:ext uri="{FF2B5EF4-FFF2-40B4-BE49-F238E27FC236}">
                  <a16:creationId xmlns:a16="http://schemas.microsoft.com/office/drawing/2014/main" id="{4FF6E141-F4BE-AB62-2E59-0DE8BB2B3252}"/>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grpSp>
        <p:nvGrpSpPr>
          <p:cNvPr id="34856" name="Group 44">
            <a:extLst>
              <a:ext uri="{FF2B5EF4-FFF2-40B4-BE49-F238E27FC236}">
                <a16:creationId xmlns:a16="http://schemas.microsoft.com/office/drawing/2014/main" id="{CE0C66A8-7985-7993-B0ED-4FA65D6D2CB0}"/>
              </a:ext>
            </a:extLst>
          </p:cNvPr>
          <p:cNvGrpSpPr>
            <a:grpSpLocks/>
          </p:cNvGrpSpPr>
          <p:nvPr/>
        </p:nvGrpSpPr>
        <p:grpSpPr bwMode="auto">
          <a:xfrm>
            <a:off x="7002464" y="1143000"/>
            <a:ext cx="3513137" cy="2363788"/>
            <a:chOff x="3451" y="720"/>
            <a:chExt cx="2213" cy="1489"/>
          </a:xfrm>
        </p:grpSpPr>
        <p:sp>
          <p:nvSpPr>
            <p:cNvPr id="34857" name="Rectangle 42">
              <a:extLst>
                <a:ext uri="{FF2B5EF4-FFF2-40B4-BE49-F238E27FC236}">
                  <a16:creationId xmlns:a16="http://schemas.microsoft.com/office/drawing/2014/main" id="{143ED155-5FED-F97B-E099-908BDC9C3F40}"/>
                </a:ext>
              </a:extLst>
            </p:cNvPr>
            <p:cNvSpPr>
              <a:spLocks noChangeArrowheads="1"/>
            </p:cNvSpPr>
            <p:nvPr/>
          </p:nvSpPr>
          <p:spPr bwMode="auto">
            <a:xfrm>
              <a:off x="3888" y="1104"/>
              <a:ext cx="1776" cy="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r>
                <a:rPr lang="en-US" altLang="en-US" sz="2000">
                  <a:solidFill>
                    <a:srgbClr val="CC3300"/>
                  </a:solidFill>
                  <a:ea typeface="DFKai-SB" pitchFamily="65" charset="-128"/>
                </a:rPr>
                <a:t>1</a:t>
              </a:r>
            </a:p>
          </p:txBody>
        </p:sp>
        <p:sp>
          <p:nvSpPr>
            <p:cNvPr id="34858" name="Freeform 43">
              <a:extLst>
                <a:ext uri="{FF2B5EF4-FFF2-40B4-BE49-F238E27FC236}">
                  <a16:creationId xmlns:a16="http://schemas.microsoft.com/office/drawing/2014/main" id="{A1676433-2606-2461-6BB7-0F4F2D17429E}"/>
                </a:ext>
              </a:extLst>
            </p:cNvPr>
            <p:cNvSpPr>
              <a:spLocks/>
            </p:cNvSpPr>
            <p:nvPr/>
          </p:nvSpPr>
          <p:spPr bwMode="auto">
            <a:xfrm>
              <a:off x="3451" y="720"/>
              <a:ext cx="2206" cy="1489"/>
            </a:xfrm>
            <a:custGeom>
              <a:avLst/>
              <a:gdLst>
                <a:gd name="T0" fmla="*/ 2022 w 2206"/>
                <a:gd name="T1" fmla="*/ 22 h 1489"/>
                <a:gd name="T2" fmla="*/ 1897 w 2206"/>
                <a:gd name="T3" fmla="*/ 29 h 1489"/>
                <a:gd name="T4" fmla="*/ 1714 w 2206"/>
                <a:gd name="T5" fmla="*/ 29 h 1489"/>
                <a:gd name="T6" fmla="*/ 1600 w 2206"/>
                <a:gd name="T7" fmla="*/ 37 h 1489"/>
                <a:gd name="T8" fmla="*/ 1326 w 2206"/>
                <a:gd name="T9" fmla="*/ 37 h 1489"/>
                <a:gd name="T10" fmla="*/ 1166 w 2206"/>
                <a:gd name="T11" fmla="*/ 37 h 1489"/>
                <a:gd name="T12" fmla="*/ 937 w 2206"/>
                <a:gd name="T13" fmla="*/ 45 h 1489"/>
                <a:gd name="T14" fmla="*/ 754 w 2206"/>
                <a:gd name="T15" fmla="*/ 53 h 1489"/>
                <a:gd name="T16" fmla="*/ 571 w 2206"/>
                <a:gd name="T17" fmla="*/ 53 h 1489"/>
                <a:gd name="T18" fmla="*/ 366 w 2206"/>
                <a:gd name="T19" fmla="*/ 53 h 1489"/>
                <a:gd name="T20" fmla="*/ 206 w 2206"/>
                <a:gd name="T21" fmla="*/ 68 h 1489"/>
                <a:gd name="T22" fmla="*/ 126 w 2206"/>
                <a:gd name="T23" fmla="*/ 75 h 1489"/>
                <a:gd name="T24" fmla="*/ 92 w 2206"/>
                <a:gd name="T25" fmla="*/ 121 h 1489"/>
                <a:gd name="T26" fmla="*/ 57 w 2206"/>
                <a:gd name="T27" fmla="*/ 182 h 1489"/>
                <a:gd name="T28" fmla="*/ 23 w 2206"/>
                <a:gd name="T29" fmla="*/ 235 h 1489"/>
                <a:gd name="T30" fmla="*/ 0 w 2206"/>
                <a:gd name="T31" fmla="*/ 334 h 1489"/>
                <a:gd name="T32" fmla="*/ 0 w 2206"/>
                <a:gd name="T33" fmla="*/ 409 h 1489"/>
                <a:gd name="T34" fmla="*/ 0 w 2206"/>
                <a:gd name="T35" fmla="*/ 531 h 1489"/>
                <a:gd name="T36" fmla="*/ 12 w 2206"/>
                <a:gd name="T37" fmla="*/ 607 h 1489"/>
                <a:gd name="T38" fmla="*/ 12 w 2206"/>
                <a:gd name="T39" fmla="*/ 713 h 1489"/>
                <a:gd name="T40" fmla="*/ 23 w 2206"/>
                <a:gd name="T41" fmla="*/ 819 h 1489"/>
                <a:gd name="T42" fmla="*/ 80 w 2206"/>
                <a:gd name="T43" fmla="*/ 926 h 1489"/>
                <a:gd name="T44" fmla="*/ 103 w 2206"/>
                <a:gd name="T45" fmla="*/ 971 h 1489"/>
                <a:gd name="T46" fmla="*/ 160 w 2206"/>
                <a:gd name="T47" fmla="*/ 1024 h 1489"/>
                <a:gd name="T48" fmla="*/ 183 w 2206"/>
                <a:gd name="T49" fmla="*/ 1093 h 1489"/>
                <a:gd name="T50" fmla="*/ 194 w 2206"/>
                <a:gd name="T51" fmla="*/ 1177 h 1489"/>
                <a:gd name="T52" fmla="*/ 263 w 2206"/>
                <a:gd name="T53" fmla="*/ 1313 h 1489"/>
                <a:gd name="T54" fmla="*/ 423 w 2206"/>
                <a:gd name="T55" fmla="*/ 1427 h 1489"/>
                <a:gd name="T56" fmla="*/ 640 w 2206"/>
                <a:gd name="T57" fmla="*/ 1457 h 1489"/>
                <a:gd name="T58" fmla="*/ 800 w 2206"/>
                <a:gd name="T59" fmla="*/ 1465 h 1489"/>
                <a:gd name="T60" fmla="*/ 1120 w 2206"/>
                <a:gd name="T61" fmla="*/ 1488 h 1489"/>
                <a:gd name="T62" fmla="*/ 1303 w 2206"/>
                <a:gd name="T63" fmla="*/ 1488 h 1489"/>
                <a:gd name="T64" fmla="*/ 1531 w 2206"/>
                <a:gd name="T65" fmla="*/ 1465 h 1489"/>
                <a:gd name="T66" fmla="*/ 1737 w 2206"/>
                <a:gd name="T67" fmla="*/ 1404 h 1489"/>
                <a:gd name="T68" fmla="*/ 1920 w 2206"/>
                <a:gd name="T69" fmla="*/ 1366 h 1489"/>
                <a:gd name="T70" fmla="*/ 2080 w 2206"/>
                <a:gd name="T71" fmla="*/ 1290 h 1489"/>
                <a:gd name="T72" fmla="*/ 2114 w 2206"/>
                <a:gd name="T73" fmla="*/ 1199 h 1489"/>
                <a:gd name="T74" fmla="*/ 2171 w 2206"/>
                <a:gd name="T75" fmla="*/ 1093 h 1489"/>
                <a:gd name="T76" fmla="*/ 2205 w 2206"/>
                <a:gd name="T77" fmla="*/ 987 h 1489"/>
                <a:gd name="T78" fmla="*/ 2205 w 2206"/>
                <a:gd name="T79" fmla="*/ 896 h 1489"/>
                <a:gd name="T80" fmla="*/ 2205 w 2206"/>
                <a:gd name="T81" fmla="*/ 804 h 1489"/>
                <a:gd name="T82" fmla="*/ 2205 w 2206"/>
                <a:gd name="T83" fmla="*/ 698 h 1489"/>
                <a:gd name="T84" fmla="*/ 2205 w 2206"/>
                <a:gd name="T85" fmla="*/ 607 h 1489"/>
                <a:gd name="T86" fmla="*/ 2205 w 2206"/>
                <a:gd name="T87" fmla="*/ 485 h 1489"/>
                <a:gd name="T88" fmla="*/ 2205 w 2206"/>
                <a:gd name="T89" fmla="*/ 409 h 1489"/>
                <a:gd name="T90" fmla="*/ 2205 w 2206"/>
                <a:gd name="T91" fmla="*/ 318 h 1489"/>
                <a:gd name="T92" fmla="*/ 2205 w 2206"/>
                <a:gd name="T93" fmla="*/ 212 h 1489"/>
                <a:gd name="T94" fmla="*/ 2205 w 2206"/>
                <a:gd name="T95" fmla="*/ 136 h 1489"/>
                <a:gd name="T96" fmla="*/ 2171 w 2206"/>
                <a:gd name="T97" fmla="*/ 75 h 1489"/>
                <a:gd name="T98" fmla="*/ 2069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8366B16-7F98-E6A9-DC88-9F7E1395F07A}"/>
              </a:ext>
            </a:extLst>
          </p:cNvPr>
          <p:cNvSpPr>
            <a:spLocks noGrp="1" noChangeArrowheads="1"/>
          </p:cNvSpPr>
          <p:nvPr>
            <p:ph type="title"/>
          </p:nvPr>
        </p:nvSpPr>
        <p:spPr>
          <a:noFill/>
        </p:spPr>
        <p:txBody>
          <a:bodyPr/>
          <a:lstStyle/>
          <a:p>
            <a:r>
              <a:rPr lang="en-US" altLang="en-US"/>
              <a:t>Breadth-First Search Example</a:t>
            </a:r>
          </a:p>
        </p:txBody>
      </p:sp>
      <p:sp>
        <p:nvSpPr>
          <p:cNvPr id="35843" name="Rectangle 3">
            <a:extLst>
              <a:ext uri="{FF2B5EF4-FFF2-40B4-BE49-F238E27FC236}">
                <a16:creationId xmlns:a16="http://schemas.microsoft.com/office/drawing/2014/main" id="{72B78054-D90D-2A84-C501-79D8BF3DE069}"/>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1</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a:buFontTx/>
              <a:buNone/>
            </a:pPr>
            <a:r>
              <a:rPr lang="en-US" altLang="en-US">
                <a:solidFill>
                  <a:schemeClr val="bg2"/>
                </a:solidFill>
              </a:rPr>
              <a:t>put in </a:t>
            </a:r>
            <a:r>
              <a:rPr lang="en-US" altLang="en-US">
                <a:solidFill>
                  <a:schemeClr val="hlink"/>
                </a:solidFill>
              </a:rPr>
              <a:t>Q</a:t>
            </a:r>
            <a:r>
              <a:rPr lang="en-US" altLang="en-US">
                <a:solidFill>
                  <a:schemeClr val="bg2"/>
                </a:solidFill>
              </a:rPr>
              <a:t>.</a:t>
            </a:r>
          </a:p>
        </p:txBody>
      </p:sp>
      <p:sp>
        <p:nvSpPr>
          <p:cNvPr id="35844" name="Oval 4">
            <a:extLst>
              <a:ext uri="{FF2B5EF4-FFF2-40B4-BE49-F238E27FC236}">
                <a16:creationId xmlns:a16="http://schemas.microsoft.com/office/drawing/2014/main" id="{3E0EB374-0609-B66F-ECE9-7B6CFB1F731C}"/>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45" name="Oval 5">
            <a:extLst>
              <a:ext uri="{FF2B5EF4-FFF2-40B4-BE49-F238E27FC236}">
                <a16:creationId xmlns:a16="http://schemas.microsoft.com/office/drawing/2014/main" id="{24B2A3E6-8073-A5FE-56C6-D100142F697C}"/>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46" name="Oval 6">
            <a:extLst>
              <a:ext uri="{FF2B5EF4-FFF2-40B4-BE49-F238E27FC236}">
                <a16:creationId xmlns:a16="http://schemas.microsoft.com/office/drawing/2014/main" id="{367CDB45-8BBA-E64E-9C5E-608D06473C84}"/>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47" name="Oval 7">
            <a:extLst>
              <a:ext uri="{FF2B5EF4-FFF2-40B4-BE49-F238E27FC236}">
                <a16:creationId xmlns:a16="http://schemas.microsoft.com/office/drawing/2014/main" id="{76CCEB35-E81E-D2AE-9233-428E17AF2EAC}"/>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48" name="Oval 8">
            <a:extLst>
              <a:ext uri="{FF2B5EF4-FFF2-40B4-BE49-F238E27FC236}">
                <a16:creationId xmlns:a16="http://schemas.microsoft.com/office/drawing/2014/main" id="{54CA62A3-BF88-42A3-1D28-90CB4A355D1A}"/>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49" name="Oval 9">
            <a:extLst>
              <a:ext uri="{FF2B5EF4-FFF2-40B4-BE49-F238E27FC236}">
                <a16:creationId xmlns:a16="http://schemas.microsoft.com/office/drawing/2014/main" id="{A7D2EC30-A444-6588-7119-BA3DCE918859}"/>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50" name="Oval 10">
            <a:extLst>
              <a:ext uri="{FF2B5EF4-FFF2-40B4-BE49-F238E27FC236}">
                <a16:creationId xmlns:a16="http://schemas.microsoft.com/office/drawing/2014/main" id="{F7AC938E-4E60-8046-A475-5234FB45D381}"/>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51" name="Oval 11">
            <a:extLst>
              <a:ext uri="{FF2B5EF4-FFF2-40B4-BE49-F238E27FC236}">
                <a16:creationId xmlns:a16="http://schemas.microsoft.com/office/drawing/2014/main" id="{51E4D290-5F44-EF43-EA62-B765100DF2E8}"/>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52" name="Oval 12">
            <a:extLst>
              <a:ext uri="{FF2B5EF4-FFF2-40B4-BE49-F238E27FC236}">
                <a16:creationId xmlns:a16="http://schemas.microsoft.com/office/drawing/2014/main" id="{24BF8E04-435B-BF53-2BCD-37EDB42CD394}"/>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53" name="Oval 13">
            <a:extLst>
              <a:ext uri="{FF2B5EF4-FFF2-40B4-BE49-F238E27FC236}">
                <a16:creationId xmlns:a16="http://schemas.microsoft.com/office/drawing/2014/main" id="{03EA5832-443D-5E13-D0ED-3F425CC7F3FA}"/>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54" name="Oval 14">
            <a:extLst>
              <a:ext uri="{FF2B5EF4-FFF2-40B4-BE49-F238E27FC236}">
                <a16:creationId xmlns:a16="http://schemas.microsoft.com/office/drawing/2014/main" id="{1F2D4FA4-43C4-792D-E8AF-946B1F7DBA86}"/>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55" name="Line 15">
            <a:extLst>
              <a:ext uri="{FF2B5EF4-FFF2-40B4-BE49-F238E27FC236}">
                <a16:creationId xmlns:a16="http://schemas.microsoft.com/office/drawing/2014/main" id="{28BC2F64-45B3-3332-3A92-4257EEE44B7A}"/>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5856" name="Line 16">
            <a:extLst>
              <a:ext uri="{FF2B5EF4-FFF2-40B4-BE49-F238E27FC236}">
                <a16:creationId xmlns:a16="http://schemas.microsoft.com/office/drawing/2014/main" id="{88AD9ED4-5851-D76C-FB60-AD0392C4BDAB}"/>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5857" name="Line 17">
            <a:extLst>
              <a:ext uri="{FF2B5EF4-FFF2-40B4-BE49-F238E27FC236}">
                <a16:creationId xmlns:a16="http://schemas.microsoft.com/office/drawing/2014/main" id="{F86B8A71-6752-33F0-FA4C-304A577BDF47}"/>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5858" name="Line 18">
            <a:extLst>
              <a:ext uri="{FF2B5EF4-FFF2-40B4-BE49-F238E27FC236}">
                <a16:creationId xmlns:a16="http://schemas.microsoft.com/office/drawing/2014/main" id="{20FD1BE3-A40C-857F-5B7D-C1BFDF9577E5}"/>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5859" name="Line 19">
            <a:extLst>
              <a:ext uri="{FF2B5EF4-FFF2-40B4-BE49-F238E27FC236}">
                <a16:creationId xmlns:a16="http://schemas.microsoft.com/office/drawing/2014/main" id="{321DBC0C-DA33-63F8-8192-060705FA288C}"/>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5860" name="Line 20">
            <a:extLst>
              <a:ext uri="{FF2B5EF4-FFF2-40B4-BE49-F238E27FC236}">
                <a16:creationId xmlns:a16="http://schemas.microsoft.com/office/drawing/2014/main" id="{09C441CA-8BC0-6E9F-5550-3D93814E332C}"/>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5861" name="Line 21">
            <a:extLst>
              <a:ext uri="{FF2B5EF4-FFF2-40B4-BE49-F238E27FC236}">
                <a16:creationId xmlns:a16="http://schemas.microsoft.com/office/drawing/2014/main" id="{88D18BDC-4C85-AB13-642D-FF059980516C}"/>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5862" name="Line 22">
            <a:extLst>
              <a:ext uri="{FF2B5EF4-FFF2-40B4-BE49-F238E27FC236}">
                <a16:creationId xmlns:a16="http://schemas.microsoft.com/office/drawing/2014/main" id="{C410A689-5038-ECD9-A7BB-37B6F4B6BE67}"/>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5863" name="Line 23">
            <a:extLst>
              <a:ext uri="{FF2B5EF4-FFF2-40B4-BE49-F238E27FC236}">
                <a16:creationId xmlns:a16="http://schemas.microsoft.com/office/drawing/2014/main" id="{C1E11AD7-97AC-56EC-61B3-5FA0E7039A37}"/>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5864" name="Rectangle 24">
            <a:extLst>
              <a:ext uri="{FF2B5EF4-FFF2-40B4-BE49-F238E27FC236}">
                <a16:creationId xmlns:a16="http://schemas.microsoft.com/office/drawing/2014/main" id="{347BD138-1003-5172-1214-AD2FF8CBE20E}"/>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35865" name="Rectangle 25">
            <a:extLst>
              <a:ext uri="{FF2B5EF4-FFF2-40B4-BE49-F238E27FC236}">
                <a16:creationId xmlns:a16="http://schemas.microsoft.com/office/drawing/2014/main" id="{7CE7BFD6-3381-1ADB-F08F-23750DA9B962}"/>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35866" name="Rectangle 26">
            <a:extLst>
              <a:ext uri="{FF2B5EF4-FFF2-40B4-BE49-F238E27FC236}">
                <a16:creationId xmlns:a16="http://schemas.microsoft.com/office/drawing/2014/main" id="{C9AD897B-2C56-B3F3-BFA6-603A8FD79476}"/>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35867" name="Rectangle 27">
            <a:extLst>
              <a:ext uri="{FF2B5EF4-FFF2-40B4-BE49-F238E27FC236}">
                <a16:creationId xmlns:a16="http://schemas.microsoft.com/office/drawing/2014/main" id="{1F040E94-11F7-2184-6E5C-453D80073C2A}"/>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35868" name="Rectangle 28">
            <a:extLst>
              <a:ext uri="{FF2B5EF4-FFF2-40B4-BE49-F238E27FC236}">
                <a16:creationId xmlns:a16="http://schemas.microsoft.com/office/drawing/2014/main" id="{C63D201D-63AE-D516-4C76-DB81794A4FD7}"/>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35869" name="Rectangle 29">
            <a:extLst>
              <a:ext uri="{FF2B5EF4-FFF2-40B4-BE49-F238E27FC236}">
                <a16:creationId xmlns:a16="http://schemas.microsoft.com/office/drawing/2014/main" id="{6AD19B1B-5DDB-A91E-E0C5-C067A5004FBF}"/>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35870" name="Rectangle 30">
            <a:extLst>
              <a:ext uri="{FF2B5EF4-FFF2-40B4-BE49-F238E27FC236}">
                <a16:creationId xmlns:a16="http://schemas.microsoft.com/office/drawing/2014/main" id="{4AD2784F-56D8-753B-184F-1BDC1212CF00}"/>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35871" name="Rectangle 31">
            <a:extLst>
              <a:ext uri="{FF2B5EF4-FFF2-40B4-BE49-F238E27FC236}">
                <a16:creationId xmlns:a16="http://schemas.microsoft.com/office/drawing/2014/main" id="{4D090650-CA02-E25D-AAC1-AAA5090D26DF}"/>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35872" name="Rectangle 32">
            <a:extLst>
              <a:ext uri="{FF2B5EF4-FFF2-40B4-BE49-F238E27FC236}">
                <a16:creationId xmlns:a16="http://schemas.microsoft.com/office/drawing/2014/main" id="{5AE9937B-A1EA-1ACE-ACED-D3EF3C3DA488}"/>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35873" name="Rectangle 33">
            <a:extLst>
              <a:ext uri="{FF2B5EF4-FFF2-40B4-BE49-F238E27FC236}">
                <a16:creationId xmlns:a16="http://schemas.microsoft.com/office/drawing/2014/main" id="{8DA5D7AC-26D4-E22C-5DFD-326D9FBAF51D}"/>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35874" name="Rectangle 34">
            <a:extLst>
              <a:ext uri="{FF2B5EF4-FFF2-40B4-BE49-F238E27FC236}">
                <a16:creationId xmlns:a16="http://schemas.microsoft.com/office/drawing/2014/main" id="{73D048FF-4515-A181-B190-8592F8965ADB}"/>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35875" name="Line 35">
            <a:extLst>
              <a:ext uri="{FF2B5EF4-FFF2-40B4-BE49-F238E27FC236}">
                <a16:creationId xmlns:a16="http://schemas.microsoft.com/office/drawing/2014/main" id="{B67EE07E-B26E-A52E-5B78-D504B43E6A61}"/>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5876" name="Line 36">
            <a:extLst>
              <a:ext uri="{FF2B5EF4-FFF2-40B4-BE49-F238E27FC236}">
                <a16:creationId xmlns:a16="http://schemas.microsoft.com/office/drawing/2014/main" id="{E569367D-9278-EE1B-082A-99D034B71795}"/>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5877" name="Line 37">
            <a:extLst>
              <a:ext uri="{FF2B5EF4-FFF2-40B4-BE49-F238E27FC236}">
                <a16:creationId xmlns:a16="http://schemas.microsoft.com/office/drawing/2014/main" id="{05421ECE-5DB5-6970-75EA-BA899FF3257B}"/>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5878" name="Line 38">
            <a:extLst>
              <a:ext uri="{FF2B5EF4-FFF2-40B4-BE49-F238E27FC236}">
                <a16:creationId xmlns:a16="http://schemas.microsoft.com/office/drawing/2014/main" id="{26032053-6651-88CD-CA0B-E1951DD99174}"/>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35879" name="Group 41">
            <a:extLst>
              <a:ext uri="{FF2B5EF4-FFF2-40B4-BE49-F238E27FC236}">
                <a16:creationId xmlns:a16="http://schemas.microsoft.com/office/drawing/2014/main" id="{337CA21E-7FA2-1AEE-9B4F-69F1539D8B6A}"/>
              </a:ext>
            </a:extLst>
          </p:cNvPr>
          <p:cNvGrpSpPr>
            <a:grpSpLocks/>
          </p:cNvGrpSpPr>
          <p:nvPr/>
        </p:nvGrpSpPr>
        <p:grpSpPr bwMode="auto">
          <a:xfrm>
            <a:off x="1835150" y="2597150"/>
            <a:ext cx="444500" cy="469900"/>
            <a:chOff x="196" y="1636"/>
            <a:chExt cx="280" cy="296"/>
          </a:xfrm>
        </p:grpSpPr>
        <p:sp>
          <p:nvSpPr>
            <p:cNvPr id="35890" name="Oval 39">
              <a:extLst>
                <a:ext uri="{FF2B5EF4-FFF2-40B4-BE49-F238E27FC236}">
                  <a16:creationId xmlns:a16="http://schemas.microsoft.com/office/drawing/2014/main" id="{2F671C94-4C7A-12EA-38E4-146F127FE842}"/>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91" name="Rectangle 40">
              <a:extLst>
                <a:ext uri="{FF2B5EF4-FFF2-40B4-BE49-F238E27FC236}">
                  <a16:creationId xmlns:a16="http://schemas.microsoft.com/office/drawing/2014/main" id="{57437063-1555-DD8D-328E-BFEEF5E04078}"/>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35880" name="Rectangle 42">
            <a:extLst>
              <a:ext uri="{FF2B5EF4-FFF2-40B4-BE49-F238E27FC236}">
                <a16:creationId xmlns:a16="http://schemas.microsoft.com/office/drawing/2014/main" id="{4253209E-1BA3-6425-90D0-BA81C5EDAB08}"/>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35881" name="Freeform 43">
            <a:extLst>
              <a:ext uri="{FF2B5EF4-FFF2-40B4-BE49-F238E27FC236}">
                <a16:creationId xmlns:a16="http://schemas.microsoft.com/office/drawing/2014/main" id="{E4306106-B8E2-E143-C898-BB85BDDB4EA7}"/>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9262" name="Group 46">
            <a:extLst>
              <a:ext uri="{FF2B5EF4-FFF2-40B4-BE49-F238E27FC236}">
                <a16:creationId xmlns:a16="http://schemas.microsoft.com/office/drawing/2014/main" id="{9E32F0E0-FE2F-259E-7658-E7D4D8D3077A}"/>
              </a:ext>
            </a:extLst>
          </p:cNvPr>
          <p:cNvGrpSpPr>
            <a:grpSpLocks/>
          </p:cNvGrpSpPr>
          <p:nvPr/>
        </p:nvGrpSpPr>
        <p:grpSpPr bwMode="auto">
          <a:xfrm>
            <a:off x="2825750" y="1758950"/>
            <a:ext cx="444500" cy="469900"/>
            <a:chOff x="820" y="1108"/>
            <a:chExt cx="280" cy="296"/>
          </a:xfrm>
        </p:grpSpPr>
        <p:sp>
          <p:nvSpPr>
            <p:cNvPr id="35888" name="Oval 44">
              <a:extLst>
                <a:ext uri="{FF2B5EF4-FFF2-40B4-BE49-F238E27FC236}">
                  <a16:creationId xmlns:a16="http://schemas.microsoft.com/office/drawing/2014/main" id="{E20DBB94-0FFC-D968-1756-18D36AB09DA0}"/>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89" name="Rectangle 45">
              <a:extLst>
                <a:ext uri="{FF2B5EF4-FFF2-40B4-BE49-F238E27FC236}">
                  <a16:creationId xmlns:a16="http://schemas.microsoft.com/office/drawing/2014/main" id="{D376BA84-C6C3-28C2-07CC-F5106BFAD558}"/>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sp>
        <p:nvSpPr>
          <p:cNvPr id="9263" name="Rectangle 47">
            <a:extLst>
              <a:ext uri="{FF2B5EF4-FFF2-40B4-BE49-F238E27FC236}">
                <a16:creationId xmlns:a16="http://schemas.microsoft.com/office/drawing/2014/main" id="{CA8A0203-91E7-0250-75EE-412C08FCCD00}"/>
              </a:ext>
            </a:extLst>
          </p:cNvPr>
          <p:cNvSpPr>
            <a:spLocks noChangeArrowheads="1"/>
          </p:cNvSpPr>
          <p:nvPr/>
        </p:nvSpPr>
        <p:spPr bwMode="auto">
          <a:xfrm>
            <a:off x="76962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2</a:t>
            </a:r>
          </a:p>
        </p:txBody>
      </p:sp>
      <p:grpSp>
        <p:nvGrpSpPr>
          <p:cNvPr id="9266" name="Group 50">
            <a:extLst>
              <a:ext uri="{FF2B5EF4-FFF2-40B4-BE49-F238E27FC236}">
                <a16:creationId xmlns:a16="http://schemas.microsoft.com/office/drawing/2014/main" id="{0E8EA308-2C92-103A-45BE-EFEAE8B509E3}"/>
              </a:ext>
            </a:extLst>
          </p:cNvPr>
          <p:cNvGrpSpPr>
            <a:grpSpLocks/>
          </p:cNvGrpSpPr>
          <p:nvPr/>
        </p:nvGrpSpPr>
        <p:grpSpPr bwMode="auto">
          <a:xfrm>
            <a:off x="2444750" y="3276600"/>
            <a:ext cx="444500" cy="450850"/>
            <a:chOff x="580" y="2064"/>
            <a:chExt cx="280" cy="284"/>
          </a:xfrm>
        </p:grpSpPr>
        <p:sp>
          <p:nvSpPr>
            <p:cNvPr id="35886" name="Oval 48">
              <a:extLst>
                <a:ext uri="{FF2B5EF4-FFF2-40B4-BE49-F238E27FC236}">
                  <a16:creationId xmlns:a16="http://schemas.microsoft.com/office/drawing/2014/main" id="{B96CF435-47D4-50C6-9CF2-1CE3B9C7CA89}"/>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5887" name="Rectangle 49">
              <a:extLst>
                <a:ext uri="{FF2B5EF4-FFF2-40B4-BE49-F238E27FC236}">
                  <a16:creationId xmlns:a16="http://schemas.microsoft.com/office/drawing/2014/main" id="{3AA5C373-4752-3581-5745-85D482FC9413}"/>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sp>
        <p:nvSpPr>
          <p:cNvPr id="9267" name="Rectangle 51">
            <a:extLst>
              <a:ext uri="{FF2B5EF4-FFF2-40B4-BE49-F238E27FC236}">
                <a16:creationId xmlns:a16="http://schemas.microsoft.com/office/drawing/2014/main" id="{5F27C28F-D6CF-B67C-A440-BB2E2D041338}"/>
              </a:ext>
            </a:extLst>
          </p:cNvPr>
          <p:cNvSpPr>
            <a:spLocks noChangeArrowheads="1"/>
          </p:cNvSpPr>
          <p:nvPr/>
        </p:nvSpPr>
        <p:spPr bwMode="auto">
          <a:xfrm>
            <a:off x="80772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2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263">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926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926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63" grpId="0" build="p" autoUpdateAnimBg="0"/>
      <p:bldP spid="9267"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9B869891-2C26-47E6-2B62-D65BB15D42A1}"/>
              </a:ext>
            </a:extLst>
          </p:cNvPr>
          <p:cNvSpPr>
            <a:spLocks noGrp="1" noChangeArrowheads="1"/>
          </p:cNvSpPr>
          <p:nvPr>
            <p:ph type="title"/>
          </p:nvPr>
        </p:nvSpPr>
        <p:spPr>
          <a:noFill/>
        </p:spPr>
        <p:txBody>
          <a:bodyPr/>
          <a:lstStyle/>
          <a:p>
            <a:r>
              <a:rPr lang="en-US" altLang="en-US"/>
              <a:t>Breadth-First Search Example</a:t>
            </a:r>
          </a:p>
        </p:txBody>
      </p:sp>
      <p:sp>
        <p:nvSpPr>
          <p:cNvPr id="36867" name="Rectangle 3">
            <a:extLst>
              <a:ext uri="{FF2B5EF4-FFF2-40B4-BE49-F238E27FC236}">
                <a16:creationId xmlns:a16="http://schemas.microsoft.com/office/drawing/2014/main" id="{807AFCD2-FCFE-FB32-28C7-B8F3C358ED6E}"/>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2</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a:buFontTx/>
              <a:buNone/>
            </a:pPr>
            <a:r>
              <a:rPr lang="en-US" altLang="en-US">
                <a:solidFill>
                  <a:schemeClr val="bg2"/>
                </a:solidFill>
              </a:rPr>
              <a:t>put in </a:t>
            </a:r>
            <a:r>
              <a:rPr lang="en-US" altLang="en-US">
                <a:solidFill>
                  <a:schemeClr val="hlink"/>
                </a:solidFill>
              </a:rPr>
              <a:t>Q</a:t>
            </a:r>
            <a:r>
              <a:rPr lang="en-US" altLang="en-US">
                <a:solidFill>
                  <a:schemeClr val="bg2"/>
                </a:solidFill>
              </a:rPr>
              <a:t>.</a:t>
            </a:r>
          </a:p>
        </p:txBody>
      </p:sp>
      <p:sp>
        <p:nvSpPr>
          <p:cNvPr id="36868" name="Oval 4">
            <a:extLst>
              <a:ext uri="{FF2B5EF4-FFF2-40B4-BE49-F238E27FC236}">
                <a16:creationId xmlns:a16="http://schemas.microsoft.com/office/drawing/2014/main" id="{31C0D344-32BB-D0D8-73A8-B34BE1E46016}"/>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869" name="Oval 5">
            <a:extLst>
              <a:ext uri="{FF2B5EF4-FFF2-40B4-BE49-F238E27FC236}">
                <a16:creationId xmlns:a16="http://schemas.microsoft.com/office/drawing/2014/main" id="{424A6667-B5B1-6FDF-D7B4-9D2C3427E6B7}"/>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870" name="Oval 6">
            <a:extLst>
              <a:ext uri="{FF2B5EF4-FFF2-40B4-BE49-F238E27FC236}">
                <a16:creationId xmlns:a16="http://schemas.microsoft.com/office/drawing/2014/main" id="{24BFD71C-6461-49C8-BF39-9BA398C6EE6D}"/>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871" name="Oval 7">
            <a:extLst>
              <a:ext uri="{FF2B5EF4-FFF2-40B4-BE49-F238E27FC236}">
                <a16:creationId xmlns:a16="http://schemas.microsoft.com/office/drawing/2014/main" id="{EBCB3689-C266-E3F2-9EE6-A16B6A7BEFDC}"/>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872" name="Oval 8">
            <a:extLst>
              <a:ext uri="{FF2B5EF4-FFF2-40B4-BE49-F238E27FC236}">
                <a16:creationId xmlns:a16="http://schemas.microsoft.com/office/drawing/2014/main" id="{4F7A8B4A-1D5D-B334-5AC3-0193994CA803}"/>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873" name="Oval 9">
            <a:extLst>
              <a:ext uri="{FF2B5EF4-FFF2-40B4-BE49-F238E27FC236}">
                <a16:creationId xmlns:a16="http://schemas.microsoft.com/office/drawing/2014/main" id="{BB64F542-5A68-2CD1-2A3F-CBA52F5E1F9A}"/>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874" name="Oval 10">
            <a:extLst>
              <a:ext uri="{FF2B5EF4-FFF2-40B4-BE49-F238E27FC236}">
                <a16:creationId xmlns:a16="http://schemas.microsoft.com/office/drawing/2014/main" id="{66A66466-0F3D-D838-8043-6C90B8795858}"/>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875" name="Oval 11">
            <a:extLst>
              <a:ext uri="{FF2B5EF4-FFF2-40B4-BE49-F238E27FC236}">
                <a16:creationId xmlns:a16="http://schemas.microsoft.com/office/drawing/2014/main" id="{492A66B7-69DF-335A-23B4-8264A33F671B}"/>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876" name="Oval 12">
            <a:extLst>
              <a:ext uri="{FF2B5EF4-FFF2-40B4-BE49-F238E27FC236}">
                <a16:creationId xmlns:a16="http://schemas.microsoft.com/office/drawing/2014/main" id="{0A3608A4-815C-C382-DDC9-B5DAD3D2A5CF}"/>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877" name="Oval 13">
            <a:extLst>
              <a:ext uri="{FF2B5EF4-FFF2-40B4-BE49-F238E27FC236}">
                <a16:creationId xmlns:a16="http://schemas.microsoft.com/office/drawing/2014/main" id="{3180DEC1-4BA2-708B-1D0A-2CE01C575848}"/>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878" name="Oval 14">
            <a:extLst>
              <a:ext uri="{FF2B5EF4-FFF2-40B4-BE49-F238E27FC236}">
                <a16:creationId xmlns:a16="http://schemas.microsoft.com/office/drawing/2014/main" id="{CAE5506D-88E3-5EDA-11A1-E1711A028F6B}"/>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879" name="Line 15">
            <a:extLst>
              <a:ext uri="{FF2B5EF4-FFF2-40B4-BE49-F238E27FC236}">
                <a16:creationId xmlns:a16="http://schemas.microsoft.com/office/drawing/2014/main" id="{9C4E6BB5-6D48-B7E8-0642-333061E12604}"/>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6880" name="Line 16">
            <a:extLst>
              <a:ext uri="{FF2B5EF4-FFF2-40B4-BE49-F238E27FC236}">
                <a16:creationId xmlns:a16="http://schemas.microsoft.com/office/drawing/2014/main" id="{536CB50B-7A6A-8EBE-3C08-964BB587FCB9}"/>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6881" name="Line 17">
            <a:extLst>
              <a:ext uri="{FF2B5EF4-FFF2-40B4-BE49-F238E27FC236}">
                <a16:creationId xmlns:a16="http://schemas.microsoft.com/office/drawing/2014/main" id="{0F6F5F43-4FE2-8E92-754A-500203696EE8}"/>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6882" name="Line 18">
            <a:extLst>
              <a:ext uri="{FF2B5EF4-FFF2-40B4-BE49-F238E27FC236}">
                <a16:creationId xmlns:a16="http://schemas.microsoft.com/office/drawing/2014/main" id="{CC6D9693-0CB1-E0DA-5EBA-B18D33BEEAF6}"/>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6883" name="Line 19">
            <a:extLst>
              <a:ext uri="{FF2B5EF4-FFF2-40B4-BE49-F238E27FC236}">
                <a16:creationId xmlns:a16="http://schemas.microsoft.com/office/drawing/2014/main" id="{E90FB22B-DF89-0DFA-B7CE-C534C96E2AD4}"/>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6884" name="Line 20">
            <a:extLst>
              <a:ext uri="{FF2B5EF4-FFF2-40B4-BE49-F238E27FC236}">
                <a16:creationId xmlns:a16="http://schemas.microsoft.com/office/drawing/2014/main" id="{FDC4CABD-BDC1-2A53-6420-8C121634BB9C}"/>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6885" name="Line 21">
            <a:extLst>
              <a:ext uri="{FF2B5EF4-FFF2-40B4-BE49-F238E27FC236}">
                <a16:creationId xmlns:a16="http://schemas.microsoft.com/office/drawing/2014/main" id="{7E5DED5A-626C-E936-ED13-59DF1A87AF6E}"/>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6886" name="Line 22">
            <a:extLst>
              <a:ext uri="{FF2B5EF4-FFF2-40B4-BE49-F238E27FC236}">
                <a16:creationId xmlns:a16="http://schemas.microsoft.com/office/drawing/2014/main" id="{7701D5CF-1116-DBCD-098C-646E879C57EA}"/>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6887" name="Line 23">
            <a:extLst>
              <a:ext uri="{FF2B5EF4-FFF2-40B4-BE49-F238E27FC236}">
                <a16:creationId xmlns:a16="http://schemas.microsoft.com/office/drawing/2014/main" id="{3CC07F85-82F3-1904-3E7A-26AA8C58AE90}"/>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6888" name="Rectangle 24">
            <a:extLst>
              <a:ext uri="{FF2B5EF4-FFF2-40B4-BE49-F238E27FC236}">
                <a16:creationId xmlns:a16="http://schemas.microsoft.com/office/drawing/2014/main" id="{707E4D35-DB9E-E400-A761-75E89AB20B89}"/>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36889" name="Rectangle 25">
            <a:extLst>
              <a:ext uri="{FF2B5EF4-FFF2-40B4-BE49-F238E27FC236}">
                <a16:creationId xmlns:a16="http://schemas.microsoft.com/office/drawing/2014/main" id="{7A4F53D8-305E-7444-343A-BCD8B6629F44}"/>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36890" name="Rectangle 26">
            <a:extLst>
              <a:ext uri="{FF2B5EF4-FFF2-40B4-BE49-F238E27FC236}">
                <a16:creationId xmlns:a16="http://schemas.microsoft.com/office/drawing/2014/main" id="{6363B1E2-8B3B-2E40-3B90-F53136C06253}"/>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36891" name="Rectangle 27">
            <a:extLst>
              <a:ext uri="{FF2B5EF4-FFF2-40B4-BE49-F238E27FC236}">
                <a16:creationId xmlns:a16="http://schemas.microsoft.com/office/drawing/2014/main" id="{F8BC4095-F9AE-13E3-08AC-583D1DAA93C2}"/>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36892" name="Rectangle 28">
            <a:extLst>
              <a:ext uri="{FF2B5EF4-FFF2-40B4-BE49-F238E27FC236}">
                <a16:creationId xmlns:a16="http://schemas.microsoft.com/office/drawing/2014/main" id="{C14FEA89-B223-D007-2EAA-5DA0A394E547}"/>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36893" name="Rectangle 29">
            <a:extLst>
              <a:ext uri="{FF2B5EF4-FFF2-40B4-BE49-F238E27FC236}">
                <a16:creationId xmlns:a16="http://schemas.microsoft.com/office/drawing/2014/main" id="{BE5B5E03-AB3A-1E40-551F-F93A6EB100C3}"/>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36894" name="Rectangle 30">
            <a:extLst>
              <a:ext uri="{FF2B5EF4-FFF2-40B4-BE49-F238E27FC236}">
                <a16:creationId xmlns:a16="http://schemas.microsoft.com/office/drawing/2014/main" id="{F542B201-54BB-BC31-FF85-4D71397FF108}"/>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36895" name="Rectangle 31">
            <a:extLst>
              <a:ext uri="{FF2B5EF4-FFF2-40B4-BE49-F238E27FC236}">
                <a16:creationId xmlns:a16="http://schemas.microsoft.com/office/drawing/2014/main" id="{A662A53E-9E9A-E233-A7FB-BA825324951E}"/>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36896" name="Rectangle 32">
            <a:extLst>
              <a:ext uri="{FF2B5EF4-FFF2-40B4-BE49-F238E27FC236}">
                <a16:creationId xmlns:a16="http://schemas.microsoft.com/office/drawing/2014/main" id="{9B2822DA-F893-C6E4-0428-8CA79BDDAA27}"/>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36897" name="Rectangle 33">
            <a:extLst>
              <a:ext uri="{FF2B5EF4-FFF2-40B4-BE49-F238E27FC236}">
                <a16:creationId xmlns:a16="http://schemas.microsoft.com/office/drawing/2014/main" id="{C9E03696-DB96-72A9-B2FE-A15429916189}"/>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36898" name="Rectangle 34">
            <a:extLst>
              <a:ext uri="{FF2B5EF4-FFF2-40B4-BE49-F238E27FC236}">
                <a16:creationId xmlns:a16="http://schemas.microsoft.com/office/drawing/2014/main" id="{4F988B5D-2FA7-6F60-C24D-4E59DD87B664}"/>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36899" name="Line 35">
            <a:extLst>
              <a:ext uri="{FF2B5EF4-FFF2-40B4-BE49-F238E27FC236}">
                <a16:creationId xmlns:a16="http://schemas.microsoft.com/office/drawing/2014/main" id="{DC4F8A12-31ED-08C2-53E9-58BA3718AE26}"/>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6900" name="Line 36">
            <a:extLst>
              <a:ext uri="{FF2B5EF4-FFF2-40B4-BE49-F238E27FC236}">
                <a16:creationId xmlns:a16="http://schemas.microsoft.com/office/drawing/2014/main" id="{DEB96D06-CDD1-89B2-B47E-5B4B00197766}"/>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6901" name="Line 37">
            <a:extLst>
              <a:ext uri="{FF2B5EF4-FFF2-40B4-BE49-F238E27FC236}">
                <a16:creationId xmlns:a16="http://schemas.microsoft.com/office/drawing/2014/main" id="{B35C67BD-AD5F-6F64-5732-93E688D1D587}"/>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6902" name="Line 38">
            <a:extLst>
              <a:ext uri="{FF2B5EF4-FFF2-40B4-BE49-F238E27FC236}">
                <a16:creationId xmlns:a16="http://schemas.microsoft.com/office/drawing/2014/main" id="{2A463C37-BF58-03C9-7356-4D71FD351F55}"/>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36903" name="Group 41">
            <a:extLst>
              <a:ext uri="{FF2B5EF4-FFF2-40B4-BE49-F238E27FC236}">
                <a16:creationId xmlns:a16="http://schemas.microsoft.com/office/drawing/2014/main" id="{03C37A49-D0C8-856A-8A1D-F904D817C308}"/>
              </a:ext>
            </a:extLst>
          </p:cNvPr>
          <p:cNvGrpSpPr>
            <a:grpSpLocks/>
          </p:cNvGrpSpPr>
          <p:nvPr/>
        </p:nvGrpSpPr>
        <p:grpSpPr bwMode="auto">
          <a:xfrm>
            <a:off x="1835150" y="2597150"/>
            <a:ext cx="444500" cy="469900"/>
            <a:chOff x="196" y="1636"/>
            <a:chExt cx="280" cy="296"/>
          </a:xfrm>
        </p:grpSpPr>
        <p:sp>
          <p:nvSpPr>
            <p:cNvPr id="36914" name="Oval 39">
              <a:extLst>
                <a:ext uri="{FF2B5EF4-FFF2-40B4-BE49-F238E27FC236}">
                  <a16:creationId xmlns:a16="http://schemas.microsoft.com/office/drawing/2014/main" id="{5BDC0D4A-2EE0-6171-1B5A-58B0459084D1}"/>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915" name="Rectangle 40">
              <a:extLst>
                <a:ext uri="{FF2B5EF4-FFF2-40B4-BE49-F238E27FC236}">
                  <a16:creationId xmlns:a16="http://schemas.microsoft.com/office/drawing/2014/main" id="{9485FF84-FD38-B3DE-055D-5277F912875D}"/>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36904" name="Rectangle 42">
            <a:extLst>
              <a:ext uri="{FF2B5EF4-FFF2-40B4-BE49-F238E27FC236}">
                <a16:creationId xmlns:a16="http://schemas.microsoft.com/office/drawing/2014/main" id="{94EDACE1-C369-8D07-6126-D38EBE15E4B0}"/>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36905" name="Freeform 43">
            <a:extLst>
              <a:ext uri="{FF2B5EF4-FFF2-40B4-BE49-F238E27FC236}">
                <a16:creationId xmlns:a16="http://schemas.microsoft.com/office/drawing/2014/main" id="{947934CD-743E-2B39-B867-954A82DE775D}"/>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36906" name="Group 46">
            <a:extLst>
              <a:ext uri="{FF2B5EF4-FFF2-40B4-BE49-F238E27FC236}">
                <a16:creationId xmlns:a16="http://schemas.microsoft.com/office/drawing/2014/main" id="{677CBCA2-E96A-DAC5-0BF8-91560FA88E5B}"/>
              </a:ext>
            </a:extLst>
          </p:cNvPr>
          <p:cNvGrpSpPr>
            <a:grpSpLocks/>
          </p:cNvGrpSpPr>
          <p:nvPr/>
        </p:nvGrpSpPr>
        <p:grpSpPr bwMode="auto">
          <a:xfrm>
            <a:off x="2825750" y="1758950"/>
            <a:ext cx="444500" cy="469900"/>
            <a:chOff x="820" y="1108"/>
            <a:chExt cx="280" cy="296"/>
          </a:xfrm>
        </p:grpSpPr>
        <p:sp>
          <p:nvSpPr>
            <p:cNvPr id="36912" name="Oval 44">
              <a:extLst>
                <a:ext uri="{FF2B5EF4-FFF2-40B4-BE49-F238E27FC236}">
                  <a16:creationId xmlns:a16="http://schemas.microsoft.com/office/drawing/2014/main" id="{6B3CC77D-2411-AEF6-CE23-0A2A6240648F}"/>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913" name="Rectangle 45">
              <a:extLst>
                <a:ext uri="{FF2B5EF4-FFF2-40B4-BE49-F238E27FC236}">
                  <a16:creationId xmlns:a16="http://schemas.microsoft.com/office/drawing/2014/main" id="{84FA6689-3940-CC41-D86B-AB234B76D7E3}"/>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sp>
        <p:nvSpPr>
          <p:cNvPr id="36907" name="Rectangle 47">
            <a:extLst>
              <a:ext uri="{FF2B5EF4-FFF2-40B4-BE49-F238E27FC236}">
                <a16:creationId xmlns:a16="http://schemas.microsoft.com/office/drawing/2014/main" id="{9C793C2A-A09A-B20D-CAF9-47B0AE2B7B62}"/>
              </a:ext>
            </a:extLst>
          </p:cNvPr>
          <p:cNvSpPr>
            <a:spLocks noChangeArrowheads="1"/>
          </p:cNvSpPr>
          <p:nvPr/>
        </p:nvSpPr>
        <p:spPr bwMode="auto">
          <a:xfrm>
            <a:off x="76962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2</a:t>
            </a:r>
          </a:p>
        </p:txBody>
      </p:sp>
      <p:grpSp>
        <p:nvGrpSpPr>
          <p:cNvPr id="36908" name="Group 50">
            <a:extLst>
              <a:ext uri="{FF2B5EF4-FFF2-40B4-BE49-F238E27FC236}">
                <a16:creationId xmlns:a16="http://schemas.microsoft.com/office/drawing/2014/main" id="{2971ADC6-8BB5-B1A1-64AE-4E4E62365E1E}"/>
              </a:ext>
            </a:extLst>
          </p:cNvPr>
          <p:cNvGrpSpPr>
            <a:grpSpLocks/>
          </p:cNvGrpSpPr>
          <p:nvPr/>
        </p:nvGrpSpPr>
        <p:grpSpPr bwMode="auto">
          <a:xfrm>
            <a:off x="2444750" y="3276600"/>
            <a:ext cx="444500" cy="450850"/>
            <a:chOff x="580" y="2064"/>
            <a:chExt cx="280" cy="284"/>
          </a:xfrm>
        </p:grpSpPr>
        <p:sp>
          <p:nvSpPr>
            <p:cNvPr id="36910" name="Oval 48">
              <a:extLst>
                <a:ext uri="{FF2B5EF4-FFF2-40B4-BE49-F238E27FC236}">
                  <a16:creationId xmlns:a16="http://schemas.microsoft.com/office/drawing/2014/main" id="{A7992397-318F-1B2C-ADE3-55E691CA852C}"/>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6911" name="Rectangle 49">
              <a:extLst>
                <a:ext uri="{FF2B5EF4-FFF2-40B4-BE49-F238E27FC236}">
                  <a16:creationId xmlns:a16="http://schemas.microsoft.com/office/drawing/2014/main" id="{4BF94F8C-EEE5-B651-F267-DB6E34F879C6}"/>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sp>
        <p:nvSpPr>
          <p:cNvPr id="36909" name="Rectangle 51">
            <a:extLst>
              <a:ext uri="{FF2B5EF4-FFF2-40B4-BE49-F238E27FC236}">
                <a16:creationId xmlns:a16="http://schemas.microsoft.com/office/drawing/2014/main" id="{3A62CDE1-8061-37E1-5FB5-1F724DEBDF87}"/>
              </a:ext>
            </a:extLst>
          </p:cNvPr>
          <p:cNvSpPr>
            <a:spLocks noChangeArrowheads="1"/>
          </p:cNvSpPr>
          <p:nvPr/>
        </p:nvSpPr>
        <p:spPr bwMode="auto">
          <a:xfrm>
            <a:off x="80772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4</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558313D-80B6-10AA-C125-3D245531D028}"/>
              </a:ext>
            </a:extLst>
          </p:cNvPr>
          <p:cNvSpPr>
            <a:spLocks noGrp="1" noChangeArrowheads="1"/>
          </p:cNvSpPr>
          <p:nvPr>
            <p:ph type="title"/>
          </p:nvPr>
        </p:nvSpPr>
        <p:spPr>
          <a:noFill/>
        </p:spPr>
        <p:txBody>
          <a:bodyPr/>
          <a:lstStyle/>
          <a:p>
            <a:r>
              <a:rPr lang="en-US" altLang="en-US"/>
              <a:t>Breadth-First Search Example</a:t>
            </a:r>
          </a:p>
        </p:txBody>
      </p:sp>
      <p:sp>
        <p:nvSpPr>
          <p:cNvPr id="37891" name="Rectangle 3">
            <a:extLst>
              <a:ext uri="{FF2B5EF4-FFF2-40B4-BE49-F238E27FC236}">
                <a16:creationId xmlns:a16="http://schemas.microsoft.com/office/drawing/2014/main" id="{1A36B8D8-3E98-2118-A076-39E0585C929D}"/>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2</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a:buFontTx/>
              <a:buNone/>
            </a:pPr>
            <a:r>
              <a:rPr lang="en-US" altLang="en-US">
                <a:solidFill>
                  <a:schemeClr val="bg2"/>
                </a:solidFill>
              </a:rPr>
              <a:t>put in </a:t>
            </a:r>
            <a:r>
              <a:rPr lang="en-US" altLang="en-US">
                <a:solidFill>
                  <a:schemeClr val="hlink"/>
                </a:solidFill>
              </a:rPr>
              <a:t>Q</a:t>
            </a:r>
            <a:r>
              <a:rPr lang="en-US" altLang="en-US">
                <a:solidFill>
                  <a:schemeClr val="bg2"/>
                </a:solidFill>
              </a:rPr>
              <a:t>.</a:t>
            </a:r>
          </a:p>
        </p:txBody>
      </p:sp>
      <p:sp>
        <p:nvSpPr>
          <p:cNvPr id="37892" name="Oval 4">
            <a:extLst>
              <a:ext uri="{FF2B5EF4-FFF2-40B4-BE49-F238E27FC236}">
                <a16:creationId xmlns:a16="http://schemas.microsoft.com/office/drawing/2014/main" id="{DF379FA0-AD12-5057-D643-D6BF817AFAD8}"/>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893" name="Oval 5">
            <a:extLst>
              <a:ext uri="{FF2B5EF4-FFF2-40B4-BE49-F238E27FC236}">
                <a16:creationId xmlns:a16="http://schemas.microsoft.com/office/drawing/2014/main" id="{7A6308BD-F153-19D7-B033-34D6AE43FA83}"/>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894" name="Oval 6">
            <a:extLst>
              <a:ext uri="{FF2B5EF4-FFF2-40B4-BE49-F238E27FC236}">
                <a16:creationId xmlns:a16="http://schemas.microsoft.com/office/drawing/2014/main" id="{73CBF0DB-DB93-A7F9-2ED2-38E95C3C9CE6}"/>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895" name="Oval 7">
            <a:extLst>
              <a:ext uri="{FF2B5EF4-FFF2-40B4-BE49-F238E27FC236}">
                <a16:creationId xmlns:a16="http://schemas.microsoft.com/office/drawing/2014/main" id="{5CB60F38-2DB1-9097-BB46-98FEFA1B2E00}"/>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896" name="Oval 8">
            <a:extLst>
              <a:ext uri="{FF2B5EF4-FFF2-40B4-BE49-F238E27FC236}">
                <a16:creationId xmlns:a16="http://schemas.microsoft.com/office/drawing/2014/main" id="{862AAD1C-F254-4C6D-8750-AC25BED44462}"/>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897" name="Oval 9">
            <a:extLst>
              <a:ext uri="{FF2B5EF4-FFF2-40B4-BE49-F238E27FC236}">
                <a16:creationId xmlns:a16="http://schemas.microsoft.com/office/drawing/2014/main" id="{B2A55795-3831-1A38-876E-840C2FEC0500}"/>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898" name="Oval 10">
            <a:extLst>
              <a:ext uri="{FF2B5EF4-FFF2-40B4-BE49-F238E27FC236}">
                <a16:creationId xmlns:a16="http://schemas.microsoft.com/office/drawing/2014/main" id="{1CC9F5DD-E66F-E693-2C49-BD69291B1F5D}"/>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899" name="Oval 11">
            <a:extLst>
              <a:ext uri="{FF2B5EF4-FFF2-40B4-BE49-F238E27FC236}">
                <a16:creationId xmlns:a16="http://schemas.microsoft.com/office/drawing/2014/main" id="{91050FB4-DBDD-8A7B-D289-5E3A48082786}"/>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900" name="Oval 12">
            <a:extLst>
              <a:ext uri="{FF2B5EF4-FFF2-40B4-BE49-F238E27FC236}">
                <a16:creationId xmlns:a16="http://schemas.microsoft.com/office/drawing/2014/main" id="{711154C1-949B-BF1A-558C-872BBA925C2E}"/>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901" name="Oval 13">
            <a:extLst>
              <a:ext uri="{FF2B5EF4-FFF2-40B4-BE49-F238E27FC236}">
                <a16:creationId xmlns:a16="http://schemas.microsoft.com/office/drawing/2014/main" id="{3ADB7ACA-F429-597F-D085-900E083AF354}"/>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902" name="Oval 14">
            <a:extLst>
              <a:ext uri="{FF2B5EF4-FFF2-40B4-BE49-F238E27FC236}">
                <a16:creationId xmlns:a16="http://schemas.microsoft.com/office/drawing/2014/main" id="{C65D710B-300A-0553-93F9-D833B73E5BA9}"/>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903" name="Line 15">
            <a:extLst>
              <a:ext uri="{FF2B5EF4-FFF2-40B4-BE49-F238E27FC236}">
                <a16:creationId xmlns:a16="http://schemas.microsoft.com/office/drawing/2014/main" id="{924357C5-C328-3A16-3576-49CA2ABF2449}"/>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7904" name="Line 16">
            <a:extLst>
              <a:ext uri="{FF2B5EF4-FFF2-40B4-BE49-F238E27FC236}">
                <a16:creationId xmlns:a16="http://schemas.microsoft.com/office/drawing/2014/main" id="{097CAFB8-D066-CF26-D514-9C47C940D145}"/>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7905" name="Line 17">
            <a:extLst>
              <a:ext uri="{FF2B5EF4-FFF2-40B4-BE49-F238E27FC236}">
                <a16:creationId xmlns:a16="http://schemas.microsoft.com/office/drawing/2014/main" id="{2E4455E2-2159-017E-9A58-D9965E4F8548}"/>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7906" name="Line 18">
            <a:extLst>
              <a:ext uri="{FF2B5EF4-FFF2-40B4-BE49-F238E27FC236}">
                <a16:creationId xmlns:a16="http://schemas.microsoft.com/office/drawing/2014/main" id="{C1DCA261-5E44-8970-710A-40C9095C545F}"/>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7907" name="Line 19">
            <a:extLst>
              <a:ext uri="{FF2B5EF4-FFF2-40B4-BE49-F238E27FC236}">
                <a16:creationId xmlns:a16="http://schemas.microsoft.com/office/drawing/2014/main" id="{DDFEEC77-D6E9-463A-5516-FD3B688AA9C2}"/>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7908" name="Line 20">
            <a:extLst>
              <a:ext uri="{FF2B5EF4-FFF2-40B4-BE49-F238E27FC236}">
                <a16:creationId xmlns:a16="http://schemas.microsoft.com/office/drawing/2014/main" id="{4848D1F9-B9BF-20CA-38EE-8A1E7E97F83C}"/>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7909" name="Line 21">
            <a:extLst>
              <a:ext uri="{FF2B5EF4-FFF2-40B4-BE49-F238E27FC236}">
                <a16:creationId xmlns:a16="http://schemas.microsoft.com/office/drawing/2014/main" id="{5B66971D-5355-731C-5FEA-9BD339BE70BE}"/>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7910" name="Line 22">
            <a:extLst>
              <a:ext uri="{FF2B5EF4-FFF2-40B4-BE49-F238E27FC236}">
                <a16:creationId xmlns:a16="http://schemas.microsoft.com/office/drawing/2014/main" id="{2EDDD9D5-F81A-E59D-7A26-E5F7B349B6EB}"/>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7911" name="Line 23">
            <a:extLst>
              <a:ext uri="{FF2B5EF4-FFF2-40B4-BE49-F238E27FC236}">
                <a16:creationId xmlns:a16="http://schemas.microsoft.com/office/drawing/2014/main" id="{8AED0729-DD97-3D43-E606-669CEEB2E9FA}"/>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7912" name="Rectangle 24">
            <a:extLst>
              <a:ext uri="{FF2B5EF4-FFF2-40B4-BE49-F238E27FC236}">
                <a16:creationId xmlns:a16="http://schemas.microsoft.com/office/drawing/2014/main" id="{5DEA01A0-9B8A-A468-BEF7-7F6134A7EB2E}"/>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37913" name="Rectangle 25">
            <a:extLst>
              <a:ext uri="{FF2B5EF4-FFF2-40B4-BE49-F238E27FC236}">
                <a16:creationId xmlns:a16="http://schemas.microsoft.com/office/drawing/2014/main" id="{7FC2E1B8-1847-B085-728B-F83E8EFA9E67}"/>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37914" name="Rectangle 26">
            <a:extLst>
              <a:ext uri="{FF2B5EF4-FFF2-40B4-BE49-F238E27FC236}">
                <a16:creationId xmlns:a16="http://schemas.microsoft.com/office/drawing/2014/main" id="{1EFB8659-8860-7C8F-5080-3776E9394C89}"/>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37915" name="Rectangle 27">
            <a:extLst>
              <a:ext uri="{FF2B5EF4-FFF2-40B4-BE49-F238E27FC236}">
                <a16:creationId xmlns:a16="http://schemas.microsoft.com/office/drawing/2014/main" id="{0D57AFAB-B189-CC48-30E6-87C62AB3A321}"/>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37916" name="Rectangle 28">
            <a:extLst>
              <a:ext uri="{FF2B5EF4-FFF2-40B4-BE49-F238E27FC236}">
                <a16:creationId xmlns:a16="http://schemas.microsoft.com/office/drawing/2014/main" id="{6EA91238-FB13-297D-E009-C00FC8CB871A}"/>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37917" name="Rectangle 29">
            <a:extLst>
              <a:ext uri="{FF2B5EF4-FFF2-40B4-BE49-F238E27FC236}">
                <a16:creationId xmlns:a16="http://schemas.microsoft.com/office/drawing/2014/main" id="{017A5A78-4863-65B5-88C1-FE6892F62C10}"/>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37918" name="Rectangle 30">
            <a:extLst>
              <a:ext uri="{FF2B5EF4-FFF2-40B4-BE49-F238E27FC236}">
                <a16:creationId xmlns:a16="http://schemas.microsoft.com/office/drawing/2014/main" id="{13C598E7-6573-770A-87FF-E61AC903E7E6}"/>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37919" name="Rectangle 31">
            <a:extLst>
              <a:ext uri="{FF2B5EF4-FFF2-40B4-BE49-F238E27FC236}">
                <a16:creationId xmlns:a16="http://schemas.microsoft.com/office/drawing/2014/main" id="{E2F64A63-244E-0034-5DF1-39FCAA599CDE}"/>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37920" name="Rectangle 32">
            <a:extLst>
              <a:ext uri="{FF2B5EF4-FFF2-40B4-BE49-F238E27FC236}">
                <a16:creationId xmlns:a16="http://schemas.microsoft.com/office/drawing/2014/main" id="{B3852268-7E22-AEC3-AEAC-8F64B71E6B44}"/>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37921" name="Rectangle 33">
            <a:extLst>
              <a:ext uri="{FF2B5EF4-FFF2-40B4-BE49-F238E27FC236}">
                <a16:creationId xmlns:a16="http://schemas.microsoft.com/office/drawing/2014/main" id="{06DA167B-14CC-53B9-B62E-F0B30AE854F1}"/>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37922" name="Rectangle 34">
            <a:extLst>
              <a:ext uri="{FF2B5EF4-FFF2-40B4-BE49-F238E27FC236}">
                <a16:creationId xmlns:a16="http://schemas.microsoft.com/office/drawing/2014/main" id="{B2D66C4A-2023-1ADE-E79C-97A7D018DAB6}"/>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37923" name="Line 35">
            <a:extLst>
              <a:ext uri="{FF2B5EF4-FFF2-40B4-BE49-F238E27FC236}">
                <a16:creationId xmlns:a16="http://schemas.microsoft.com/office/drawing/2014/main" id="{2B2E9486-FCD5-4A8B-21A6-2E40F19A829E}"/>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7924" name="Line 36">
            <a:extLst>
              <a:ext uri="{FF2B5EF4-FFF2-40B4-BE49-F238E27FC236}">
                <a16:creationId xmlns:a16="http://schemas.microsoft.com/office/drawing/2014/main" id="{0CB72D63-8C25-0FD1-1330-682257B3C43A}"/>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7925" name="Line 37">
            <a:extLst>
              <a:ext uri="{FF2B5EF4-FFF2-40B4-BE49-F238E27FC236}">
                <a16:creationId xmlns:a16="http://schemas.microsoft.com/office/drawing/2014/main" id="{69FB490B-C58C-B056-1D1E-7E6C119A8095}"/>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7926" name="Line 38">
            <a:extLst>
              <a:ext uri="{FF2B5EF4-FFF2-40B4-BE49-F238E27FC236}">
                <a16:creationId xmlns:a16="http://schemas.microsoft.com/office/drawing/2014/main" id="{1AA7AF06-7BCE-FCE2-059A-43F9044BF6D3}"/>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37927" name="Group 41">
            <a:extLst>
              <a:ext uri="{FF2B5EF4-FFF2-40B4-BE49-F238E27FC236}">
                <a16:creationId xmlns:a16="http://schemas.microsoft.com/office/drawing/2014/main" id="{7F9F43DD-B05D-EE74-343E-39AB8177DAE7}"/>
              </a:ext>
            </a:extLst>
          </p:cNvPr>
          <p:cNvGrpSpPr>
            <a:grpSpLocks/>
          </p:cNvGrpSpPr>
          <p:nvPr/>
        </p:nvGrpSpPr>
        <p:grpSpPr bwMode="auto">
          <a:xfrm>
            <a:off x="1835150" y="2597150"/>
            <a:ext cx="444500" cy="469900"/>
            <a:chOff x="196" y="1636"/>
            <a:chExt cx="280" cy="296"/>
          </a:xfrm>
        </p:grpSpPr>
        <p:sp>
          <p:nvSpPr>
            <p:cNvPr id="37949" name="Oval 39">
              <a:extLst>
                <a:ext uri="{FF2B5EF4-FFF2-40B4-BE49-F238E27FC236}">
                  <a16:creationId xmlns:a16="http://schemas.microsoft.com/office/drawing/2014/main" id="{F14AEE00-ABFA-7D66-3D36-91F5E606BBE4}"/>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950" name="Rectangle 40">
              <a:extLst>
                <a:ext uri="{FF2B5EF4-FFF2-40B4-BE49-F238E27FC236}">
                  <a16:creationId xmlns:a16="http://schemas.microsoft.com/office/drawing/2014/main" id="{BE4879E8-4D40-D668-D246-39B60ED0ED26}"/>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37928" name="Rectangle 42">
            <a:extLst>
              <a:ext uri="{FF2B5EF4-FFF2-40B4-BE49-F238E27FC236}">
                <a16:creationId xmlns:a16="http://schemas.microsoft.com/office/drawing/2014/main" id="{23C6F56E-D698-F803-C1EE-3B837521E197}"/>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37929" name="Freeform 43">
            <a:extLst>
              <a:ext uri="{FF2B5EF4-FFF2-40B4-BE49-F238E27FC236}">
                <a16:creationId xmlns:a16="http://schemas.microsoft.com/office/drawing/2014/main" id="{36414F43-71F9-DCF2-2A39-62C91DF0613A}"/>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37930" name="Group 46">
            <a:extLst>
              <a:ext uri="{FF2B5EF4-FFF2-40B4-BE49-F238E27FC236}">
                <a16:creationId xmlns:a16="http://schemas.microsoft.com/office/drawing/2014/main" id="{745E566F-1102-FF31-883F-331D1B8870E8}"/>
              </a:ext>
            </a:extLst>
          </p:cNvPr>
          <p:cNvGrpSpPr>
            <a:grpSpLocks/>
          </p:cNvGrpSpPr>
          <p:nvPr/>
        </p:nvGrpSpPr>
        <p:grpSpPr bwMode="auto">
          <a:xfrm>
            <a:off x="2825750" y="1758950"/>
            <a:ext cx="444500" cy="469900"/>
            <a:chOff x="820" y="1108"/>
            <a:chExt cx="280" cy="296"/>
          </a:xfrm>
        </p:grpSpPr>
        <p:sp>
          <p:nvSpPr>
            <p:cNvPr id="37947" name="Oval 44">
              <a:extLst>
                <a:ext uri="{FF2B5EF4-FFF2-40B4-BE49-F238E27FC236}">
                  <a16:creationId xmlns:a16="http://schemas.microsoft.com/office/drawing/2014/main" id="{36CBEC75-62CB-48E6-0535-F78FE9F61117}"/>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948" name="Rectangle 45">
              <a:extLst>
                <a:ext uri="{FF2B5EF4-FFF2-40B4-BE49-F238E27FC236}">
                  <a16:creationId xmlns:a16="http://schemas.microsoft.com/office/drawing/2014/main" id="{035BF12A-B587-3BC0-3897-AC153E939EA8}"/>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37931" name="Group 49">
            <a:extLst>
              <a:ext uri="{FF2B5EF4-FFF2-40B4-BE49-F238E27FC236}">
                <a16:creationId xmlns:a16="http://schemas.microsoft.com/office/drawing/2014/main" id="{8E6B8B08-3A3A-30FC-0128-0523ECC76D17}"/>
              </a:ext>
            </a:extLst>
          </p:cNvPr>
          <p:cNvGrpSpPr>
            <a:grpSpLocks/>
          </p:cNvGrpSpPr>
          <p:nvPr/>
        </p:nvGrpSpPr>
        <p:grpSpPr bwMode="auto">
          <a:xfrm>
            <a:off x="2444750" y="3276600"/>
            <a:ext cx="444500" cy="450850"/>
            <a:chOff x="580" y="2064"/>
            <a:chExt cx="280" cy="284"/>
          </a:xfrm>
        </p:grpSpPr>
        <p:sp>
          <p:nvSpPr>
            <p:cNvPr id="37945" name="Oval 47">
              <a:extLst>
                <a:ext uri="{FF2B5EF4-FFF2-40B4-BE49-F238E27FC236}">
                  <a16:creationId xmlns:a16="http://schemas.microsoft.com/office/drawing/2014/main" id="{947964A6-75B1-F523-ED3D-F2D69308CAC2}"/>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946" name="Rectangle 48">
              <a:extLst>
                <a:ext uri="{FF2B5EF4-FFF2-40B4-BE49-F238E27FC236}">
                  <a16:creationId xmlns:a16="http://schemas.microsoft.com/office/drawing/2014/main" id="{616B0411-0491-FBF7-1541-5E048F36F3E3}"/>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sp>
        <p:nvSpPr>
          <p:cNvPr id="37932" name="Rectangle 50">
            <a:extLst>
              <a:ext uri="{FF2B5EF4-FFF2-40B4-BE49-F238E27FC236}">
                <a16:creationId xmlns:a16="http://schemas.microsoft.com/office/drawing/2014/main" id="{3A6AA18B-8843-ADBC-5A7C-CC9A2AF74099}"/>
              </a:ext>
            </a:extLst>
          </p:cNvPr>
          <p:cNvSpPr>
            <a:spLocks noChangeArrowheads="1"/>
          </p:cNvSpPr>
          <p:nvPr/>
        </p:nvSpPr>
        <p:spPr bwMode="auto">
          <a:xfrm>
            <a:off x="80772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4</a:t>
            </a:r>
          </a:p>
        </p:txBody>
      </p:sp>
      <p:grpSp>
        <p:nvGrpSpPr>
          <p:cNvPr id="11317" name="Group 53">
            <a:extLst>
              <a:ext uri="{FF2B5EF4-FFF2-40B4-BE49-F238E27FC236}">
                <a16:creationId xmlns:a16="http://schemas.microsoft.com/office/drawing/2014/main" id="{4BD4EB4B-66F4-E3CA-AC8C-C57F27420C59}"/>
              </a:ext>
            </a:extLst>
          </p:cNvPr>
          <p:cNvGrpSpPr>
            <a:grpSpLocks/>
          </p:cNvGrpSpPr>
          <p:nvPr/>
        </p:nvGrpSpPr>
        <p:grpSpPr bwMode="auto">
          <a:xfrm>
            <a:off x="3968750" y="3435350"/>
            <a:ext cx="444500" cy="469900"/>
            <a:chOff x="1540" y="2164"/>
            <a:chExt cx="280" cy="296"/>
          </a:xfrm>
        </p:grpSpPr>
        <p:sp>
          <p:nvSpPr>
            <p:cNvPr id="37943" name="Oval 51">
              <a:extLst>
                <a:ext uri="{FF2B5EF4-FFF2-40B4-BE49-F238E27FC236}">
                  <a16:creationId xmlns:a16="http://schemas.microsoft.com/office/drawing/2014/main" id="{3409F60E-A9B1-0E6E-C955-1826A126E859}"/>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944" name="Rectangle 52">
              <a:extLst>
                <a:ext uri="{FF2B5EF4-FFF2-40B4-BE49-F238E27FC236}">
                  <a16:creationId xmlns:a16="http://schemas.microsoft.com/office/drawing/2014/main" id="{BD9B18FC-304C-49A5-6FE6-6B474DEEC6A9}"/>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sp>
        <p:nvSpPr>
          <p:cNvPr id="11318" name="Rectangle 54">
            <a:extLst>
              <a:ext uri="{FF2B5EF4-FFF2-40B4-BE49-F238E27FC236}">
                <a16:creationId xmlns:a16="http://schemas.microsoft.com/office/drawing/2014/main" id="{DE3546DE-9868-7C1D-4C63-A01CF4888336}"/>
              </a:ext>
            </a:extLst>
          </p:cNvPr>
          <p:cNvSpPr>
            <a:spLocks noChangeArrowheads="1"/>
          </p:cNvSpPr>
          <p:nvPr/>
        </p:nvSpPr>
        <p:spPr bwMode="auto">
          <a:xfrm>
            <a:off x="84582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5</a:t>
            </a:r>
          </a:p>
        </p:txBody>
      </p:sp>
      <p:grpSp>
        <p:nvGrpSpPr>
          <p:cNvPr id="11321" name="Group 57">
            <a:extLst>
              <a:ext uri="{FF2B5EF4-FFF2-40B4-BE49-F238E27FC236}">
                <a16:creationId xmlns:a16="http://schemas.microsoft.com/office/drawing/2014/main" id="{4D8176D0-C7B0-8FD4-0EF4-7819C9B37537}"/>
              </a:ext>
            </a:extLst>
          </p:cNvPr>
          <p:cNvGrpSpPr>
            <a:grpSpLocks/>
          </p:cNvGrpSpPr>
          <p:nvPr/>
        </p:nvGrpSpPr>
        <p:grpSpPr bwMode="auto">
          <a:xfrm>
            <a:off x="4425950" y="2057400"/>
            <a:ext cx="444500" cy="450850"/>
            <a:chOff x="1828" y="1296"/>
            <a:chExt cx="280" cy="284"/>
          </a:xfrm>
        </p:grpSpPr>
        <p:sp>
          <p:nvSpPr>
            <p:cNvPr id="37941" name="Oval 55">
              <a:extLst>
                <a:ext uri="{FF2B5EF4-FFF2-40B4-BE49-F238E27FC236}">
                  <a16:creationId xmlns:a16="http://schemas.microsoft.com/office/drawing/2014/main" id="{C1EC8A58-A160-B89C-F8D1-97A81031DF11}"/>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942" name="Rectangle 56">
              <a:extLst>
                <a:ext uri="{FF2B5EF4-FFF2-40B4-BE49-F238E27FC236}">
                  <a16:creationId xmlns:a16="http://schemas.microsoft.com/office/drawing/2014/main" id="{4B0232B9-158E-EE5D-69F4-FCA7D7040BB1}"/>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sp>
        <p:nvSpPr>
          <p:cNvPr id="11322" name="Rectangle 58">
            <a:extLst>
              <a:ext uri="{FF2B5EF4-FFF2-40B4-BE49-F238E27FC236}">
                <a16:creationId xmlns:a16="http://schemas.microsoft.com/office/drawing/2014/main" id="{84F73971-79D1-E0EC-AAB1-44F08E65AABA}"/>
              </a:ext>
            </a:extLst>
          </p:cNvPr>
          <p:cNvSpPr>
            <a:spLocks noChangeArrowheads="1"/>
          </p:cNvSpPr>
          <p:nvPr/>
        </p:nvSpPr>
        <p:spPr bwMode="auto">
          <a:xfrm>
            <a:off x="88392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3</a:t>
            </a:r>
          </a:p>
        </p:txBody>
      </p:sp>
      <p:grpSp>
        <p:nvGrpSpPr>
          <p:cNvPr id="11325" name="Group 61">
            <a:extLst>
              <a:ext uri="{FF2B5EF4-FFF2-40B4-BE49-F238E27FC236}">
                <a16:creationId xmlns:a16="http://schemas.microsoft.com/office/drawing/2014/main" id="{8C2C8ED4-BC29-D628-A3D9-B09F66A56004}"/>
              </a:ext>
            </a:extLst>
          </p:cNvPr>
          <p:cNvGrpSpPr>
            <a:grpSpLocks/>
          </p:cNvGrpSpPr>
          <p:nvPr/>
        </p:nvGrpSpPr>
        <p:grpSpPr bwMode="auto">
          <a:xfrm>
            <a:off x="3206750" y="4730750"/>
            <a:ext cx="444500" cy="469900"/>
            <a:chOff x="1060" y="2980"/>
            <a:chExt cx="280" cy="296"/>
          </a:xfrm>
        </p:grpSpPr>
        <p:sp>
          <p:nvSpPr>
            <p:cNvPr id="37939" name="Oval 59">
              <a:extLst>
                <a:ext uri="{FF2B5EF4-FFF2-40B4-BE49-F238E27FC236}">
                  <a16:creationId xmlns:a16="http://schemas.microsoft.com/office/drawing/2014/main" id="{8727BF22-6428-2DD2-8B50-12DF176CC91A}"/>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7940" name="Rectangle 60">
              <a:extLst>
                <a:ext uri="{FF2B5EF4-FFF2-40B4-BE49-F238E27FC236}">
                  <a16:creationId xmlns:a16="http://schemas.microsoft.com/office/drawing/2014/main" id="{25702205-7369-1A2B-4FDF-B8624AFFBD9D}"/>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sp>
        <p:nvSpPr>
          <p:cNvPr id="11326" name="Rectangle 62">
            <a:extLst>
              <a:ext uri="{FF2B5EF4-FFF2-40B4-BE49-F238E27FC236}">
                <a16:creationId xmlns:a16="http://schemas.microsoft.com/office/drawing/2014/main" id="{0DC7151C-1384-0C2B-002C-4156908C9AB7}"/>
              </a:ext>
            </a:extLst>
          </p:cNvPr>
          <p:cNvSpPr>
            <a:spLocks noChangeArrowheads="1"/>
          </p:cNvSpPr>
          <p:nvPr/>
        </p:nvSpPr>
        <p:spPr bwMode="auto">
          <a:xfrm>
            <a:off x="9296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31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131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132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1322">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132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132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18" grpId="0" build="p" autoUpdateAnimBg="0"/>
      <p:bldP spid="11322" grpId="0" build="p" autoUpdateAnimBg="0"/>
      <p:bldP spid="11326"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3329B28-0E8F-8598-36C8-5A814804A6E4}"/>
              </a:ext>
            </a:extLst>
          </p:cNvPr>
          <p:cNvSpPr>
            <a:spLocks noGrp="1" noChangeArrowheads="1"/>
          </p:cNvSpPr>
          <p:nvPr>
            <p:ph type="title"/>
          </p:nvPr>
        </p:nvSpPr>
        <p:spPr>
          <a:noFill/>
        </p:spPr>
        <p:txBody>
          <a:bodyPr/>
          <a:lstStyle/>
          <a:p>
            <a:r>
              <a:rPr lang="en-US" altLang="en-US"/>
              <a:t>Breadth-First Search Example</a:t>
            </a:r>
          </a:p>
        </p:txBody>
      </p:sp>
      <p:sp>
        <p:nvSpPr>
          <p:cNvPr id="38915" name="Rectangle 3">
            <a:extLst>
              <a:ext uri="{FF2B5EF4-FFF2-40B4-BE49-F238E27FC236}">
                <a16:creationId xmlns:a16="http://schemas.microsoft.com/office/drawing/2014/main" id="{EEB05627-F380-F5C0-00C8-D3CE6AD5394C}"/>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4</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a:buFontTx/>
              <a:buNone/>
            </a:pPr>
            <a:r>
              <a:rPr lang="en-US" altLang="en-US">
                <a:solidFill>
                  <a:schemeClr val="bg2"/>
                </a:solidFill>
              </a:rPr>
              <a:t>put in </a:t>
            </a:r>
            <a:r>
              <a:rPr lang="en-US" altLang="en-US">
                <a:solidFill>
                  <a:schemeClr val="hlink"/>
                </a:solidFill>
              </a:rPr>
              <a:t>Q</a:t>
            </a:r>
            <a:r>
              <a:rPr lang="en-US" altLang="en-US">
                <a:solidFill>
                  <a:schemeClr val="bg2"/>
                </a:solidFill>
              </a:rPr>
              <a:t>.</a:t>
            </a:r>
          </a:p>
        </p:txBody>
      </p:sp>
      <p:sp>
        <p:nvSpPr>
          <p:cNvPr id="38916" name="Oval 4">
            <a:extLst>
              <a:ext uri="{FF2B5EF4-FFF2-40B4-BE49-F238E27FC236}">
                <a16:creationId xmlns:a16="http://schemas.microsoft.com/office/drawing/2014/main" id="{3FF396BF-F817-751F-30EB-BCE6478A6916}"/>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17" name="Oval 5">
            <a:extLst>
              <a:ext uri="{FF2B5EF4-FFF2-40B4-BE49-F238E27FC236}">
                <a16:creationId xmlns:a16="http://schemas.microsoft.com/office/drawing/2014/main" id="{CFE2CC99-6709-678F-829A-B3C4796F1699}"/>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18" name="Oval 6">
            <a:extLst>
              <a:ext uri="{FF2B5EF4-FFF2-40B4-BE49-F238E27FC236}">
                <a16:creationId xmlns:a16="http://schemas.microsoft.com/office/drawing/2014/main" id="{DE65E306-8412-CB25-B2FB-181F3FD19B6B}"/>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19" name="Oval 7">
            <a:extLst>
              <a:ext uri="{FF2B5EF4-FFF2-40B4-BE49-F238E27FC236}">
                <a16:creationId xmlns:a16="http://schemas.microsoft.com/office/drawing/2014/main" id="{5EADEC15-E340-EC21-4770-E644BC51F8C3}"/>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20" name="Oval 8">
            <a:extLst>
              <a:ext uri="{FF2B5EF4-FFF2-40B4-BE49-F238E27FC236}">
                <a16:creationId xmlns:a16="http://schemas.microsoft.com/office/drawing/2014/main" id="{49C787A7-42F0-4275-9F3F-94F55B06D430}"/>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21" name="Oval 9">
            <a:extLst>
              <a:ext uri="{FF2B5EF4-FFF2-40B4-BE49-F238E27FC236}">
                <a16:creationId xmlns:a16="http://schemas.microsoft.com/office/drawing/2014/main" id="{D8925845-031F-7CF7-6132-27699B52F49D}"/>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22" name="Oval 10">
            <a:extLst>
              <a:ext uri="{FF2B5EF4-FFF2-40B4-BE49-F238E27FC236}">
                <a16:creationId xmlns:a16="http://schemas.microsoft.com/office/drawing/2014/main" id="{FE600627-8609-1CA9-4E77-FC2B9363D7B4}"/>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23" name="Oval 11">
            <a:extLst>
              <a:ext uri="{FF2B5EF4-FFF2-40B4-BE49-F238E27FC236}">
                <a16:creationId xmlns:a16="http://schemas.microsoft.com/office/drawing/2014/main" id="{8199E0F4-557B-98A4-8396-53550703DF61}"/>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24" name="Oval 12">
            <a:extLst>
              <a:ext uri="{FF2B5EF4-FFF2-40B4-BE49-F238E27FC236}">
                <a16:creationId xmlns:a16="http://schemas.microsoft.com/office/drawing/2014/main" id="{8A998D9C-D5EF-1912-D311-1D586143EAF2}"/>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25" name="Oval 13">
            <a:extLst>
              <a:ext uri="{FF2B5EF4-FFF2-40B4-BE49-F238E27FC236}">
                <a16:creationId xmlns:a16="http://schemas.microsoft.com/office/drawing/2014/main" id="{63A7865E-FF9E-855E-8AC7-2AAD2CEA7F26}"/>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26" name="Oval 14">
            <a:extLst>
              <a:ext uri="{FF2B5EF4-FFF2-40B4-BE49-F238E27FC236}">
                <a16:creationId xmlns:a16="http://schemas.microsoft.com/office/drawing/2014/main" id="{FD28C2CA-44BD-1621-2492-767260343A6A}"/>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27" name="Line 15">
            <a:extLst>
              <a:ext uri="{FF2B5EF4-FFF2-40B4-BE49-F238E27FC236}">
                <a16:creationId xmlns:a16="http://schemas.microsoft.com/office/drawing/2014/main" id="{FB50E4A3-C593-79AB-527F-0FE6CA789469}"/>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8928" name="Line 16">
            <a:extLst>
              <a:ext uri="{FF2B5EF4-FFF2-40B4-BE49-F238E27FC236}">
                <a16:creationId xmlns:a16="http://schemas.microsoft.com/office/drawing/2014/main" id="{5A3ACD9E-9652-8B1B-2724-2A10AC86596F}"/>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8929" name="Line 17">
            <a:extLst>
              <a:ext uri="{FF2B5EF4-FFF2-40B4-BE49-F238E27FC236}">
                <a16:creationId xmlns:a16="http://schemas.microsoft.com/office/drawing/2014/main" id="{44BE6927-C3A7-0C5D-257C-67F92F8D758A}"/>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8930" name="Line 18">
            <a:extLst>
              <a:ext uri="{FF2B5EF4-FFF2-40B4-BE49-F238E27FC236}">
                <a16:creationId xmlns:a16="http://schemas.microsoft.com/office/drawing/2014/main" id="{675C8205-3946-A9E7-3B5F-099A58DED7B0}"/>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8931" name="Line 19">
            <a:extLst>
              <a:ext uri="{FF2B5EF4-FFF2-40B4-BE49-F238E27FC236}">
                <a16:creationId xmlns:a16="http://schemas.microsoft.com/office/drawing/2014/main" id="{A2666963-331F-53D9-9246-BF315156DE62}"/>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8932" name="Line 20">
            <a:extLst>
              <a:ext uri="{FF2B5EF4-FFF2-40B4-BE49-F238E27FC236}">
                <a16:creationId xmlns:a16="http://schemas.microsoft.com/office/drawing/2014/main" id="{B6852C3A-53DC-803F-82E1-2B78EB40A361}"/>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8933" name="Line 21">
            <a:extLst>
              <a:ext uri="{FF2B5EF4-FFF2-40B4-BE49-F238E27FC236}">
                <a16:creationId xmlns:a16="http://schemas.microsoft.com/office/drawing/2014/main" id="{5A6590E1-A748-B3C4-890C-AB77095ED82F}"/>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8934" name="Line 22">
            <a:extLst>
              <a:ext uri="{FF2B5EF4-FFF2-40B4-BE49-F238E27FC236}">
                <a16:creationId xmlns:a16="http://schemas.microsoft.com/office/drawing/2014/main" id="{5116E936-04A7-FC11-DAAE-03BC76B7159C}"/>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8935" name="Line 23">
            <a:extLst>
              <a:ext uri="{FF2B5EF4-FFF2-40B4-BE49-F238E27FC236}">
                <a16:creationId xmlns:a16="http://schemas.microsoft.com/office/drawing/2014/main" id="{242BAD7A-5E2C-7029-FC52-5F2C23FC408A}"/>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8936" name="Rectangle 24">
            <a:extLst>
              <a:ext uri="{FF2B5EF4-FFF2-40B4-BE49-F238E27FC236}">
                <a16:creationId xmlns:a16="http://schemas.microsoft.com/office/drawing/2014/main" id="{ACAAAA45-301D-ABEB-2D97-1BCDABB013E2}"/>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38937" name="Rectangle 25">
            <a:extLst>
              <a:ext uri="{FF2B5EF4-FFF2-40B4-BE49-F238E27FC236}">
                <a16:creationId xmlns:a16="http://schemas.microsoft.com/office/drawing/2014/main" id="{0BBE627A-3CB3-FC82-8A56-71C6B0C5029D}"/>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38938" name="Rectangle 26">
            <a:extLst>
              <a:ext uri="{FF2B5EF4-FFF2-40B4-BE49-F238E27FC236}">
                <a16:creationId xmlns:a16="http://schemas.microsoft.com/office/drawing/2014/main" id="{C4386258-5192-C4B5-83E7-D77E9A95321E}"/>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38939" name="Rectangle 27">
            <a:extLst>
              <a:ext uri="{FF2B5EF4-FFF2-40B4-BE49-F238E27FC236}">
                <a16:creationId xmlns:a16="http://schemas.microsoft.com/office/drawing/2014/main" id="{E37E4418-98FA-2F6B-3E86-0B518C05FE96}"/>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38940" name="Rectangle 28">
            <a:extLst>
              <a:ext uri="{FF2B5EF4-FFF2-40B4-BE49-F238E27FC236}">
                <a16:creationId xmlns:a16="http://schemas.microsoft.com/office/drawing/2014/main" id="{89F954E7-EE46-5C5C-A34D-7B238269B94D}"/>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38941" name="Rectangle 29">
            <a:extLst>
              <a:ext uri="{FF2B5EF4-FFF2-40B4-BE49-F238E27FC236}">
                <a16:creationId xmlns:a16="http://schemas.microsoft.com/office/drawing/2014/main" id="{DD29BA90-6946-B714-48F2-2CDAC58AC6A9}"/>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38942" name="Rectangle 30">
            <a:extLst>
              <a:ext uri="{FF2B5EF4-FFF2-40B4-BE49-F238E27FC236}">
                <a16:creationId xmlns:a16="http://schemas.microsoft.com/office/drawing/2014/main" id="{D1C7C174-39D5-8845-253A-6507C5C4608E}"/>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38943" name="Rectangle 31">
            <a:extLst>
              <a:ext uri="{FF2B5EF4-FFF2-40B4-BE49-F238E27FC236}">
                <a16:creationId xmlns:a16="http://schemas.microsoft.com/office/drawing/2014/main" id="{3BE2D4D5-2132-991C-C7AB-D6C34E7B7B48}"/>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38944" name="Rectangle 32">
            <a:extLst>
              <a:ext uri="{FF2B5EF4-FFF2-40B4-BE49-F238E27FC236}">
                <a16:creationId xmlns:a16="http://schemas.microsoft.com/office/drawing/2014/main" id="{936E29F8-69C5-7EE3-91C3-0864D41F02C0}"/>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38945" name="Rectangle 33">
            <a:extLst>
              <a:ext uri="{FF2B5EF4-FFF2-40B4-BE49-F238E27FC236}">
                <a16:creationId xmlns:a16="http://schemas.microsoft.com/office/drawing/2014/main" id="{8F59E1BE-CFB7-057C-FC7C-6B84561D83EC}"/>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38946" name="Rectangle 34">
            <a:extLst>
              <a:ext uri="{FF2B5EF4-FFF2-40B4-BE49-F238E27FC236}">
                <a16:creationId xmlns:a16="http://schemas.microsoft.com/office/drawing/2014/main" id="{6FCD920E-6A19-92CF-C738-AE2C4B335518}"/>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38947" name="Line 35">
            <a:extLst>
              <a:ext uri="{FF2B5EF4-FFF2-40B4-BE49-F238E27FC236}">
                <a16:creationId xmlns:a16="http://schemas.microsoft.com/office/drawing/2014/main" id="{2DBB115A-AAD5-31A2-B2E3-8E6798EC8BCF}"/>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8948" name="Line 36">
            <a:extLst>
              <a:ext uri="{FF2B5EF4-FFF2-40B4-BE49-F238E27FC236}">
                <a16:creationId xmlns:a16="http://schemas.microsoft.com/office/drawing/2014/main" id="{75457D5F-FCFD-27B1-3E29-BD93B5C5605E}"/>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8949" name="Line 37">
            <a:extLst>
              <a:ext uri="{FF2B5EF4-FFF2-40B4-BE49-F238E27FC236}">
                <a16:creationId xmlns:a16="http://schemas.microsoft.com/office/drawing/2014/main" id="{5364215F-F818-989D-4E10-B887939622B5}"/>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8950" name="Line 38">
            <a:extLst>
              <a:ext uri="{FF2B5EF4-FFF2-40B4-BE49-F238E27FC236}">
                <a16:creationId xmlns:a16="http://schemas.microsoft.com/office/drawing/2014/main" id="{F005F980-29A6-8AC4-5EBC-989EAFD0FB8B}"/>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38951" name="Group 41">
            <a:extLst>
              <a:ext uri="{FF2B5EF4-FFF2-40B4-BE49-F238E27FC236}">
                <a16:creationId xmlns:a16="http://schemas.microsoft.com/office/drawing/2014/main" id="{FB2E2D44-F1E5-FD4C-4F5F-01F1F36E324E}"/>
              </a:ext>
            </a:extLst>
          </p:cNvPr>
          <p:cNvGrpSpPr>
            <a:grpSpLocks/>
          </p:cNvGrpSpPr>
          <p:nvPr/>
        </p:nvGrpSpPr>
        <p:grpSpPr bwMode="auto">
          <a:xfrm>
            <a:off x="1835150" y="2597150"/>
            <a:ext cx="444500" cy="469900"/>
            <a:chOff x="196" y="1636"/>
            <a:chExt cx="280" cy="296"/>
          </a:xfrm>
        </p:grpSpPr>
        <p:sp>
          <p:nvSpPr>
            <p:cNvPr id="38973" name="Oval 39">
              <a:extLst>
                <a:ext uri="{FF2B5EF4-FFF2-40B4-BE49-F238E27FC236}">
                  <a16:creationId xmlns:a16="http://schemas.microsoft.com/office/drawing/2014/main" id="{CB9FB1D6-D791-1051-5266-E7387EAB2240}"/>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74" name="Rectangle 40">
              <a:extLst>
                <a:ext uri="{FF2B5EF4-FFF2-40B4-BE49-F238E27FC236}">
                  <a16:creationId xmlns:a16="http://schemas.microsoft.com/office/drawing/2014/main" id="{BA788CE4-CE57-61A2-0109-F83F83973EEF}"/>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38952" name="Rectangle 42">
            <a:extLst>
              <a:ext uri="{FF2B5EF4-FFF2-40B4-BE49-F238E27FC236}">
                <a16:creationId xmlns:a16="http://schemas.microsoft.com/office/drawing/2014/main" id="{880D020A-8353-651D-22EC-790BE3FE74FB}"/>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38953" name="Freeform 43">
            <a:extLst>
              <a:ext uri="{FF2B5EF4-FFF2-40B4-BE49-F238E27FC236}">
                <a16:creationId xmlns:a16="http://schemas.microsoft.com/office/drawing/2014/main" id="{1F28CB37-F0BF-3E19-7EFF-783CE1093905}"/>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38954" name="Group 46">
            <a:extLst>
              <a:ext uri="{FF2B5EF4-FFF2-40B4-BE49-F238E27FC236}">
                <a16:creationId xmlns:a16="http://schemas.microsoft.com/office/drawing/2014/main" id="{75F4C1EF-EB15-823C-A5C7-745223CF7791}"/>
              </a:ext>
            </a:extLst>
          </p:cNvPr>
          <p:cNvGrpSpPr>
            <a:grpSpLocks/>
          </p:cNvGrpSpPr>
          <p:nvPr/>
        </p:nvGrpSpPr>
        <p:grpSpPr bwMode="auto">
          <a:xfrm>
            <a:off x="2825750" y="1758950"/>
            <a:ext cx="444500" cy="469900"/>
            <a:chOff x="820" y="1108"/>
            <a:chExt cx="280" cy="296"/>
          </a:xfrm>
        </p:grpSpPr>
        <p:sp>
          <p:nvSpPr>
            <p:cNvPr id="38971" name="Oval 44">
              <a:extLst>
                <a:ext uri="{FF2B5EF4-FFF2-40B4-BE49-F238E27FC236}">
                  <a16:creationId xmlns:a16="http://schemas.microsoft.com/office/drawing/2014/main" id="{7395D9D8-C8D1-A78E-1E95-4DA386DD1939}"/>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72" name="Rectangle 45">
              <a:extLst>
                <a:ext uri="{FF2B5EF4-FFF2-40B4-BE49-F238E27FC236}">
                  <a16:creationId xmlns:a16="http://schemas.microsoft.com/office/drawing/2014/main" id="{8ADE45E3-3106-073E-2B6E-1C1DBB25B44F}"/>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38955" name="Group 49">
            <a:extLst>
              <a:ext uri="{FF2B5EF4-FFF2-40B4-BE49-F238E27FC236}">
                <a16:creationId xmlns:a16="http://schemas.microsoft.com/office/drawing/2014/main" id="{89000542-1243-CE30-D201-EE36A77F6361}"/>
              </a:ext>
            </a:extLst>
          </p:cNvPr>
          <p:cNvGrpSpPr>
            <a:grpSpLocks/>
          </p:cNvGrpSpPr>
          <p:nvPr/>
        </p:nvGrpSpPr>
        <p:grpSpPr bwMode="auto">
          <a:xfrm>
            <a:off x="2444750" y="3276600"/>
            <a:ext cx="444500" cy="450850"/>
            <a:chOff x="580" y="2064"/>
            <a:chExt cx="280" cy="284"/>
          </a:xfrm>
        </p:grpSpPr>
        <p:sp>
          <p:nvSpPr>
            <p:cNvPr id="38969" name="Oval 47">
              <a:extLst>
                <a:ext uri="{FF2B5EF4-FFF2-40B4-BE49-F238E27FC236}">
                  <a16:creationId xmlns:a16="http://schemas.microsoft.com/office/drawing/2014/main" id="{9E2ABA8E-6B33-B749-B56A-22DBA258B1F4}"/>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70" name="Rectangle 48">
              <a:extLst>
                <a:ext uri="{FF2B5EF4-FFF2-40B4-BE49-F238E27FC236}">
                  <a16:creationId xmlns:a16="http://schemas.microsoft.com/office/drawing/2014/main" id="{A561A4E9-8985-1DED-D747-D0C198B5C420}"/>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sp>
        <p:nvSpPr>
          <p:cNvPr id="38956" name="Rectangle 50">
            <a:extLst>
              <a:ext uri="{FF2B5EF4-FFF2-40B4-BE49-F238E27FC236}">
                <a16:creationId xmlns:a16="http://schemas.microsoft.com/office/drawing/2014/main" id="{E7F81E0D-79FB-153B-D6DD-F9D53F3E345C}"/>
              </a:ext>
            </a:extLst>
          </p:cNvPr>
          <p:cNvSpPr>
            <a:spLocks noChangeArrowheads="1"/>
          </p:cNvSpPr>
          <p:nvPr/>
        </p:nvSpPr>
        <p:spPr bwMode="auto">
          <a:xfrm>
            <a:off x="80772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4</a:t>
            </a:r>
          </a:p>
        </p:txBody>
      </p:sp>
      <p:grpSp>
        <p:nvGrpSpPr>
          <p:cNvPr id="38957" name="Group 53">
            <a:extLst>
              <a:ext uri="{FF2B5EF4-FFF2-40B4-BE49-F238E27FC236}">
                <a16:creationId xmlns:a16="http://schemas.microsoft.com/office/drawing/2014/main" id="{E53597A5-E063-C96D-C4AB-209DA1127933}"/>
              </a:ext>
            </a:extLst>
          </p:cNvPr>
          <p:cNvGrpSpPr>
            <a:grpSpLocks/>
          </p:cNvGrpSpPr>
          <p:nvPr/>
        </p:nvGrpSpPr>
        <p:grpSpPr bwMode="auto">
          <a:xfrm>
            <a:off x="3968750" y="3435350"/>
            <a:ext cx="444500" cy="469900"/>
            <a:chOff x="1540" y="2164"/>
            <a:chExt cx="280" cy="296"/>
          </a:xfrm>
        </p:grpSpPr>
        <p:sp>
          <p:nvSpPr>
            <p:cNvPr id="38967" name="Oval 51">
              <a:extLst>
                <a:ext uri="{FF2B5EF4-FFF2-40B4-BE49-F238E27FC236}">
                  <a16:creationId xmlns:a16="http://schemas.microsoft.com/office/drawing/2014/main" id="{75BF2C7E-EF56-899A-E700-76FF412F2828}"/>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68" name="Rectangle 52">
              <a:extLst>
                <a:ext uri="{FF2B5EF4-FFF2-40B4-BE49-F238E27FC236}">
                  <a16:creationId xmlns:a16="http://schemas.microsoft.com/office/drawing/2014/main" id="{420E60CA-44AE-5D1E-0D5C-02FDD345A1FA}"/>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sp>
        <p:nvSpPr>
          <p:cNvPr id="38958" name="Rectangle 54">
            <a:extLst>
              <a:ext uri="{FF2B5EF4-FFF2-40B4-BE49-F238E27FC236}">
                <a16:creationId xmlns:a16="http://schemas.microsoft.com/office/drawing/2014/main" id="{EE716C63-318B-9AB0-69DC-9AC7BD6B963E}"/>
              </a:ext>
            </a:extLst>
          </p:cNvPr>
          <p:cNvSpPr>
            <a:spLocks noChangeArrowheads="1"/>
          </p:cNvSpPr>
          <p:nvPr/>
        </p:nvSpPr>
        <p:spPr bwMode="auto">
          <a:xfrm>
            <a:off x="84582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5</a:t>
            </a:r>
          </a:p>
        </p:txBody>
      </p:sp>
      <p:grpSp>
        <p:nvGrpSpPr>
          <p:cNvPr id="38959" name="Group 57">
            <a:extLst>
              <a:ext uri="{FF2B5EF4-FFF2-40B4-BE49-F238E27FC236}">
                <a16:creationId xmlns:a16="http://schemas.microsoft.com/office/drawing/2014/main" id="{396C4602-C144-8A97-490F-5E68935F5550}"/>
              </a:ext>
            </a:extLst>
          </p:cNvPr>
          <p:cNvGrpSpPr>
            <a:grpSpLocks/>
          </p:cNvGrpSpPr>
          <p:nvPr/>
        </p:nvGrpSpPr>
        <p:grpSpPr bwMode="auto">
          <a:xfrm>
            <a:off x="4425950" y="2057400"/>
            <a:ext cx="444500" cy="450850"/>
            <a:chOff x="1828" y="1296"/>
            <a:chExt cx="280" cy="284"/>
          </a:xfrm>
        </p:grpSpPr>
        <p:sp>
          <p:nvSpPr>
            <p:cNvPr id="38965" name="Oval 55">
              <a:extLst>
                <a:ext uri="{FF2B5EF4-FFF2-40B4-BE49-F238E27FC236}">
                  <a16:creationId xmlns:a16="http://schemas.microsoft.com/office/drawing/2014/main" id="{B023F3E3-9211-55CD-B6CA-9C3CAA72D534}"/>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66" name="Rectangle 56">
              <a:extLst>
                <a:ext uri="{FF2B5EF4-FFF2-40B4-BE49-F238E27FC236}">
                  <a16:creationId xmlns:a16="http://schemas.microsoft.com/office/drawing/2014/main" id="{D0129562-60EB-CA4F-C727-CABEB5FE28A2}"/>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sp>
        <p:nvSpPr>
          <p:cNvPr id="38960" name="Rectangle 58">
            <a:extLst>
              <a:ext uri="{FF2B5EF4-FFF2-40B4-BE49-F238E27FC236}">
                <a16:creationId xmlns:a16="http://schemas.microsoft.com/office/drawing/2014/main" id="{0ED53D65-52A5-D1F6-4065-01A8F742DC9F}"/>
              </a:ext>
            </a:extLst>
          </p:cNvPr>
          <p:cNvSpPr>
            <a:spLocks noChangeArrowheads="1"/>
          </p:cNvSpPr>
          <p:nvPr/>
        </p:nvSpPr>
        <p:spPr bwMode="auto">
          <a:xfrm>
            <a:off x="88392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3</a:t>
            </a:r>
          </a:p>
        </p:txBody>
      </p:sp>
      <p:grpSp>
        <p:nvGrpSpPr>
          <p:cNvPr id="38961" name="Group 61">
            <a:extLst>
              <a:ext uri="{FF2B5EF4-FFF2-40B4-BE49-F238E27FC236}">
                <a16:creationId xmlns:a16="http://schemas.microsoft.com/office/drawing/2014/main" id="{081A5746-BE30-78E7-7431-BF110C859F7E}"/>
              </a:ext>
            </a:extLst>
          </p:cNvPr>
          <p:cNvGrpSpPr>
            <a:grpSpLocks/>
          </p:cNvGrpSpPr>
          <p:nvPr/>
        </p:nvGrpSpPr>
        <p:grpSpPr bwMode="auto">
          <a:xfrm>
            <a:off x="3206750" y="4730750"/>
            <a:ext cx="444500" cy="469900"/>
            <a:chOff x="1060" y="2980"/>
            <a:chExt cx="280" cy="296"/>
          </a:xfrm>
        </p:grpSpPr>
        <p:sp>
          <p:nvSpPr>
            <p:cNvPr id="38963" name="Oval 59">
              <a:extLst>
                <a:ext uri="{FF2B5EF4-FFF2-40B4-BE49-F238E27FC236}">
                  <a16:creationId xmlns:a16="http://schemas.microsoft.com/office/drawing/2014/main" id="{BA5A2981-C9F0-E5C9-8C71-2BC42E572262}"/>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8964" name="Rectangle 60">
              <a:extLst>
                <a:ext uri="{FF2B5EF4-FFF2-40B4-BE49-F238E27FC236}">
                  <a16:creationId xmlns:a16="http://schemas.microsoft.com/office/drawing/2014/main" id="{648F8541-A211-7D75-6631-6585B11847A3}"/>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sp>
        <p:nvSpPr>
          <p:cNvPr id="38962" name="Rectangle 62">
            <a:extLst>
              <a:ext uri="{FF2B5EF4-FFF2-40B4-BE49-F238E27FC236}">
                <a16:creationId xmlns:a16="http://schemas.microsoft.com/office/drawing/2014/main" id="{55F39B06-FCF7-FC8D-B6A9-455FF35EBF88}"/>
              </a:ext>
            </a:extLst>
          </p:cNvPr>
          <p:cNvSpPr>
            <a:spLocks noChangeArrowheads="1"/>
          </p:cNvSpPr>
          <p:nvPr/>
        </p:nvSpPr>
        <p:spPr bwMode="auto">
          <a:xfrm>
            <a:off x="9296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F33E91D-B3C2-003D-3C0E-F428BC69C2F0}"/>
              </a:ext>
            </a:extLst>
          </p:cNvPr>
          <p:cNvSpPr>
            <a:spLocks noGrp="1" noChangeArrowheads="1"/>
          </p:cNvSpPr>
          <p:nvPr>
            <p:ph type="title"/>
          </p:nvPr>
        </p:nvSpPr>
        <p:spPr>
          <a:noFill/>
        </p:spPr>
        <p:txBody>
          <a:bodyPr/>
          <a:lstStyle/>
          <a:p>
            <a:r>
              <a:rPr lang="en-US" altLang="en-US"/>
              <a:t>Breadth-First Search Example</a:t>
            </a:r>
          </a:p>
        </p:txBody>
      </p:sp>
      <p:sp>
        <p:nvSpPr>
          <p:cNvPr id="39939" name="Rectangle 3">
            <a:extLst>
              <a:ext uri="{FF2B5EF4-FFF2-40B4-BE49-F238E27FC236}">
                <a16:creationId xmlns:a16="http://schemas.microsoft.com/office/drawing/2014/main" id="{065A2307-6FD2-E664-4968-B811BF6D93C4}"/>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4</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lvl="1">
              <a:buFontTx/>
              <a:buNone/>
            </a:pPr>
            <a:r>
              <a:rPr lang="en-US" altLang="en-US" sz="3200"/>
              <a:t>put in </a:t>
            </a:r>
            <a:r>
              <a:rPr lang="en-US" altLang="en-US" sz="3200">
                <a:solidFill>
                  <a:schemeClr val="hlink"/>
                </a:solidFill>
              </a:rPr>
              <a:t>Q</a:t>
            </a:r>
            <a:r>
              <a:rPr lang="en-US" altLang="en-US" sz="3200"/>
              <a:t>.</a:t>
            </a:r>
          </a:p>
        </p:txBody>
      </p:sp>
      <p:sp>
        <p:nvSpPr>
          <p:cNvPr id="39940" name="Oval 4">
            <a:extLst>
              <a:ext uri="{FF2B5EF4-FFF2-40B4-BE49-F238E27FC236}">
                <a16:creationId xmlns:a16="http://schemas.microsoft.com/office/drawing/2014/main" id="{70D50DD2-24A9-FB4E-5D29-9852AE348060}"/>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41" name="Oval 5">
            <a:extLst>
              <a:ext uri="{FF2B5EF4-FFF2-40B4-BE49-F238E27FC236}">
                <a16:creationId xmlns:a16="http://schemas.microsoft.com/office/drawing/2014/main" id="{C077E1CB-350D-C183-769F-60D50A02EBE0}"/>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42" name="Oval 6">
            <a:extLst>
              <a:ext uri="{FF2B5EF4-FFF2-40B4-BE49-F238E27FC236}">
                <a16:creationId xmlns:a16="http://schemas.microsoft.com/office/drawing/2014/main" id="{FCCDFE4F-9759-9041-B6EE-8704FC3D9123}"/>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43" name="Oval 7">
            <a:extLst>
              <a:ext uri="{FF2B5EF4-FFF2-40B4-BE49-F238E27FC236}">
                <a16:creationId xmlns:a16="http://schemas.microsoft.com/office/drawing/2014/main" id="{FA5C1FFA-2C72-A0CE-C598-F2E0CE56BE38}"/>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44" name="Oval 8">
            <a:extLst>
              <a:ext uri="{FF2B5EF4-FFF2-40B4-BE49-F238E27FC236}">
                <a16:creationId xmlns:a16="http://schemas.microsoft.com/office/drawing/2014/main" id="{7948377E-2BE1-80E3-3D78-D43990FB2A89}"/>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45" name="Oval 9">
            <a:extLst>
              <a:ext uri="{FF2B5EF4-FFF2-40B4-BE49-F238E27FC236}">
                <a16:creationId xmlns:a16="http://schemas.microsoft.com/office/drawing/2014/main" id="{448E3F14-A239-A2B5-2FF3-357D4525B0B4}"/>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46" name="Oval 10">
            <a:extLst>
              <a:ext uri="{FF2B5EF4-FFF2-40B4-BE49-F238E27FC236}">
                <a16:creationId xmlns:a16="http://schemas.microsoft.com/office/drawing/2014/main" id="{61E0772A-42E1-3C82-87E5-7BC853B0D717}"/>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47" name="Oval 11">
            <a:extLst>
              <a:ext uri="{FF2B5EF4-FFF2-40B4-BE49-F238E27FC236}">
                <a16:creationId xmlns:a16="http://schemas.microsoft.com/office/drawing/2014/main" id="{198AF48F-27FC-DE0E-3FE6-4CF3B1F1013B}"/>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48" name="Oval 12">
            <a:extLst>
              <a:ext uri="{FF2B5EF4-FFF2-40B4-BE49-F238E27FC236}">
                <a16:creationId xmlns:a16="http://schemas.microsoft.com/office/drawing/2014/main" id="{3D3322D5-1DC4-A65C-8826-AFD3C7B9DF4B}"/>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49" name="Oval 13">
            <a:extLst>
              <a:ext uri="{FF2B5EF4-FFF2-40B4-BE49-F238E27FC236}">
                <a16:creationId xmlns:a16="http://schemas.microsoft.com/office/drawing/2014/main" id="{CEB95EAA-1C9C-60E0-986D-62618EA69EF0}"/>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50" name="Oval 14">
            <a:extLst>
              <a:ext uri="{FF2B5EF4-FFF2-40B4-BE49-F238E27FC236}">
                <a16:creationId xmlns:a16="http://schemas.microsoft.com/office/drawing/2014/main" id="{27D4F029-D4C7-87A8-BD98-9B14466CE913}"/>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51" name="Line 15">
            <a:extLst>
              <a:ext uri="{FF2B5EF4-FFF2-40B4-BE49-F238E27FC236}">
                <a16:creationId xmlns:a16="http://schemas.microsoft.com/office/drawing/2014/main" id="{D5A317CD-0588-3DAE-841A-E66CC59F7950}"/>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9952" name="Line 16">
            <a:extLst>
              <a:ext uri="{FF2B5EF4-FFF2-40B4-BE49-F238E27FC236}">
                <a16:creationId xmlns:a16="http://schemas.microsoft.com/office/drawing/2014/main" id="{054E49D8-42BC-5561-9720-E8D2689B1A12}"/>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9953" name="Line 17">
            <a:extLst>
              <a:ext uri="{FF2B5EF4-FFF2-40B4-BE49-F238E27FC236}">
                <a16:creationId xmlns:a16="http://schemas.microsoft.com/office/drawing/2014/main" id="{CB980670-27F4-3D8C-796A-A9C92FEF3A9B}"/>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9954" name="Line 18">
            <a:extLst>
              <a:ext uri="{FF2B5EF4-FFF2-40B4-BE49-F238E27FC236}">
                <a16:creationId xmlns:a16="http://schemas.microsoft.com/office/drawing/2014/main" id="{6EC54FD4-FE84-3CB5-FD84-4335CD44E8DC}"/>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9955" name="Line 19">
            <a:extLst>
              <a:ext uri="{FF2B5EF4-FFF2-40B4-BE49-F238E27FC236}">
                <a16:creationId xmlns:a16="http://schemas.microsoft.com/office/drawing/2014/main" id="{5DC87CF9-4566-1272-5C4B-F8FA83E306F5}"/>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9956" name="Line 20">
            <a:extLst>
              <a:ext uri="{FF2B5EF4-FFF2-40B4-BE49-F238E27FC236}">
                <a16:creationId xmlns:a16="http://schemas.microsoft.com/office/drawing/2014/main" id="{150D0206-48C4-28FB-4C53-013A2F786DE7}"/>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9957" name="Line 21">
            <a:extLst>
              <a:ext uri="{FF2B5EF4-FFF2-40B4-BE49-F238E27FC236}">
                <a16:creationId xmlns:a16="http://schemas.microsoft.com/office/drawing/2014/main" id="{8EC62859-3CAE-0FDF-23A1-45E713D24E22}"/>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9958" name="Line 22">
            <a:extLst>
              <a:ext uri="{FF2B5EF4-FFF2-40B4-BE49-F238E27FC236}">
                <a16:creationId xmlns:a16="http://schemas.microsoft.com/office/drawing/2014/main" id="{FFDA67C1-1446-EB05-F26C-9B5159C48A21}"/>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9959" name="Line 23">
            <a:extLst>
              <a:ext uri="{FF2B5EF4-FFF2-40B4-BE49-F238E27FC236}">
                <a16:creationId xmlns:a16="http://schemas.microsoft.com/office/drawing/2014/main" id="{06DABCF1-F6B1-5008-8491-05C7519ED156}"/>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9960" name="Rectangle 24">
            <a:extLst>
              <a:ext uri="{FF2B5EF4-FFF2-40B4-BE49-F238E27FC236}">
                <a16:creationId xmlns:a16="http://schemas.microsoft.com/office/drawing/2014/main" id="{672305D8-56CC-4CC3-91E3-8B4B6D1520D2}"/>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39961" name="Rectangle 25">
            <a:extLst>
              <a:ext uri="{FF2B5EF4-FFF2-40B4-BE49-F238E27FC236}">
                <a16:creationId xmlns:a16="http://schemas.microsoft.com/office/drawing/2014/main" id="{73ADF22D-8E08-CA2C-C9B7-49CBA11D87E6}"/>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39962" name="Rectangle 26">
            <a:extLst>
              <a:ext uri="{FF2B5EF4-FFF2-40B4-BE49-F238E27FC236}">
                <a16:creationId xmlns:a16="http://schemas.microsoft.com/office/drawing/2014/main" id="{79315358-6F76-F286-ABB6-866A8A17457B}"/>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39963" name="Rectangle 27">
            <a:extLst>
              <a:ext uri="{FF2B5EF4-FFF2-40B4-BE49-F238E27FC236}">
                <a16:creationId xmlns:a16="http://schemas.microsoft.com/office/drawing/2014/main" id="{BD3041BB-A076-C707-460F-6ED453CC4F0C}"/>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39964" name="Rectangle 28">
            <a:extLst>
              <a:ext uri="{FF2B5EF4-FFF2-40B4-BE49-F238E27FC236}">
                <a16:creationId xmlns:a16="http://schemas.microsoft.com/office/drawing/2014/main" id="{BBEF54D9-8DEC-1BFD-7800-D69FA8772ECD}"/>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39965" name="Rectangle 29">
            <a:extLst>
              <a:ext uri="{FF2B5EF4-FFF2-40B4-BE49-F238E27FC236}">
                <a16:creationId xmlns:a16="http://schemas.microsoft.com/office/drawing/2014/main" id="{945A8BBE-254F-A26E-8CC9-E3622B650A3C}"/>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39966" name="Rectangle 30">
            <a:extLst>
              <a:ext uri="{FF2B5EF4-FFF2-40B4-BE49-F238E27FC236}">
                <a16:creationId xmlns:a16="http://schemas.microsoft.com/office/drawing/2014/main" id="{0BEAE831-6149-131B-FC9F-272ED21A3A51}"/>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39967" name="Rectangle 31">
            <a:extLst>
              <a:ext uri="{FF2B5EF4-FFF2-40B4-BE49-F238E27FC236}">
                <a16:creationId xmlns:a16="http://schemas.microsoft.com/office/drawing/2014/main" id="{5FE78511-F049-CEE1-B783-527B2903C533}"/>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39968" name="Rectangle 32">
            <a:extLst>
              <a:ext uri="{FF2B5EF4-FFF2-40B4-BE49-F238E27FC236}">
                <a16:creationId xmlns:a16="http://schemas.microsoft.com/office/drawing/2014/main" id="{A0B04794-E55C-FD9C-CD82-526A848961ED}"/>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39969" name="Rectangle 33">
            <a:extLst>
              <a:ext uri="{FF2B5EF4-FFF2-40B4-BE49-F238E27FC236}">
                <a16:creationId xmlns:a16="http://schemas.microsoft.com/office/drawing/2014/main" id="{B92A7132-7227-BFBE-F52F-751665F19BA5}"/>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39970" name="Rectangle 34">
            <a:extLst>
              <a:ext uri="{FF2B5EF4-FFF2-40B4-BE49-F238E27FC236}">
                <a16:creationId xmlns:a16="http://schemas.microsoft.com/office/drawing/2014/main" id="{00FE6CB0-26AA-B78B-D1ED-6A95E08FF516}"/>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39971" name="Line 35">
            <a:extLst>
              <a:ext uri="{FF2B5EF4-FFF2-40B4-BE49-F238E27FC236}">
                <a16:creationId xmlns:a16="http://schemas.microsoft.com/office/drawing/2014/main" id="{854E383D-2BD7-7EED-EB79-386A2854C2C5}"/>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9972" name="Line 36">
            <a:extLst>
              <a:ext uri="{FF2B5EF4-FFF2-40B4-BE49-F238E27FC236}">
                <a16:creationId xmlns:a16="http://schemas.microsoft.com/office/drawing/2014/main" id="{FF029CC3-EC20-B679-5A33-4CB3D6E9C761}"/>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9973" name="Line 37">
            <a:extLst>
              <a:ext uri="{FF2B5EF4-FFF2-40B4-BE49-F238E27FC236}">
                <a16:creationId xmlns:a16="http://schemas.microsoft.com/office/drawing/2014/main" id="{C069DFAE-0A33-AF7E-3019-FA8C2155DC2E}"/>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39974" name="Line 38">
            <a:extLst>
              <a:ext uri="{FF2B5EF4-FFF2-40B4-BE49-F238E27FC236}">
                <a16:creationId xmlns:a16="http://schemas.microsoft.com/office/drawing/2014/main" id="{6A4CA485-CC4B-9F03-8BD9-BEABFBFB5B64}"/>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39975" name="Group 41">
            <a:extLst>
              <a:ext uri="{FF2B5EF4-FFF2-40B4-BE49-F238E27FC236}">
                <a16:creationId xmlns:a16="http://schemas.microsoft.com/office/drawing/2014/main" id="{EE739C56-2F1C-C55A-7720-9EB7FA98F253}"/>
              </a:ext>
            </a:extLst>
          </p:cNvPr>
          <p:cNvGrpSpPr>
            <a:grpSpLocks/>
          </p:cNvGrpSpPr>
          <p:nvPr/>
        </p:nvGrpSpPr>
        <p:grpSpPr bwMode="auto">
          <a:xfrm>
            <a:off x="1835150" y="2597150"/>
            <a:ext cx="444500" cy="469900"/>
            <a:chOff x="196" y="1636"/>
            <a:chExt cx="280" cy="296"/>
          </a:xfrm>
        </p:grpSpPr>
        <p:sp>
          <p:nvSpPr>
            <p:cNvPr id="39996" name="Oval 39">
              <a:extLst>
                <a:ext uri="{FF2B5EF4-FFF2-40B4-BE49-F238E27FC236}">
                  <a16:creationId xmlns:a16="http://schemas.microsoft.com/office/drawing/2014/main" id="{6B97AD71-3E6C-94E0-3A23-3DF196E55344}"/>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97" name="Rectangle 40">
              <a:extLst>
                <a:ext uri="{FF2B5EF4-FFF2-40B4-BE49-F238E27FC236}">
                  <a16:creationId xmlns:a16="http://schemas.microsoft.com/office/drawing/2014/main" id="{C630B5CE-1A1D-3818-64DB-CAD86219D82B}"/>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39976" name="Rectangle 42">
            <a:extLst>
              <a:ext uri="{FF2B5EF4-FFF2-40B4-BE49-F238E27FC236}">
                <a16:creationId xmlns:a16="http://schemas.microsoft.com/office/drawing/2014/main" id="{CE3096B9-A194-6984-4355-73D5764B09B7}"/>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39977" name="Freeform 43">
            <a:extLst>
              <a:ext uri="{FF2B5EF4-FFF2-40B4-BE49-F238E27FC236}">
                <a16:creationId xmlns:a16="http://schemas.microsoft.com/office/drawing/2014/main" id="{4BC0CD3D-1329-BC19-4546-C6FB6BC54B6F}"/>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39978" name="Group 46">
            <a:extLst>
              <a:ext uri="{FF2B5EF4-FFF2-40B4-BE49-F238E27FC236}">
                <a16:creationId xmlns:a16="http://schemas.microsoft.com/office/drawing/2014/main" id="{64B71660-A5B4-0248-46D0-633A13198503}"/>
              </a:ext>
            </a:extLst>
          </p:cNvPr>
          <p:cNvGrpSpPr>
            <a:grpSpLocks/>
          </p:cNvGrpSpPr>
          <p:nvPr/>
        </p:nvGrpSpPr>
        <p:grpSpPr bwMode="auto">
          <a:xfrm>
            <a:off x="2825750" y="1758950"/>
            <a:ext cx="444500" cy="469900"/>
            <a:chOff x="820" y="1108"/>
            <a:chExt cx="280" cy="296"/>
          </a:xfrm>
        </p:grpSpPr>
        <p:sp>
          <p:nvSpPr>
            <p:cNvPr id="39994" name="Oval 44">
              <a:extLst>
                <a:ext uri="{FF2B5EF4-FFF2-40B4-BE49-F238E27FC236}">
                  <a16:creationId xmlns:a16="http://schemas.microsoft.com/office/drawing/2014/main" id="{B496E953-35CB-A1F2-6D85-BF7FAA600D72}"/>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95" name="Rectangle 45">
              <a:extLst>
                <a:ext uri="{FF2B5EF4-FFF2-40B4-BE49-F238E27FC236}">
                  <a16:creationId xmlns:a16="http://schemas.microsoft.com/office/drawing/2014/main" id="{D6E782A2-9E55-E90C-76D7-E889B7F4981C}"/>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39979" name="Group 49">
            <a:extLst>
              <a:ext uri="{FF2B5EF4-FFF2-40B4-BE49-F238E27FC236}">
                <a16:creationId xmlns:a16="http://schemas.microsoft.com/office/drawing/2014/main" id="{83D13CB4-B89A-FB93-3DFB-ADC5DB870BE6}"/>
              </a:ext>
            </a:extLst>
          </p:cNvPr>
          <p:cNvGrpSpPr>
            <a:grpSpLocks/>
          </p:cNvGrpSpPr>
          <p:nvPr/>
        </p:nvGrpSpPr>
        <p:grpSpPr bwMode="auto">
          <a:xfrm>
            <a:off x="2444750" y="3276600"/>
            <a:ext cx="444500" cy="450850"/>
            <a:chOff x="580" y="2064"/>
            <a:chExt cx="280" cy="284"/>
          </a:xfrm>
        </p:grpSpPr>
        <p:sp>
          <p:nvSpPr>
            <p:cNvPr id="39992" name="Oval 47">
              <a:extLst>
                <a:ext uri="{FF2B5EF4-FFF2-40B4-BE49-F238E27FC236}">
                  <a16:creationId xmlns:a16="http://schemas.microsoft.com/office/drawing/2014/main" id="{6BD21D03-A485-0156-4F81-8F4C94011C4A}"/>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93" name="Rectangle 48">
              <a:extLst>
                <a:ext uri="{FF2B5EF4-FFF2-40B4-BE49-F238E27FC236}">
                  <a16:creationId xmlns:a16="http://schemas.microsoft.com/office/drawing/2014/main" id="{5C63F44A-55AD-D16C-AEFB-806020C1468D}"/>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39980" name="Group 52">
            <a:extLst>
              <a:ext uri="{FF2B5EF4-FFF2-40B4-BE49-F238E27FC236}">
                <a16:creationId xmlns:a16="http://schemas.microsoft.com/office/drawing/2014/main" id="{0AFDD796-4013-D1E3-C5F5-0317025237A3}"/>
              </a:ext>
            </a:extLst>
          </p:cNvPr>
          <p:cNvGrpSpPr>
            <a:grpSpLocks/>
          </p:cNvGrpSpPr>
          <p:nvPr/>
        </p:nvGrpSpPr>
        <p:grpSpPr bwMode="auto">
          <a:xfrm>
            <a:off x="3968750" y="3435350"/>
            <a:ext cx="444500" cy="469900"/>
            <a:chOff x="1540" y="2164"/>
            <a:chExt cx="280" cy="296"/>
          </a:xfrm>
        </p:grpSpPr>
        <p:sp>
          <p:nvSpPr>
            <p:cNvPr id="39990" name="Oval 50">
              <a:extLst>
                <a:ext uri="{FF2B5EF4-FFF2-40B4-BE49-F238E27FC236}">
                  <a16:creationId xmlns:a16="http://schemas.microsoft.com/office/drawing/2014/main" id="{EF393369-4FDF-DB4C-58D4-C1E40D4A08AF}"/>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91" name="Rectangle 51">
              <a:extLst>
                <a:ext uri="{FF2B5EF4-FFF2-40B4-BE49-F238E27FC236}">
                  <a16:creationId xmlns:a16="http://schemas.microsoft.com/office/drawing/2014/main" id="{86A9A0FD-9B6F-D579-C8A7-58608164F713}"/>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sp>
        <p:nvSpPr>
          <p:cNvPr id="39981" name="Rectangle 53">
            <a:extLst>
              <a:ext uri="{FF2B5EF4-FFF2-40B4-BE49-F238E27FC236}">
                <a16:creationId xmlns:a16="http://schemas.microsoft.com/office/drawing/2014/main" id="{3135385B-7DA6-9337-423E-876118CD8D17}"/>
              </a:ext>
            </a:extLst>
          </p:cNvPr>
          <p:cNvSpPr>
            <a:spLocks noChangeArrowheads="1"/>
          </p:cNvSpPr>
          <p:nvPr/>
        </p:nvSpPr>
        <p:spPr bwMode="auto">
          <a:xfrm>
            <a:off x="76962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5</a:t>
            </a:r>
          </a:p>
        </p:txBody>
      </p:sp>
      <p:grpSp>
        <p:nvGrpSpPr>
          <p:cNvPr id="39982" name="Group 56">
            <a:extLst>
              <a:ext uri="{FF2B5EF4-FFF2-40B4-BE49-F238E27FC236}">
                <a16:creationId xmlns:a16="http://schemas.microsoft.com/office/drawing/2014/main" id="{1716CE15-9B87-5404-26C3-E249EA9BB2DC}"/>
              </a:ext>
            </a:extLst>
          </p:cNvPr>
          <p:cNvGrpSpPr>
            <a:grpSpLocks/>
          </p:cNvGrpSpPr>
          <p:nvPr/>
        </p:nvGrpSpPr>
        <p:grpSpPr bwMode="auto">
          <a:xfrm>
            <a:off x="4425950" y="2057400"/>
            <a:ext cx="444500" cy="450850"/>
            <a:chOff x="1828" y="1296"/>
            <a:chExt cx="280" cy="284"/>
          </a:xfrm>
        </p:grpSpPr>
        <p:sp>
          <p:nvSpPr>
            <p:cNvPr id="39988" name="Oval 54">
              <a:extLst>
                <a:ext uri="{FF2B5EF4-FFF2-40B4-BE49-F238E27FC236}">
                  <a16:creationId xmlns:a16="http://schemas.microsoft.com/office/drawing/2014/main" id="{314C37CA-7D5D-8C4F-073D-0E66C9DB781C}"/>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89" name="Rectangle 55">
              <a:extLst>
                <a:ext uri="{FF2B5EF4-FFF2-40B4-BE49-F238E27FC236}">
                  <a16:creationId xmlns:a16="http://schemas.microsoft.com/office/drawing/2014/main" id="{75A2C0E1-2351-0DFF-E548-1E455C8CACD9}"/>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sp>
        <p:nvSpPr>
          <p:cNvPr id="39983" name="Rectangle 57">
            <a:extLst>
              <a:ext uri="{FF2B5EF4-FFF2-40B4-BE49-F238E27FC236}">
                <a16:creationId xmlns:a16="http://schemas.microsoft.com/office/drawing/2014/main" id="{F6957FBD-1574-C9D7-E417-B0B6E1F34FC1}"/>
              </a:ext>
            </a:extLst>
          </p:cNvPr>
          <p:cNvSpPr>
            <a:spLocks noChangeArrowheads="1"/>
          </p:cNvSpPr>
          <p:nvPr/>
        </p:nvSpPr>
        <p:spPr bwMode="auto">
          <a:xfrm>
            <a:off x="8153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3</a:t>
            </a:r>
          </a:p>
        </p:txBody>
      </p:sp>
      <p:grpSp>
        <p:nvGrpSpPr>
          <p:cNvPr id="39984" name="Group 60">
            <a:extLst>
              <a:ext uri="{FF2B5EF4-FFF2-40B4-BE49-F238E27FC236}">
                <a16:creationId xmlns:a16="http://schemas.microsoft.com/office/drawing/2014/main" id="{AC816A0B-F234-5E81-22E4-391F37A78248}"/>
              </a:ext>
            </a:extLst>
          </p:cNvPr>
          <p:cNvGrpSpPr>
            <a:grpSpLocks/>
          </p:cNvGrpSpPr>
          <p:nvPr/>
        </p:nvGrpSpPr>
        <p:grpSpPr bwMode="auto">
          <a:xfrm>
            <a:off x="3206750" y="4730750"/>
            <a:ext cx="444500" cy="469900"/>
            <a:chOff x="1060" y="2980"/>
            <a:chExt cx="280" cy="296"/>
          </a:xfrm>
        </p:grpSpPr>
        <p:sp>
          <p:nvSpPr>
            <p:cNvPr id="39986" name="Oval 58">
              <a:extLst>
                <a:ext uri="{FF2B5EF4-FFF2-40B4-BE49-F238E27FC236}">
                  <a16:creationId xmlns:a16="http://schemas.microsoft.com/office/drawing/2014/main" id="{36A7D07C-EE9B-0207-EFEE-746C7343A8B6}"/>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39987" name="Rectangle 59">
              <a:extLst>
                <a:ext uri="{FF2B5EF4-FFF2-40B4-BE49-F238E27FC236}">
                  <a16:creationId xmlns:a16="http://schemas.microsoft.com/office/drawing/2014/main" id="{B50DAFD0-B58A-517F-ACB6-69BC58E56514}"/>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sp>
        <p:nvSpPr>
          <p:cNvPr id="39985" name="Rectangle 61">
            <a:extLst>
              <a:ext uri="{FF2B5EF4-FFF2-40B4-BE49-F238E27FC236}">
                <a16:creationId xmlns:a16="http://schemas.microsoft.com/office/drawing/2014/main" id="{7EDDE53F-A8C7-AAA5-6867-95F2E8D83800}"/>
              </a:ext>
            </a:extLst>
          </p:cNvPr>
          <p:cNvSpPr>
            <a:spLocks noChangeArrowheads="1"/>
          </p:cNvSpPr>
          <p:nvPr/>
        </p:nvSpPr>
        <p:spPr bwMode="auto">
          <a:xfrm>
            <a:off x="8534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6</a:t>
            </a:r>
          </a:p>
        </p:txBody>
      </p:sp>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7C31EFC3-F821-FC12-21B4-930330538BF9}"/>
                  </a:ext>
                </a:extLst>
              </p:cNvPr>
              <p:cNvGraphicFramePr>
                <a:graphicFrameLocks noChangeAspect="1"/>
              </p:cNvGraphicFramePr>
              <p:nvPr>
                <p:extLst>
                  <p:ext uri="{D42A27DB-BD31-4B8C-83A1-F6EECF244321}">
                    <p14:modId xmlns:p14="http://schemas.microsoft.com/office/powerpoint/2010/main" val="3474409517"/>
                  </p:ext>
                </p:extLst>
              </p:nvPr>
            </p:nvGraphicFramePr>
            <p:xfrm>
              <a:off x="-1910080" y="2312670"/>
              <a:ext cx="3048000" cy="1714500"/>
            </p:xfrm>
            <a:graphic>
              <a:graphicData uri="http://schemas.microsoft.com/office/powerpoint/2016/slidezoom">
                <pslz:sldZm>
                  <pslz:sldZmObj sldId="400" cId="0">
                    <pslz:zmPr id="{EDF2B879-A241-42B1-A1E4-5063EA777A4C}" returnToParent="0"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3" name="Slide Zoom 2">
                <a:hlinkClick r:id="rId3" action="ppaction://hlinksldjump"/>
                <a:extLst>
                  <a:ext uri="{FF2B5EF4-FFF2-40B4-BE49-F238E27FC236}">
                    <a16:creationId xmlns:a16="http://schemas.microsoft.com/office/drawing/2014/main" id="{7C31EFC3-F821-FC12-21B4-930330538BF9}"/>
                  </a:ext>
                </a:extLst>
              </p:cNvPr>
              <p:cNvPicPr>
                <a:picLocks noGrp="1" noRot="1" noChangeAspect="1" noMove="1" noResize="1" noEditPoints="1" noAdjustHandles="1" noChangeArrowheads="1" noChangeShapeType="1"/>
              </p:cNvPicPr>
              <p:nvPr/>
            </p:nvPicPr>
            <p:blipFill>
              <a:blip r:embed="rId4"/>
              <a:stretch>
                <a:fillRect/>
              </a:stretch>
            </p:blipFill>
            <p:spPr>
              <a:xfrm>
                <a:off x="-1910080" y="2312670"/>
                <a:ext cx="3048000" cy="1714500"/>
              </a:xfrm>
              <a:prstGeom prst="rect">
                <a:avLst/>
              </a:prstGeom>
              <a:ln w="3175">
                <a:solidFill>
                  <a:prstClr val="ltGray"/>
                </a:solidFill>
              </a:ln>
            </p:spPr>
          </p:pic>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4CB89AF-3F16-D21C-AE2F-C93A3CBBD888}"/>
              </a:ext>
            </a:extLst>
          </p:cNvPr>
          <p:cNvSpPr>
            <a:spLocks noGrp="1" noChangeArrowheads="1"/>
          </p:cNvSpPr>
          <p:nvPr>
            <p:ph type="title"/>
          </p:nvPr>
        </p:nvSpPr>
        <p:spPr>
          <a:noFill/>
        </p:spPr>
        <p:txBody>
          <a:bodyPr/>
          <a:lstStyle/>
          <a:p>
            <a:r>
              <a:rPr lang="en-US" altLang="en-US"/>
              <a:t>Breadth-First Search Example</a:t>
            </a:r>
          </a:p>
        </p:txBody>
      </p:sp>
      <p:sp>
        <p:nvSpPr>
          <p:cNvPr id="40963" name="Rectangle 3">
            <a:extLst>
              <a:ext uri="{FF2B5EF4-FFF2-40B4-BE49-F238E27FC236}">
                <a16:creationId xmlns:a16="http://schemas.microsoft.com/office/drawing/2014/main" id="{8AF25187-5AE6-03F7-398B-F9E5C2F1E870}"/>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5</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lvl="1">
              <a:buFontTx/>
              <a:buNone/>
            </a:pPr>
            <a:r>
              <a:rPr lang="en-US" altLang="en-US" sz="3200"/>
              <a:t>put in </a:t>
            </a:r>
            <a:r>
              <a:rPr lang="en-US" altLang="en-US" sz="3200">
                <a:solidFill>
                  <a:schemeClr val="hlink"/>
                </a:solidFill>
              </a:rPr>
              <a:t>Q</a:t>
            </a:r>
            <a:r>
              <a:rPr lang="en-US" altLang="en-US" sz="3200"/>
              <a:t>.</a:t>
            </a:r>
          </a:p>
        </p:txBody>
      </p:sp>
      <p:sp>
        <p:nvSpPr>
          <p:cNvPr id="40964" name="Oval 4">
            <a:extLst>
              <a:ext uri="{FF2B5EF4-FFF2-40B4-BE49-F238E27FC236}">
                <a16:creationId xmlns:a16="http://schemas.microsoft.com/office/drawing/2014/main" id="{7C8552A7-7B03-3C97-49FA-0DDADA69A4E7}"/>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0965" name="Oval 5">
            <a:extLst>
              <a:ext uri="{FF2B5EF4-FFF2-40B4-BE49-F238E27FC236}">
                <a16:creationId xmlns:a16="http://schemas.microsoft.com/office/drawing/2014/main" id="{42A4A299-C626-C40A-7ADE-C1BB07F46F3B}"/>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0966" name="Oval 6">
            <a:extLst>
              <a:ext uri="{FF2B5EF4-FFF2-40B4-BE49-F238E27FC236}">
                <a16:creationId xmlns:a16="http://schemas.microsoft.com/office/drawing/2014/main" id="{57678B59-E65F-2A0D-7391-EA9A788DF678}"/>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0967" name="Oval 7">
            <a:extLst>
              <a:ext uri="{FF2B5EF4-FFF2-40B4-BE49-F238E27FC236}">
                <a16:creationId xmlns:a16="http://schemas.microsoft.com/office/drawing/2014/main" id="{9858129A-EB6D-82D6-7DDB-14E9ED8125DC}"/>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0968" name="Oval 8">
            <a:extLst>
              <a:ext uri="{FF2B5EF4-FFF2-40B4-BE49-F238E27FC236}">
                <a16:creationId xmlns:a16="http://schemas.microsoft.com/office/drawing/2014/main" id="{74EA2574-B051-EF32-4183-00A53C3AA623}"/>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0969" name="Oval 9">
            <a:extLst>
              <a:ext uri="{FF2B5EF4-FFF2-40B4-BE49-F238E27FC236}">
                <a16:creationId xmlns:a16="http://schemas.microsoft.com/office/drawing/2014/main" id="{0143CD39-7E80-E1DE-F9BE-1185B895E34F}"/>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0970" name="Oval 10">
            <a:extLst>
              <a:ext uri="{FF2B5EF4-FFF2-40B4-BE49-F238E27FC236}">
                <a16:creationId xmlns:a16="http://schemas.microsoft.com/office/drawing/2014/main" id="{EDC0BEF2-1F9B-B60F-1037-761609487553}"/>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0971" name="Oval 11">
            <a:extLst>
              <a:ext uri="{FF2B5EF4-FFF2-40B4-BE49-F238E27FC236}">
                <a16:creationId xmlns:a16="http://schemas.microsoft.com/office/drawing/2014/main" id="{31527889-B194-63DF-2363-FDB39C2774F4}"/>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0972" name="Oval 12">
            <a:extLst>
              <a:ext uri="{FF2B5EF4-FFF2-40B4-BE49-F238E27FC236}">
                <a16:creationId xmlns:a16="http://schemas.microsoft.com/office/drawing/2014/main" id="{362BEF41-630D-64E4-0B3A-0F4BB2D5508A}"/>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0973" name="Oval 13">
            <a:extLst>
              <a:ext uri="{FF2B5EF4-FFF2-40B4-BE49-F238E27FC236}">
                <a16:creationId xmlns:a16="http://schemas.microsoft.com/office/drawing/2014/main" id="{6C48850F-9987-853C-7C8A-D3FD668C654E}"/>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0974" name="Oval 14">
            <a:extLst>
              <a:ext uri="{FF2B5EF4-FFF2-40B4-BE49-F238E27FC236}">
                <a16:creationId xmlns:a16="http://schemas.microsoft.com/office/drawing/2014/main" id="{0402128C-1A88-FF40-81A1-FE60BF5AADD8}"/>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0975" name="Line 15">
            <a:extLst>
              <a:ext uri="{FF2B5EF4-FFF2-40B4-BE49-F238E27FC236}">
                <a16:creationId xmlns:a16="http://schemas.microsoft.com/office/drawing/2014/main" id="{F4AF23F9-73CC-E212-A5EE-0DD9C524A39D}"/>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0976" name="Line 16">
            <a:extLst>
              <a:ext uri="{FF2B5EF4-FFF2-40B4-BE49-F238E27FC236}">
                <a16:creationId xmlns:a16="http://schemas.microsoft.com/office/drawing/2014/main" id="{0D4C0105-8341-2F11-282D-7384D05DC02B}"/>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0977" name="Line 17">
            <a:extLst>
              <a:ext uri="{FF2B5EF4-FFF2-40B4-BE49-F238E27FC236}">
                <a16:creationId xmlns:a16="http://schemas.microsoft.com/office/drawing/2014/main" id="{3A868E9C-52F7-C0C1-1C34-15893A4F6F45}"/>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0978" name="Line 18">
            <a:extLst>
              <a:ext uri="{FF2B5EF4-FFF2-40B4-BE49-F238E27FC236}">
                <a16:creationId xmlns:a16="http://schemas.microsoft.com/office/drawing/2014/main" id="{ED79B356-F769-AB94-E780-0CBDB94D0613}"/>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0979" name="Line 19">
            <a:extLst>
              <a:ext uri="{FF2B5EF4-FFF2-40B4-BE49-F238E27FC236}">
                <a16:creationId xmlns:a16="http://schemas.microsoft.com/office/drawing/2014/main" id="{4D1E1CAD-F941-DB68-E4C2-B357EADA05B8}"/>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0980" name="Line 20">
            <a:extLst>
              <a:ext uri="{FF2B5EF4-FFF2-40B4-BE49-F238E27FC236}">
                <a16:creationId xmlns:a16="http://schemas.microsoft.com/office/drawing/2014/main" id="{502358AB-A4C8-64A8-765E-35EEE0195B1A}"/>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0981" name="Line 21">
            <a:extLst>
              <a:ext uri="{FF2B5EF4-FFF2-40B4-BE49-F238E27FC236}">
                <a16:creationId xmlns:a16="http://schemas.microsoft.com/office/drawing/2014/main" id="{1370AED4-7D8A-074B-AC93-120B387244DA}"/>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0982" name="Line 22">
            <a:extLst>
              <a:ext uri="{FF2B5EF4-FFF2-40B4-BE49-F238E27FC236}">
                <a16:creationId xmlns:a16="http://schemas.microsoft.com/office/drawing/2014/main" id="{1BF2D150-44F2-C268-6D78-A7E970131AFE}"/>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0983" name="Line 23">
            <a:extLst>
              <a:ext uri="{FF2B5EF4-FFF2-40B4-BE49-F238E27FC236}">
                <a16:creationId xmlns:a16="http://schemas.microsoft.com/office/drawing/2014/main" id="{8B2E4075-2C8F-1E7E-8B04-FD91DB94AE52}"/>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0984" name="Rectangle 24">
            <a:extLst>
              <a:ext uri="{FF2B5EF4-FFF2-40B4-BE49-F238E27FC236}">
                <a16:creationId xmlns:a16="http://schemas.microsoft.com/office/drawing/2014/main" id="{3DC645F6-694E-AD9F-CCBF-D7561FA3CBE1}"/>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40985" name="Rectangle 25">
            <a:extLst>
              <a:ext uri="{FF2B5EF4-FFF2-40B4-BE49-F238E27FC236}">
                <a16:creationId xmlns:a16="http://schemas.microsoft.com/office/drawing/2014/main" id="{0B175BD1-8BF0-78A9-C4D9-5AE25D9B5951}"/>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40986" name="Rectangle 26">
            <a:extLst>
              <a:ext uri="{FF2B5EF4-FFF2-40B4-BE49-F238E27FC236}">
                <a16:creationId xmlns:a16="http://schemas.microsoft.com/office/drawing/2014/main" id="{AD04FE02-F761-B1CE-D33C-D1C6ED397DD9}"/>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40987" name="Rectangle 27">
            <a:extLst>
              <a:ext uri="{FF2B5EF4-FFF2-40B4-BE49-F238E27FC236}">
                <a16:creationId xmlns:a16="http://schemas.microsoft.com/office/drawing/2014/main" id="{8418C792-84B4-ED2F-6AFF-13DBDE7B1CCA}"/>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40988" name="Rectangle 28">
            <a:extLst>
              <a:ext uri="{FF2B5EF4-FFF2-40B4-BE49-F238E27FC236}">
                <a16:creationId xmlns:a16="http://schemas.microsoft.com/office/drawing/2014/main" id="{561A1216-B3BD-5C31-9651-87B32CAD3F0D}"/>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40989" name="Rectangle 29">
            <a:extLst>
              <a:ext uri="{FF2B5EF4-FFF2-40B4-BE49-F238E27FC236}">
                <a16:creationId xmlns:a16="http://schemas.microsoft.com/office/drawing/2014/main" id="{CD98C61C-204A-E723-882B-CD2ED9381EE2}"/>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40990" name="Rectangle 30">
            <a:extLst>
              <a:ext uri="{FF2B5EF4-FFF2-40B4-BE49-F238E27FC236}">
                <a16:creationId xmlns:a16="http://schemas.microsoft.com/office/drawing/2014/main" id="{EBE88DA8-9C70-62A3-672F-113ACD2B21B5}"/>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40991" name="Rectangle 31">
            <a:extLst>
              <a:ext uri="{FF2B5EF4-FFF2-40B4-BE49-F238E27FC236}">
                <a16:creationId xmlns:a16="http://schemas.microsoft.com/office/drawing/2014/main" id="{D28CA5E6-C3F9-2EE8-0254-77B75E48878A}"/>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40992" name="Rectangle 32">
            <a:extLst>
              <a:ext uri="{FF2B5EF4-FFF2-40B4-BE49-F238E27FC236}">
                <a16:creationId xmlns:a16="http://schemas.microsoft.com/office/drawing/2014/main" id="{BA018787-07B5-A489-0C87-F9DCDE1ABADC}"/>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40993" name="Rectangle 33">
            <a:extLst>
              <a:ext uri="{FF2B5EF4-FFF2-40B4-BE49-F238E27FC236}">
                <a16:creationId xmlns:a16="http://schemas.microsoft.com/office/drawing/2014/main" id="{128E23F8-FC72-68C4-1406-65352967AF1C}"/>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40994" name="Rectangle 34">
            <a:extLst>
              <a:ext uri="{FF2B5EF4-FFF2-40B4-BE49-F238E27FC236}">
                <a16:creationId xmlns:a16="http://schemas.microsoft.com/office/drawing/2014/main" id="{5AACE32A-00B9-1A2E-416D-E6920770E6DA}"/>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40995" name="Line 35">
            <a:extLst>
              <a:ext uri="{FF2B5EF4-FFF2-40B4-BE49-F238E27FC236}">
                <a16:creationId xmlns:a16="http://schemas.microsoft.com/office/drawing/2014/main" id="{AE2D0DD5-BDD2-230C-95DD-6EDF7007D828}"/>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0996" name="Line 36">
            <a:extLst>
              <a:ext uri="{FF2B5EF4-FFF2-40B4-BE49-F238E27FC236}">
                <a16:creationId xmlns:a16="http://schemas.microsoft.com/office/drawing/2014/main" id="{205EEF93-EB0D-7281-860A-3276D0E236CA}"/>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0997" name="Line 37">
            <a:extLst>
              <a:ext uri="{FF2B5EF4-FFF2-40B4-BE49-F238E27FC236}">
                <a16:creationId xmlns:a16="http://schemas.microsoft.com/office/drawing/2014/main" id="{25C14590-808F-E65B-E904-97D2C7CEBA63}"/>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0998" name="Line 38">
            <a:extLst>
              <a:ext uri="{FF2B5EF4-FFF2-40B4-BE49-F238E27FC236}">
                <a16:creationId xmlns:a16="http://schemas.microsoft.com/office/drawing/2014/main" id="{B4C22DF4-118E-E8A0-2BF2-739E68130E4E}"/>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0999" name="Group 41">
            <a:extLst>
              <a:ext uri="{FF2B5EF4-FFF2-40B4-BE49-F238E27FC236}">
                <a16:creationId xmlns:a16="http://schemas.microsoft.com/office/drawing/2014/main" id="{43AF7961-3436-EBA9-E832-DA25EAEC8CD6}"/>
              </a:ext>
            </a:extLst>
          </p:cNvPr>
          <p:cNvGrpSpPr>
            <a:grpSpLocks/>
          </p:cNvGrpSpPr>
          <p:nvPr/>
        </p:nvGrpSpPr>
        <p:grpSpPr bwMode="auto">
          <a:xfrm>
            <a:off x="1835150" y="2597150"/>
            <a:ext cx="444500" cy="469900"/>
            <a:chOff x="196" y="1636"/>
            <a:chExt cx="280" cy="296"/>
          </a:xfrm>
        </p:grpSpPr>
        <p:sp>
          <p:nvSpPr>
            <p:cNvPr id="41020" name="Oval 39">
              <a:extLst>
                <a:ext uri="{FF2B5EF4-FFF2-40B4-BE49-F238E27FC236}">
                  <a16:creationId xmlns:a16="http://schemas.microsoft.com/office/drawing/2014/main" id="{E02E141A-B9CB-EBAF-2914-A5F4DFEB8811}"/>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021" name="Rectangle 40">
              <a:extLst>
                <a:ext uri="{FF2B5EF4-FFF2-40B4-BE49-F238E27FC236}">
                  <a16:creationId xmlns:a16="http://schemas.microsoft.com/office/drawing/2014/main" id="{FA7B65A6-4CA1-11F7-C523-5F3E9D4663D7}"/>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41000" name="Rectangle 42">
            <a:extLst>
              <a:ext uri="{FF2B5EF4-FFF2-40B4-BE49-F238E27FC236}">
                <a16:creationId xmlns:a16="http://schemas.microsoft.com/office/drawing/2014/main" id="{87EA9F08-E257-ACB8-3FCF-1AC00099C11A}"/>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41001" name="Freeform 43">
            <a:extLst>
              <a:ext uri="{FF2B5EF4-FFF2-40B4-BE49-F238E27FC236}">
                <a16:creationId xmlns:a16="http://schemas.microsoft.com/office/drawing/2014/main" id="{80762E03-809E-6F64-1185-23F0143662CB}"/>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1002" name="Group 46">
            <a:extLst>
              <a:ext uri="{FF2B5EF4-FFF2-40B4-BE49-F238E27FC236}">
                <a16:creationId xmlns:a16="http://schemas.microsoft.com/office/drawing/2014/main" id="{C2CB6E52-679B-75F1-38CA-F41CDE985E86}"/>
              </a:ext>
            </a:extLst>
          </p:cNvPr>
          <p:cNvGrpSpPr>
            <a:grpSpLocks/>
          </p:cNvGrpSpPr>
          <p:nvPr/>
        </p:nvGrpSpPr>
        <p:grpSpPr bwMode="auto">
          <a:xfrm>
            <a:off x="2825750" y="1758950"/>
            <a:ext cx="444500" cy="469900"/>
            <a:chOff x="820" y="1108"/>
            <a:chExt cx="280" cy="296"/>
          </a:xfrm>
        </p:grpSpPr>
        <p:sp>
          <p:nvSpPr>
            <p:cNvPr id="41018" name="Oval 44">
              <a:extLst>
                <a:ext uri="{FF2B5EF4-FFF2-40B4-BE49-F238E27FC236}">
                  <a16:creationId xmlns:a16="http://schemas.microsoft.com/office/drawing/2014/main" id="{241CCCCB-66AC-AAAF-2880-1EFDD360B42C}"/>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019" name="Rectangle 45">
              <a:extLst>
                <a:ext uri="{FF2B5EF4-FFF2-40B4-BE49-F238E27FC236}">
                  <a16:creationId xmlns:a16="http://schemas.microsoft.com/office/drawing/2014/main" id="{F14974B1-FC93-C695-A93B-04DF67BB6AED}"/>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41003" name="Group 49">
            <a:extLst>
              <a:ext uri="{FF2B5EF4-FFF2-40B4-BE49-F238E27FC236}">
                <a16:creationId xmlns:a16="http://schemas.microsoft.com/office/drawing/2014/main" id="{3C85104A-699B-EA68-1BBD-A710A1B07C93}"/>
              </a:ext>
            </a:extLst>
          </p:cNvPr>
          <p:cNvGrpSpPr>
            <a:grpSpLocks/>
          </p:cNvGrpSpPr>
          <p:nvPr/>
        </p:nvGrpSpPr>
        <p:grpSpPr bwMode="auto">
          <a:xfrm>
            <a:off x="2444750" y="3276600"/>
            <a:ext cx="444500" cy="450850"/>
            <a:chOff x="580" y="2064"/>
            <a:chExt cx="280" cy="284"/>
          </a:xfrm>
        </p:grpSpPr>
        <p:sp>
          <p:nvSpPr>
            <p:cNvPr id="41016" name="Oval 47">
              <a:extLst>
                <a:ext uri="{FF2B5EF4-FFF2-40B4-BE49-F238E27FC236}">
                  <a16:creationId xmlns:a16="http://schemas.microsoft.com/office/drawing/2014/main" id="{15C2A630-B978-1F9C-3EAC-37F7496A83B8}"/>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017" name="Rectangle 48">
              <a:extLst>
                <a:ext uri="{FF2B5EF4-FFF2-40B4-BE49-F238E27FC236}">
                  <a16:creationId xmlns:a16="http://schemas.microsoft.com/office/drawing/2014/main" id="{8424113C-D9C5-ABB3-7559-B8A0A9A4AE65}"/>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41004" name="Group 52">
            <a:extLst>
              <a:ext uri="{FF2B5EF4-FFF2-40B4-BE49-F238E27FC236}">
                <a16:creationId xmlns:a16="http://schemas.microsoft.com/office/drawing/2014/main" id="{D6774558-A8B7-C2D8-F690-47F1AEFE6051}"/>
              </a:ext>
            </a:extLst>
          </p:cNvPr>
          <p:cNvGrpSpPr>
            <a:grpSpLocks/>
          </p:cNvGrpSpPr>
          <p:nvPr/>
        </p:nvGrpSpPr>
        <p:grpSpPr bwMode="auto">
          <a:xfrm>
            <a:off x="3968750" y="3435350"/>
            <a:ext cx="444500" cy="469900"/>
            <a:chOff x="1540" y="2164"/>
            <a:chExt cx="280" cy="296"/>
          </a:xfrm>
        </p:grpSpPr>
        <p:sp>
          <p:nvSpPr>
            <p:cNvPr id="41014" name="Oval 50">
              <a:extLst>
                <a:ext uri="{FF2B5EF4-FFF2-40B4-BE49-F238E27FC236}">
                  <a16:creationId xmlns:a16="http://schemas.microsoft.com/office/drawing/2014/main" id="{8AE9C9C0-0609-6BAE-8967-95AB50D8429E}"/>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015" name="Rectangle 51">
              <a:extLst>
                <a:ext uri="{FF2B5EF4-FFF2-40B4-BE49-F238E27FC236}">
                  <a16:creationId xmlns:a16="http://schemas.microsoft.com/office/drawing/2014/main" id="{040784CC-C484-052C-DB53-D4ECEB26F331}"/>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sp>
        <p:nvSpPr>
          <p:cNvPr id="41005" name="Rectangle 53">
            <a:extLst>
              <a:ext uri="{FF2B5EF4-FFF2-40B4-BE49-F238E27FC236}">
                <a16:creationId xmlns:a16="http://schemas.microsoft.com/office/drawing/2014/main" id="{F2627D81-D01F-2E17-61BB-E766F8C78CE7}"/>
              </a:ext>
            </a:extLst>
          </p:cNvPr>
          <p:cNvSpPr>
            <a:spLocks noChangeArrowheads="1"/>
          </p:cNvSpPr>
          <p:nvPr/>
        </p:nvSpPr>
        <p:spPr bwMode="auto">
          <a:xfrm>
            <a:off x="76962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5</a:t>
            </a:r>
          </a:p>
        </p:txBody>
      </p:sp>
      <p:grpSp>
        <p:nvGrpSpPr>
          <p:cNvPr id="41006" name="Group 56">
            <a:extLst>
              <a:ext uri="{FF2B5EF4-FFF2-40B4-BE49-F238E27FC236}">
                <a16:creationId xmlns:a16="http://schemas.microsoft.com/office/drawing/2014/main" id="{CE0769E7-23B9-02EE-D4B9-72DB3D06BF4E}"/>
              </a:ext>
            </a:extLst>
          </p:cNvPr>
          <p:cNvGrpSpPr>
            <a:grpSpLocks/>
          </p:cNvGrpSpPr>
          <p:nvPr/>
        </p:nvGrpSpPr>
        <p:grpSpPr bwMode="auto">
          <a:xfrm>
            <a:off x="4425950" y="2057400"/>
            <a:ext cx="444500" cy="450850"/>
            <a:chOff x="1828" y="1296"/>
            <a:chExt cx="280" cy="284"/>
          </a:xfrm>
        </p:grpSpPr>
        <p:sp>
          <p:nvSpPr>
            <p:cNvPr id="41012" name="Oval 54">
              <a:extLst>
                <a:ext uri="{FF2B5EF4-FFF2-40B4-BE49-F238E27FC236}">
                  <a16:creationId xmlns:a16="http://schemas.microsoft.com/office/drawing/2014/main" id="{2AD33CE1-DB2A-D3FD-A538-24ED5FC1DA36}"/>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013" name="Rectangle 55">
              <a:extLst>
                <a:ext uri="{FF2B5EF4-FFF2-40B4-BE49-F238E27FC236}">
                  <a16:creationId xmlns:a16="http://schemas.microsoft.com/office/drawing/2014/main" id="{406C454C-BD45-9916-EA65-9BE87C5E3ED5}"/>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sp>
        <p:nvSpPr>
          <p:cNvPr id="41007" name="Rectangle 57">
            <a:extLst>
              <a:ext uri="{FF2B5EF4-FFF2-40B4-BE49-F238E27FC236}">
                <a16:creationId xmlns:a16="http://schemas.microsoft.com/office/drawing/2014/main" id="{8519E2A6-76A3-2EAA-9780-0A09A3E0477B}"/>
              </a:ext>
            </a:extLst>
          </p:cNvPr>
          <p:cNvSpPr>
            <a:spLocks noChangeArrowheads="1"/>
          </p:cNvSpPr>
          <p:nvPr/>
        </p:nvSpPr>
        <p:spPr bwMode="auto">
          <a:xfrm>
            <a:off x="8153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3</a:t>
            </a:r>
          </a:p>
        </p:txBody>
      </p:sp>
      <p:grpSp>
        <p:nvGrpSpPr>
          <p:cNvPr id="41008" name="Group 60">
            <a:extLst>
              <a:ext uri="{FF2B5EF4-FFF2-40B4-BE49-F238E27FC236}">
                <a16:creationId xmlns:a16="http://schemas.microsoft.com/office/drawing/2014/main" id="{313AF50C-58FE-7C37-AE21-513CC631DA30}"/>
              </a:ext>
            </a:extLst>
          </p:cNvPr>
          <p:cNvGrpSpPr>
            <a:grpSpLocks/>
          </p:cNvGrpSpPr>
          <p:nvPr/>
        </p:nvGrpSpPr>
        <p:grpSpPr bwMode="auto">
          <a:xfrm>
            <a:off x="3206750" y="4730750"/>
            <a:ext cx="444500" cy="469900"/>
            <a:chOff x="1060" y="2980"/>
            <a:chExt cx="280" cy="296"/>
          </a:xfrm>
        </p:grpSpPr>
        <p:sp>
          <p:nvSpPr>
            <p:cNvPr id="41010" name="Oval 58">
              <a:extLst>
                <a:ext uri="{FF2B5EF4-FFF2-40B4-BE49-F238E27FC236}">
                  <a16:creationId xmlns:a16="http://schemas.microsoft.com/office/drawing/2014/main" id="{84FFB73C-AFE5-E533-DC4F-AF07EB51149C}"/>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011" name="Rectangle 59">
              <a:extLst>
                <a:ext uri="{FF2B5EF4-FFF2-40B4-BE49-F238E27FC236}">
                  <a16:creationId xmlns:a16="http://schemas.microsoft.com/office/drawing/2014/main" id="{2A2BEE0C-7549-17AC-EBB3-196F445F996C}"/>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sp>
        <p:nvSpPr>
          <p:cNvPr id="41009" name="Rectangle 61">
            <a:extLst>
              <a:ext uri="{FF2B5EF4-FFF2-40B4-BE49-F238E27FC236}">
                <a16:creationId xmlns:a16="http://schemas.microsoft.com/office/drawing/2014/main" id="{DC7509C5-955C-10A7-6A84-6538387F50FC}"/>
              </a:ext>
            </a:extLst>
          </p:cNvPr>
          <p:cNvSpPr>
            <a:spLocks noChangeArrowheads="1"/>
          </p:cNvSpPr>
          <p:nvPr/>
        </p:nvSpPr>
        <p:spPr bwMode="auto">
          <a:xfrm>
            <a:off x="8534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6</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2F948E47-E52F-1446-F92F-8B02549E3B44}"/>
              </a:ext>
            </a:extLst>
          </p:cNvPr>
          <p:cNvSpPr>
            <a:spLocks noGrp="1" noChangeArrowheads="1"/>
          </p:cNvSpPr>
          <p:nvPr>
            <p:ph type="title"/>
          </p:nvPr>
        </p:nvSpPr>
        <p:spPr>
          <a:noFill/>
        </p:spPr>
        <p:txBody>
          <a:bodyPr/>
          <a:lstStyle/>
          <a:p>
            <a:r>
              <a:rPr lang="en-US" altLang="en-US"/>
              <a:t>Breadth-First Search Example</a:t>
            </a:r>
          </a:p>
        </p:txBody>
      </p:sp>
      <p:sp>
        <p:nvSpPr>
          <p:cNvPr id="41987" name="Rectangle 3">
            <a:extLst>
              <a:ext uri="{FF2B5EF4-FFF2-40B4-BE49-F238E27FC236}">
                <a16:creationId xmlns:a16="http://schemas.microsoft.com/office/drawing/2014/main" id="{3974D5FC-D72B-7C1F-E12A-498B8BB4EE15}"/>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5</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lvl="1">
              <a:buFontTx/>
              <a:buNone/>
            </a:pPr>
            <a:r>
              <a:rPr lang="en-US" altLang="en-US" sz="3200"/>
              <a:t>put in </a:t>
            </a:r>
            <a:r>
              <a:rPr lang="en-US" altLang="en-US" sz="3200">
                <a:solidFill>
                  <a:schemeClr val="hlink"/>
                </a:solidFill>
              </a:rPr>
              <a:t>Q</a:t>
            </a:r>
            <a:r>
              <a:rPr lang="en-US" altLang="en-US" sz="3200"/>
              <a:t>.</a:t>
            </a:r>
          </a:p>
        </p:txBody>
      </p:sp>
      <p:sp>
        <p:nvSpPr>
          <p:cNvPr id="41988" name="Oval 4">
            <a:extLst>
              <a:ext uri="{FF2B5EF4-FFF2-40B4-BE49-F238E27FC236}">
                <a16:creationId xmlns:a16="http://schemas.microsoft.com/office/drawing/2014/main" id="{D2C36359-DFE9-7A9E-CF66-AE2C3971A569}"/>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989" name="Oval 5">
            <a:extLst>
              <a:ext uri="{FF2B5EF4-FFF2-40B4-BE49-F238E27FC236}">
                <a16:creationId xmlns:a16="http://schemas.microsoft.com/office/drawing/2014/main" id="{6BCFAF1A-FE41-4F08-BC3A-43203A668731}"/>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990" name="Oval 6">
            <a:extLst>
              <a:ext uri="{FF2B5EF4-FFF2-40B4-BE49-F238E27FC236}">
                <a16:creationId xmlns:a16="http://schemas.microsoft.com/office/drawing/2014/main" id="{77C907EA-5692-ECC4-5857-B9D7EB679C0D}"/>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991" name="Oval 7">
            <a:extLst>
              <a:ext uri="{FF2B5EF4-FFF2-40B4-BE49-F238E27FC236}">
                <a16:creationId xmlns:a16="http://schemas.microsoft.com/office/drawing/2014/main" id="{65CAA6C5-1B6F-5F49-56B5-1C46587D553A}"/>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992" name="Oval 8">
            <a:extLst>
              <a:ext uri="{FF2B5EF4-FFF2-40B4-BE49-F238E27FC236}">
                <a16:creationId xmlns:a16="http://schemas.microsoft.com/office/drawing/2014/main" id="{29A17C2F-DDCB-BF49-CA3A-BF585D492978}"/>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993" name="Oval 9">
            <a:extLst>
              <a:ext uri="{FF2B5EF4-FFF2-40B4-BE49-F238E27FC236}">
                <a16:creationId xmlns:a16="http://schemas.microsoft.com/office/drawing/2014/main" id="{D81340FC-648E-DF44-F4D5-3F2868C65A3E}"/>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994" name="Oval 10">
            <a:extLst>
              <a:ext uri="{FF2B5EF4-FFF2-40B4-BE49-F238E27FC236}">
                <a16:creationId xmlns:a16="http://schemas.microsoft.com/office/drawing/2014/main" id="{691C780F-B30F-0CE2-6DEB-5C867894E778}"/>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995" name="Oval 11">
            <a:extLst>
              <a:ext uri="{FF2B5EF4-FFF2-40B4-BE49-F238E27FC236}">
                <a16:creationId xmlns:a16="http://schemas.microsoft.com/office/drawing/2014/main" id="{22074DC5-052D-9A17-7D39-7C1A08B4ACE9}"/>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996" name="Oval 12">
            <a:extLst>
              <a:ext uri="{FF2B5EF4-FFF2-40B4-BE49-F238E27FC236}">
                <a16:creationId xmlns:a16="http://schemas.microsoft.com/office/drawing/2014/main" id="{3A296855-F2EE-F864-F52A-A69AA27CBC3D}"/>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997" name="Oval 13">
            <a:extLst>
              <a:ext uri="{FF2B5EF4-FFF2-40B4-BE49-F238E27FC236}">
                <a16:creationId xmlns:a16="http://schemas.microsoft.com/office/drawing/2014/main" id="{F48933BC-8133-4246-1F34-03E4BC5E11C3}"/>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998" name="Oval 14">
            <a:extLst>
              <a:ext uri="{FF2B5EF4-FFF2-40B4-BE49-F238E27FC236}">
                <a16:creationId xmlns:a16="http://schemas.microsoft.com/office/drawing/2014/main" id="{1863EE5E-1659-34A2-1601-BBF72E03B58A}"/>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1999" name="Line 15">
            <a:extLst>
              <a:ext uri="{FF2B5EF4-FFF2-40B4-BE49-F238E27FC236}">
                <a16:creationId xmlns:a16="http://schemas.microsoft.com/office/drawing/2014/main" id="{CE9F387A-4AEB-E1B5-D923-FE8BC81725D4}"/>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2000" name="Line 16">
            <a:extLst>
              <a:ext uri="{FF2B5EF4-FFF2-40B4-BE49-F238E27FC236}">
                <a16:creationId xmlns:a16="http://schemas.microsoft.com/office/drawing/2014/main" id="{384455B0-91F0-2801-6F44-6FFD79E4681B}"/>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2001" name="Line 17">
            <a:extLst>
              <a:ext uri="{FF2B5EF4-FFF2-40B4-BE49-F238E27FC236}">
                <a16:creationId xmlns:a16="http://schemas.microsoft.com/office/drawing/2014/main" id="{52AED706-B20E-15B5-FE3A-1D0B6957F6E6}"/>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2002" name="Line 18">
            <a:extLst>
              <a:ext uri="{FF2B5EF4-FFF2-40B4-BE49-F238E27FC236}">
                <a16:creationId xmlns:a16="http://schemas.microsoft.com/office/drawing/2014/main" id="{6D518011-A231-CAAE-FB52-5D3B4624229A}"/>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2003" name="Line 19">
            <a:extLst>
              <a:ext uri="{FF2B5EF4-FFF2-40B4-BE49-F238E27FC236}">
                <a16:creationId xmlns:a16="http://schemas.microsoft.com/office/drawing/2014/main" id="{85EFB1BD-9275-3FCE-49BA-0F6BECBD4620}"/>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2004" name="Line 20">
            <a:extLst>
              <a:ext uri="{FF2B5EF4-FFF2-40B4-BE49-F238E27FC236}">
                <a16:creationId xmlns:a16="http://schemas.microsoft.com/office/drawing/2014/main" id="{2CC40A0F-D723-AE16-FC9E-FF0788482DCC}"/>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2005" name="Line 21">
            <a:extLst>
              <a:ext uri="{FF2B5EF4-FFF2-40B4-BE49-F238E27FC236}">
                <a16:creationId xmlns:a16="http://schemas.microsoft.com/office/drawing/2014/main" id="{C0DCFB2A-99AE-B767-6B40-7746E0B763E1}"/>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2006" name="Line 22">
            <a:extLst>
              <a:ext uri="{FF2B5EF4-FFF2-40B4-BE49-F238E27FC236}">
                <a16:creationId xmlns:a16="http://schemas.microsoft.com/office/drawing/2014/main" id="{031919EF-423A-1943-31CF-8A100B199C4F}"/>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2007" name="Line 23">
            <a:extLst>
              <a:ext uri="{FF2B5EF4-FFF2-40B4-BE49-F238E27FC236}">
                <a16:creationId xmlns:a16="http://schemas.microsoft.com/office/drawing/2014/main" id="{BEEE821A-B7BE-D702-6BA5-9D7CB45CDAA7}"/>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2008" name="Rectangle 24">
            <a:extLst>
              <a:ext uri="{FF2B5EF4-FFF2-40B4-BE49-F238E27FC236}">
                <a16:creationId xmlns:a16="http://schemas.microsoft.com/office/drawing/2014/main" id="{F52115A9-8BB3-2043-FFAA-BD7E634484DB}"/>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42009" name="Rectangle 25">
            <a:extLst>
              <a:ext uri="{FF2B5EF4-FFF2-40B4-BE49-F238E27FC236}">
                <a16:creationId xmlns:a16="http://schemas.microsoft.com/office/drawing/2014/main" id="{9CC73469-B10F-622F-C985-21872AB92D4C}"/>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42010" name="Rectangle 26">
            <a:extLst>
              <a:ext uri="{FF2B5EF4-FFF2-40B4-BE49-F238E27FC236}">
                <a16:creationId xmlns:a16="http://schemas.microsoft.com/office/drawing/2014/main" id="{41EF8676-AECF-A481-CD77-B00ACD780D86}"/>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42011" name="Rectangle 27">
            <a:extLst>
              <a:ext uri="{FF2B5EF4-FFF2-40B4-BE49-F238E27FC236}">
                <a16:creationId xmlns:a16="http://schemas.microsoft.com/office/drawing/2014/main" id="{EEB643F8-3D88-8A86-4E3A-50546EFD0B72}"/>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42012" name="Rectangle 28">
            <a:extLst>
              <a:ext uri="{FF2B5EF4-FFF2-40B4-BE49-F238E27FC236}">
                <a16:creationId xmlns:a16="http://schemas.microsoft.com/office/drawing/2014/main" id="{A2EFB662-ECC4-F5CE-A233-273F5715CBC7}"/>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42013" name="Rectangle 29">
            <a:extLst>
              <a:ext uri="{FF2B5EF4-FFF2-40B4-BE49-F238E27FC236}">
                <a16:creationId xmlns:a16="http://schemas.microsoft.com/office/drawing/2014/main" id="{D2BEC6F6-BF7B-E043-BC7F-8CF9451B1C43}"/>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42014" name="Rectangle 30">
            <a:extLst>
              <a:ext uri="{FF2B5EF4-FFF2-40B4-BE49-F238E27FC236}">
                <a16:creationId xmlns:a16="http://schemas.microsoft.com/office/drawing/2014/main" id="{831654BD-7CEF-9A97-EF73-3DF0E93E5C7E}"/>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42015" name="Rectangle 31">
            <a:extLst>
              <a:ext uri="{FF2B5EF4-FFF2-40B4-BE49-F238E27FC236}">
                <a16:creationId xmlns:a16="http://schemas.microsoft.com/office/drawing/2014/main" id="{B791D251-E531-5BD2-26B6-1DA59A4EC8FA}"/>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42016" name="Rectangle 32">
            <a:extLst>
              <a:ext uri="{FF2B5EF4-FFF2-40B4-BE49-F238E27FC236}">
                <a16:creationId xmlns:a16="http://schemas.microsoft.com/office/drawing/2014/main" id="{D7831212-B194-E546-1FA1-AB9A5DA75C99}"/>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42017" name="Rectangle 33">
            <a:extLst>
              <a:ext uri="{FF2B5EF4-FFF2-40B4-BE49-F238E27FC236}">
                <a16:creationId xmlns:a16="http://schemas.microsoft.com/office/drawing/2014/main" id="{79C88DB5-0AF9-DE22-2675-3CE38879407A}"/>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42018" name="Rectangle 34">
            <a:extLst>
              <a:ext uri="{FF2B5EF4-FFF2-40B4-BE49-F238E27FC236}">
                <a16:creationId xmlns:a16="http://schemas.microsoft.com/office/drawing/2014/main" id="{FFE902D1-FDF5-09F1-CC16-7F5F36994883}"/>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42019" name="Line 35">
            <a:extLst>
              <a:ext uri="{FF2B5EF4-FFF2-40B4-BE49-F238E27FC236}">
                <a16:creationId xmlns:a16="http://schemas.microsoft.com/office/drawing/2014/main" id="{4DB61A9B-765A-02D1-CB9A-2F2ABA726A8C}"/>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2020" name="Line 36">
            <a:extLst>
              <a:ext uri="{FF2B5EF4-FFF2-40B4-BE49-F238E27FC236}">
                <a16:creationId xmlns:a16="http://schemas.microsoft.com/office/drawing/2014/main" id="{F6591530-83E1-3C63-CE9E-2F361263CC41}"/>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2021" name="Line 37">
            <a:extLst>
              <a:ext uri="{FF2B5EF4-FFF2-40B4-BE49-F238E27FC236}">
                <a16:creationId xmlns:a16="http://schemas.microsoft.com/office/drawing/2014/main" id="{97D0DD88-E06A-4D06-AE79-36812F0BA964}"/>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2022" name="Line 38">
            <a:extLst>
              <a:ext uri="{FF2B5EF4-FFF2-40B4-BE49-F238E27FC236}">
                <a16:creationId xmlns:a16="http://schemas.microsoft.com/office/drawing/2014/main" id="{31FFEA25-2904-57D9-BB2B-54ADFE32E574}"/>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2023" name="Group 41">
            <a:extLst>
              <a:ext uri="{FF2B5EF4-FFF2-40B4-BE49-F238E27FC236}">
                <a16:creationId xmlns:a16="http://schemas.microsoft.com/office/drawing/2014/main" id="{02E4CA8C-CABC-17A6-5832-BE3606F60A83}"/>
              </a:ext>
            </a:extLst>
          </p:cNvPr>
          <p:cNvGrpSpPr>
            <a:grpSpLocks/>
          </p:cNvGrpSpPr>
          <p:nvPr/>
        </p:nvGrpSpPr>
        <p:grpSpPr bwMode="auto">
          <a:xfrm>
            <a:off x="1835150" y="2597150"/>
            <a:ext cx="444500" cy="469900"/>
            <a:chOff x="196" y="1636"/>
            <a:chExt cx="280" cy="296"/>
          </a:xfrm>
        </p:grpSpPr>
        <p:sp>
          <p:nvSpPr>
            <p:cNvPr id="42051" name="Oval 39">
              <a:extLst>
                <a:ext uri="{FF2B5EF4-FFF2-40B4-BE49-F238E27FC236}">
                  <a16:creationId xmlns:a16="http://schemas.microsoft.com/office/drawing/2014/main" id="{A4C5CB7E-BB76-D085-6272-E759AF36E735}"/>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2052" name="Rectangle 40">
              <a:extLst>
                <a:ext uri="{FF2B5EF4-FFF2-40B4-BE49-F238E27FC236}">
                  <a16:creationId xmlns:a16="http://schemas.microsoft.com/office/drawing/2014/main" id="{B2B01EDB-7435-E581-6D03-53A2E59BA347}"/>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42024" name="Rectangle 42">
            <a:extLst>
              <a:ext uri="{FF2B5EF4-FFF2-40B4-BE49-F238E27FC236}">
                <a16:creationId xmlns:a16="http://schemas.microsoft.com/office/drawing/2014/main" id="{89C1FFA8-5F5D-5123-2E6D-8BED234A63BB}"/>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42025" name="Freeform 43">
            <a:extLst>
              <a:ext uri="{FF2B5EF4-FFF2-40B4-BE49-F238E27FC236}">
                <a16:creationId xmlns:a16="http://schemas.microsoft.com/office/drawing/2014/main" id="{B21231DD-B536-8DE5-DAE7-58F8325752F5}"/>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2026" name="Group 46">
            <a:extLst>
              <a:ext uri="{FF2B5EF4-FFF2-40B4-BE49-F238E27FC236}">
                <a16:creationId xmlns:a16="http://schemas.microsoft.com/office/drawing/2014/main" id="{D100FD95-3D6D-1034-84D9-0B006BE775AF}"/>
              </a:ext>
            </a:extLst>
          </p:cNvPr>
          <p:cNvGrpSpPr>
            <a:grpSpLocks/>
          </p:cNvGrpSpPr>
          <p:nvPr/>
        </p:nvGrpSpPr>
        <p:grpSpPr bwMode="auto">
          <a:xfrm>
            <a:off x="2825750" y="1758950"/>
            <a:ext cx="444500" cy="469900"/>
            <a:chOff x="820" y="1108"/>
            <a:chExt cx="280" cy="296"/>
          </a:xfrm>
        </p:grpSpPr>
        <p:sp>
          <p:nvSpPr>
            <p:cNvPr id="42049" name="Oval 44">
              <a:extLst>
                <a:ext uri="{FF2B5EF4-FFF2-40B4-BE49-F238E27FC236}">
                  <a16:creationId xmlns:a16="http://schemas.microsoft.com/office/drawing/2014/main" id="{BD28E46B-1602-F142-7246-125ED2FFAFA6}"/>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2050" name="Rectangle 45">
              <a:extLst>
                <a:ext uri="{FF2B5EF4-FFF2-40B4-BE49-F238E27FC236}">
                  <a16:creationId xmlns:a16="http://schemas.microsoft.com/office/drawing/2014/main" id="{43EF8360-4E81-04A8-8446-57120232AE7A}"/>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42027" name="Group 49">
            <a:extLst>
              <a:ext uri="{FF2B5EF4-FFF2-40B4-BE49-F238E27FC236}">
                <a16:creationId xmlns:a16="http://schemas.microsoft.com/office/drawing/2014/main" id="{762389BC-E6D3-9A95-F83E-7D808C45D070}"/>
              </a:ext>
            </a:extLst>
          </p:cNvPr>
          <p:cNvGrpSpPr>
            <a:grpSpLocks/>
          </p:cNvGrpSpPr>
          <p:nvPr/>
        </p:nvGrpSpPr>
        <p:grpSpPr bwMode="auto">
          <a:xfrm>
            <a:off x="2444750" y="3276600"/>
            <a:ext cx="444500" cy="450850"/>
            <a:chOff x="580" y="2064"/>
            <a:chExt cx="280" cy="284"/>
          </a:xfrm>
        </p:grpSpPr>
        <p:sp>
          <p:nvSpPr>
            <p:cNvPr id="42047" name="Oval 47">
              <a:extLst>
                <a:ext uri="{FF2B5EF4-FFF2-40B4-BE49-F238E27FC236}">
                  <a16:creationId xmlns:a16="http://schemas.microsoft.com/office/drawing/2014/main" id="{0C8F2C9B-5B7F-D433-E4B0-A631E6BCC118}"/>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2048" name="Rectangle 48">
              <a:extLst>
                <a:ext uri="{FF2B5EF4-FFF2-40B4-BE49-F238E27FC236}">
                  <a16:creationId xmlns:a16="http://schemas.microsoft.com/office/drawing/2014/main" id="{5F25A108-689E-2125-E776-09CDCB3D6CE5}"/>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42028" name="Group 52">
            <a:extLst>
              <a:ext uri="{FF2B5EF4-FFF2-40B4-BE49-F238E27FC236}">
                <a16:creationId xmlns:a16="http://schemas.microsoft.com/office/drawing/2014/main" id="{0EB76E00-9612-9CB9-EC27-601F961692C2}"/>
              </a:ext>
            </a:extLst>
          </p:cNvPr>
          <p:cNvGrpSpPr>
            <a:grpSpLocks/>
          </p:cNvGrpSpPr>
          <p:nvPr/>
        </p:nvGrpSpPr>
        <p:grpSpPr bwMode="auto">
          <a:xfrm>
            <a:off x="3968750" y="3435350"/>
            <a:ext cx="444500" cy="469900"/>
            <a:chOff x="1540" y="2164"/>
            <a:chExt cx="280" cy="296"/>
          </a:xfrm>
        </p:grpSpPr>
        <p:sp>
          <p:nvSpPr>
            <p:cNvPr id="42045" name="Oval 50">
              <a:extLst>
                <a:ext uri="{FF2B5EF4-FFF2-40B4-BE49-F238E27FC236}">
                  <a16:creationId xmlns:a16="http://schemas.microsoft.com/office/drawing/2014/main" id="{AD8D6EEA-D86A-C1F0-8B2E-05DEAC178976}"/>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2046" name="Rectangle 51">
              <a:extLst>
                <a:ext uri="{FF2B5EF4-FFF2-40B4-BE49-F238E27FC236}">
                  <a16:creationId xmlns:a16="http://schemas.microsoft.com/office/drawing/2014/main" id="{27E88A02-6FBA-7617-CFBE-6019704E3A2D}"/>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grpSp>
        <p:nvGrpSpPr>
          <p:cNvPr id="42029" name="Group 55">
            <a:extLst>
              <a:ext uri="{FF2B5EF4-FFF2-40B4-BE49-F238E27FC236}">
                <a16:creationId xmlns:a16="http://schemas.microsoft.com/office/drawing/2014/main" id="{3B9EAC82-1AB7-AB49-F177-A1A887F0FC73}"/>
              </a:ext>
            </a:extLst>
          </p:cNvPr>
          <p:cNvGrpSpPr>
            <a:grpSpLocks/>
          </p:cNvGrpSpPr>
          <p:nvPr/>
        </p:nvGrpSpPr>
        <p:grpSpPr bwMode="auto">
          <a:xfrm>
            <a:off x="4425950" y="2057400"/>
            <a:ext cx="444500" cy="450850"/>
            <a:chOff x="1828" y="1296"/>
            <a:chExt cx="280" cy="284"/>
          </a:xfrm>
        </p:grpSpPr>
        <p:sp>
          <p:nvSpPr>
            <p:cNvPr id="42043" name="Oval 53">
              <a:extLst>
                <a:ext uri="{FF2B5EF4-FFF2-40B4-BE49-F238E27FC236}">
                  <a16:creationId xmlns:a16="http://schemas.microsoft.com/office/drawing/2014/main" id="{E3291183-EB18-AF3B-E350-1015DD50364E}"/>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2044" name="Rectangle 54">
              <a:extLst>
                <a:ext uri="{FF2B5EF4-FFF2-40B4-BE49-F238E27FC236}">
                  <a16:creationId xmlns:a16="http://schemas.microsoft.com/office/drawing/2014/main" id="{BA1C3890-2F8D-2527-66C2-FBF86F5776CC}"/>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sp>
        <p:nvSpPr>
          <p:cNvPr id="42030" name="Rectangle 56">
            <a:extLst>
              <a:ext uri="{FF2B5EF4-FFF2-40B4-BE49-F238E27FC236}">
                <a16:creationId xmlns:a16="http://schemas.microsoft.com/office/drawing/2014/main" id="{BFDE3E9E-C532-4C39-9A80-6BC443C0BAF3}"/>
              </a:ext>
            </a:extLst>
          </p:cNvPr>
          <p:cNvSpPr>
            <a:spLocks noChangeArrowheads="1"/>
          </p:cNvSpPr>
          <p:nvPr/>
        </p:nvSpPr>
        <p:spPr bwMode="auto">
          <a:xfrm>
            <a:off x="8153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3</a:t>
            </a:r>
          </a:p>
        </p:txBody>
      </p:sp>
      <p:grpSp>
        <p:nvGrpSpPr>
          <p:cNvPr id="42031" name="Group 59">
            <a:extLst>
              <a:ext uri="{FF2B5EF4-FFF2-40B4-BE49-F238E27FC236}">
                <a16:creationId xmlns:a16="http://schemas.microsoft.com/office/drawing/2014/main" id="{83A21930-FA28-7ED7-A365-C84290EA1A8E}"/>
              </a:ext>
            </a:extLst>
          </p:cNvPr>
          <p:cNvGrpSpPr>
            <a:grpSpLocks/>
          </p:cNvGrpSpPr>
          <p:nvPr/>
        </p:nvGrpSpPr>
        <p:grpSpPr bwMode="auto">
          <a:xfrm>
            <a:off x="3206750" y="4730750"/>
            <a:ext cx="444500" cy="469900"/>
            <a:chOff x="1060" y="2980"/>
            <a:chExt cx="280" cy="296"/>
          </a:xfrm>
        </p:grpSpPr>
        <p:sp>
          <p:nvSpPr>
            <p:cNvPr id="42041" name="Oval 57">
              <a:extLst>
                <a:ext uri="{FF2B5EF4-FFF2-40B4-BE49-F238E27FC236}">
                  <a16:creationId xmlns:a16="http://schemas.microsoft.com/office/drawing/2014/main" id="{BD1B4172-E777-4962-6737-57462F5A75E6}"/>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2042" name="Rectangle 58">
              <a:extLst>
                <a:ext uri="{FF2B5EF4-FFF2-40B4-BE49-F238E27FC236}">
                  <a16:creationId xmlns:a16="http://schemas.microsoft.com/office/drawing/2014/main" id="{05423490-539F-72D8-FC88-EE83A14C3E0E}"/>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sp>
        <p:nvSpPr>
          <p:cNvPr id="42032" name="Rectangle 60">
            <a:extLst>
              <a:ext uri="{FF2B5EF4-FFF2-40B4-BE49-F238E27FC236}">
                <a16:creationId xmlns:a16="http://schemas.microsoft.com/office/drawing/2014/main" id="{FD61C58E-390D-3E41-798D-FF14C3D46046}"/>
              </a:ext>
            </a:extLst>
          </p:cNvPr>
          <p:cNvSpPr>
            <a:spLocks noChangeArrowheads="1"/>
          </p:cNvSpPr>
          <p:nvPr/>
        </p:nvSpPr>
        <p:spPr bwMode="auto">
          <a:xfrm>
            <a:off x="8534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6</a:t>
            </a:r>
          </a:p>
        </p:txBody>
      </p:sp>
      <p:grpSp>
        <p:nvGrpSpPr>
          <p:cNvPr id="15423" name="Group 63">
            <a:extLst>
              <a:ext uri="{FF2B5EF4-FFF2-40B4-BE49-F238E27FC236}">
                <a16:creationId xmlns:a16="http://schemas.microsoft.com/office/drawing/2014/main" id="{9317F1D2-3CAA-3009-A6C8-DFF8FF953805}"/>
              </a:ext>
            </a:extLst>
          </p:cNvPr>
          <p:cNvGrpSpPr>
            <a:grpSpLocks/>
          </p:cNvGrpSpPr>
          <p:nvPr/>
        </p:nvGrpSpPr>
        <p:grpSpPr bwMode="auto">
          <a:xfrm>
            <a:off x="5492750" y="3587750"/>
            <a:ext cx="444500" cy="469900"/>
            <a:chOff x="2500" y="2260"/>
            <a:chExt cx="280" cy="296"/>
          </a:xfrm>
        </p:grpSpPr>
        <p:sp>
          <p:nvSpPr>
            <p:cNvPr id="42039" name="Oval 61">
              <a:extLst>
                <a:ext uri="{FF2B5EF4-FFF2-40B4-BE49-F238E27FC236}">
                  <a16:creationId xmlns:a16="http://schemas.microsoft.com/office/drawing/2014/main" id="{371ECF2C-D0B7-B424-8D1E-AF862E99E9E0}"/>
                </a:ext>
              </a:extLst>
            </p:cNvPr>
            <p:cNvSpPr>
              <a:spLocks noChangeArrowheads="1"/>
            </p:cNvSpPr>
            <p:nvPr/>
          </p:nvSpPr>
          <p:spPr bwMode="auto">
            <a:xfrm>
              <a:off x="2500" y="226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2040" name="Rectangle 62">
              <a:extLst>
                <a:ext uri="{FF2B5EF4-FFF2-40B4-BE49-F238E27FC236}">
                  <a16:creationId xmlns:a16="http://schemas.microsoft.com/office/drawing/2014/main" id="{8566FE68-A1A6-70B8-7067-A7FFF3D5DBAC}"/>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grpSp>
      <p:sp>
        <p:nvSpPr>
          <p:cNvPr id="15424" name="Rectangle 64">
            <a:extLst>
              <a:ext uri="{FF2B5EF4-FFF2-40B4-BE49-F238E27FC236}">
                <a16:creationId xmlns:a16="http://schemas.microsoft.com/office/drawing/2014/main" id="{45735537-B336-21DB-A97B-1DC6F433D95D}"/>
              </a:ext>
            </a:extLst>
          </p:cNvPr>
          <p:cNvSpPr>
            <a:spLocks noChangeArrowheads="1"/>
          </p:cNvSpPr>
          <p:nvPr/>
        </p:nvSpPr>
        <p:spPr bwMode="auto">
          <a:xfrm>
            <a:off x="8991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9</a:t>
            </a:r>
          </a:p>
        </p:txBody>
      </p:sp>
      <p:grpSp>
        <p:nvGrpSpPr>
          <p:cNvPr id="15427" name="Group 67">
            <a:extLst>
              <a:ext uri="{FF2B5EF4-FFF2-40B4-BE49-F238E27FC236}">
                <a16:creationId xmlns:a16="http://schemas.microsoft.com/office/drawing/2014/main" id="{B8259A94-AAF4-F1A5-625D-058BE0DD6785}"/>
              </a:ext>
            </a:extLst>
          </p:cNvPr>
          <p:cNvGrpSpPr>
            <a:grpSpLocks/>
          </p:cNvGrpSpPr>
          <p:nvPr/>
        </p:nvGrpSpPr>
        <p:grpSpPr bwMode="auto">
          <a:xfrm>
            <a:off x="5187950" y="4959350"/>
            <a:ext cx="444500" cy="469900"/>
            <a:chOff x="2308" y="3124"/>
            <a:chExt cx="280" cy="296"/>
          </a:xfrm>
        </p:grpSpPr>
        <p:sp>
          <p:nvSpPr>
            <p:cNvPr id="42037" name="Oval 65">
              <a:extLst>
                <a:ext uri="{FF2B5EF4-FFF2-40B4-BE49-F238E27FC236}">
                  <a16:creationId xmlns:a16="http://schemas.microsoft.com/office/drawing/2014/main" id="{773854E1-71D9-530A-A47D-EA733450B5FB}"/>
                </a:ext>
              </a:extLst>
            </p:cNvPr>
            <p:cNvSpPr>
              <a:spLocks noChangeArrowheads="1"/>
            </p:cNvSpPr>
            <p:nvPr/>
          </p:nvSpPr>
          <p:spPr bwMode="auto">
            <a:xfrm>
              <a:off x="2308" y="312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2038" name="Rectangle 66">
              <a:extLst>
                <a:ext uri="{FF2B5EF4-FFF2-40B4-BE49-F238E27FC236}">
                  <a16:creationId xmlns:a16="http://schemas.microsoft.com/office/drawing/2014/main" id="{8C01E76B-B140-F0BD-BD1B-18411B439099}"/>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grpSp>
      <p:sp>
        <p:nvSpPr>
          <p:cNvPr id="15428" name="Rectangle 68">
            <a:extLst>
              <a:ext uri="{FF2B5EF4-FFF2-40B4-BE49-F238E27FC236}">
                <a16:creationId xmlns:a16="http://schemas.microsoft.com/office/drawing/2014/main" id="{CEF64F43-FF44-8D05-9CA8-DBB13FF2B10F}"/>
              </a:ext>
            </a:extLst>
          </p:cNvPr>
          <p:cNvSpPr>
            <a:spLocks noChangeArrowheads="1"/>
          </p:cNvSpPr>
          <p:nvPr/>
        </p:nvSpPr>
        <p:spPr bwMode="auto">
          <a:xfrm>
            <a:off x="9372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42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424">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54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54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24" grpId="0" build="p" autoUpdateAnimBg="0"/>
      <p:bldP spid="15428"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6BC5B9B-C07E-76D6-B553-7FB66718858A}"/>
              </a:ext>
            </a:extLst>
          </p:cNvPr>
          <p:cNvSpPr>
            <a:spLocks noGrp="1" noChangeArrowheads="1"/>
          </p:cNvSpPr>
          <p:nvPr>
            <p:ph type="title"/>
          </p:nvPr>
        </p:nvSpPr>
        <p:spPr>
          <a:noFill/>
        </p:spPr>
        <p:txBody>
          <a:bodyPr/>
          <a:lstStyle/>
          <a:p>
            <a:r>
              <a:rPr lang="en-US" altLang="en-US"/>
              <a:t>Breadth-First Search Example</a:t>
            </a:r>
          </a:p>
        </p:txBody>
      </p:sp>
      <p:sp>
        <p:nvSpPr>
          <p:cNvPr id="43011" name="Rectangle 3">
            <a:extLst>
              <a:ext uri="{FF2B5EF4-FFF2-40B4-BE49-F238E27FC236}">
                <a16:creationId xmlns:a16="http://schemas.microsoft.com/office/drawing/2014/main" id="{5234B702-2B9D-D76F-2411-A6A9E58C442C}"/>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3</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lvl="1">
              <a:buFontTx/>
              <a:buNone/>
            </a:pPr>
            <a:r>
              <a:rPr lang="en-US" altLang="en-US" sz="3200"/>
              <a:t>put in </a:t>
            </a:r>
            <a:r>
              <a:rPr lang="en-US" altLang="en-US" sz="3200">
                <a:solidFill>
                  <a:schemeClr val="hlink"/>
                </a:solidFill>
              </a:rPr>
              <a:t>Q</a:t>
            </a:r>
            <a:r>
              <a:rPr lang="en-US" altLang="en-US" sz="3200"/>
              <a:t>.</a:t>
            </a:r>
          </a:p>
        </p:txBody>
      </p:sp>
      <p:sp>
        <p:nvSpPr>
          <p:cNvPr id="43012" name="Oval 4">
            <a:extLst>
              <a:ext uri="{FF2B5EF4-FFF2-40B4-BE49-F238E27FC236}">
                <a16:creationId xmlns:a16="http://schemas.microsoft.com/office/drawing/2014/main" id="{90BAA4C3-8AFF-0FC4-C80C-22454CD8A0B8}"/>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13" name="Oval 5">
            <a:extLst>
              <a:ext uri="{FF2B5EF4-FFF2-40B4-BE49-F238E27FC236}">
                <a16:creationId xmlns:a16="http://schemas.microsoft.com/office/drawing/2014/main" id="{37E70159-0A2B-8DEE-BE53-630A9491B0C8}"/>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14" name="Oval 6">
            <a:extLst>
              <a:ext uri="{FF2B5EF4-FFF2-40B4-BE49-F238E27FC236}">
                <a16:creationId xmlns:a16="http://schemas.microsoft.com/office/drawing/2014/main" id="{3D2540AD-61C3-149A-2AD7-BB9688C78DEB}"/>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15" name="Oval 7">
            <a:extLst>
              <a:ext uri="{FF2B5EF4-FFF2-40B4-BE49-F238E27FC236}">
                <a16:creationId xmlns:a16="http://schemas.microsoft.com/office/drawing/2014/main" id="{3FA51B84-52BB-A15B-CEA2-A7BB4AA025EA}"/>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16" name="Oval 8">
            <a:extLst>
              <a:ext uri="{FF2B5EF4-FFF2-40B4-BE49-F238E27FC236}">
                <a16:creationId xmlns:a16="http://schemas.microsoft.com/office/drawing/2014/main" id="{CAD8DB3A-3F7B-83CC-87D5-1EC4D4C5C11C}"/>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17" name="Oval 9">
            <a:extLst>
              <a:ext uri="{FF2B5EF4-FFF2-40B4-BE49-F238E27FC236}">
                <a16:creationId xmlns:a16="http://schemas.microsoft.com/office/drawing/2014/main" id="{D377EB10-AEB6-4F3D-264F-DC24E6D5B285}"/>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18" name="Oval 10">
            <a:extLst>
              <a:ext uri="{FF2B5EF4-FFF2-40B4-BE49-F238E27FC236}">
                <a16:creationId xmlns:a16="http://schemas.microsoft.com/office/drawing/2014/main" id="{17C78B30-0543-4587-9814-E6C43218B4E7}"/>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19" name="Oval 11">
            <a:extLst>
              <a:ext uri="{FF2B5EF4-FFF2-40B4-BE49-F238E27FC236}">
                <a16:creationId xmlns:a16="http://schemas.microsoft.com/office/drawing/2014/main" id="{65EEFC9D-318C-5C69-F907-BF80101B0F2E}"/>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20" name="Oval 12">
            <a:extLst>
              <a:ext uri="{FF2B5EF4-FFF2-40B4-BE49-F238E27FC236}">
                <a16:creationId xmlns:a16="http://schemas.microsoft.com/office/drawing/2014/main" id="{A39C7D52-A51D-94C9-A5B3-0C781177AB30}"/>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21" name="Oval 13">
            <a:extLst>
              <a:ext uri="{FF2B5EF4-FFF2-40B4-BE49-F238E27FC236}">
                <a16:creationId xmlns:a16="http://schemas.microsoft.com/office/drawing/2014/main" id="{F9C867D3-03E9-1C23-7D8E-99481D8D90BF}"/>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22" name="Oval 14">
            <a:extLst>
              <a:ext uri="{FF2B5EF4-FFF2-40B4-BE49-F238E27FC236}">
                <a16:creationId xmlns:a16="http://schemas.microsoft.com/office/drawing/2014/main" id="{6F1EE33F-12BD-B817-214E-290E5B1AC13E}"/>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23" name="Line 15">
            <a:extLst>
              <a:ext uri="{FF2B5EF4-FFF2-40B4-BE49-F238E27FC236}">
                <a16:creationId xmlns:a16="http://schemas.microsoft.com/office/drawing/2014/main" id="{28AAD87F-1817-0CF7-EC04-A3C49016858E}"/>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3024" name="Line 16">
            <a:extLst>
              <a:ext uri="{FF2B5EF4-FFF2-40B4-BE49-F238E27FC236}">
                <a16:creationId xmlns:a16="http://schemas.microsoft.com/office/drawing/2014/main" id="{1EE0A383-783C-4BAB-56A3-3E4F182E8CCC}"/>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3025" name="Line 17">
            <a:extLst>
              <a:ext uri="{FF2B5EF4-FFF2-40B4-BE49-F238E27FC236}">
                <a16:creationId xmlns:a16="http://schemas.microsoft.com/office/drawing/2014/main" id="{498CAB4F-2AEF-C58D-860D-6D63BB25FE11}"/>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3026" name="Line 18">
            <a:extLst>
              <a:ext uri="{FF2B5EF4-FFF2-40B4-BE49-F238E27FC236}">
                <a16:creationId xmlns:a16="http://schemas.microsoft.com/office/drawing/2014/main" id="{F323DBE2-680C-2139-E661-2111D33C7FF5}"/>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3027" name="Line 19">
            <a:extLst>
              <a:ext uri="{FF2B5EF4-FFF2-40B4-BE49-F238E27FC236}">
                <a16:creationId xmlns:a16="http://schemas.microsoft.com/office/drawing/2014/main" id="{2409CC3C-305F-D368-AF20-36AEC2221F66}"/>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3028" name="Line 20">
            <a:extLst>
              <a:ext uri="{FF2B5EF4-FFF2-40B4-BE49-F238E27FC236}">
                <a16:creationId xmlns:a16="http://schemas.microsoft.com/office/drawing/2014/main" id="{FF60FB14-AF9C-AA13-BE0D-CB852B549FB2}"/>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3029" name="Line 21">
            <a:extLst>
              <a:ext uri="{FF2B5EF4-FFF2-40B4-BE49-F238E27FC236}">
                <a16:creationId xmlns:a16="http://schemas.microsoft.com/office/drawing/2014/main" id="{C6E04B37-778C-C88F-324D-44EA3AD556CE}"/>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3030" name="Line 22">
            <a:extLst>
              <a:ext uri="{FF2B5EF4-FFF2-40B4-BE49-F238E27FC236}">
                <a16:creationId xmlns:a16="http://schemas.microsoft.com/office/drawing/2014/main" id="{34F3B4B3-9650-9F9E-F6FF-045102191916}"/>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3031" name="Line 23">
            <a:extLst>
              <a:ext uri="{FF2B5EF4-FFF2-40B4-BE49-F238E27FC236}">
                <a16:creationId xmlns:a16="http://schemas.microsoft.com/office/drawing/2014/main" id="{49CA453F-5C6B-45DD-9876-77D5EED7870D}"/>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3032" name="Rectangle 24">
            <a:extLst>
              <a:ext uri="{FF2B5EF4-FFF2-40B4-BE49-F238E27FC236}">
                <a16:creationId xmlns:a16="http://schemas.microsoft.com/office/drawing/2014/main" id="{D8BD6AB3-B226-1F22-90BA-6065504118B8}"/>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43033" name="Rectangle 25">
            <a:extLst>
              <a:ext uri="{FF2B5EF4-FFF2-40B4-BE49-F238E27FC236}">
                <a16:creationId xmlns:a16="http://schemas.microsoft.com/office/drawing/2014/main" id="{27B8A57E-D724-1E86-1ACA-017352D2310E}"/>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43034" name="Rectangle 26">
            <a:extLst>
              <a:ext uri="{FF2B5EF4-FFF2-40B4-BE49-F238E27FC236}">
                <a16:creationId xmlns:a16="http://schemas.microsoft.com/office/drawing/2014/main" id="{CE08493E-101C-EFA0-C20D-25535DD61550}"/>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43035" name="Rectangle 27">
            <a:extLst>
              <a:ext uri="{FF2B5EF4-FFF2-40B4-BE49-F238E27FC236}">
                <a16:creationId xmlns:a16="http://schemas.microsoft.com/office/drawing/2014/main" id="{E738FD18-C26A-35F5-D15F-31268F045E0A}"/>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43036" name="Rectangle 28">
            <a:extLst>
              <a:ext uri="{FF2B5EF4-FFF2-40B4-BE49-F238E27FC236}">
                <a16:creationId xmlns:a16="http://schemas.microsoft.com/office/drawing/2014/main" id="{1C669B21-95D0-49FE-6735-858C451051C8}"/>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43037" name="Rectangle 29">
            <a:extLst>
              <a:ext uri="{FF2B5EF4-FFF2-40B4-BE49-F238E27FC236}">
                <a16:creationId xmlns:a16="http://schemas.microsoft.com/office/drawing/2014/main" id="{9EF7D637-A393-DB97-BCFC-29355D1BBC50}"/>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43038" name="Rectangle 30">
            <a:extLst>
              <a:ext uri="{FF2B5EF4-FFF2-40B4-BE49-F238E27FC236}">
                <a16:creationId xmlns:a16="http://schemas.microsoft.com/office/drawing/2014/main" id="{A9E03FCF-FB2E-9093-2EB3-C38461D6270F}"/>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43039" name="Rectangle 31">
            <a:extLst>
              <a:ext uri="{FF2B5EF4-FFF2-40B4-BE49-F238E27FC236}">
                <a16:creationId xmlns:a16="http://schemas.microsoft.com/office/drawing/2014/main" id="{69AEB954-982B-22F3-1BBD-E083F2DD8989}"/>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43040" name="Rectangle 32">
            <a:extLst>
              <a:ext uri="{FF2B5EF4-FFF2-40B4-BE49-F238E27FC236}">
                <a16:creationId xmlns:a16="http://schemas.microsoft.com/office/drawing/2014/main" id="{385D69DC-CC5E-66A3-B5F5-41D73665A8CA}"/>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43041" name="Rectangle 33">
            <a:extLst>
              <a:ext uri="{FF2B5EF4-FFF2-40B4-BE49-F238E27FC236}">
                <a16:creationId xmlns:a16="http://schemas.microsoft.com/office/drawing/2014/main" id="{FD611659-3BA4-CAA9-B7C0-F1A4C45F8239}"/>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43042" name="Rectangle 34">
            <a:extLst>
              <a:ext uri="{FF2B5EF4-FFF2-40B4-BE49-F238E27FC236}">
                <a16:creationId xmlns:a16="http://schemas.microsoft.com/office/drawing/2014/main" id="{BC4026E2-E010-77DF-8ABC-1BEA5B14AA11}"/>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43043" name="Line 35">
            <a:extLst>
              <a:ext uri="{FF2B5EF4-FFF2-40B4-BE49-F238E27FC236}">
                <a16:creationId xmlns:a16="http://schemas.microsoft.com/office/drawing/2014/main" id="{89BF37EE-46B6-46B3-569B-6225F0C2EE64}"/>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3044" name="Line 36">
            <a:extLst>
              <a:ext uri="{FF2B5EF4-FFF2-40B4-BE49-F238E27FC236}">
                <a16:creationId xmlns:a16="http://schemas.microsoft.com/office/drawing/2014/main" id="{7904A63E-C9BA-4C8C-84DB-ACBDCDAA9601}"/>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3045" name="Line 37">
            <a:extLst>
              <a:ext uri="{FF2B5EF4-FFF2-40B4-BE49-F238E27FC236}">
                <a16:creationId xmlns:a16="http://schemas.microsoft.com/office/drawing/2014/main" id="{BFD9DB75-302A-31A9-C171-C0A6C3B5C76F}"/>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3046" name="Line 38">
            <a:extLst>
              <a:ext uri="{FF2B5EF4-FFF2-40B4-BE49-F238E27FC236}">
                <a16:creationId xmlns:a16="http://schemas.microsoft.com/office/drawing/2014/main" id="{33AFFF12-B4EA-B327-ED8E-745FD4A27169}"/>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3047" name="Group 41">
            <a:extLst>
              <a:ext uri="{FF2B5EF4-FFF2-40B4-BE49-F238E27FC236}">
                <a16:creationId xmlns:a16="http://schemas.microsoft.com/office/drawing/2014/main" id="{15616951-0FB0-A7E9-8A2E-D6F16751FCB3}"/>
              </a:ext>
            </a:extLst>
          </p:cNvPr>
          <p:cNvGrpSpPr>
            <a:grpSpLocks/>
          </p:cNvGrpSpPr>
          <p:nvPr/>
        </p:nvGrpSpPr>
        <p:grpSpPr bwMode="auto">
          <a:xfrm>
            <a:off x="1835150" y="2597150"/>
            <a:ext cx="444500" cy="469900"/>
            <a:chOff x="196" y="1636"/>
            <a:chExt cx="280" cy="296"/>
          </a:xfrm>
        </p:grpSpPr>
        <p:sp>
          <p:nvSpPr>
            <p:cNvPr id="43075" name="Oval 39">
              <a:extLst>
                <a:ext uri="{FF2B5EF4-FFF2-40B4-BE49-F238E27FC236}">
                  <a16:creationId xmlns:a16="http://schemas.microsoft.com/office/drawing/2014/main" id="{6E2FDB5D-DC4F-38CA-530F-9BAD1A5F6077}"/>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76" name="Rectangle 40">
              <a:extLst>
                <a:ext uri="{FF2B5EF4-FFF2-40B4-BE49-F238E27FC236}">
                  <a16:creationId xmlns:a16="http://schemas.microsoft.com/office/drawing/2014/main" id="{BFD93527-44D7-7DC2-E7C1-4D1179DAE04A}"/>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43048" name="Rectangle 42">
            <a:extLst>
              <a:ext uri="{FF2B5EF4-FFF2-40B4-BE49-F238E27FC236}">
                <a16:creationId xmlns:a16="http://schemas.microsoft.com/office/drawing/2014/main" id="{18C3568F-C9FE-FC30-01B7-4CBA630A8B70}"/>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43049" name="Freeform 43">
            <a:extLst>
              <a:ext uri="{FF2B5EF4-FFF2-40B4-BE49-F238E27FC236}">
                <a16:creationId xmlns:a16="http://schemas.microsoft.com/office/drawing/2014/main" id="{AFBD88E3-53C0-3C98-A36B-F5B498F40B5D}"/>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3050" name="Group 46">
            <a:extLst>
              <a:ext uri="{FF2B5EF4-FFF2-40B4-BE49-F238E27FC236}">
                <a16:creationId xmlns:a16="http://schemas.microsoft.com/office/drawing/2014/main" id="{0D104874-02CB-7361-C865-E78EA4D18323}"/>
              </a:ext>
            </a:extLst>
          </p:cNvPr>
          <p:cNvGrpSpPr>
            <a:grpSpLocks/>
          </p:cNvGrpSpPr>
          <p:nvPr/>
        </p:nvGrpSpPr>
        <p:grpSpPr bwMode="auto">
          <a:xfrm>
            <a:off x="2825750" y="1758950"/>
            <a:ext cx="444500" cy="469900"/>
            <a:chOff x="820" y="1108"/>
            <a:chExt cx="280" cy="296"/>
          </a:xfrm>
        </p:grpSpPr>
        <p:sp>
          <p:nvSpPr>
            <p:cNvPr id="43073" name="Oval 44">
              <a:extLst>
                <a:ext uri="{FF2B5EF4-FFF2-40B4-BE49-F238E27FC236}">
                  <a16:creationId xmlns:a16="http://schemas.microsoft.com/office/drawing/2014/main" id="{56F05F66-EC6E-CB3A-091E-4CE72622B69A}"/>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74" name="Rectangle 45">
              <a:extLst>
                <a:ext uri="{FF2B5EF4-FFF2-40B4-BE49-F238E27FC236}">
                  <a16:creationId xmlns:a16="http://schemas.microsoft.com/office/drawing/2014/main" id="{FB12C903-790F-8317-ADBF-2C5B7F67897F}"/>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43051" name="Group 49">
            <a:extLst>
              <a:ext uri="{FF2B5EF4-FFF2-40B4-BE49-F238E27FC236}">
                <a16:creationId xmlns:a16="http://schemas.microsoft.com/office/drawing/2014/main" id="{6C2C15BB-2F27-B116-4552-B78BA451DE35}"/>
              </a:ext>
            </a:extLst>
          </p:cNvPr>
          <p:cNvGrpSpPr>
            <a:grpSpLocks/>
          </p:cNvGrpSpPr>
          <p:nvPr/>
        </p:nvGrpSpPr>
        <p:grpSpPr bwMode="auto">
          <a:xfrm>
            <a:off x="2444750" y="3276600"/>
            <a:ext cx="444500" cy="450850"/>
            <a:chOff x="580" y="2064"/>
            <a:chExt cx="280" cy="284"/>
          </a:xfrm>
        </p:grpSpPr>
        <p:sp>
          <p:nvSpPr>
            <p:cNvPr id="43071" name="Oval 47">
              <a:extLst>
                <a:ext uri="{FF2B5EF4-FFF2-40B4-BE49-F238E27FC236}">
                  <a16:creationId xmlns:a16="http://schemas.microsoft.com/office/drawing/2014/main" id="{81BC8AC7-B407-02A8-9BFB-25732821322A}"/>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72" name="Rectangle 48">
              <a:extLst>
                <a:ext uri="{FF2B5EF4-FFF2-40B4-BE49-F238E27FC236}">
                  <a16:creationId xmlns:a16="http://schemas.microsoft.com/office/drawing/2014/main" id="{58479C60-4405-CFE5-82E0-82214FE6DC79}"/>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43052" name="Group 52">
            <a:extLst>
              <a:ext uri="{FF2B5EF4-FFF2-40B4-BE49-F238E27FC236}">
                <a16:creationId xmlns:a16="http://schemas.microsoft.com/office/drawing/2014/main" id="{F4293C83-F46C-B78D-4DE1-5D4E58EC73B3}"/>
              </a:ext>
            </a:extLst>
          </p:cNvPr>
          <p:cNvGrpSpPr>
            <a:grpSpLocks/>
          </p:cNvGrpSpPr>
          <p:nvPr/>
        </p:nvGrpSpPr>
        <p:grpSpPr bwMode="auto">
          <a:xfrm>
            <a:off x="3968750" y="3435350"/>
            <a:ext cx="444500" cy="469900"/>
            <a:chOff x="1540" y="2164"/>
            <a:chExt cx="280" cy="296"/>
          </a:xfrm>
        </p:grpSpPr>
        <p:sp>
          <p:nvSpPr>
            <p:cNvPr id="43069" name="Oval 50">
              <a:extLst>
                <a:ext uri="{FF2B5EF4-FFF2-40B4-BE49-F238E27FC236}">
                  <a16:creationId xmlns:a16="http://schemas.microsoft.com/office/drawing/2014/main" id="{760E1991-29EA-2802-B81A-0926EA3187C1}"/>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70" name="Rectangle 51">
              <a:extLst>
                <a:ext uri="{FF2B5EF4-FFF2-40B4-BE49-F238E27FC236}">
                  <a16:creationId xmlns:a16="http://schemas.microsoft.com/office/drawing/2014/main" id="{FE3CAE51-119F-4971-AE49-E22678E1DA45}"/>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grpSp>
        <p:nvGrpSpPr>
          <p:cNvPr id="43053" name="Group 55">
            <a:extLst>
              <a:ext uri="{FF2B5EF4-FFF2-40B4-BE49-F238E27FC236}">
                <a16:creationId xmlns:a16="http://schemas.microsoft.com/office/drawing/2014/main" id="{C8C03621-A448-A1BF-19CB-A8CB8EC8529F}"/>
              </a:ext>
            </a:extLst>
          </p:cNvPr>
          <p:cNvGrpSpPr>
            <a:grpSpLocks/>
          </p:cNvGrpSpPr>
          <p:nvPr/>
        </p:nvGrpSpPr>
        <p:grpSpPr bwMode="auto">
          <a:xfrm>
            <a:off x="4425950" y="2057400"/>
            <a:ext cx="444500" cy="450850"/>
            <a:chOff x="1828" y="1296"/>
            <a:chExt cx="280" cy="284"/>
          </a:xfrm>
        </p:grpSpPr>
        <p:sp>
          <p:nvSpPr>
            <p:cNvPr id="43067" name="Oval 53">
              <a:extLst>
                <a:ext uri="{FF2B5EF4-FFF2-40B4-BE49-F238E27FC236}">
                  <a16:creationId xmlns:a16="http://schemas.microsoft.com/office/drawing/2014/main" id="{9E6AE856-E1AD-E006-07DF-E316C180C91A}"/>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68" name="Rectangle 54">
              <a:extLst>
                <a:ext uri="{FF2B5EF4-FFF2-40B4-BE49-F238E27FC236}">
                  <a16:creationId xmlns:a16="http://schemas.microsoft.com/office/drawing/2014/main" id="{0EDF76B7-39DD-F35F-EE64-230EE0A4F2D8}"/>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sp>
        <p:nvSpPr>
          <p:cNvPr id="43054" name="Rectangle 56">
            <a:extLst>
              <a:ext uri="{FF2B5EF4-FFF2-40B4-BE49-F238E27FC236}">
                <a16:creationId xmlns:a16="http://schemas.microsoft.com/office/drawing/2014/main" id="{7F9C9706-6A77-A56B-58C7-B749F7197683}"/>
              </a:ext>
            </a:extLst>
          </p:cNvPr>
          <p:cNvSpPr>
            <a:spLocks noChangeArrowheads="1"/>
          </p:cNvSpPr>
          <p:nvPr/>
        </p:nvSpPr>
        <p:spPr bwMode="auto">
          <a:xfrm>
            <a:off x="8153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3</a:t>
            </a:r>
          </a:p>
        </p:txBody>
      </p:sp>
      <p:grpSp>
        <p:nvGrpSpPr>
          <p:cNvPr id="43055" name="Group 59">
            <a:extLst>
              <a:ext uri="{FF2B5EF4-FFF2-40B4-BE49-F238E27FC236}">
                <a16:creationId xmlns:a16="http://schemas.microsoft.com/office/drawing/2014/main" id="{7B9A6B74-64B3-13FC-1820-3CD24EA4CD97}"/>
              </a:ext>
            </a:extLst>
          </p:cNvPr>
          <p:cNvGrpSpPr>
            <a:grpSpLocks/>
          </p:cNvGrpSpPr>
          <p:nvPr/>
        </p:nvGrpSpPr>
        <p:grpSpPr bwMode="auto">
          <a:xfrm>
            <a:off x="3206750" y="4730750"/>
            <a:ext cx="444500" cy="469900"/>
            <a:chOff x="1060" y="2980"/>
            <a:chExt cx="280" cy="296"/>
          </a:xfrm>
        </p:grpSpPr>
        <p:sp>
          <p:nvSpPr>
            <p:cNvPr id="43065" name="Oval 57">
              <a:extLst>
                <a:ext uri="{FF2B5EF4-FFF2-40B4-BE49-F238E27FC236}">
                  <a16:creationId xmlns:a16="http://schemas.microsoft.com/office/drawing/2014/main" id="{3EB4799F-D6A8-5726-4DA4-4381C205D6B8}"/>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66" name="Rectangle 58">
              <a:extLst>
                <a:ext uri="{FF2B5EF4-FFF2-40B4-BE49-F238E27FC236}">
                  <a16:creationId xmlns:a16="http://schemas.microsoft.com/office/drawing/2014/main" id="{0DE918F6-2B3F-7B63-0F79-9D9E6436546D}"/>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sp>
        <p:nvSpPr>
          <p:cNvPr id="43056" name="Rectangle 60">
            <a:extLst>
              <a:ext uri="{FF2B5EF4-FFF2-40B4-BE49-F238E27FC236}">
                <a16:creationId xmlns:a16="http://schemas.microsoft.com/office/drawing/2014/main" id="{A7763F49-D29C-1857-15BA-B0A5A033E527}"/>
              </a:ext>
            </a:extLst>
          </p:cNvPr>
          <p:cNvSpPr>
            <a:spLocks noChangeArrowheads="1"/>
          </p:cNvSpPr>
          <p:nvPr/>
        </p:nvSpPr>
        <p:spPr bwMode="auto">
          <a:xfrm>
            <a:off x="8534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6</a:t>
            </a:r>
          </a:p>
        </p:txBody>
      </p:sp>
      <p:grpSp>
        <p:nvGrpSpPr>
          <p:cNvPr id="43057" name="Group 63">
            <a:extLst>
              <a:ext uri="{FF2B5EF4-FFF2-40B4-BE49-F238E27FC236}">
                <a16:creationId xmlns:a16="http://schemas.microsoft.com/office/drawing/2014/main" id="{E0D6A482-19CA-C3F3-21A0-ECE73B313DF3}"/>
              </a:ext>
            </a:extLst>
          </p:cNvPr>
          <p:cNvGrpSpPr>
            <a:grpSpLocks/>
          </p:cNvGrpSpPr>
          <p:nvPr/>
        </p:nvGrpSpPr>
        <p:grpSpPr bwMode="auto">
          <a:xfrm>
            <a:off x="5492750" y="3587750"/>
            <a:ext cx="444500" cy="469900"/>
            <a:chOff x="2500" y="2260"/>
            <a:chExt cx="280" cy="296"/>
          </a:xfrm>
        </p:grpSpPr>
        <p:sp>
          <p:nvSpPr>
            <p:cNvPr id="43063" name="Oval 61">
              <a:extLst>
                <a:ext uri="{FF2B5EF4-FFF2-40B4-BE49-F238E27FC236}">
                  <a16:creationId xmlns:a16="http://schemas.microsoft.com/office/drawing/2014/main" id="{19A22789-428A-385A-B1C3-6E85F725E6E1}"/>
                </a:ext>
              </a:extLst>
            </p:cNvPr>
            <p:cNvSpPr>
              <a:spLocks noChangeArrowheads="1"/>
            </p:cNvSpPr>
            <p:nvPr/>
          </p:nvSpPr>
          <p:spPr bwMode="auto">
            <a:xfrm>
              <a:off x="2500" y="226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64" name="Rectangle 62">
              <a:extLst>
                <a:ext uri="{FF2B5EF4-FFF2-40B4-BE49-F238E27FC236}">
                  <a16:creationId xmlns:a16="http://schemas.microsoft.com/office/drawing/2014/main" id="{F1E80399-8A3B-D2EC-2E49-C1C96E59E337}"/>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grpSp>
      <p:sp>
        <p:nvSpPr>
          <p:cNvPr id="43058" name="Rectangle 64">
            <a:extLst>
              <a:ext uri="{FF2B5EF4-FFF2-40B4-BE49-F238E27FC236}">
                <a16:creationId xmlns:a16="http://schemas.microsoft.com/office/drawing/2014/main" id="{7CD72235-ACB8-6363-0B5A-C65014AF01CC}"/>
              </a:ext>
            </a:extLst>
          </p:cNvPr>
          <p:cNvSpPr>
            <a:spLocks noChangeArrowheads="1"/>
          </p:cNvSpPr>
          <p:nvPr/>
        </p:nvSpPr>
        <p:spPr bwMode="auto">
          <a:xfrm>
            <a:off x="8991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9</a:t>
            </a:r>
          </a:p>
        </p:txBody>
      </p:sp>
      <p:grpSp>
        <p:nvGrpSpPr>
          <p:cNvPr id="43059" name="Group 67">
            <a:extLst>
              <a:ext uri="{FF2B5EF4-FFF2-40B4-BE49-F238E27FC236}">
                <a16:creationId xmlns:a16="http://schemas.microsoft.com/office/drawing/2014/main" id="{146165D5-9710-2839-7FB6-BDA170D1A80B}"/>
              </a:ext>
            </a:extLst>
          </p:cNvPr>
          <p:cNvGrpSpPr>
            <a:grpSpLocks/>
          </p:cNvGrpSpPr>
          <p:nvPr/>
        </p:nvGrpSpPr>
        <p:grpSpPr bwMode="auto">
          <a:xfrm>
            <a:off x="5187950" y="4959350"/>
            <a:ext cx="444500" cy="469900"/>
            <a:chOff x="2308" y="3124"/>
            <a:chExt cx="280" cy="296"/>
          </a:xfrm>
        </p:grpSpPr>
        <p:sp>
          <p:nvSpPr>
            <p:cNvPr id="43061" name="Oval 65">
              <a:extLst>
                <a:ext uri="{FF2B5EF4-FFF2-40B4-BE49-F238E27FC236}">
                  <a16:creationId xmlns:a16="http://schemas.microsoft.com/office/drawing/2014/main" id="{43CC2E77-788C-D677-F3A8-AFDED9A96187}"/>
                </a:ext>
              </a:extLst>
            </p:cNvPr>
            <p:cNvSpPr>
              <a:spLocks noChangeArrowheads="1"/>
            </p:cNvSpPr>
            <p:nvPr/>
          </p:nvSpPr>
          <p:spPr bwMode="auto">
            <a:xfrm>
              <a:off x="2308" y="312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3062" name="Rectangle 66">
              <a:extLst>
                <a:ext uri="{FF2B5EF4-FFF2-40B4-BE49-F238E27FC236}">
                  <a16:creationId xmlns:a16="http://schemas.microsoft.com/office/drawing/2014/main" id="{1AB031BF-FA63-0E1A-1E9C-C4D202F3A9AA}"/>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grpSp>
      <p:sp>
        <p:nvSpPr>
          <p:cNvPr id="43060" name="Rectangle 68">
            <a:extLst>
              <a:ext uri="{FF2B5EF4-FFF2-40B4-BE49-F238E27FC236}">
                <a16:creationId xmlns:a16="http://schemas.microsoft.com/office/drawing/2014/main" id="{5003AD32-A266-9300-92F8-1AEBAF2B93DC}"/>
              </a:ext>
            </a:extLst>
          </p:cNvPr>
          <p:cNvSpPr>
            <a:spLocks noChangeArrowheads="1"/>
          </p:cNvSpPr>
          <p:nvPr/>
        </p:nvSpPr>
        <p:spPr bwMode="auto">
          <a:xfrm>
            <a:off x="9372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7</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3FB0E03C-8A89-AE1D-0B7B-AA008AC14E44}"/>
              </a:ext>
            </a:extLst>
          </p:cNvPr>
          <p:cNvSpPr>
            <a:spLocks noGrp="1" noChangeArrowheads="1"/>
          </p:cNvSpPr>
          <p:nvPr>
            <p:ph type="title"/>
          </p:nvPr>
        </p:nvSpPr>
        <p:spPr>
          <a:noFill/>
        </p:spPr>
        <p:txBody>
          <a:bodyPr/>
          <a:lstStyle/>
          <a:p>
            <a:r>
              <a:rPr lang="en-US" altLang="en-US"/>
              <a:t>Breadth-First Search Example</a:t>
            </a:r>
          </a:p>
        </p:txBody>
      </p:sp>
      <p:sp>
        <p:nvSpPr>
          <p:cNvPr id="44035" name="Rectangle 3">
            <a:extLst>
              <a:ext uri="{FF2B5EF4-FFF2-40B4-BE49-F238E27FC236}">
                <a16:creationId xmlns:a16="http://schemas.microsoft.com/office/drawing/2014/main" id="{623387AB-B7B4-59EE-1482-7BC324205661}"/>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3 </a:t>
            </a:r>
            <a:r>
              <a:rPr lang="en-US" altLang="en-US">
                <a:solidFill>
                  <a:schemeClr val="bg2"/>
                </a:solidFill>
              </a:rPr>
              <a:t>from </a:t>
            </a:r>
            <a:r>
              <a:rPr lang="en-US" altLang="en-US">
                <a:solidFill>
                  <a:schemeClr val="hlink"/>
                </a:solidFill>
              </a:rPr>
              <a:t>Q</a:t>
            </a:r>
            <a:r>
              <a:rPr lang="en-US" altLang="en-US">
                <a:solidFill>
                  <a:schemeClr val="bg2"/>
                </a:solidFill>
              </a:rPr>
              <a:t>; visit adjacent unvisited vertices;</a:t>
            </a:r>
          </a:p>
          <a:p>
            <a:pPr lvl="1">
              <a:buFontTx/>
              <a:buNone/>
            </a:pPr>
            <a:r>
              <a:rPr lang="en-US" altLang="en-US" sz="3200"/>
              <a:t>put in </a:t>
            </a:r>
            <a:r>
              <a:rPr lang="en-US" altLang="en-US" sz="3200">
                <a:solidFill>
                  <a:schemeClr val="hlink"/>
                </a:solidFill>
              </a:rPr>
              <a:t>Q</a:t>
            </a:r>
            <a:r>
              <a:rPr lang="en-US" altLang="en-US" sz="3200"/>
              <a:t>.</a:t>
            </a:r>
          </a:p>
        </p:txBody>
      </p:sp>
      <p:sp>
        <p:nvSpPr>
          <p:cNvPr id="44036" name="Oval 4">
            <a:extLst>
              <a:ext uri="{FF2B5EF4-FFF2-40B4-BE49-F238E27FC236}">
                <a16:creationId xmlns:a16="http://schemas.microsoft.com/office/drawing/2014/main" id="{A35F32A1-C4E7-C843-193F-4710753C39B7}"/>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37" name="Oval 5">
            <a:extLst>
              <a:ext uri="{FF2B5EF4-FFF2-40B4-BE49-F238E27FC236}">
                <a16:creationId xmlns:a16="http://schemas.microsoft.com/office/drawing/2014/main" id="{CBD80F7E-FEDC-9CDD-2914-352E88434F42}"/>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38" name="Oval 6">
            <a:extLst>
              <a:ext uri="{FF2B5EF4-FFF2-40B4-BE49-F238E27FC236}">
                <a16:creationId xmlns:a16="http://schemas.microsoft.com/office/drawing/2014/main" id="{F52CCB09-762D-7BFE-C0A2-D7B71DEC126B}"/>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39" name="Oval 7">
            <a:extLst>
              <a:ext uri="{FF2B5EF4-FFF2-40B4-BE49-F238E27FC236}">
                <a16:creationId xmlns:a16="http://schemas.microsoft.com/office/drawing/2014/main" id="{A7871AFB-8A01-83FB-E3B0-B8B4929967EA}"/>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40" name="Oval 8">
            <a:extLst>
              <a:ext uri="{FF2B5EF4-FFF2-40B4-BE49-F238E27FC236}">
                <a16:creationId xmlns:a16="http://schemas.microsoft.com/office/drawing/2014/main" id="{709A1123-020C-852B-3832-2F2B5C5441D6}"/>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41" name="Oval 9">
            <a:extLst>
              <a:ext uri="{FF2B5EF4-FFF2-40B4-BE49-F238E27FC236}">
                <a16:creationId xmlns:a16="http://schemas.microsoft.com/office/drawing/2014/main" id="{4A0E74F9-66EE-F730-84E1-09BE588EE4F8}"/>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42" name="Oval 10">
            <a:extLst>
              <a:ext uri="{FF2B5EF4-FFF2-40B4-BE49-F238E27FC236}">
                <a16:creationId xmlns:a16="http://schemas.microsoft.com/office/drawing/2014/main" id="{95E05A71-5E65-F205-BB6B-5DA93B99943A}"/>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43" name="Oval 11">
            <a:extLst>
              <a:ext uri="{FF2B5EF4-FFF2-40B4-BE49-F238E27FC236}">
                <a16:creationId xmlns:a16="http://schemas.microsoft.com/office/drawing/2014/main" id="{7A9E3247-59D5-986A-A185-B2FC960BA86E}"/>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44" name="Oval 12">
            <a:extLst>
              <a:ext uri="{FF2B5EF4-FFF2-40B4-BE49-F238E27FC236}">
                <a16:creationId xmlns:a16="http://schemas.microsoft.com/office/drawing/2014/main" id="{A24374C4-6486-E31D-C0D1-A7B8B638D6E7}"/>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45" name="Oval 13">
            <a:extLst>
              <a:ext uri="{FF2B5EF4-FFF2-40B4-BE49-F238E27FC236}">
                <a16:creationId xmlns:a16="http://schemas.microsoft.com/office/drawing/2014/main" id="{981614FE-D725-7C3D-980C-9C9D99DA8369}"/>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46" name="Oval 14">
            <a:extLst>
              <a:ext uri="{FF2B5EF4-FFF2-40B4-BE49-F238E27FC236}">
                <a16:creationId xmlns:a16="http://schemas.microsoft.com/office/drawing/2014/main" id="{7973BF1E-6977-58AF-9C0B-095BACDB28BF}"/>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47" name="Line 15">
            <a:extLst>
              <a:ext uri="{FF2B5EF4-FFF2-40B4-BE49-F238E27FC236}">
                <a16:creationId xmlns:a16="http://schemas.microsoft.com/office/drawing/2014/main" id="{8D0DEFAB-9289-3B70-728F-9ACC4C2ABDBA}"/>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4048" name="Line 16">
            <a:extLst>
              <a:ext uri="{FF2B5EF4-FFF2-40B4-BE49-F238E27FC236}">
                <a16:creationId xmlns:a16="http://schemas.microsoft.com/office/drawing/2014/main" id="{242D3BEB-0351-42DC-84D1-D679BEEE7B80}"/>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4049" name="Line 17">
            <a:extLst>
              <a:ext uri="{FF2B5EF4-FFF2-40B4-BE49-F238E27FC236}">
                <a16:creationId xmlns:a16="http://schemas.microsoft.com/office/drawing/2014/main" id="{25DBBE83-73E5-53B6-18B7-C03EA4B971E7}"/>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4050" name="Line 18">
            <a:extLst>
              <a:ext uri="{FF2B5EF4-FFF2-40B4-BE49-F238E27FC236}">
                <a16:creationId xmlns:a16="http://schemas.microsoft.com/office/drawing/2014/main" id="{0D33284A-530B-D8FE-1AA0-436E39CCBB2E}"/>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4051" name="Line 19">
            <a:extLst>
              <a:ext uri="{FF2B5EF4-FFF2-40B4-BE49-F238E27FC236}">
                <a16:creationId xmlns:a16="http://schemas.microsoft.com/office/drawing/2014/main" id="{252614B5-F1DC-A924-D708-810D84810ACA}"/>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4052" name="Line 20">
            <a:extLst>
              <a:ext uri="{FF2B5EF4-FFF2-40B4-BE49-F238E27FC236}">
                <a16:creationId xmlns:a16="http://schemas.microsoft.com/office/drawing/2014/main" id="{AE1FDFA0-BE03-1056-3EC8-9A0B119C80C8}"/>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4053" name="Line 21">
            <a:extLst>
              <a:ext uri="{FF2B5EF4-FFF2-40B4-BE49-F238E27FC236}">
                <a16:creationId xmlns:a16="http://schemas.microsoft.com/office/drawing/2014/main" id="{FB9C9F37-F0D7-C55E-18B0-EE43C587417A}"/>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4054" name="Line 22">
            <a:extLst>
              <a:ext uri="{FF2B5EF4-FFF2-40B4-BE49-F238E27FC236}">
                <a16:creationId xmlns:a16="http://schemas.microsoft.com/office/drawing/2014/main" id="{EC7C0486-419D-BF60-06AF-00555638F47D}"/>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4055" name="Line 23">
            <a:extLst>
              <a:ext uri="{FF2B5EF4-FFF2-40B4-BE49-F238E27FC236}">
                <a16:creationId xmlns:a16="http://schemas.microsoft.com/office/drawing/2014/main" id="{FB8DB0EE-D4E7-F770-816C-929A65DB7A8C}"/>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4056" name="Rectangle 24">
            <a:extLst>
              <a:ext uri="{FF2B5EF4-FFF2-40B4-BE49-F238E27FC236}">
                <a16:creationId xmlns:a16="http://schemas.microsoft.com/office/drawing/2014/main" id="{DE561D81-DCE8-B075-D5F1-C80B95A077BE}"/>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44057" name="Rectangle 25">
            <a:extLst>
              <a:ext uri="{FF2B5EF4-FFF2-40B4-BE49-F238E27FC236}">
                <a16:creationId xmlns:a16="http://schemas.microsoft.com/office/drawing/2014/main" id="{06BA1543-8DD2-E528-ED38-3CCA74E1225D}"/>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44058" name="Rectangle 26">
            <a:extLst>
              <a:ext uri="{FF2B5EF4-FFF2-40B4-BE49-F238E27FC236}">
                <a16:creationId xmlns:a16="http://schemas.microsoft.com/office/drawing/2014/main" id="{2E043220-73F4-A813-1584-E81AEEC763F4}"/>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44059" name="Rectangle 27">
            <a:extLst>
              <a:ext uri="{FF2B5EF4-FFF2-40B4-BE49-F238E27FC236}">
                <a16:creationId xmlns:a16="http://schemas.microsoft.com/office/drawing/2014/main" id="{8D3DB0CB-B6C2-C529-2C27-CE413824562F}"/>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44060" name="Rectangle 28">
            <a:extLst>
              <a:ext uri="{FF2B5EF4-FFF2-40B4-BE49-F238E27FC236}">
                <a16:creationId xmlns:a16="http://schemas.microsoft.com/office/drawing/2014/main" id="{1EF4BB0F-014D-983F-DFEC-B43A21139985}"/>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44061" name="Rectangle 29">
            <a:extLst>
              <a:ext uri="{FF2B5EF4-FFF2-40B4-BE49-F238E27FC236}">
                <a16:creationId xmlns:a16="http://schemas.microsoft.com/office/drawing/2014/main" id="{2C50E959-2AEB-89D3-3223-2F5861C9A0BB}"/>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44062" name="Rectangle 30">
            <a:extLst>
              <a:ext uri="{FF2B5EF4-FFF2-40B4-BE49-F238E27FC236}">
                <a16:creationId xmlns:a16="http://schemas.microsoft.com/office/drawing/2014/main" id="{8DB0C812-2207-DBB0-0331-B9434ECEB19E}"/>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44063" name="Rectangle 31">
            <a:extLst>
              <a:ext uri="{FF2B5EF4-FFF2-40B4-BE49-F238E27FC236}">
                <a16:creationId xmlns:a16="http://schemas.microsoft.com/office/drawing/2014/main" id="{037A6FD9-8642-85EE-0931-F5FC02E1E2D8}"/>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44064" name="Rectangle 32">
            <a:extLst>
              <a:ext uri="{FF2B5EF4-FFF2-40B4-BE49-F238E27FC236}">
                <a16:creationId xmlns:a16="http://schemas.microsoft.com/office/drawing/2014/main" id="{3B981694-2CE4-F13C-F63A-EE320AD74A3C}"/>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44065" name="Rectangle 33">
            <a:extLst>
              <a:ext uri="{FF2B5EF4-FFF2-40B4-BE49-F238E27FC236}">
                <a16:creationId xmlns:a16="http://schemas.microsoft.com/office/drawing/2014/main" id="{6028437F-B674-ED93-8831-75CFBE3D4E73}"/>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44066" name="Rectangle 34">
            <a:extLst>
              <a:ext uri="{FF2B5EF4-FFF2-40B4-BE49-F238E27FC236}">
                <a16:creationId xmlns:a16="http://schemas.microsoft.com/office/drawing/2014/main" id="{BC3FEAC4-E9BB-FF4E-E69E-1770D438EE3F}"/>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44067" name="Line 35">
            <a:extLst>
              <a:ext uri="{FF2B5EF4-FFF2-40B4-BE49-F238E27FC236}">
                <a16:creationId xmlns:a16="http://schemas.microsoft.com/office/drawing/2014/main" id="{6E772468-7135-B2C7-AC7B-518E69B16AD8}"/>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4068" name="Line 36">
            <a:extLst>
              <a:ext uri="{FF2B5EF4-FFF2-40B4-BE49-F238E27FC236}">
                <a16:creationId xmlns:a16="http://schemas.microsoft.com/office/drawing/2014/main" id="{34425EC1-2598-43F3-35B5-DDAABF9DD404}"/>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4069" name="Line 37">
            <a:extLst>
              <a:ext uri="{FF2B5EF4-FFF2-40B4-BE49-F238E27FC236}">
                <a16:creationId xmlns:a16="http://schemas.microsoft.com/office/drawing/2014/main" id="{7B9DE985-08FE-107A-36CA-06B1C7F16FDD}"/>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4070" name="Line 38">
            <a:extLst>
              <a:ext uri="{FF2B5EF4-FFF2-40B4-BE49-F238E27FC236}">
                <a16:creationId xmlns:a16="http://schemas.microsoft.com/office/drawing/2014/main" id="{CD85C2E6-BFDB-540B-EF55-49DA75A75106}"/>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4071" name="Group 41">
            <a:extLst>
              <a:ext uri="{FF2B5EF4-FFF2-40B4-BE49-F238E27FC236}">
                <a16:creationId xmlns:a16="http://schemas.microsoft.com/office/drawing/2014/main" id="{6C6E42D3-8197-84E9-35DE-B3289CA5FF96}"/>
              </a:ext>
            </a:extLst>
          </p:cNvPr>
          <p:cNvGrpSpPr>
            <a:grpSpLocks/>
          </p:cNvGrpSpPr>
          <p:nvPr/>
        </p:nvGrpSpPr>
        <p:grpSpPr bwMode="auto">
          <a:xfrm>
            <a:off x="1835150" y="2597150"/>
            <a:ext cx="444500" cy="469900"/>
            <a:chOff x="196" y="1636"/>
            <a:chExt cx="280" cy="296"/>
          </a:xfrm>
        </p:grpSpPr>
        <p:sp>
          <p:nvSpPr>
            <p:cNvPr id="44098" name="Oval 39">
              <a:extLst>
                <a:ext uri="{FF2B5EF4-FFF2-40B4-BE49-F238E27FC236}">
                  <a16:creationId xmlns:a16="http://schemas.microsoft.com/office/drawing/2014/main" id="{9E692F55-DD4E-FE17-27CD-7C9C8CF55CEF}"/>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99" name="Rectangle 40">
              <a:extLst>
                <a:ext uri="{FF2B5EF4-FFF2-40B4-BE49-F238E27FC236}">
                  <a16:creationId xmlns:a16="http://schemas.microsoft.com/office/drawing/2014/main" id="{CDFED293-1A01-7D6D-FF26-4320AD908968}"/>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44072" name="Rectangle 42">
            <a:extLst>
              <a:ext uri="{FF2B5EF4-FFF2-40B4-BE49-F238E27FC236}">
                <a16:creationId xmlns:a16="http://schemas.microsoft.com/office/drawing/2014/main" id="{86D0C68C-3D89-6AD7-B00C-7586EE37A7FB}"/>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44073" name="Freeform 43">
            <a:extLst>
              <a:ext uri="{FF2B5EF4-FFF2-40B4-BE49-F238E27FC236}">
                <a16:creationId xmlns:a16="http://schemas.microsoft.com/office/drawing/2014/main" id="{21CD38DC-DA65-DEAE-F789-90370507390D}"/>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4074" name="Group 46">
            <a:extLst>
              <a:ext uri="{FF2B5EF4-FFF2-40B4-BE49-F238E27FC236}">
                <a16:creationId xmlns:a16="http://schemas.microsoft.com/office/drawing/2014/main" id="{F31FAA50-B6FB-869F-C775-D68DD9F696E0}"/>
              </a:ext>
            </a:extLst>
          </p:cNvPr>
          <p:cNvGrpSpPr>
            <a:grpSpLocks/>
          </p:cNvGrpSpPr>
          <p:nvPr/>
        </p:nvGrpSpPr>
        <p:grpSpPr bwMode="auto">
          <a:xfrm>
            <a:off x="2825750" y="1758950"/>
            <a:ext cx="444500" cy="469900"/>
            <a:chOff x="820" y="1108"/>
            <a:chExt cx="280" cy="296"/>
          </a:xfrm>
        </p:grpSpPr>
        <p:sp>
          <p:nvSpPr>
            <p:cNvPr id="44096" name="Oval 44">
              <a:extLst>
                <a:ext uri="{FF2B5EF4-FFF2-40B4-BE49-F238E27FC236}">
                  <a16:creationId xmlns:a16="http://schemas.microsoft.com/office/drawing/2014/main" id="{C5DACD5F-756F-1958-639F-82B9370D0CB1}"/>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97" name="Rectangle 45">
              <a:extLst>
                <a:ext uri="{FF2B5EF4-FFF2-40B4-BE49-F238E27FC236}">
                  <a16:creationId xmlns:a16="http://schemas.microsoft.com/office/drawing/2014/main" id="{98BBB0C7-983B-3A00-9F34-54B348757DD0}"/>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44075" name="Group 49">
            <a:extLst>
              <a:ext uri="{FF2B5EF4-FFF2-40B4-BE49-F238E27FC236}">
                <a16:creationId xmlns:a16="http://schemas.microsoft.com/office/drawing/2014/main" id="{9E8534D8-5D35-9BBB-3CB9-73F77C2D36D1}"/>
              </a:ext>
            </a:extLst>
          </p:cNvPr>
          <p:cNvGrpSpPr>
            <a:grpSpLocks/>
          </p:cNvGrpSpPr>
          <p:nvPr/>
        </p:nvGrpSpPr>
        <p:grpSpPr bwMode="auto">
          <a:xfrm>
            <a:off x="2444750" y="3276600"/>
            <a:ext cx="444500" cy="450850"/>
            <a:chOff x="580" y="2064"/>
            <a:chExt cx="280" cy="284"/>
          </a:xfrm>
        </p:grpSpPr>
        <p:sp>
          <p:nvSpPr>
            <p:cNvPr id="44094" name="Oval 47">
              <a:extLst>
                <a:ext uri="{FF2B5EF4-FFF2-40B4-BE49-F238E27FC236}">
                  <a16:creationId xmlns:a16="http://schemas.microsoft.com/office/drawing/2014/main" id="{5A301618-2863-4426-90D2-66246217255F}"/>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95" name="Rectangle 48">
              <a:extLst>
                <a:ext uri="{FF2B5EF4-FFF2-40B4-BE49-F238E27FC236}">
                  <a16:creationId xmlns:a16="http://schemas.microsoft.com/office/drawing/2014/main" id="{E3297390-97CA-B4C4-1BD3-945FCA28326C}"/>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44076" name="Group 52">
            <a:extLst>
              <a:ext uri="{FF2B5EF4-FFF2-40B4-BE49-F238E27FC236}">
                <a16:creationId xmlns:a16="http://schemas.microsoft.com/office/drawing/2014/main" id="{4CC794B6-E3F1-C82D-9E89-4EC5D30C4654}"/>
              </a:ext>
            </a:extLst>
          </p:cNvPr>
          <p:cNvGrpSpPr>
            <a:grpSpLocks/>
          </p:cNvGrpSpPr>
          <p:nvPr/>
        </p:nvGrpSpPr>
        <p:grpSpPr bwMode="auto">
          <a:xfrm>
            <a:off x="3968750" y="3435350"/>
            <a:ext cx="444500" cy="469900"/>
            <a:chOff x="1540" y="2164"/>
            <a:chExt cx="280" cy="296"/>
          </a:xfrm>
        </p:grpSpPr>
        <p:sp>
          <p:nvSpPr>
            <p:cNvPr id="44092" name="Oval 50">
              <a:extLst>
                <a:ext uri="{FF2B5EF4-FFF2-40B4-BE49-F238E27FC236}">
                  <a16:creationId xmlns:a16="http://schemas.microsoft.com/office/drawing/2014/main" id="{80EB909F-FA15-586B-2DB5-B7F0F96316BD}"/>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93" name="Rectangle 51">
              <a:extLst>
                <a:ext uri="{FF2B5EF4-FFF2-40B4-BE49-F238E27FC236}">
                  <a16:creationId xmlns:a16="http://schemas.microsoft.com/office/drawing/2014/main" id="{01F54060-9C5E-54B0-149E-508D667454E1}"/>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grpSp>
        <p:nvGrpSpPr>
          <p:cNvPr id="44077" name="Group 55">
            <a:extLst>
              <a:ext uri="{FF2B5EF4-FFF2-40B4-BE49-F238E27FC236}">
                <a16:creationId xmlns:a16="http://schemas.microsoft.com/office/drawing/2014/main" id="{7DC1D9AB-E9A9-2C11-D75D-C4B53816E489}"/>
              </a:ext>
            </a:extLst>
          </p:cNvPr>
          <p:cNvGrpSpPr>
            <a:grpSpLocks/>
          </p:cNvGrpSpPr>
          <p:nvPr/>
        </p:nvGrpSpPr>
        <p:grpSpPr bwMode="auto">
          <a:xfrm>
            <a:off x="4425950" y="2057400"/>
            <a:ext cx="444500" cy="450850"/>
            <a:chOff x="1828" y="1296"/>
            <a:chExt cx="280" cy="284"/>
          </a:xfrm>
        </p:grpSpPr>
        <p:sp>
          <p:nvSpPr>
            <p:cNvPr id="44090" name="Oval 53">
              <a:extLst>
                <a:ext uri="{FF2B5EF4-FFF2-40B4-BE49-F238E27FC236}">
                  <a16:creationId xmlns:a16="http://schemas.microsoft.com/office/drawing/2014/main" id="{113745E4-0ADC-7661-9921-92179E74FA4A}"/>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91" name="Rectangle 54">
              <a:extLst>
                <a:ext uri="{FF2B5EF4-FFF2-40B4-BE49-F238E27FC236}">
                  <a16:creationId xmlns:a16="http://schemas.microsoft.com/office/drawing/2014/main" id="{159AD8F2-5326-AC2B-E1DE-7959FE496522}"/>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grpSp>
        <p:nvGrpSpPr>
          <p:cNvPr id="44078" name="Group 58">
            <a:extLst>
              <a:ext uri="{FF2B5EF4-FFF2-40B4-BE49-F238E27FC236}">
                <a16:creationId xmlns:a16="http://schemas.microsoft.com/office/drawing/2014/main" id="{87BC0C26-BAEF-CC5C-6B56-D38D734A4356}"/>
              </a:ext>
            </a:extLst>
          </p:cNvPr>
          <p:cNvGrpSpPr>
            <a:grpSpLocks/>
          </p:cNvGrpSpPr>
          <p:nvPr/>
        </p:nvGrpSpPr>
        <p:grpSpPr bwMode="auto">
          <a:xfrm>
            <a:off x="3206750" y="4730750"/>
            <a:ext cx="444500" cy="469900"/>
            <a:chOff x="1060" y="2980"/>
            <a:chExt cx="280" cy="296"/>
          </a:xfrm>
        </p:grpSpPr>
        <p:sp>
          <p:nvSpPr>
            <p:cNvPr id="44088" name="Oval 56">
              <a:extLst>
                <a:ext uri="{FF2B5EF4-FFF2-40B4-BE49-F238E27FC236}">
                  <a16:creationId xmlns:a16="http://schemas.microsoft.com/office/drawing/2014/main" id="{E8CFF125-E951-03AB-C6FC-60BC8CEF8A0F}"/>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89" name="Rectangle 57">
              <a:extLst>
                <a:ext uri="{FF2B5EF4-FFF2-40B4-BE49-F238E27FC236}">
                  <a16:creationId xmlns:a16="http://schemas.microsoft.com/office/drawing/2014/main" id="{A0F86B54-AFC1-A623-BB3A-1E085554BEC9}"/>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sp>
        <p:nvSpPr>
          <p:cNvPr id="44079" name="Rectangle 59">
            <a:extLst>
              <a:ext uri="{FF2B5EF4-FFF2-40B4-BE49-F238E27FC236}">
                <a16:creationId xmlns:a16="http://schemas.microsoft.com/office/drawing/2014/main" id="{D4D5D578-EB61-3265-7160-7F1F061F4D6E}"/>
              </a:ext>
            </a:extLst>
          </p:cNvPr>
          <p:cNvSpPr>
            <a:spLocks noChangeArrowheads="1"/>
          </p:cNvSpPr>
          <p:nvPr/>
        </p:nvSpPr>
        <p:spPr bwMode="auto">
          <a:xfrm>
            <a:off x="8534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6</a:t>
            </a:r>
          </a:p>
        </p:txBody>
      </p:sp>
      <p:grpSp>
        <p:nvGrpSpPr>
          <p:cNvPr id="44080" name="Group 62">
            <a:extLst>
              <a:ext uri="{FF2B5EF4-FFF2-40B4-BE49-F238E27FC236}">
                <a16:creationId xmlns:a16="http://schemas.microsoft.com/office/drawing/2014/main" id="{2CE8C9B0-C069-8DAD-6FFE-20CC023A991E}"/>
              </a:ext>
            </a:extLst>
          </p:cNvPr>
          <p:cNvGrpSpPr>
            <a:grpSpLocks/>
          </p:cNvGrpSpPr>
          <p:nvPr/>
        </p:nvGrpSpPr>
        <p:grpSpPr bwMode="auto">
          <a:xfrm>
            <a:off x="5492750" y="3587750"/>
            <a:ext cx="444500" cy="469900"/>
            <a:chOff x="2500" y="2260"/>
            <a:chExt cx="280" cy="296"/>
          </a:xfrm>
        </p:grpSpPr>
        <p:sp>
          <p:nvSpPr>
            <p:cNvPr id="44086" name="Oval 60">
              <a:extLst>
                <a:ext uri="{FF2B5EF4-FFF2-40B4-BE49-F238E27FC236}">
                  <a16:creationId xmlns:a16="http://schemas.microsoft.com/office/drawing/2014/main" id="{D1924053-8259-9AAD-4FF3-F31287A2BA29}"/>
                </a:ext>
              </a:extLst>
            </p:cNvPr>
            <p:cNvSpPr>
              <a:spLocks noChangeArrowheads="1"/>
            </p:cNvSpPr>
            <p:nvPr/>
          </p:nvSpPr>
          <p:spPr bwMode="auto">
            <a:xfrm>
              <a:off x="2500" y="226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87" name="Rectangle 61">
              <a:extLst>
                <a:ext uri="{FF2B5EF4-FFF2-40B4-BE49-F238E27FC236}">
                  <a16:creationId xmlns:a16="http://schemas.microsoft.com/office/drawing/2014/main" id="{3B0F5958-7414-7E6F-037D-BFAB23B51109}"/>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grpSp>
      <p:sp>
        <p:nvSpPr>
          <p:cNvPr id="44081" name="Rectangle 63">
            <a:extLst>
              <a:ext uri="{FF2B5EF4-FFF2-40B4-BE49-F238E27FC236}">
                <a16:creationId xmlns:a16="http://schemas.microsoft.com/office/drawing/2014/main" id="{EEEFF5F6-5D7B-01A1-B7F1-C754C505A572}"/>
              </a:ext>
            </a:extLst>
          </p:cNvPr>
          <p:cNvSpPr>
            <a:spLocks noChangeArrowheads="1"/>
          </p:cNvSpPr>
          <p:nvPr/>
        </p:nvSpPr>
        <p:spPr bwMode="auto">
          <a:xfrm>
            <a:off x="8991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9</a:t>
            </a:r>
          </a:p>
        </p:txBody>
      </p:sp>
      <p:grpSp>
        <p:nvGrpSpPr>
          <p:cNvPr id="44082" name="Group 66">
            <a:extLst>
              <a:ext uri="{FF2B5EF4-FFF2-40B4-BE49-F238E27FC236}">
                <a16:creationId xmlns:a16="http://schemas.microsoft.com/office/drawing/2014/main" id="{96EF8C89-43AB-7226-8F67-4A97906179E3}"/>
              </a:ext>
            </a:extLst>
          </p:cNvPr>
          <p:cNvGrpSpPr>
            <a:grpSpLocks/>
          </p:cNvGrpSpPr>
          <p:nvPr/>
        </p:nvGrpSpPr>
        <p:grpSpPr bwMode="auto">
          <a:xfrm>
            <a:off x="5187950" y="4959350"/>
            <a:ext cx="444500" cy="469900"/>
            <a:chOff x="2308" y="3124"/>
            <a:chExt cx="280" cy="296"/>
          </a:xfrm>
        </p:grpSpPr>
        <p:sp>
          <p:nvSpPr>
            <p:cNvPr id="44084" name="Oval 64">
              <a:extLst>
                <a:ext uri="{FF2B5EF4-FFF2-40B4-BE49-F238E27FC236}">
                  <a16:creationId xmlns:a16="http://schemas.microsoft.com/office/drawing/2014/main" id="{20134B89-11A2-BBB5-B34B-703812AB1DB6}"/>
                </a:ext>
              </a:extLst>
            </p:cNvPr>
            <p:cNvSpPr>
              <a:spLocks noChangeArrowheads="1"/>
            </p:cNvSpPr>
            <p:nvPr/>
          </p:nvSpPr>
          <p:spPr bwMode="auto">
            <a:xfrm>
              <a:off x="2308" y="312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4085" name="Rectangle 65">
              <a:extLst>
                <a:ext uri="{FF2B5EF4-FFF2-40B4-BE49-F238E27FC236}">
                  <a16:creationId xmlns:a16="http://schemas.microsoft.com/office/drawing/2014/main" id="{56A656C5-2913-2A32-48AC-AC13BFF0D5A8}"/>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grpSp>
      <p:sp>
        <p:nvSpPr>
          <p:cNvPr id="44083" name="Rectangle 67">
            <a:extLst>
              <a:ext uri="{FF2B5EF4-FFF2-40B4-BE49-F238E27FC236}">
                <a16:creationId xmlns:a16="http://schemas.microsoft.com/office/drawing/2014/main" id="{14E21B63-790D-E239-99FA-D9DD0EDFC42C}"/>
              </a:ext>
            </a:extLst>
          </p:cNvPr>
          <p:cNvSpPr>
            <a:spLocks noChangeArrowheads="1"/>
          </p:cNvSpPr>
          <p:nvPr/>
        </p:nvSpPr>
        <p:spPr bwMode="auto">
          <a:xfrm>
            <a:off x="9372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7</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B539CA67-FFB8-ACCD-2B2A-04F878D31268}"/>
              </a:ext>
            </a:extLst>
          </p:cNvPr>
          <p:cNvSpPr>
            <a:spLocks noGrp="1" noChangeArrowheads="1"/>
          </p:cNvSpPr>
          <p:nvPr>
            <p:ph type="title"/>
          </p:nvPr>
        </p:nvSpPr>
        <p:spPr>
          <a:noFill/>
        </p:spPr>
        <p:txBody>
          <a:bodyPr/>
          <a:lstStyle/>
          <a:p>
            <a:r>
              <a:rPr lang="en-US" altLang="en-US"/>
              <a:t>Breadth-First Search Example</a:t>
            </a:r>
          </a:p>
        </p:txBody>
      </p:sp>
      <p:sp>
        <p:nvSpPr>
          <p:cNvPr id="45059" name="Rectangle 3">
            <a:extLst>
              <a:ext uri="{FF2B5EF4-FFF2-40B4-BE49-F238E27FC236}">
                <a16:creationId xmlns:a16="http://schemas.microsoft.com/office/drawing/2014/main" id="{75018F57-9249-72F2-94CA-A15B339FCEFA}"/>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6</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lvl="1">
              <a:buFontTx/>
              <a:buNone/>
            </a:pPr>
            <a:r>
              <a:rPr lang="en-US" altLang="en-US" sz="3200"/>
              <a:t>put in </a:t>
            </a:r>
            <a:r>
              <a:rPr lang="en-US" altLang="en-US" sz="3200">
                <a:solidFill>
                  <a:schemeClr val="hlink"/>
                </a:solidFill>
              </a:rPr>
              <a:t>Q</a:t>
            </a:r>
            <a:r>
              <a:rPr lang="en-US" altLang="en-US" sz="3200"/>
              <a:t>.</a:t>
            </a:r>
          </a:p>
        </p:txBody>
      </p:sp>
      <p:sp>
        <p:nvSpPr>
          <p:cNvPr id="45060" name="Oval 4">
            <a:extLst>
              <a:ext uri="{FF2B5EF4-FFF2-40B4-BE49-F238E27FC236}">
                <a16:creationId xmlns:a16="http://schemas.microsoft.com/office/drawing/2014/main" id="{BD250943-F411-30E6-566D-BDF4AF2BD1C0}"/>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061" name="Oval 5">
            <a:extLst>
              <a:ext uri="{FF2B5EF4-FFF2-40B4-BE49-F238E27FC236}">
                <a16:creationId xmlns:a16="http://schemas.microsoft.com/office/drawing/2014/main" id="{ECD3203F-6AC6-08E4-E0F5-618C2DDB3623}"/>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062" name="Oval 6">
            <a:extLst>
              <a:ext uri="{FF2B5EF4-FFF2-40B4-BE49-F238E27FC236}">
                <a16:creationId xmlns:a16="http://schemas.microsoft.com/office/drawing/2014/main" id="{3D1A2CE3-BC31-1336-5D3C-197A5E892E0C}"/>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063" name="Oval 7">
            <a:extLst>
              <a:ext uri="{FF2B5EF4-FFF2-40B4-BE49-F238E27FC236}">
                <a16:creationId xmlns:a16="http://schemas.microsoft.com/office/drawing/2014/main" id="{8949FEAB-F5E5-0BB3-5C6E-63FF5815B3DC}"/>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064" name="Oval 8">
            <a:extLst>
              <a:ext uri="{FF2B5EF4-FFF2-40B4-BE49-F238E27FC236}">
                <a16:creationId xmlns:a16="http://schemas.microsoft.com/office/drawing/2014/main" id="{D1AEF672-AB12-C296-609F-743F2F18AD0E}"/>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065" name="Oval 9">
            <a:extLst>
              <a:ext uri="{FF2B5EF4-FFF2-40B4-BE49-F238E27FC236}">
                <a16:creationId xmlns:a16="http://schemas.microsoft.com/office/drawing/2014/main" id="{5EA80B0F-4A15-A150-4BFC-029478EFFF2F}"/>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066" name="Oval 10">
            <a:extLst>
              <a:ext uri="{FF2B5EF4-FFF2-40B4-BE49-F238E27FC236}">
                <a16:creationId xmlns:a16="http://schemas.microsoft.com/office/drawing/2014/main" id="{6FFA89AA-5AD9-5382-32CD-9F5A88FC7291}"/>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067" name="Oval 11">
            <a:extLst>
              <a:ext uri="{FF2B5EF4-FFF2-40B4-BE49-F238E27FC236}">
                <a16:creationId xmlns:a16="http://schemas.microsoft.com/office/drawing/2014/main" id="{551FC533-4BCC-E724-9F9C-1D71A087C3F1}"/>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068" name="Oval 12">
            <a:extLst>
              <a:ext uri="{FF2B5EF4-FFF2-40B4-BE49-F238E27FC236}">
                <a16:creationId xmlns:a16="http://schemas.microsoft.com/office/drawing/2014/main" id="{5A32C673-0CC4-CBE1-ADC6-183513C7D580}"/>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069" name="Oval 13">
            <a:extLst>
              <a:ext uri="{FF2B5EF4-FFF2-40B4-BE49-F238E27FC236}">
                <a16:creationId xmlns:a16="http://schemas.microsoft.com/office/drawing/2014/main" id="{EA50B8CC-DA61-D8E4-72E0-BD62BBB01C4E}"/>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070" name="Oval 14">
            <a:extLst>
              <a:ext uri="{FF2B5EF4-FFF2-40B4-BE49-F238E27FC236}">
                <a16:creationId xmlns:a16="http://schemas.microsoft.com/office/drawing/2014/main" id="{9E1D89E6-82F9-676A-5F7F-93C5E1901AF2}"/>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071" name="Line 15">
            <a:extLst>
              <a:ext uri="{FF2B5EF4-FFF2-40B4-BE49-F238E27FC236}">
                <a16:creationId xmlns:a16="http://schemas.microsoft.com/office/drawing/2014/main" id="{C3794E02-E199-F41C-0A70-9C4EC9D96970}"/>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5072" name="Line 16">
            <a:extLst>
              <a:ext uri="{FF2B5EF4-FFF2-40B4-BE49-F238E27FC236}">
                <a16:creationId xmlns:a16="http://schemas.microsoft.com/office/drawing/2014/main" id="{563914F9-0E5D-3D8E-C9B5-942010F4C80B}"/>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5073" name="Line 17">
            <a:extLst>
              <a:ext uri="{FF2B5EF4-FFF2-40B4-BE49-F238E27FC236}">
                <a16:creationId xmlns:a16="http://schemas.microsoft.com/office/drawing/2014/main" id="{AAC3591F-169E-009E-B499-D4257EBBF577}"/>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5074" name="Line 18">
            <a:extLst>
              <a:ext uri="{FF2B5EF4-FFF2-40B4-BE49-F238E27FC236}">
                <a16:creationId xmlns:a16="http://schemas.microsoft.com/office/drawing/2014/main" id="{4B9826BC-E2A9-C290-327C-69B283056F57}"/>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5075" name="Line 19">
            <a:extLst>
              <a:ext uri="{FF2B5EF4-FFF2-40B4-BE49-F238E27FC236}">
                <a16:creationId xmlns:a16="http://schemas.microsoft.com/office/drawing/2014/main" id="{59654266-D19D-FADA-55B8-CC35E37ED396}"/>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5076" name="Line 20">
            <a:extLst>
              <a:ext uri="{FF2B5EF4-FFF2-40B4-BE49-F238E27FC236}">
                <a16:creationId xmlns:a16="http://schemas.microsoft.com/office/drawing/2014/main" id="{900D8812-C85C-0F95-E4DC-6889CAABC257}"/>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5077" name="Line 21">
            <a:extLst>
              <a:ext uri="{FF2B5EF4-FFF2-40B4-BE49-F238E27FC236}">
                <a16:creationId xmlns:a16="http://schemas.microsoft.com/office/drawing/2014/main" id="{94BA3F87-7BDC-4B6C-2F00-9F09C42FCAD2}"/>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5078" name="Line 22">
            <a:extLst>
              <a:ext uri="{FF2B5EF4-FFF2-40B4-BE49-F238E27FC236}">
                <a16:creationId xmlns:a16="http://schemas.microsoft.com/office/drawing/2014/main" id="{C9F338A9-3964-B7EB-7EB9-0E89B95CD657}"/>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5079" name="Line 23">
            <a:extLst>
              <a:ext uri="{FF2B5EF4-FFF2-40B4-BE49-F238E27FC236}">
                <a16:creationId xmlns:a16="http://schemas.microsoft.com/office/drawing/2014/main" id="{DE36CF89-1881-3D83-BB97-DCECA0E98B5D}"/>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5080" name="Rectangle 24">
            <a:extLst>
              <a:ext uri="{FF2B5EF4-FFF2-40B4-BE49-F238E27FC236}">
                <a16:creationId xmlns:a16="http://schemas.microsoft.com/office/drawing/2014/main" id="{6850B265-D93E-F54E-A3DD-A64D9D144CE0}"/>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45081" name="Rectangle 25">
            <a:extLst>
              <a:ext uri="{FF2B5EF4-FFF2-40B4-BE49-F238E27FC236}">
                <a16:creationId xmlns:a16="http://schemas.microsoft.com/office/drawing/2014/main" id="{80C52103-B464-BDCD-C2B9-9D1EEE9C984F}"/>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45082" name="Rectangle 26">
            <a:extLst>
              <a:ext uri="{FF2B5EF4-FFF2-40B4-BE49-F238E27FC236}">
                <a16:creationId xmlns:a16="http://schemas.microsoft.com/office/drawing/2014/main" id="{432CD699-904D-CF63-14DF-B7C79D1310DE}"/>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45083" name="Rectangle 27">
            <a:extLst>
              <a:ext uri="{FF2B5EF4-FFF2-40B4-BE49-F238E27FC236}">
                <a16:creationId xmlns:a16="http://schemas.microsoft.com/office/drawing/2014/main" id="{7E068091-CA90-87E0-BADF-9D5B0E054A69}"/>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45084" name="Rectangle 28">
            <a:extLst>
              <a:ext uri="{FF2B5EF4-FFF2-40B4-BE49-F238E27FC236}">
                <a16:creationId xmlns:a16="http://schemas.microsoft.com/office/drawing/2014/main" id="{0B44201F-C267-4A0A-9F97-3070824A1E16}"/>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45085" name="Rectangle 29">
            <a:extLst>
              <a:ext uri="{FF2B5EF4-FFF2-40B4-BE49-F238E27FC236}">
                <a16:creationId xmlns:a16="http://schemas.microsoft.com/office/drawing/2014/main" id="{32C58350-D3D4-16B2-0DFF-9A144D710507}"/>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45086" name="Rectangle 30">
            <a:extLst>
              <a:ext uri="{FF2B5EF4-FFF2-40B4-BE49-F238E27FC236}">
                <a16:creationId xmlns:a16="http://schemas.microsoft.com/office/drawing/2014/main" id="{69E14DAE-EDB0-A38C-B532-FF9320371F34}"/>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45087" name="Rectangle 31">
            <a:extLst>
              <a:ext uri="{FF2B5EF4-FFF2-40B4-BE49-F238E27FC236}">
                <a16:creationId xmlns:a16="http://schemas.microsoft.com/office/drawing/2014/main" id="{C6FFEBC1-8A3B-B2E4-CB1D-9B769765ABCA}"/>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45088" name="Rectangle 32">
            <a:extLst>
              <a:ext uri="{FF2B5EF4-FFF2-40B4-BE49-F238E27FC236}">
                <a16:creationId xmlns:a16="http://schemas.microsoft.com/office/drawing/2014/main" id="{170BEB58-2BAE-D2E4-D15C-FE1D46117125}"/>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45089" name="Rectangle 33">
            <a:extLst>
              <a:ext uri="{FF2B5EF4-FFF2-40B4-BE49-F238E27FC236}">
                <a16:creationId xmlns:a16="http://schemas.microsoft.com/office/drawing/2014/main" id="{700D8380-23E1-344D-8330-0B589F57DA0F}"/>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45090" name="Rectangle 34">
            <a:extLst>
              <a:ext uri="{FF2B5EF4-FFF2-40B4-BE49-F238E27FC236}">
                <a16:creationId xmlns:a16="http://schemas.microsoft.com/office/drawing/2014/main" id="{2B42650F-F900-7F7D-BBED-4E365E11CBB2}"/>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45091" name="Line 35">
            <a:extLst>
              <a:ext uri="{FF2B5EF4-FFF2-40B4-BE49-F238E27FC236}">
                <a16:creationId xmlns:a16="http://schemas.microsoft.com/office/drawing/2014/main" id="{FAB34E93-DE54-405B-B161-C6846FC85517}"/>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5092" name="Line 36">
            <a:extLst>
              <a:ext uri="{FF2B5EF4-FFF2-40B4-BE49-F238E27FC236}">
                <a16:creationId xmlns:a16="http://schemas.microsoft.com/office/drawing/2014/main" id="{E97892B8-5CAC-6A59-4034-0D2E835244C4}"/>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5093" name="Line 37">
            <a:extLst>
              <a:ext uri="{FF2B5EF4-FFF2-40B4-BE49-F238E27FC236}">
                <a16:creationId xmlns:a16="http://schemas.microsoft.com/office/drawing/2014/main" id="{CB71AE6C-78CA-7903-E5E7-D6A51C5EF50B}"/>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5094" name="Line 38">
            <a:extLst>
              <a:ext uri="{FF2B5EF4-FFF2-40B4-BE49-F238E27FC236}">
                <a16:creationId xmlns:a16="http://schemas.microsoft.com/office/drawing/2014/main" id="{70D456EF-CF4E-AEFE-64E8-5C72B55B569E}"/>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5095" name="Group 41">
            <a:extLst>
              <a:ext uri="{FF2B5EF4-FFF2-40B4-BE49-F238E27FC236}">
                <a16:creationId xmlns:a16="http://schemas.microsoft.com/office/drawing/2014/main" id="{BFB26AE7-C35B-AFCD-B258-136F81A9ACE9}"/>
              </a:ext>
            </a:extLst>
          </p:cNvPr>
          <p:cNvGrpSpPr>
            <a:grpSpLocks/>
          </p:cNvGrpSpPr>
          <p:nvPr/>
        </p:nvGrpSpPr>
        <p:grpSpPr bwMode="auto">
          <a:xfrm>
            <a:off x="1835150" y="2597150"/>
            <a:ext cx="444500" cy="469900"/>
            <a:chOff x="196" y="1636"/>
            <a:chExt cx="280" cy="296"/>
          </a:xfrm>
        </p:grpSpPr>
        <p:sp>
          <p:nvSpPr>
            <p:cNvPr id="45122" name="Oval 39">
              <a:extLst>
                <a:ext uri="{FF2B5EF4-FFF2-40B4-BE49-F238E27FC236}">
                  <a16:creationId xmlns:a16="http://schemas.microsoft.com/office/drawing/2014/main" id="{D8BDC2A3-0209-D237-415A-8437D6B15B21}"/>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123" name="Rectangle 40">
              <a:extLst>
                <a:ext uri="{FF2B5EF4-FFF2-40B4-BE49-F238E27FC236}">
                  <a16:creationId xmlns:a16="http://schemas.microsoft.com/office/drawing/2014/main" id="{B0A4C12F-71CD-7664-EF88-B60C410259AD}"/>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45096" name="Rectangle 42">
            <a:extLst>
              <a:ext uri="{FF2B5EF4-FFF2-40B4-BE49-F238E27FC236}">
                <a16:creationId xmlns:a16="http://schemas.microsoft.com/office/drawing/2014/main" id="{05145945-569D-9ED3-0F41-9A71D6FF4641}"/>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45097" name="Freeform 43">
            <a:extLst>
              <a:ext uri="{FF2B5EF4-FFF2-40B4-BE49-F238E27FC236}">
                <a16:creationId xmlns:a16="http://schemas.microsoft.com/office/drawing/2014/main" id="{B5CF9C2F-6C27-D304-3763-ADEC4E7AE872}"/>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5098" name="Group 46">
            <a:extLst>
              <a:ext uri="{FF2B5EF4-FFF2-40B4-BE49-F238E27FC236}">
                <a16:creationId xmlns:a16="http://schemas.microsoft.com/office/drawing/2014/main" id="{E6E87E36-6E85-AB28-0875-4C0B36C9D915}"/>
              </a:ext>
            </a:extLst>
          </p:cNvPr>
          <p:cNvGrpSpPr>
            <a:grpSpLocks/>
          </p:cNvGrpSpPr>
          <p:nvPr/>
        </p:nvGrpSpPr>
        <p:grpSpPr bwMode="auto">
          <a:xfrm>
            <a:off x="2825750" y="1758950"/>
            <a:ext cx="444500" cy="469900"/>
            <a:chOff x="820" y="1108"/>
            <a:chExt cx="280" cy="296"/>
          </a:xfrm>
        </p:grpSpPr>
        <p:sp>
          <p:nvSpPr>
            <p:cNvPr id="45120" name="Oval 44">
              <a:extLst>
                <a:ext uri="{FF2B5EF4-FFF2-40B4-BE49-F238E27FC236}">
                  <a16:creationId xmlns:a16="http://schemas.microsoft.com/office/drawing/2014/main" id="{C33887BF-21DA-6834-C857-3A288E888520}"/>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121" name="Rectangle 45">
              <a:extLst>
                <a:ext uri="{FF2B5EF4-FFF2-40B4-BE49-F238E27FC236}">
                  <a16:creationId xmlns:a16="http://schemas.microsoft.com/office/drawing/2014/main" id="{CD967DA1-74D0-8269-E5BC-2CFA0EE0B031}"/>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45099" name="Group 49">
            <a:extLst>
              <a:ext uri="{FF2B5EF4-FFF2-40B4-BE49-F238E27FC236}">
                <a16:creationId xmlns:a16="http://schemas.microsoft.com/office/drawing/2014/main" id="{D8121467-CD6F-464F-25A2-372044E8E7FD}"/>
              </a:ext>
            </a:extLst>
          </p:cNvPr>
          <p:cNvGrpSpPr>
            <a:grpSpLocks/>
          </p:cNvGrpSpPr>
          <p:nvPr/>
        </p:nvGrpSpPr>
        <p:grpSpPr bwMode="auto">
          <a:xfrm>
            <a:off x="2444750" y="3276600"/>
            <a:ext cx="444500" cy="450850"/>
            <a:chOff x="580" y="2064"/>
            <a:chExt cx="280" cy="284"/>
          </a:xfrm>
        </p:grpSpPr>
        <p:sp>
          <p:nvSpPr>
            <p:cNvPr id="45118" name="Oval 47">
              <a:extLst>
                <a:ext uri="{FF2B5EF4-FFF2-40B4-BE49-F238E27FC236}">
                  <a16:creationId xmlns:a16="http://schemas.microsoft.com/office/drawing/2014/main" id="{C28539E9-D59C-C52F-0E5C-7EC4A26F53D5}"/>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119" name="Rectangle 48">
              <a:extLst>
                <a:ext uri="{FF2B5EF4-FFF2-40B4-BE49-F238E27FC236}">
                  <a16:creationId xmlns:a16="http://schemas.microsoft.com/office/drawing/2014/main" id="{6B551F65-D03E-B9FE-69B7-DE845A6C7DDC}"/>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45100" name="Group 52">
            <a:extLst>
              <a:ext uri="{FF2B5EF4-FFF2-40B4-BE49-F238E27FC236}">
                <a16:creationId xmlns:a16="http://schemas.microsoft.com/office/drawing/2014/main" id="{F8832191-2523-E05A-9766-5564DE5097CD}"/>
              </a:ext>
            </a:extLst>
          </p:cNvPr>
          <p:cNvGrpSpPr>
            <a:grpSpLocks/>
          </p:cNvGrpSpPr>
          <p:nvPr/>
        </p:nvGrpSpPr>
        <p:grpSpPr bwMode="auto">
          <a:xfrm>
            <a:off x="3968750" y="3435350"/>
            <a:ext cx="444500" cy="469900"/>
            <a:chOff x="1540" y="2164"/>
            <a:chExt cx="280" cy="296"/>
          </a:xfrm>
        </p:grpSpPr>
        <p:sp>
          <p:nvSpPr>
            <p:cNvPr id="45116" name="Oval 50">
              <a:extLst>
                <a:ext uri="{FF2B5EF4-FFF2-40B4-BE49-F238E27FC236}">
                  <a16:creationId xmlns:a16="http://schemas.microsoft.com/office/drawing/2014/main" id="{460C0C4C-D080-2213-53FA-AC17B41F7055}"/>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117" name="Rectangle 51">
              <a:extLst>
                <a:ext uri="{FF2B5EF4-FFF2-40B4-BE49-F238E27FC236}">
                  <a16:creationId xmlns:a16="http://schemas.microsoft.com/office/drawing/2014/main" id="{986EDC3D-E8D9-790F-CC2A-69751076CF34}"/>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grpSp>
        <p:nvGrpSpPr>
          <p:cNvPr id="45101" name="Group 55">
            <a:extLst>
              <a:ext uri="{FF2B5EF4-FFF2-40B4-BE49-F238E27FC236}">
                <a16:creationId xmlns:a16="http://schemas.microsoft.com/office/drawing/2014/main" id="{2E13E036-1C9F-D220-3727-34ED784A2E5C}"/>
              </a:ext>
            </a:extLst>
          </p:cNvPr>
          <p:cNvGrpSpPr>
            <a:grpSpLocks/>
          </p:cNvGrpSpPr>
          <p:nvPr/>
        </p:nvGrpSpPr>
        <p:grpSpPr bwMode="auto">
          <a:xfrm>
            <a:off x="4425950" y="2057400"/>
            <a:ext cx="444500" cy="450850"/>
            <a:chOff x="1828" y="1296"/>
            <a:chExt cx="280" cy="284"/>
          </a:xfrm>
        </p:grpSpPr>
        <p:sp>
          <p:nvSpPr>
            <p:cNvPr id="45114" name="Oval 53">
              <a:extLst>
                <a:ext uri="{FF2B5EF4-FFF2-40B4-BE49-F238E27FC236}">
                  <a16:creationId xmlns:a16="http://schemas.microsoft.com/office/drawing/2014/main" id="{14E3CD3B-78EA-6712-3093-C1829DAF6E5E}"/>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115" name="Rectangle 54">
              <a:extLst>
                <a:ext uri="{FF2B5EF4-FFF2-40B4-BE49-F238E27FC236}">
                  <a16:creationId xmlns:a16="http://schemas.microsoft.com/office/drawing/2014/main" id="{9166CAFA-F520-7628-672B-FCD36943FA92}"/>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grpSp>
        <p:nvGrpSpPr>
          <p:cNvPr id="45102" name="Group 58">
            <a:extLst>
              <a:ext uri="{FF2B5EF4-FFF2-40B4-BE49-F238E27FC236}">
                <a16:creationId xmlns:a16="http://schemas.microsoft.com/office/drawing/2014/main" id="{9F22DE69-9FB0-00A5-6C05-9F67204BD44F}"/>
              </a:ext>
            </a:extLst>
          </p:cNvPr>
          <p:cNvGrpSpPr>
            <a:grpSpLocks/>
          </p:cNvGrpSpPr>
          <p:nvPr/>
        </p:nvGrpSpPr>
        <p:grpSpPr bwMode="auto">
          <a:xfrm>
            <a:off x="3206750" y="4730750"/>
            <a:ext cx="444500" cy="469900"/>
            <a:chOff x="1060" y="2980"/>
            <a:chExt cx="280" cy="296"/>
          </a:xfrm>
        </p:grpSpPr>
        <p:sp>
          <p:nvSpPr>
            <p:cNvPr id="45112" name="Oval 56">
              <a:extLst>
                <a:ext uri="{FF2B5EF4-FFF2-40B4-BE49-F238E27FC236}">
                  <a16:creationId xmlns:a16="http://schemas.microsoft.com/office/drawing/2014/main" id="{1BB83445-A8F5-48C7-713E-857AFD8A1C8D}"/>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113" name="Rectangle 57">
              <a:extLst>
                <a:ext uri="{FF2B5EF4-FFF2-40B4-BE49-F238E27FC236}">
                  <a16:creationId xmlns:a16="http://schemas.microsoft.com/office/drawing/2014/main" id="{7897F366-A7CF-51F1-9015-0268E9C839C3}"/>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sp>
        <p:nvSpPr>
          <p:cNvPr id="45103" name="Rectangle 59">
            <a:extLst>
              <a:ext uri="{FF2B5EF4-FFF2-40B4-BE49-F238E27FC236}">
                <a16:creationId xmlns:a16="http://schemas.microsoft.com/office/drawing/2014/main" id="{BA04C276-448B-0A3A-2A64-BB4ACED71923}"/>
              </a:ext>
            </a:extLst>
          </p:cNvPr>
          <p:cNvSpPr>
            <a:spLocks noChangeArrowheads="1"/>
          </p:cNvSpPr>
          <p:nvPr/>
        </p:nvSpPr>
        <p:spPr bwMode="auto">
          <a:xfrm>
            <a:off x="8534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6</a:t>
            </a:r>
          </a:p>
        </p:txBody>
      </p:sp>
      <p:grpSp>
        <p:nvGrpSpPr>
          <p:cNvPr id="45104" name="Group 62">
            <a:extLst>
              <a:ext uri="{FF2B5EF4-FFF2-40B4-BE49-F238E27FC236}">
                <a16:creationId xmlns:a16="http://schemas.microsoft.com/office/drawing/2014/main" id="{452C28E5-281E-40F7-E638-1D29E21FC23C}"/>
              </a:ext>
            </a:extLst>
          </p:cNvPr>
          <p:cNvGrpSpPr>
            <a:grpSpLocks/>
          </p:cNvGrpSpPr>
          <p:nvPr/>
        </p:nvGrpSpPr>
        <p:grpSpPr bwMode="auto">
          <a:xfrm>
            <a:off x="5492750" y="3587750"/>
            <a:ext cx="444500" cy="469900"/>
            <a:chOff x="2500" y="2260"/>
            <a:chExt cx="280" cy="296"/>
          </a:xfrm>
        </p:grpSpPr>
        <p:sp>
          <p:nvSpPr>
            <p:cNvPr id="45110" name="Oval 60">
              <a:extLst>
                <a:ext uri="{FF2B5EF4-FFF2-40B4-BE49-F238E27FC236}">
                  <a16:creationId xmlns:a16="http://schemas.microsoft.com/office/drawing/2014/main" id="{21965917-D774-1402-3812-9A08CDBE6C4E}"/>
                </a:ext>
              </a:extLst>
            </p:cNvPr>
            <p:cNvSpPr>
              <a:spLocks noChangeArrowheads="1"/>
            </p:cNvSpPr>
            <p:nvPr/>
          </p:nvSpPr>
          <p:spPr bwMode="auto">
            <a:xfrm>
              <a:off x="2500" y="226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111" name="Rectangle 61">
              <a:extLst>
                <a:ext uri="{FF2B5EF4-FFF2-40B4-BE49-F238E27FC236}">
                  <a16:creationId xmlns:a16="http://schemas.microsoft.com/office/drawing/2014/main" id="{7505D22B-173B-8C91-A466-89A47D6B78ED}"/>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grpSp>
      <p:sp>
        <p:nvSpPr>
          <p:cNvPr id="45105" name="Rectangle 63">
            <a:extLst>
              <a:ext uri="{FF2B5EF4-FFF2-40B4-BE49-F238E27FC236}">
                <a16:creationId xmlns:a16="http://schemas.microsoft.com/office/drawing/2014/main" id="{C4444873-5455-F419-9A3D-25F54D886873}"/>
              </a:ext>
            </a:extLst>
          </p:cNvPr>
          <p:cNvSpPr>
            <a:spLocks noChangeArrowheads="1"/>
          </p:cNvSpPr>
          <p:nvPr/>
        </p:nvSpPr>
        <p:spPr bwMode="auto">
          <a:xfrm>
            <a:off x="8991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9</a:t>
            </a:r>
          </a:p>
        </p:txBody>
      </p:sp>
      <p:grpSp>
        <p:nvGrpSpPr>
          <p:cNvPr id="45106" name="Group 66">
            <a:extLst>
              <a:ext uri="{FF2B5EF4-FFF2-40B4-BE49-F238E27FC236}">
                <a16:creationId xmlns:a16="http://schemas.microsoft.com/office/drawing/2014/main" id="{E9B19683-6FAD-CED1-B83D-F595C6AC22EE}"/>
              </a:ext>
            </a:extLst>
          </p:cNvPr>
          <p:cNvGrpSpPr>
            <a:grpSpLocks/>
          </p:cNvGrpSpPr>
          <p:nvPr/>
        </p:nvGrpSpPr>
        <p:grpSpPr bwMode="auto">
          <a:xfrm>
            <a:off x="5187950" y="4959350"/>
            <a:ext cx="444500" cy="469900"/>
            <a:chOff x="2308" y="3124"/>
            <a:chExt cx="280" cy="296"/>
          </a:xfrm>
        </p:grpSpPr>
        <p:sp>
          <p:nvSpPr>
            <p:cNvPr id="45108" name="Oval 64">
              <a:extLst>
                <a:ext uri="{FF2B5EF4-FFF2-40B4-BE49-F238E27FC236}">
                  <a16:creationId xmlns:a16="http://schemas.microsoft.com/office/drawing/2014/main" id="{F7BC852A-0C6A-8352-2D84-37F86BE1B252}"/>
                </a:ext>
              </a:extLst>
            </p:cNvPr>
            <p:cNvSpPr>
              <a:spLocks noChangeArrowheads="1"/>
            </p:cNvSpPr>
            <p:nvPr/>
          </p:nvSpPr>
          <p:spPr bwMode="auto">
            <a:xfrm>
              <a:off x="2308" y="312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5109" name="Rectangle 65">
              <a:extLst>
                <a:ext uri="{FF2B5EF4-FFF2-40B4-BE49-F238E27FC236}">
                  <a16:creationId xmlns:a16="http://schemas.microsoft.com/office/drawing/2014/main" id="{82B546E3-1D74-8996-4AC3-6346D3D28299}"/>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grpSp>
      <p:sp>
        <p:nvSpPr>
          <p:cNvPr id="45107" name="Rectangle 67">
            <a:extLst>
              <a:ext uri="{FF2B5EF4-FFF2-40B4-BE49-F238E27FC236}">
                <a16:creationId xmlns:a16="http://schemas.microsoft.com/office/drawing/2014/main" id="{BFBAF6D3-2150-F7B1-D200-22CCD280231A}"/>
              </a:ext>
            </a:extLst>
          </p:cNvPr>
          <p:cNvSpPr>
            <a:spLocks noChangeArrowheads="1"/>
          </p:cNvSpPr>
          <p:nvPr/>
        </p:nvSpPr>
        <p:spPr bwMode="auto">
          <a:xfrm>
            <a:off x="9372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7</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9FBA39B-CB58-C86D-B366-EB4C6D589020}"/>
              </a:ext>
            </a:extLst>
          </p:cNvPr>
          <p:cNvSpPr>
            <a:spLocks noGrp="1" noChangeArrowheads="1"/>
          </p:cNvSpPr>
          <p:nvPr>
            <p:ph type="title"/>
          </p:nvPr>
        </p:nvSpPr>
        <p:spPr>
          <a:noFill/>
        </p:spPr>
        <p:txBody>
          <a:bodyPr/>
          <a:lstStyle/>
          <a:p>
            <a:r>
              <a:rPr lang="en-US" altLang="en-US"/>
              <a:t>Breadth-First Search Example</a:t>
            </a:r>
          </a:p>
        </p:txBody>
      </p:sp>
      <p:sp>
        <p:nvSpPr>
          <p:cNvPr id="46083" name="Rectangle 3">
            <a:extLst>
              <a:ext uri="{FF2B5EF4-FFF2-40B4-BE49-F238E27FC236}">
                <a16:creationId xmlns:a16="http://schemas.microsoft.com/office/drawing/2014/main" id="{5C69F67A-0732-C70C-DC04-69E7A1D0F82C}"/>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6</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lvl="1">
              <a:buFontTx/>
              <a:buNone/>
            </a:pPr>
            <a:r>
              <a:rPr lang="en-US" altLang="en-US" sz="3200"/>
              <a:t>put in </a:t>
            </a:r>
            <a:r>
              <a:rPr lang="en-US" altLang="en-US" sz="3200">
                <a:solidFill>
                  <a:schemeClr val="hlink"/>
                </a:solidFill>
              </a:rPr>
              <a:t>Q</a:t>
            </a:r>
            <a:r>
              <a:rPr lang="en-US" altLang="en-US" sz="3200"/>
              <a:t>.</a:t>
            </a:r>
          </a:p>
        </p:txBody>
      </p:sp>
      <p:sp>
        <p:nvSpPr>
          <p:cNvPr id="46084" name="Oval 4">
            <a:extLst>
              <a:ext uri="{FF2B5EF4-FFF2-40B4-BE49-F238E27FC236}">
                <a16:creationId xmlns:a16="http://schemas.microsoft.com/office/drawing/2014/main" id="{B6F126D7-4F12-86B1-9CD5-B43153A36AC2}"/>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085" name="Oval 5">
            <a:extLst>
              <a:ext uri="{FF2B5EF4-FFF2-40B4-BE49-F238E27FC236}">
                <a16:creationId xmlns:a16="http://schemas.microsoft.com/office/drawing/2014/main" id="{51A325DC-D523-319F-1D27-1F785CD7B48A}"/>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086" name="Oval 6">
            <a:extLst>
              <a:ext uri="{FF2B5EF4-FFF2-40B4-BE49-F238E27FC236}">
                <a16:creationId xmlns:a16="http://schemas.microsoft.com/office/drawing/2014/main" id="{14628716-518F-CA87-1EB5-0A39D456D595}"/>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087" name="Oval 7">
            <a:extLst>
              <a:ext uri="{FF2B5EF4-FFF2-40B4-BE49-F238E27FC236}">
                <a16:creationId xmlns:a16="http://schemas.microsoft.com/office/drawing/2014/main" id="{E6F12552-8720-B146-75D3-B42CA3714DC6}"/>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088" name="Oval 8">
            <a:extLst>
              <a:ext uri="{FF2B5EF4-FFF2-40B4-BE49-F238E27FC236}">
                <a16:creationId xmlns:a16="http://schemas.microsoft.com/office/drawing/2014/main" id="{AF2C03B8-CA6D-9E42-07C5-2E4EDD73E2BA}"/>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089" name="Oval 9">
            <a:extLst>
              <a:ext uri="{FF2B5EF4-FFF2-40B4-BE49-F238E27FC236}">
                <a16:creationId xmlns:a16="http://schemas.microsoft.com/office/drawing/2014/main" id="{9FD922C6-260B-3B59-F694-4C3F6B50D9EA}"/>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090" name="Oval 10">
            <a:extLst>
              <a:ext uri="{FF2B5EF4-FFF2-40B4-BE49-F238E27FC236}">
                <a16:creationId xmlns:a16="http://schemas.microsoft.com/office/drawing/2014/main" id="{83188DF3-B009-FC98-6C32-B6BC9A60058B}"/>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091" name="Oval 11">
            <a:extLst>
              <a:ext uri="{FF2B5EF4-FFF2-40B4-BE49-F238E27FC236}">
                <a16:creationId xmlns:a16="http://schemas.microsoft.com/office/drawing/2014/main" id="{88FDAC0E-E654-C38E-2315-B3CDE49856F5}"/>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092" name="Oval 12">
            <a:extLst>
              <a:ext uri="{FF2B5EF4-FFF2-40B4-BE49-F238E27FC236}">
                <a16:creationId xmlns:a16="http://schemas.microsoft.com/office/drawing/2014/main" id="{766F2F92-6CD1-937C-5AB2-77E18619F125}"/>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093" name="Oval 13">
            <a:extLst>
              <a:ext uri="{FF2B5EF4-FFF2-40B4-BE49-F238E27FC236}">
                <a16:creationId xmlns:a16="http://schemas.microsoft.com/office/drawing/2014/main" id="{468BB84D-95A0-CC18-5ADA-3FB14EBFB18D}"/>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094" name="Oval 14">
            <a:extLst>
              <a:ext uri="{FF2B5EF4-FFF2-40B4-BE49-F238E27FC236}">
                <a16:creationId xmlns:a16="http://schemas.microsoft.com/office/drawing/2014/main" id="{C75A2239-26F5-B675-76CC-F30AA18B3907}"/>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095" name="Line 15">
            <a:extLst>
              <a:ext uri="{FF2B5EF4-FFF2-40B4-BE49-F238E27FC236}">
                <a16:creationId xmlns:a16="http://schemas.microsoft.com/office/drawing/2014/main" id="{345C0D47-C3B6-5745-DE25-875B1F0496F1}"/>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6096" name="Line 16">
            <a:extLst>
              <a:ext uri="{FF2B5EF4-FFF2-40B4-BE49-F238E27FC236}">
                <a16:creationId xmlns:a16="http://schemas.microsoft.com/office/drawing/2014/main" id="{AED93A7F-6DCA-9CBA-3FDA-95BB5940EA3A}"/>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6097" name="Line 17">
            <a:extLst>
              <a:ext uri="{FF2B5EF4-FFF2-40B4-BE49-F238E27FC236}">
                <a16:creationId xmlns:a16="http://schemas.microsoft.com/office/drawing/2014/main" id="{FBAF8892-FF66-CB0A-3106-316B751EDD5A}"/>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6098" name="Line 18">
            <a:extLst>
              <a:ext uri="{FF2B5EF4-FFF2-40B4-BE49-F238E27FC236}">
                <a16:creationId xmlns:a16="http://schemas.microsoft.com/office/drawing/2014/main" id="{B61B9BDD-C85D-4609-A7AD-42E6A301357D}"/>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6099" name="Line 19">
            <a:extLst>
              <a:ext uri="{FF2B5EF4-FFF2-40B4-BE49-F238E27FC236}">
                <a16:creationId xmlns:a16="http://schemas.microsoft.com/office/drawing/2014/main" id="{E5911073-AF75-0E78-8097-B382FE2DAF32}"/>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6100" name="Line 20">
            <a:extLst>
              <a:ext uri="{FF2B5EF4-FFF2-40B4-BE49-F238E27FC236}">
                <a16:creationId xmlns:a16="http://schemas.microsoft.com/office/drawing/2014/main" id="{7FF93934-717C-674C-AFAC-D2D1CD17A139}"/>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6101" name="Line 21">
            <a:extLst>
              <a:ext uri="{FF2B5EF4-FFF2-40B4-BE49-F238E27FC236}">
                <a16:creationId xmlns:a16="http://schemas.microsoft.com/office/drawing/2014/main" id="{2E14EEA1-4C2D-890E-EC8B-44DCC2197C1D}"/>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6102" name="Line 22">
            <a:extLst>
              <a:ext uri="{FF2B5EF4-FFF2-40B4-BE49-F238E27FC236}">
                <a16:creationId xmlns:a16="http://schemas.microsoft.com/office/drawing/2014/main" id="{53F0523E-20D9-4DCD-8933-37A78FF424AB}"/>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6103" name="Line 23">
            <a:extLst>
              <a:ext uri="{FF2B5EF4-FFF2-40B4-BE49-F238E27FC236}">
                <a16:creationId xmlns:a16="http://schemas.microsoft.com/office/drawing/2014/main" id="{8C4EDF41-05DD-C66A-0953-FAFD767180F9}"/>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6104" name="Rectangle 24">
            <a:extLst>
              <a:ext uri="{FF2B5EF4-FFF2-40B4-BE49-F238E27FC236}">
                <a16:creationId xmlns:a16="http://schemas.microsoft.com/office/drawing/2014/main" id="{18C2A7BD-4CB2-8354-7184-066952C6F28D}"/>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46105" name="Rectangle 25">
            <a:extLst>
              <a:ext uri="{FF2B5EF4-FFF2-40B4-BE49-F238E27FC236}">
                <a16:creationId xmlns:a16="http://schemas.microsoft.com/office/drawing/2014/main" id="{29D5459D-CB6E-52E0-5B25-3B8745539F77}"/>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46106" name="Rectangle 26">
            <a:extLst>
              <a:ext uri="{FF2B5EF4-FFF2-40B4-BE49-F238E27FC236}">
                <a16:creationId xmlns:a16="http://schemas.microsoft.com/office/drawing/2014/main" id="{26638580-EF81-5078-E912-71DE8455EA66}"/>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46107" name="Rectangle 27">
            <a:extLst>
              <a:ext uri="{FF2B5EF4-FFF2-40B4-BE49-F238E27FC236}">
                <a16:creationId xmlns:a16="http://schemas.microsoft.com/office/drawing/2014/main" id="{0A61C985-1FDC-BE14-D8F8-AFBE6079C594}"/>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46108" name="Rectangle 28">
            <a:extLst>
              <a:ext uri="{FF2B5EF4-FFF2-40B4-BE49-F238E27FC236}">
                <a16:creationId xmlns:a16="http://schemas.microsoft.com/office/drawing/2014/main" id="{FE069E33-55C0-BC54-7A12-51576C0707D3}"/>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46109" name="Rectangle 29">
            <a:extLst>
              <a:ext uri="{FF2B5EF4-FFF2-40B4-BE49-F238E27FC236}">
                <a16:creationId xmlns:a16="http://schemas.microsoft.com/office/drawing/2014/main" id="{F46DCF96-7A35-AFF0-75DF-A851EBBBF381}"/>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46110" name="Rectangle 30">
            <a:extLst>
              <a:ext uri="{FF2B5EF4-FFF2-40B4-BE49-F238E27FC236}">
                <a16:creationId xmlns:a16="http://schemas.microsoft.com/office/drawing/2014/main" id="{9A14F5AE-65D3-7DA3-DAB1-E8EDCA6B2F44}"/>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46111" name="Rectangle 31">
            <a:extLst>
              <a:ext uri="{FF2B5EF4-FFF2-40B4-BE49-F238E27FC236}">
                <a16:creationId xmlns:a16="http://schemas.microsoft.com/office/drawing/2014/main" id="{B813FF3B-A89C-E90E-D807-813C614F2FFA}"/>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46112" name="Rectangle 32">
            <a:extLst>
              <a:ext uri="{FF2B5EF4-FFF2-40B4-BE49-F238E27FC236}">
                <a16:creationId xmlns:a16="http://schemas.microsoft.com/office/drawing/2014/main" id="{11185305-9363-5486-53E6-9A4E0D57809A}"/>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46113" name="Rectangle 33">
            <a:extLst>
              <a:ext uri="{FF2B5EF4-FFF2-40B4-BE49-F238E27FC236}">
                <a16:creationId xmlns:a16="http://schemas.microsoft.com/office/drawing/2014/main" id="{E78E63ED-9C00-760D-4C0B-957746184A37}"/>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46114" name="Rectangle 34">
            <a:extLst>
              <a:ext uri="{FF2B5EF4-FFF2-40B4-BE49-F238E27FC236}">
                <a16:creationId xmlns:a16="http://schemas.microsoft.com/office/drawing/2014/main" id="{160E1ABF-9B34-812D-8779-ED7A5818B903}"/>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46115" name="Line 35">
            <a:extLst>
              <a:ext uri="{FF2B5EF4-FFF2-40B4-BE49-F238E27FC236}">
                <a16:creationId xmlns:a16="http://schemas.microsoft.com/office/drawing/2014/main" id="{C831B158-7F22-77F8-98A8-A4C2E513E287}"/>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6116" name="Line 36">
            <a:extLst>
              <a:ext uri="{FF2B5EF4-FFF2-40B4-BE49-F238E27FC236}">
                <a16:creationId xmlns:a16="http://schemas.microsoft.com/office/drawing/2014/main" id="{D9B0891A-61EE-D1B0-75FD-9220DA131C5A}"/>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6117" name="Line 37">
            <a:extLst>
              <a:ext uri="{FF2B5EF4-FFF2-40B4-BE49-F238E27FC236}">
                <a16:creationId xmlns:a16="http://schemas.microsoft.com/office/drawing/2014/main" id="{FFDB89DA-C27C-3CEF-D263-FB1CCCD5F4B9}"/>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6118" name="Line 38">
            <a:extLst>
              <a:ext uri="{FF2B5EF4-FFF2-40B4-BE49-F238E27FC236}">
                <a16:creationId xmlns:a16="http://schemas.microsoft.com/office/drawing/2014/main" id="{098BC695-DDC7-A7C1-CF16-3E012DDEE7BA}"/>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6119" name="Group 41">
            <a:extLst>
              <a:ext uri="{FF2B5EF4-FFF2-40B4-BE49-F238E27FC236}">
                <a16:creationId xmlns:a16="http://schemas.microsoft.com/office/drawing/2014/main" id="{7F6D6737-C0B6-C055-D64D-1A7591385989}"/>
              </a:ext>
            </a:extLst>
          </p:cNvPr>
          <p:cNvGrpSpPr>
            <a:grpSpLocks/>
          </p:cNvGrpSpPr>
          <p:nvPr/>
        </p:nvGrpSpPr>
        <p:grpSpPr bwMode="auto">
          <a:xfrm>
            <a:off x="1835150" y="2597150"/>
            <a:ext cx="444500" cy="469900"/>
            <a:chOff x="196" y="1636"/>
            <a:chExt cx="280" cy="296"/>
          </a:xfrm>
        </p:grpSpPr>
        <p:sp>
          <p:nvSpPr>
            <p:cNvPr id="46145" name="Oval 39">
              <a:extLst>
                <a:ext uri="{FF2B5EF4-FFF2-40B4-BE49-F238E27FC236}">
                  <a16:creationId xmlns:a16="http://schemas.microsoft.com/office/drawing/2014/main" id="{5C14B130-983E-2A64-E6CE-046F85897E95}"/>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146" name="Rectangle 40">
              <a:extLst>
                <a:ext uri="{FF2B5EF4-FFF2-40B4-BE49-F238E27FC236}">
                  <a16:creationId xmlns:a16="http://schemas.microsoft.com/office/drawing/2014/main" id="{09F54119-57D1-1EC0-2D65-F019311C40BD}"/>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46120" name="Rectangle 42">
            <a:extLst>
              <a:ext uri="{FF2B5EF4-FFF2-40B4-BE49-F238E27FC236}">
                <a16:creationId xmlns:a16="http://schemas.microsoft.com/office/drawing/2014/main" id="{D7875791-0D9D-7083-CCEF-D633797503AE}"/>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46121" name="Freeform 43">
            <a:extLst>
              <a:ext uri="{FF2B5EF4-FFF2-40B4-BE49-F238E27FC236}">
                <a16:creationId xmlns:a16="http://schemas.microsoft.com/office/drawing/2014/main" id="{83DC8E87-6DC1-C2D7-7965-269604D9F82D}"/>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6122" name="Group 46">
            <a:extLst>
              <a:ext uri="{FF2B5EF4-FFF2-40B4-BE49-F238E27FC236}">
                <a16:creationId xmlns:a16="http://schemas.microsoft.com/office/drawing/2014/main" id="{1969B278-4ABE-050E-84FD-B0BE441B902F}"/>
              </a:ext>
            </a:extLst>
          </p:cNvPr>
          <p:cNvGrpSpPr>
            <a:grpSpLocks/>
          </p:cNvGrpSpPr>
          <p:nvPr/>
        </p:nvGrpSpPr>
        <p:grpSpPr bwMode="auto">
          <a:xfrm>
            <a:off x="2825750" y="1758950"/>
            <a:ext cx="444500" cy="469900"/>
            <a:chOff x="820" y="1108"/>
            <a:chExt cx="280" cy="296"/>
          </a:xfrm>
        </p:grpSpPr>
        <p:sp>
          <p:nvSpPr>
            <p:cNvPr id="46143" name="Oval 44">
              <a:extLst>
                <a:ext uri="{FF2B5EF4-FFF2-40B4-BE49-F238E27FC236}">
                  <a16:creationId xmlns:a16="http://schemas.microsoft.com/office/drawing/2014/main" id="{8B86067F-661B-0133-FA0D-5A2000F79684}"/>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144" name="Rectangle 45">
              <a:extLst>
                <a:ext uri="{FF2B5EF4-FFF2-40B4-BE49-F238E27FC236}">
                  <a16:creationId xmlns:a16="http://schemas.microsoft.com/office/drawing/2014/main" id="{7A8EDEB2-3113-10B1-7894-253818E7A3B2}"/>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46123" name="Group 49">
            <a:extLst>
              <a:ext uri="{FF2B5EF4-FFF2-40B4-BE49-F238E27FC236}">
                <a16:creationId xmlns:a16="http://schemas.microsoft.com/office/drawing/2014/main" id="{0F65E2FC-F8D9-8B09-3DD7-961F018CD507}"/>
              </a:ext>
            </a:extLst>
          </p:cNvPr>
          <p:cNvGrpSpPr>
            <a:grpSpLocks/>
          </p:cNvGrpSpPr>
          <p:nvPr/>
        </p:nvGrpSpPr>
        <p:grpSpPr bwMode="auto">
          <a:xfrm>
            <a:off x="2444750" y="3276600"/>
            <a:ext cx="444500" cy="450850"/>
            <a:chOff x="580" y="2064"/>
            <a:chExt cx="280" cy="284"/>
          </a:xfrm>
        </p:grpSpPr>
        <p:sp>
          <p:nvSpPr>
            <p:cNvPr id="46141" name="Oval 47">
              <a:extLst>
                <a:ext uri="{FF2B5EF4-FFF2-40B4-BE49-F238E27FC236}">
                  <a16:creationId xmlns:a16="http://schemas.microsoft.com/office/drawing/2014/main" id="{B84C6393-AD79-3576-1E83-2C222FC15537}"/>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142" name="Rectangle 48">
              <a:extLst>
                <a:ext uri="{FF2B5EF4-FFF2-40B4-BE49-F238E27FC236}">
                  <a16:creationId xmlns:a16="http://schemas.microsoft.com/office/drawing/2014/main" id="{EDB38A73-4C02-9DBA-F2E4-9341EC262C89}"/>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46124" name="Group 52">
            <a:extLst>
              <a:ext uri="{FF2B5EF4-FFF2-40B4-BE49-F238E27FC236}">
                <a16:creationId xmlns:a16="http://schemas.microsoft.com/office/drawing/2014/main" id="{72275B47-A92C-3083-CC84-7D3A639E9BF4}"/>
              </a:ext>
            </a:extLst>
          </p:cNvPr>
          <p:cNvGrpSpPr>
            <a:grpSpLocks/>
          </p:cNvGrpSpPr>
          <p:nvPr/>
        </p:nvGrpSpPr>
        <p:grpSpPr bwMode="auto">
          <a:xfrm>
            <a:off x="3968750" y="3435350"/>
            <a:ext cx="444500" cy="469900"/>
            <a:chOff x="1540" y="2164"/>
            <a:chExt cx="280" cy="296"/>
          </a:xfrm>
        </p:grpSpPr>
        <p:sp>
          <p:nvSpPr>
            <p:cNvPr id="46139" name="Oval 50">
              <a:extLst>
                <a:ext uri="{FF2B5EF4-FFF2-40B4-BE49-F238E27FC236}">
                  <a16:creationId xmlns:a16="http://schemas.microsoft.com/office/drawing/2014/main" id="{6AC11FB1-57A8-1931-BBB8-086F1EB2C586}"/>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140" name="Rectangle 51">
              <a:extLst>
                <a:ext uri="{FF2B5EF4-FFF2-40B4-BE49-F238E27FC236}">
                  <a16:creationId xmlns:a16="http://schemas.microsoft.com/office/drawing/2014/main" id="{C08098F7-CD07-64F4-4455-AA229A21A8F8}"/>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grpSp>
        <p:nvGrpSpPr>
          <p:cNvPr id="46125" name="Group 55">
            <a:extLst>
              <a:ext uri="{FF2B5EF4-FFF2-40B4-BE49-F238E27FC236}">
                <a16:creationId xmlns:a16="http://schemas.microsoft.com/office/drawing/2014/main" id="{3852CEB3-450F-F6CD-0281-0ED9BD32AEB1}"/>
              </a:ext>
            </a:extLst>
          </p:cNvPr>
          <p:cNvGrpSpPr>
            <a:grpSpLocks/>
          </p:cNvGrpSpPr>
          <p:nvPr/>
        </p:nvGrpSpPr>
        <p:grpSpPr bwMode="auto">
          <a:xfrm>
            <a:off x="4425950" y="2057400"/>
            <a:ext cx="444500" cy="450850"/>
            <a:chOff x="1828" y="1296"/>
            <a:chExt cx="280" cy="284"/>
          </a:xfrm>
        </p:grpSpPr>
        <p:sp>
          <p:nvSpPr>
            <p:cNvPr id="46137" name="Oval 53">
              <a:extLst>
                <a:ext uri="{FF2B5EF4-FFF2-40B4-BE49-F238E27FC236}">
                  <a16:creationId xmlns:a16="http://schemas.microsoft.com/office/drawing/2014/main" id="{C8C00100-8799-A07E-E473-31CB17FED076}"/>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138" name="Rectangle 54">
              <a:extLst>
                <a:ext uri="{FF2B5EF4-FFF2-40B4-BE49-F238E27FC236}">
                  <a16:creationId xmlns:a16="http://schemas.microsoft.com/office/drawing/2014/main" id="{B190A1B0-9ADD-C560-46C4-55377801E912}"/>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grpSp>
        <p:nvGrpSpPr>
          <p:cNvPr id="46126" name="Group 58">
            <a:extLst>
              <a:ext uri="{FF2B5EF4-FFF2-40B4-BE49-F238E27FC236}">
                <a16:creationId xmlns:a16="http://schemas.microsoft.com/office/drawing/2014/main" id="{8E1ECFBC-8F39-B2FB-2A4E-81B0CFFCAEA4}"/>
              </a:ext>
            </a:extLst>
          </p:cNvPr>
          <p:cNvGrpSpPr>
            <a:grpSpLocks/>
          </p:cNvGrpSpPr>
          <p:nvPr/>
        </p:nvGrpSpPr>
        <p:grpSpPr bwMode="auto">
          <a:xfrm>
            <a:off x="3206750" y="4730750"/>
            <a:ext cx="444500" cy="469900"/>
            <a:chOff x="1060" y="2980"/>
            <a:chExt cx="280" cy="296"/>
          </a:xfrm>
        </p:grpSpPr>
        <p:sp>
          <p:nvSpPr>
            <p:cNvPr id="46135" name="Oval 56">
              <a:extLst>
                <a:ext uri="{FF2B5EF4-FFF2-40B4-BE49-F238E27FC236}">
                  <a16:creationId xmlns:a16="http://schemas.microsoft.com/office/drawing/2014/main" id="{5ECFF098-6B65-BE2A-B6AB-FE9141BB5E01}"/>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136" name="Rectangle 57">
              <a:extLst>
                <a:ext uri="{FF2B5EF4-FFF2-40B4-BE49-F238E27FC236}">
                  <a16:creationId xmlns:a16="http://schemas.microsoft.com/office/drawing/2014/main" id="{3A207CAD-AE35-9F89-2DA4-AACDC55BA04C}"/>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grpSp>
        <p:nvGrpSpPr>
          <p:cNvPr id="46127" name="Group 61">
            <a:extLst>
              <a:ext uri="{FF2B5EF4-FFF2-40B4-BE49-F238E27FC236}">
                <a16:creationId xmlns:a16="http://schemas.microsoft.com/office/drawing/2014/main" id="{AC3A69C5-35D4-6B6F-1EEA-29304EC7D33B}"/>
              </a:ext>
            </a:extLst>
          </p:cNvPr>
          <p:cNvGrpSpPr>
            <a:grpSpLocks/>
          </p:cNvGrpSpPr>
          <p:nvPr/>
        </p:nvGrpSpPr>
        <p:grpSpPr bwMode="auto">
          <a:xfrm>
            <a:off x="5492750" y="3587750"/>
            <a:ext cx="444500" cy="469900"/>
            <a:chOff x="2500" y="2260"/>
            <a:chExt cx="280" cy="296"/>
          </a:xfrm>
        </p:grpSpPr>
        <p:sp>
          <p:nvSpPr>
            <p:cNvPr id="46133" name="Oval 59">
              <a:extLst>
                <a:ext uri="{FF2B5EF4-FFF2-40B4-BE49-F238E27FC236}">
                  <a16:creationId xmlns:a16="http://schemas.microsoft.com/office/drawing/2014/main" id="{2444BC49-13BC-16F4-B4E6-51B8724C1650}"/>
                </a:ext>
              </a:extLst>
            </p:cNvPr>
            <p:cNvSpPr>
              <a:spLocks noChangeArrowheads="1"/>
            </p:cNvSpPr>
            <p:nvPr/>
          </p:nvSpPr>
          <p:spPr bwMode="auto">
            <a:xfrm>
              <a:off x="2500" y="226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134" name="Rectangle 60">
              <a:extLst>
                <a:ext uri="{FF2B5EF4-FFF2-40B4-BE49-F238E27FC236}">
                  <a16:creationId xmlns:a16="http://schemas.microsoft.com/office/drawing/2014/main" id="{9862C903-654A-FEEA-2B40-B54BEC8BC37F}"/>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grpSp>
      <p:sp>
        <p:nvSpPr>
          <p:cNvPr id="46128" name="Rectangle 62">
            <a:extLst>
              <a:ext uri="{FF2B5EF4-FFF2-40B4-BE49-F238E27FC236}">
                <a16:creationId xmlns:a16="http://schemas.microsoft.com/office/drawing/2014/main" id="{D32FFF88-8816-C3BC-9E38-5DC9726173D4}"/>
              </a:ext>
            </a:extLst>
          </p:cNvPr>
          <p:cNvSpPr>
            <a:spLocks noChangeArrowheads="1"/>
          </p:cNvSpPr>
          <p:nvPr/>
        </p:nvSpPr>
        <p:spPr bwMode="auto">
          <a:xfrm>
            <a:off x="8991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9</a:t>
            </a:r>
          </a:p>
        </p:txBody>
      </p:sp>
      <p:grpSp>
        <p:nvGrpSpPr>
          <p:cNvPr id="46129" name="Group 65">
            <a:extLst>
              <a:ext uri="{FF2B5EF4-FFF2-40B4-BE49-F238E27FC236}">
                <a16:creationId xmlns:a16="http://schemas.microsoft.com/office/drawing/2014/main" id="{91645368-9B7F-CD9D-226F-162BBC44BF79}"/>
              </a:ext>
            </a:extLst>
          </p:cNvPr>
          <p:cNvGrpSpPr>
            <a:grpSpLocks/>
          </p:cNvGrpSpPr>
          <p:nvPr/>
        </p:nvGrpSpPr>
        <p:grpSpPr bwMode="auto">
          <a:xfrm>
            <a:off x="5187950" y="4959350"/>
            <a:ext cx="444500" cy="469900"/>
            <a:chOff x="2308" y="3124"/>
            <a:chExt cx="280" cy="296"/>
          </a:xfrm>
        </p:grpSpPr>
        <p:sp>
          <p:nvSpPr>
            <p:cNvPr id="46131" name="Oval 63">
              <a:extLst>
                <a:ext uri="{FF2B5EF4-FFF2-40B4-BE49-F238E27FC236}">
                  <a16:creationId xmlns:a16="http://schemas.microsoft.com/office/drawing/2014/main" id="{2EB73402-637E-BF38-375B-301602FC6CCC}"/>
                </a:ext>
              </a:extLst>
            </p:cNvPr>
            <p:cNvSpPr>
              <a:spLocks noChangeArrowheads="1"/>
            </p:cNvSpPr>
            <p:nvPr/>
          </p:nvSpPr>
          <p:spPr bwMode="auto">
            <a:xfrm>
              <a:off x="2308" y="312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6132" name="Rectangle 64">
              <a:extLst>
                <a:ext uri="{FF2B5EF4-FFF2-40B4-BE49-F238E27FC236}">
                  <a16:creationId xmlns:a16="http://schemas.microsoft.com/office/drawing/2014/main" id="{8795A351-4AF1-8180-622B-49B0F9F3BE47}"/>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grpSp>
      <p:sp>
        <p:nvSpPr>
          <p:cNvPr id="46130" name="Rectangle 66">
            <a:extLst>
              <a:ext uri="{FF2B5EF4-FFF2-40B4-BE49-F238E27FC236}">
                <a16:creationId xmlns:a16="http://schemas.microsoft.com/office/drawing/2014/main" id="{E722F14A-C4CC-D1EB-540A-811CEB9F6FBB}"/>
              </a:ext>
            </a:extLst>
          </p:cNvPr>
          <p:cNvSpPr>
            <a:spLocks noChangeArrowheads="1"/>
          </p:cNvSpPr>
          <p:nvPr/>
        </p:nvSpPr>
        <p:spPr bwMode="auto">
          <a:xfrm>
            <a:off x="9372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7</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E21F88D-41E6-5C6E-1567-D86A1472C4F8}"/>
              </a:ext>
            </a:extLst>
          </p:cNvPr>
          <p:cNvSpPr>
            <a:spLocks noGrp="1" noChangeArrowheads="1"/>
          </p:cNvSpPr>
          <p:nvPr>
            <p:ph type="title"/>
          </p:nvPr>
        </p:nvSpPr>
        <p:spPr>
          <a:noFill/>
        </p:spPr>
        <p:txBody>
          <a:bodyPr/>
          <a:lstStyle/>
          <a:p>
            <a:r>
              <a:rPr lang="en-US" altLang="en-US"/>
              <a:t>Breadth-First Search Example</a:t>
            </a:r>
          </a:p>
        </p:txBody>
      </p:sp>
      <p:sp>
        <p:nvSpPr>
          <p:cNvPr id="47107" name="Rectangle 3">
            <a:extLst>
              <a:ext uri="{FF2B5EF4-FFF2-40B4-BE49-F238E27FC236}">
                <a16:creationId xmlns:a16="http://schemas.microsoft.com/office/drawing/2014/main" id="{89A7645D-46D5-AF14-4B30-3BB18B2813E9}"/>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9</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lvl="1">
              <a:buFontTx/>
              <a:buNone/>
            </a:pPr>
            <a:r>
              <a:rPr lang="en-US" altLang="en-US" sz="3200"/>
              <a:t>put in </a:t>
            </a:r>
            <a:r>
              <a:rPr lang="en-US" altLang="en-US" sz="3200">
                <a:solidFill>
                  <a:schemeClr val="hlink"/>
                </a:solidFill>
              </a:rPr>
              <a:t>Q</a:t>
            </a:r>
            <a:r>
              <a:rPr lang="en-US" altLang="en-US" sz="3200"/>
              <a:t>.</a:t>
            </a:r>
          </a:p>
        </p:txBody>
      </p:sp>
      <p:sp>
        <p:nvSpPr>
          <p:cNvPr id="47108" name="Oval 4">
            <a:extLst>
              <a:ext uri="{FF2B5EF4-FFF2-40B4-BE49-F238E27FC236}">
                <a16:creationId xmlns:a16="http://schemas.microsoft.com/office/drawing/2014/main" id="{B11144CF-F68B-E2AD-4EC7-A70A1DEF75EE}"/>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09" name="Oval 5">
            <a:extLst>
              <a:ext uri="{FF2B5EF4-FFF2-40B4-BE49-F238E27FC236}">
                <a16:creationId xmlns:a16="http://schemas.microsoft.com/office/drawing/2014/main" id="{56789EAD-0AFC-494E-C540-11EE32ADAF05}"/>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10" name="Oval 6">
            <a:extLst>
              <a:ext uri="{FF2B5EF4-FFF2-40B4-BE49-F238E27FC236}">
                <a16:creationId xmlns:a16="http://schemas.microsoft.com/office/drawing/2014/main" id="{7EEA6773-A5C0-0FFA-C10E-5FFEC18141DA}"/>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11" name="Oval 7">
            <a:extLst>
              <a:ext uri="{FF2B5EF4-FFF2-40B4-BE49-F238E27FC236}">
                <a16:creationId xmlns:a16="http://schemas.microsoft.com/office/drawing/2014/main" id="{060C9542-48B8-A74D-3821-4712D830CE3A}"/>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12" name="Oval 8">
            <a:extLst>
              <a:ext uri="{FF2B5EF4-FFF2-40B4-BE49-F238E27FC236}">
                <a16:creationId xmlns:a16="http://schemas.microsoft.com/office/drawing/2014/main" id="{146C15DE-AA48-21E9-A68E-4111D209C21B}"/>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13" name="Oval 9">
            <a:extLst>
              <a:ext uri="{FF2B5EF4-FFF2-40B4-BE49-F238E27FC236}">
                <a16:creationId xmlns:a16="http://schemas.microsoft.com/office/drawing/2014/main" id="{9B2C5469-075D-E013-A383-0AF4F86653BD}"/>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14" name="Oval 10">
            <a:extLst>
              <a:ext uri="{FF2B5EF4-FFF2-40B4-BE49-F238E27FC236}">
                <a16:creationId xmlns:a16="http://schemas.microsoft.com/office/drawing/2014/main" id="{67613E76-0866-30EA-2CCC-4912F9C436BC}"/>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15" name="Oval 11">
            <a:extLst>
              <a:ext uri="{FF2B5EF4-FFF2-40B4-BE49-F238E27FC236}">
                <a16:creationId xmlns:a16="http://schemas.microsoft.com/office/drawing/2014/main" id="{91122A83-27DE-7454-0D1E-C6FFBE26E001}"/>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16" name="Oval 12">
            <a:extLst>
              <a:ext uri="{FF2B5EF4-FFF2-40B4-BE49-F238E27FC236}">
                <a16:creationId xmlns:a16="http://schemas.microsoft.com/office/drawing/2014/main" id="{9CFBA625-75F0-F2CC-2DD1-D423CAE64CB9}"/>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17" name="Oval 13">
            <a:extLst>
              <a:ext uri="{FF2B5EF4-FFF2-40B4-BE49-F238E27FC236}">
                <a16:creationId xmlns:a16="http://schemas.microsoft.com/office/drawing/2014/main" id="{154FE93C-D7D6-E7B0-10B7-70EA01A1809E}"/>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18" name="Oval 14">
            <a:extLst>
              <a:ext uri="{FF2B5EF4-FFF2-40B4-BE49-F238E27FC236}">
                <a16:creationId xmlns:a16="http://schemas.microsoft.com/office/drawing/2014/main" id="{991E526E-577D-4CA9-55D0-16FD6670FBBE}"/>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19" name="Line 15">
            <a:extLst>
              <a:ext uri="{FF2B5EF4-FFF2-40B4-BE49-F238E27FC236}">
                <a16:creationId xmlns:a16="http://schemas.microsoft.com/office/drawing/2014/main" id="{EA33D990-577F-D5C4-249E-FFDAC72868BF}"/>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7120" name="Line 16">
            <a:extLst>
              <a:ext uri="{FF2B5EF4-FFF2-40B4-BE49-F238E27FC236}">
                <a16:creationId xmlns:a16="http://schemas.microsoft.com/office/drawing/2014/main" id="{548A4AC6-AFEB-47E7-B8E0-B86F9F60F7D7}"/>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7121" name="Line 17">
            <a:extLst>
              <a:ext uri="{FF2B5EF4-FFF2-40B4-BE49-F238E27FC236}">
                <a16:creationId xmlns:a16="http://schemas.microsoft.com/office/drawing/2014/main" id="{6B26C5CD-DAE4-CBC8-D224-353D1ACF290F}"/>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7122" name="Line 18">
            <a:extLst>
              <a:ext uri="{FF2B5EF4-FFF2-40B4-BE49-F238E27FC236}">
                <a16:creationId xmlns:a16="http://schemas.microsoft.com/office/drawing/2014/main" id="{D30FA76D-FF9B-FA90-9290-72050F2AD4C0}"/>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7123" name="Line 19">
            <a:extLst>
              <a:ext uri="{FF2B5EF4-FFF2-40B4-BE49-F238E27FC236}">
                <a16:creationId xmlns:a16="http://schemas.microsoft.com/office/drawing/2014/main" id="{E313ECEE-42B1-778E-FF3B-D0256DB8F903}"/>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7124" name="Line 20">
            <a:extLst>
              <a:ext uri="{FF2B5EF4-FFF2-40B4-BE49-F238E27FC236}">
                <a16:creationId xmlns:a16="http://schemas.microsoft.com/office/drawing/2014/main" id="{FF057E5E-2A64-DEFA-29BC-394F68C29FC4}"/>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7125" name="Line 21">
            <a:extLst>
              <a:ext uri="{FF2B5EF4-FFF2-40B4-BE49-F238E27FC236}">
                <a16:creationId xmlns:a16="http://schemas.microsoft.com/office/drawing/2014/main" id="{D2807A77-59C5-5EB2-BE0D-42F507E3FE17}"/>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7126" name="Line 22">
            <a:extLst>
              <a:ext uri="{FF2B5EF4-FFF2-40B4-BE49-F238E27FC236}">
                <a16:creationId xmlns:a16="http://schemas.microsoft.com/office/drawing/2014/main" id="{8077D91C-6AC4-C612-4CBE-052620F9468A}"/>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7127" name="Line 23">
            <a:extLst>
              <a:ext uri="{FF2B5EF4-FFF2-40B4-BE49-F238E27FC236}">
                <a16:creationId xmlns:a16="http://schemas.microsoft.com/office/drawing/2014/main" id="{5B1C6568-CD89-97D4-2674-98CD48D13847}"/>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7128" name="Rectangle 24">
            <a:extLst>
              <a:ext uri="{FF2B5EF4-FFF2-40B4-BE49-F238E27FC236}">
                <a16:creationId xmlns:a16="http://schemas.microsoft.com/office/drawing/2014/main" id="{6DAF20C2-2A88-CA14-5B06-6AB23EF345DE}"/>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47129" name="Rectangle 25">
            <a:extLst>
              <a:ext uri="{FF2B5EF4-FFF2-40B4-BE49-F238E27FC236}">
                <a16:creationId xmlns:a16="http://schemas.microsoft.com/office/drawing/2014/main" id="{13523F2E-5772-9904-62D0-DFF081B26FC9}"/>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47130" name="Rectangle 26">
            <a:extLst>
              <a:ext uri="{FF2B5EF4-FFF2-40B4-BE49-F238E27FC236}">
                <a16:creationId xmlns:a16="http://schemas.microsoft.com/office/drawing/2014/main" id="{122C9CBC-121C-D7B3-A8C0-3059125AA1CC}"/>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47131" name="Rectangle 27">
            <a:extLst>
              <a:ext uri="{FF2B5EF4-FFF2-40B4-BE49-F238E27FC236}">
                <a16:creationId xmlns:a16="http://schemas.microsoft.com/office/drawing/2014/main" id="{8A3D9A9A-B9BD-1037-6568-B12F6C8FA2C4}"/>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47132" name="Rectangle 28">
            <a:extLst>
              <a:ext uri="{FF2B5EF4-FFF2-40B4-BE49-F238E27FC236}">
                <a16:creationId xmlns:a16="http://schemas.microsoft.com/office/drawing/2014/main" id="{1801B409-FBFE-EA00-1505-9F0350E2F5BB}"/>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47133" name="Rectangle 29">
            <a:extLst>
              <a:ext uri="{FF2B5EF4-FFF2-40B4-BE49-F238E27FC236}">
                <a16:creationId xmlns:a16="http://schemas.microsoft.com/office/drawing/2014/main" id="{BE1D289C-895D-5AAE-E064-38248BBCDB72}"/>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47134" name="Rectangle 30">
            <a:extLst>
              <a:ext uri="{FF2B5EF4-FFF2-40B4-BE49-F238E27FC236}">
                <a16:creationId xmlns:a16="http://schemas.microsoft.com/office/drawing/2014/main" id="{D8B6A414-9C8B-1FE3-1124-28155A7FCEBC}"/>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47135" name="Rectangle 31">
            <a:extLst>
              <a:ext uri="{FF2B5EF4-FFF2-40B4-BE49-F238E27FC236}">
                <a16:creationId xmlns:a16="http://schemas.microsoft.com/office/drawing/2014/main" id="{EA7732FA-835A-181D-8F2F-E160283742F0}"/>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47136" name="Rectangle 32">
            <a:extLst>
              <a:ext uri="{FF2B5EF4-FFF2-40B4-BE49-F238E27FC236}">
                <a16:creationId xmlns:a16="http://schemas.microsoft.com/office/drawing/2014/main" id="{DADA620E-A53F-276F-EB6C-244C79F1E18C}"/>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47137" name="Rectangle 33">
            <a:extLst>
              <a:ext uri="{FF2B5EF4-FFF2-40B4-BE49-F238E27FC236}">
                <a16:creationId xmlns:a16="http://schemas.microsoft.com/office/drawing/2014/main" id="{CDF9A291-1DAA-663A-9D67-DAB77041155D}"/>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47138" name="Rectangle 34">
            <a:extLst>
              <a:ext uri="{FF2B5EF4-FFF2-40B4-BE49-F238E27FC236}">
                <a16:creationId xmlns:a16="http://schemas.microsoft.com/office/drawing/2014/main" id="{88DE09AB-AB4B-1EA7-45A7-59C0159CB65C}"/>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47139" name="Line 35">
            <a:extLst>
              <a:ext uri="{FF2B5EF4-FFF2-40B4-BE49-F238E27FC236}">
                <a16:creationId xmlns:a16="http://schemas.microsoft.com/office/drawing/2014/main" id="{3B7DF41B-D33C-987C-1805-BF1D6295DD72}"/>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7140" name="Line 36">
            <a:extLst>
              <a:ext uri="{FF2B5EF4-FFF2-40B4-BE49-F238E27FC236}">
                <a16:creationId xmlns:a16="http://schemas.microsoft.com/office/drawing/2014/main" id="{49228F8F-DFF9-5F15-E0A9-58FD393E3227}"/>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7141" name="Line 37">
            <a:extLst>
              <a:ext uri="{FF2B5EF4-FFF2-40B4-BE49-F238E27FC236}">
                <a16:creationId xmlns:a16="http://schemas.microsoft.com/office/drawing/2014/main" id="{36AFD740-851A-36C6-336E-0C124F9B5E76}"/>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7142" name="Line 38">
            <a:extLst>
              <a:ext uri="{FF2B5EF4-FFF2-40B4-BE49-F238E27FC236}">
                <a16:creationId xmlns:a16="http://schemas.microsoft.com/office/drawing/2014/main" id="{B0BE2209-DF24-3575-8AA8-639617FC0A85}"/>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7143" name="Group 41">
            <a:extLst>
              <a:ext uri="{FF2B5EF4-FFF2-40B4-BE49-F238E27FC236}">
                <a16:creationId xmlns:a16="http://schemas.microsoft.com/office/drawing/2014/main" id="{CFD9D2A6-7C5B-3E96-8273-B0206B944F1D}"/>
              </a:ext>
            </a:extLst>
          </p:cNvPr>
          <p:cNvGrpSpPr>
            <a:grpSpLocks/>
          </p:cNvGrpSpPr>
          <p:nvPr/>
        </p:nvGrpSpPr>
        <p:grpSpPr bwMode="auto">
          <a:xfrm>
            <a:off x="1835150" y="2597150"/>
            <a:ext cx="444500" cy="469900"/>
            <a:chOff x="196" y="1636"/>
            <a:chExt cx="280" cy="296"/>
          </a:xfrm>
        </p:grpSpPr>
        <p:sp>
          <p:nvSpPr>
            <p:cNvPr id="47169" name="Oval 39">
              <a:extLst>
                <a:ext uri="{FF2B5EF4-FFF2-40B4-BE49-F238E27FC236}">
                  <a16:creationId xmlns:a16="http://schemas.microsoft.com/office/drawing/2014/main" id="{69867521-33EC-88F1-F457-CD9353E8E972}"/>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70" name="Rectangle 40">
              <a:extLst>
                <a:ext uri="{FF2B5EF4-FFF2-40B4-BE49-F238E27FC236}">
                  <a16:creationId xmlns:a16="http://schemas.microsoft.com/office/drawing/2014/main" id="{97FFA648-CE21-E457-31CD-DD6C88614A21}"/>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47144" name="Rectangle 42">
            <a:extLst>
              <a:ext uri="{FF2B5EF4-FFF2-40B4-BE49-F238E27FC236}">
                <a16:creationId xmlns:a16="http://schemas.microsoft.com/office/drawing/2014/main" id="{AF95758A-7028-B553-96DE-D0EEE696E360}"/>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47145" name="Freeform 43">
            <a:extLst>
              <a:ext uri="{FF2B5EF4-FFF2-40B4-BE49-F238E27FC236}">
                <a16:creationId xmlns:a16="http://schemas.microsoft.com/office/drawing/2014/main" id="{FE8857B5-025A-7A00-47EA-C91EBCB21E89}"/>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7146" name="Group 46">
            <a:extLst>
              <a:ext uri="{FF2B5EF4-FFF2-40B4-BE49-F238E27FC236}">
                <a16:creationId xmlns:a16="http://schemas.microsoft.com/office/drawing/2014/main" id="{D3BA378F-49CC-6A2A-42B1-F8CF4BB0B732}"/>
              </a:ext>
            </a:extLst>
          </p:cNvPr>
          <p:cNvGrpSpPr>
            <a:grpSpLocks/>
          </p:cNvGrpSpPr>
          <p:nvPr/>
        </p:nvGrpSpPr>
        <p:grpSpPr bwMode="auto">
          <a:xfrm>
            <a:off x="2825750" y="1758950"/>
            <a:ext cx="444500" cy="469900"/>
            <a:chOff x="820" y="1108"/>
            <a:chExt cx="280" cy="296"/>
          </a:xfrm>
        </p:grpSpPr>
        <p:sp>
          <p:nvSpPr>
            <p:cNvPr id="47167" name="Oval 44">
              <a:extLst>
                <a:ext uri="{FF2B5EF4-FFF2-40B4-BE49-F238E27FC236}">
                  <a16:creationId xmlns:a16="http://schemas.microsoft.com/office/drawing/2014/main" id="{B32DE3B1-E1CF-5385-9F83-FFBA8A3DFB9E}"/>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68" name="Rectangle 45">
              <a:extLst>
                <a:ext uri="{FF2B5EF4-FFF2-40B4-BE49-F238E27FC236}">
                  <a16:creationId xmlns:a16="http://schemas.microsoft.com/office/drawing/2014/main" id="{2CB7D739-421D-FD93-3024-B4EEE9517702}"/>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47147" name="Group 49">
            <a:extLst>
              <a:ext uri="{FF2B5EF4-FFF2-40B4-BE49-F238E27FC236}">
                <a16:creationId xmlns:a16="http://schemas.microsoft.com/office/drawing/2014/main" id="{649EB69E-5A77-150A-6477-5312E6951C17}"/>
              </a:ext>
            </a:extLst>
          </p:cNvPr>
          <p:cNvGrpSpPr>
            <a:grpSpLocks/>
          </p:cNvGrpSpPr>
          <p:nvPr/>
        </p:nvGrpSpPr>
        <p:grpSpPr bwMode="auto">
          <a:xfrm>
            <a:off x="2444750" y="3276600"/>
            <a:ext cx="444500" cy="450850"/>
            <a:chOff x="580" y="2064"/>
            <a:chExt cx="280" cy="284"/>
          </a:xfrm>
        </p:grpSpPr>
        <p:sp>
          <p:nvSpPr>
            <p:cNvPr id="47165" name="Oval 47">
              <a:extLst>
                <a:ext uri="{FF2B5EF4-FFF2-40B4-BE49-F238E27FC236}">
                  <a16:creationId xmlns:a16="http://schemas.microsoft.com/office/drawing/2014/main" id="{BD1C8DDA-AA08-8150-16DE-931E133B83DA}"/>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66" name="Rectangle 48">
              <a:extLst>
                <a:ext uri="{FF2B5EF4-FFF2-40B4-BE49-F238E27FC236}">
                  <a16:creationId xmlns:a16="http://schemas.microsoft.com/office/drawing/2014/main" id="{27146A45-A6F5-23D7-CD32-64AE972B4E27}"/>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47148" name="Group 52">
            <a:extLst>
              <a:ext uri="{FF2B5EF4-FFF2-40B4-BE49-F238E27FC236}">
                <a16:creationId xmlns:a16="http://schemas.microsoft.com/office/drawing/2014/main" id="{834EEEF9-D45D-C83B-ABF5-DEBBC068623E}"/>
              </a:ext>
            </a:extLst>
          </p:cNvPr>
          <p:cNvGrpSpPr>
            <a:grpSpLocks/>
          </p:cNvGrpSpPr>
          <p:nvPr/>
        </p:nvGrpSpPr>
        <p:grpSpPr bwMode="auto">
          <a:xfrm>
            <a:off x="3968750" y="3435350"/>
            <a:ext cx="444500" cy="469900"/>
            <a:chOff x="1540" y="2164"/>
            <a:chExt cx="280" cy="296"/>
          </a:xfrm>
        </p:grpSpPr>
        <p:sp>
          <p:nvSpPr>
            <p:cNvPr id="47163" name="Oval 50">
              <a:extLst>
                <a:ext uri="{FF2B5EF4-FFF2-40B4-BE49-F238E27FC236}">
                  <a16:creationId xmlns:a16="http://schemas.microsoft.com/office/drawing/2014/main" id="{3458BFE5-D170-C92B-29C8-B8600C81CE4E}"/>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64" name="Rectangle 51">
              <a:extLst>
                <a:ext uri="{FF2B5EF4-FFF2-40B4-BE49-F238E27FC236}">
                  <a16:creationId xmlns:a16="http://schemas.microsoft.com/office/drawing/2014/main" id="{68CA3BE1-B4CB-CBEB-6368-B95E390AB163}"/>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grpSp>
        <p:nvGrpSpPr>
          <p:cNvPr id="47149" name="Group 55">
            <a:extLst>
              <a:ext uri="{FF2B5EF4-FFF2-40B4-BE49-F238E27FC236}">
                <a16:creationId xmlns:a16="http://schemas.microsoft.com/office/drawing/2014/main" id="{A2C60E06-0EC1-3F50-12DD-9C7139AD1209}"/>
              </a:ext>
            </a:extLst>
          </p:cNvPr>
          <p:cNvGrpSpPr>
            <a:grpSpLocks/>
          </p:cNvGrpSpPr>
          <p:nvPr/>
        </p:nvGrpSpPr>
        <p:grpSpPr bwMode="auto">
          <a:xfrm>
            <a:off x="4425950" y="2057400"/>
            <a:ext cx="444500" cy="450850"/>
            <a:chOff x="1828" y="1296"/>
            <a:chExt cx="280" cy="284"/>
          </a:xfrm>
        </p:grpSpPr>
        <p:sp>
          <p:nvSpPr>
            <p:cNvPr id="47161" name="Oval 53">
              <a:extLst>
                <a:ext uri="{FF2B5EF4-FFF2-40B4-BE49-F238E27FC236}">
                  <a16:creationId xmlns:a16="http://schemas.microsoft.com/office/drawing/2014/main" id="{3D2792B1-F328-68BF-982F-F45B4D67C367}"/>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62" name="Rectangle 54">
              <a:extLst>
                <a:ext uri="{FF2B5EF4-FFF2-40B4-BE49-F238E27FC236}">
                  <a16:creationId xmlns:a16="http://schemas.microsoft.com/office/drawing/2014/main" id="{A21010C6-B5EC-943C-4945-26F37C2986A8}"/>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grpSp>
        <p:nvGrpSpPr>
          <p:cNvPr id="47150" name="Group 58">
            <a:extLst>
              <a:ext uri="{FF2B5EF4-FFF2-40B4-BE49-F238E27FC236}">
                <a16:creationId xmlns:a16="http://schemas.microsoft.com/office/drawing/2014/main" id="{C7BE397F-80E7-9B0C-89F3-9712730FFF32}"/>
              </a:ext>
            </a:extLst>
          </p:cNvPr>
          <p:cNvGrpSpPr>
            <a:grpSpLocks/>
          </p:cNvGrpSpPr>
          <p:nvPr/>
        </p:nvGrpSpPr>
        <p:grpSpPr bwMode="auto">
          <a:xfrm>
            <a:off x="3206750" y="4730750"/>
            <a:ext cx="444500" cy="469900"/>
            <a:chOff x="1060" y="2980"/>
            <a:chExt cx="280" cy="296"/>
          </a:xfrm>
        </p:grpSpPr>
        <p:sp>
          <p:nvSpPr>
            <p:cNvPr id="47159" name="Oval 56">
              <a:extLst>
                <a:ext uri="{FF2B5EF4-FFF2-40B4-BE49-F238E27FC236}">
                  <a16:creationId xmlns:a16="http://schemas.microsoft.com/office/drawing/2014/main" id="{43371A66-77BA-395D-DEE5-E35CF4435E40}"/>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60" name="Rectangle 57">
              <a:extLst>
                <a:ext uri="{FF2B5EF4-FFF2-40B4-BE49-F238E27FC236}">
                  <a16:creationId xmlns:a16="http://schemas.microsoft.com/office/drawing/2014/main" id="{394CF4FF-A1F2-69BD-F6AE-13476F321428}"/>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grpSp>
        <p:nvGrpSpPr>
          <p:cNvPr id="47151" name="Group 61">
            <a:extLst>
              <a:ext uri="{FF2B5EF4-FFF2-40B4-BE49-F238E27FC236}">
                <a16:creationId xmlns:a16="http://schemas.microsoft.com/office/drawing/2014/main" id="{C211FF00-001B-FA61-067A-043705D80C35}"/>
              </a:ext>
            </a:extLst>
          </p:cNvPr>
          <p:cNvGrpSpPr>
            <a:grpSpLocks/>
          </p:cNvGrpSpPr>
          <p:nvPr/>
        </p:nvGrpSpPr>
        <p:grpSpPr bwMode="auto">
          <a:xfrm>
            <a:off x="5492750" y="3587750"/>
            <a:ext cx="444500" cy="469900"/>
            <a:chOff x="2500" y="2260"/>
            <a:chExt cx="280" cy="296"/>
          </a:xfrm>
        </p:grpSpPr>
        <p:sp>
          <p:nvSpPr>
            <p:cNvPr id="47157" name="Oval 59">
              <a:extLst>
                <a:ext uri="{FF2B5EF4-FFF2-40B4-BE49-F238E27FC236}">
                  <a16:creationId xmlns:a16="http://schemas.microsoft.com/office/drawing/2014/main" id="{0C2BF7CB-860C-CDC9-7EA0-7E561EAF2543}"/>
                </a:ext>
              </a:extLst>
            </p:cNvPr>
            <p:cNvSpPr>
              <a:spLocks noChangeArrowheads="1"/>
            </p:cNvSpPr>
            <p:nvPr/>
          </p:nvSpPr>
          <p:spPr bwMode="auto">
            <a:xfrm>
              <a:off x="2500" y="226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58" name="Rectangle 60">
              <a:extLst>
                <a:ext uri="{FF2B5EF4-FFF2-40B4-BE49-F238E27FC236}">
                  <a16:creationId xmlns:a16="http://schemas.microsoft.com/office/drawing/2014/main" id="{4CD4415A-608D-3E36-019A-7B7662717C8D}"/>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grpSp>
      <p:sp>
        <p:nvSpPr>
          <p:cNvPr id="47152" name="Rectangle 62">
            <a:extLst>
              <a:ext uri="{FF2B5EF4-FFF2-40B4-BE49-F238E27FC236}">
                <a16:creationId xmlns:a16="http://schemas.microsoft.com/office/drawing/2014/main" id="{305D71A2-3A25-BDF3-4992-A1E4EB334E70}"/>
              </a:ext>
            </a:extLst>
          </p:cNvPr>
          <p:cNvSpPr>
            <a:spLocks noChangeArrowheads="1"/>
          </p:cNvSpPr>
          <p:nvPr/>
        </p:nvSpPr>
        <p:spPr bwMode="auto">
          <a:xfrm>
            <a:off x="8991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9</a:t>
            </a:r>
          </a:p>
        </p:txBody>
      </p:sp>
      <p:grpSp>
        <p:nvGrpSpPr>
          <p:cNvPr id="47153" name="Group 65">
            <a:extLst>
              <a:ext uri="{FF2B5EF4-FFF2-40B4-BE49-F238E27FC236}">
                <a16:creationId xmlns:a16="http://schemas.microsoft.com/office/drawing/2014/main" id="{C6EBC76C-DDD8-D70E-DDCC-885CEECD30DB}"/>
              </a:ext>
            </a:extLst>
          </p:cNvPr>
          <p:cNvGrpSpPr>
            <a:grpSpLocks/>
          </p:cNvGrpSpPr>
          <p:nvPr/>
        </p:nvGrpSpPr>
        <p:grpSpPr bwMode="auto">
          <a:xfrm>
            <a:off x="5187950" y="4959350"/>
            <a:ext cx="444500" cy="469900"/>
            <a:chOff x="2308" y="3124"/>
            <a:chExt cx="280" cy="296"/>
          </a:xfrm>
        </p:grpSpPr>
        <p:sp>
          <p:nvSpPr>
            <p:cNvPr id="47155" name="Oval 63">
              <a:extLst>
                <a:ext uri="{FF2B5EF4-FFF2-40B4-BE49-F238E27FC236}">
                  <a16:creationId xmlns:a16="http://schemas.microsoft.com/office/drawing/2014/main" id="{9615701A-886F-276F-2735-4037D3B13376}"/>
                </a:ext>
              </a:extLst>
            </p:cNvPr>
            <p:cNvSpPr>
              <a:spLocks noChangeArrowheads="1"/>
            </p:cNvSpPr>
            <p:nvPr/>
          </p:nvSpPr>
          <p:spPr bwMode="auto">
            <a:xfrm>
              <a:off x="2308" y="312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7156" name="Rectangle 64">
              <a:extLst>
                <a:ext uri="{FF2B5EF4-FFF2-40B4-BE49-F238E27FC236}">
                  <a16:creationId xmlns:a16="http://schemas.microsoft.com/office/drawing/2014/main" id="{AF6CA518-7CB3-B03A-0515-B7E847A7A653}"/>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grpSp>
      <p:sp>
        <p:nvSpPr>
          <p:cNvPr id="47154" name="Rectangle 66">
            <a:extLst>
              <a:ext uri="{FF2B5EF4-FFF2-40B4-BE49-F238E27FC236}">
                <a16:creationId xmlns:a16="http://schemas.microsoft.com/office/drawing/2014/main" id="{3150FD1A-309F-19BF-484D-BF294498C935}"/>
              </a:ext>
            </a:extLst>
          </p:cNvPr>
          <p:cNvSpPr>
            <a:spLocks noChangeArrowheads="1"/>
          </p:cNvSpPr>
          <p:nvPr/>
        </p:nvSpPr>
        <p:spPr bwMode="auto">
          <a:xfrm>
            <a:off x="9372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7</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C695FEF-0252-2C54-0D46-9748593694A5}"/>
              </a:ext>
            </a:extLst>
          </p:cNvPr>
          <p:cNvSpPr>
            <a:spLocks noGrp="1" noChangeArrowheads="1"/>
          </p:cNvSpPr>
          <p:nvPr>
            <p:ph type="title"/>
          </p:nvPr>
        </p:nvSpPr>
        <p:spPr>
          <a:noFill/>
        </p:spPr>
        <p:txBody>
          <a:bodyPr/>
          <a:lstStyle/>
          <a:p>
            <a:r>
              <a:rPr lang="en-US" altLang="en-US"/>
              <a:t>Breadth-First Search Example</a:t>
            </a:r>
          </a:p>
        </p:txBody>
      </p:sp>
      <p:sp>
        <p:nvSpPr>
          <p:cNvPr id="48131" name="Rectangle 3">
            <a:extLst>
              <a:ext uri="{FF2B5EF4-FFF2-40B4-BE49-F238E27FC236}">
                <a16:creationId xmlns:a16="http://schemas.microsoft.com/office/drawing/2014/main" id="{B3D8611B-DA26-9B93-7547-0A72EFD971F5}"/>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9</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lvl="1">
              <a:buFontTx/>
              <a:buNone/>
            </a:pPr>
            <a:r>
              <a:rPr lang="en-US" altLang="en-US" sz="3200"/>
              <a:t>put in </a:t>
            </a:r>
            <a:r>
              <a:rPr lang="en-US" altLang="en-US" sz="3200">
                <a:solidFill>
                  <a:schemeClr val="hlink"/>
                </a:solidFill>
              </a:rPr>
              <a:t>Q</a:t>
            </a:r>
            <a:r>
              <a:rPr lang="en-US" altLang="en-US" sz="3200"/>
              <a:t>.</a:t>
            </a:r>
          </a:p>
        </p:txBody>
      </p:sp>
      <p:sp>
        <p:nvSpPr>
          <p:cNvPr id="48132" name="Oval 4">
            <a:extLst>
              <a:ext uri="{FF2B5EF4-FFF2-40B4-BE49-F238E27FC236}">
                <a16:creationId xmlns:a16="http://schemas.microsoft.com/office/drawing/2014/main" id="{5834A816-C485-F382-EC93-0C0A273F0F0D}"/>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33" name="Oval 5">
            <a:extLst>
              <a:ext uri="{FF2B5EF4-FFF2-40B4-BE49-F238E27FC236}">
                <a16:creationId xmlns:a16="http://schemas.microsoft.com/office/drawing/2014/main" id="{2C30EB99-4209-2610-78E5-71AF3BD71693}"/>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34" name="Oval 6">
            <a:extLst>
              <a:ext uri="{FF2B5EF4-FFF2-40B4-BE49-F238E27FC236}">
                <a16:creationId xmlns:a16="http://schemas.microsoft.com/office/drawing/2014/main" id="{17C9DD23-FC39-D9C6-D6E1-EFF1494F6F1D}"/>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35" name="Oval 7">
            <a:extLst>
              <a:ext uri="{FF2B5EF4-FFF2-40B4-BE49-F238E27FC236}">
                <a16:creationId xmlns:a16="http://schemas.microsoft.com/office/drawing/2014/main" id="{38277120-DD52-B3F1-E5A9-5AC48552FC8D}"/>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36" name="Oval 8">
            <a:extLst>
              <a:ext uri="{FF2B5EF4-FFF2-40B4-BE49-F238E27FC236}">
                <a16:creationId xmlns:a16="http://schemas.microsoft.com/office/drawing/2014/main" id="{11014C07-EDAD-4C02-D8E3-81E9845089F4}"/>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37" name="Oval 9">
            <a:extLst>
              <a:ext uri="{FF2B5EF4-FFF2-40B4-BE49-F238E27FC236}">
                <a16:creationId xmlns:a16="http://schemas.microsoft.com/office/drawing/2014/main" id="{AD821887-EBC6-4393-11B5-5974830662ED}"/>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38" name="Oval 10">
            <a:extLst>
              <a:ext uri="{FF2B5EF4-FFF2-40B4-BE49-F238E27FC236}">
                <a16:creationId xmlns:a16="http://schemas.microsoft.com/office/drawing/2014/main" id="{CF668578-4146-5021-E52C-465456EBB34C}"/>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39" name="Oval 11">
            <a:extLst>
              <a:ext uri="{FF2B5EF4-FFF2-40B4-BE49-F238E27FC236}">
                <a16:creationId xmlns:a16="http://schemas.microsoft.com/office/drawing/2014/main" id="{9147C74F-54E3-1D2C-6626-20037AC99398}"/>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40" name="Oval 12">
            <a:extLst>
              <a:ext uri="{FF2B5EF4-FFF2-40B4-BE49-F238E27FC236}">
                <a16:creationId xmlns:a16="http://schemas.microsoft.com/office/drawing/2014/main" id="{24011791-161B-9297-14F9-0630ADA98837}"/>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41" name="Oval 13">
            <a:extLst>
              <a:ext uri="{FF2B5EF4-FFF2-40B4-BE49-F238E27FC236}">
                <a16:creationId xmlns:a16="http://schemas.microsoft.com/office/drawing/2014/main" id="{7D1CAFDC-2C94-4E32-1130-7086D38D8B7C}"/>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42" name="Oval 14">
            <a:extLst>
              <a:ext uri="{FF2B5EF4-FFF2-40B4-BE49-F238E27FC236}">
                <a16:creationId xmlns:a16="http://schemas.microsoft.com/office/drawing/2014/main" id="{9F3527A2-1D9C-C51E-E73F-CA30CDBB7DA9}"/>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43" name="Line 15">
            <a:extLst>
              <a:ext uri="{FF2B5EF4-FFF2-40B4-BE49-F238E27FC236}">
                <a16:creationId xmlns:a16="http://schemas.microsoft.com/office/drawing/2014/main" id="{873BF652-B160-3C35-9B4D-248B245AB873}"/>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8144" name="Line 16">
            <a:extLst>
              <a:ext uri="{FF2B5EF4-FFF2-40B4-BE49-F238E27FC236}">
                <a16:creationId xmlns:a16="http://schemas.microsoft.com/office/drawing/2014/main" id="{29384E92-E504-C636-EB47-5E897F99D67B}"/>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8145" name="Line 17">
            <a:extLst>
              <a:ext uri="{FF2B5EF4-FFF2-40B4-BE49-F238E27FC236}">
                <a16:creationId xmlns:a16="http://schemas.microsoft.com/office/drawing/2014/main" id="{727B0AA4-C91B-E64D-AA0F-4FD387E36995}"/>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8146" name="Line 18">
            <a:extLst>
              <a:ext uri="{FF2B5EF4-FFF2-40B4-BE49-F238E27FC236}">
                <a16:creationId xmlns:a16="http://schemas.microsoft.com/office/drawing/2014/main" id="{76536737-426C-12DE-B9A7-7B007EAE558D}"/>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8147" name="Line 19">
            <a:extLst>
              <a:ext uri="{FF2B5EF4-FFF2-40B4-BE49-F238E27FC236}">
                <a16:creationId xmlns:a16="http://schemas.microsoft.com/office/drawing/2014/main" id="{2A68A4D2-6C7A-CAA4-9FDB-EF5D7EFB3806}"/>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8148" name="Line 20">
            <a:extLst>
              <a:ext uri="{FF2B5EF4-FFF2-40B4-BE49-F238E27FC236}">
                <a16:creationId xmlns:a16="http://schemas.microsoft.com/office/drawing/2014/main" id="{B85DD442-C65C-0AC7-31D0-386C22B45402}"/>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8149" name="Line 21">
            <a:extLst>
              <a:ext uri="{FF2B5EF4-FFF2-40B4-BE49-F238E27FC236}">
                <a16:creationId xmlns:a16="http://schemas.microsoft.com/office/drawing/2014/main" id="{46977958-A6FD-3055-3866-47DB8CE16572}"/>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8150" name="Line 22">
            <a:extLst>
              <a:ext uri="{FF2B5EF4-FFF2-40B4-BE49-F238E27FC236}">
                <a16:creationId xmlns:a16="http://schemas.microsoft.com/office/drawing/2014/main" id="{58BAAE1D-AEFC-D3E2-C344-90827715F5CE}"/>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8151" name="Line 23">
            <a:extLst>
              <a:ext uri="{FF2B5EF4-FFF2-40B4-BE49-F238E27FC236}">
                <a16:creationId xmlns:a16="http://schemas.microsoft.com/office/drawing/2014/main" id="{8D1056BA-520E-8166-00C8-B21605AC6B62}"/>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8152" name="Rectangle 24">
            <a:extLst>
              <a:ext uri="{FF2B5EF4-FFF2-40B4-BE49-F238E27FC236}">
                <a16:creationId xmlns:a16="http://schemas.microsoft.com/office/drawing/2014/main" id="{30946539-0D62-AFF0-F84D-CC6FD48B0905}"/>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48153" name="Rectangle 25">
            <a:extLst>
              <a:ext uri="{FF2B5EF4-FFF2-40B4-BE49-F238E27FC236}">
                <a16:creationId xmlns:a16="http://schemas.microsoft.com/office/drawing/2014/main" id="{8CFF2311-02B9-8AE5-8A1B-7EB770A8C2FD}"/>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48154" name="Rectangle 26">
            <a:extLst>
              <a:ext uri="{FF2B5EF4-FFF2-40B4-BE49-F238E27FC236}">
                <a16:creationId xmlns:a16="http://schemas.microsoft.com/office/drawing/2014/main" id="{BBFCC8CF-1A2D-9ECF-99F3-886DB3A427D5}"/>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48155" name="Rectangle 27">
            <a:extLst>
              <a:ext uri="{FF2B5EF4-FFF2-40B4-BE49-F238E27FC236}">
                <a16:creationId xmlns:a16="http://schemas.microsoft.com/office/drawing/2014/main" id="{CE715E71-EC1E-9F04-276C-93D6187A390A}"/>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48156" name="Rectangle 28">
            <a:extLst>
              <a:ext uri="{FF2B5EF4-FFF2-40B4-BE49-F238E27FC236}">
                <a16:creationId xmlns:a16="http://schemas.microsoft.com/office/drawing/2014/main" id="{DA2A6138-B527-2A45-7EEC-5A6168AD4E8D}"/>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48157" name="Rectangle 29">
            <a:extLst>
              <a:ext uri="{FF2B5EF4-FFF2-40B4-BE49-F238E27FC236}">
                <a16:creationId xmlns:a16="http://schemas.microsoft.com/office/drawing/2014/main" id="{55C18014-C432-D1AF-ACC5-011DC2124B12}"/>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48158" name="Rectangle 30">
            <a:extLst>
              <a:ext uri="{FF2B5EF4-FFF2-40B4-BE49-F238E27FC236}">
                <a16:creationId xmlns:a16="http://schemas.microsoft.com/office/drawing/2014/main" id="{3FBF7D2D-0765-65F6-E45D-C44E261DA3FB}"/>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48159" name="Rectangle 31">
            <a:extLst>
              <a:ext uri="{FF2B5EF4-FFF2-40B4-BE49-F238E27FC236}">
                <a16:creationId xmlns:a16="http://schemas.microsoft.com/office/drawing/2014/main" id="{A00E27BF-CB08-1C13-5026-55BB02C949E1}"/>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48160" name="Rectangle 32">
            <a:extLst>
              <a:ext uri="{FF2B5EF4-FFF2-40B4-BE49-F238E27FC236}">
                <a16:creationId xmlns:a16="http://schemas.microsoft.com/office/drawing/2014/main" id="{29F286EA-680D-4DB2-BB42-2230893DAC99}"/>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48161" name="Rectangle 33">
            <a:extLst>
              <a:ext uri="{FF2B5EF4-FFF2-40B4-BE49-F238E27FC236}">
                <a16:creationId xmlns:a16="http://schemas.microsoft.com/office/drawing/2014/main" id="{CE482B98-CE03-24C0-D6DB-4BC51A784124}"/>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48162" name="Rectangle 34">
            <a:extLst>
              <a:ext uri="{FF2B5EF4-FFF2-40B4-BE49-F238E27FC236}">
                <a16:creationId xmlns:a16="http://schemas.microsoft.com/office/drawing/2014/main" id="{ABF15F33-24D1-8E6E-A656-6BF1A2D11882}"/>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48163" name="Line 35">
            <a:extLst>
              <a:ext uri="{FF2B5EF4-FFF2-40B4-BE49-F238E27FC236}">
                <a16:creationId xmlns:a16="http://schemas.microsoft.com/office/drawing/2014/main" id="{6DFFB16C-287F-874C-BD91-1CDC201FEF34}"/>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8164" name="Line 36">
            <a:extLst>
              <a:ext uri="{FF2B5EF4-FFF2-40B4-BE49-F238E27FC236}">
                <a16:creationId xmlns:a16="http://schemas.microsoft.com/office/drawing/2014/main" id="{B843A2D1-6714-6D1A-30DB-45123008D6BD}"/>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8165" name="Line 37">
            <a:extLst>
              <a:ext uri="{FF2B5EF4-FFF2-40B4-BE49-F238E27FC236}">
                <a16:creationId xmlns:a16="http://schemas.microsoft.com/office/drawing/2014/main" id="{8BA67927-CA6C-0703-FDFB-91A261AE25C6}"/>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8166" name="Line 38">
            <a:extLst>
              <a:ext uri="{FF2B5EF4-FFF2-40B4-BE49-F238E27FC236}">
                <a16:creationId xmlns:a16="http://schemas.microsoft.com/office/drawing/2014/main" id="{C7D62BD2-892F-749C-91C4-80A6C33A110B}"/>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8167" name="Group 41">
            <a:extLst>
              <a:ext uri="{FF2B5EF4-FFF2-40B4-BE49-F238E27FC236}">
                <a16:creationId xmlns:a16="http://schemas.microsoft.com/office/drawing/2014/main" id="{49395ABE-2CE8-70F1-70D5-969F2BC2088B}"/>
              </a:ext>
            </a:extLst>
          </p:cNvPr>
          <p:cNvGrpSpPr>
            <a:grpSpLocks/>
          </p:cNvGrpSpPr>
          <p:nvPr/>
        </p:nvGrpSpPr>
        <p:grpSpPr bwMode="auto">
          <a:xfrm>
            <a:off x="1835150" y="2597150"/>
            <a:ext cx="444500" cy="469900"/>
            <a:chOff x="196" y="1636"/>
            <a:chExt cx="280" cy="296"/>
          </a:xfrm>
        </p:grpSpPr>
        <p:sp>
          <p:nvSpPr>
            <p:cNvPr id="48196" name="Oval 39">
              <a:extLst>
                <a:ext uri="{FF2B5EF4-FFF2-40B4-BE49-F238E27FC236}">
                  <a16:creationId xmlns:a16="http://schemas.microsoft.com/office/drawing/2014/main" id="{A8CA8802-7B3E-28AD-99C0-B24F98D7669C}"/>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97" name="Rectangle 40">
              <a:extLst>
                <a:ext uri="{FF2B5EF4-FFF2-40B4-BE49-F238E27FC236}">
                  <a16:creationId xmlns:a16="http://schemas.microsoft.com/office/drawing/2014/main" id="{9C9DDFD7-3E22-FBB0-44BD-CA6CC611976F}"/>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48168" name="Rectangle 42">
            <a:extLst>
              <a:ext uri="{FF2B5EF4-FFF2-40B4-BE49-F238E27FC236}">
                <a16:creationId xmlns:a16="http://schemas.microsoft.com/office/drawing/2014/main" id="{C094ED7B-AECD-8042-0467-A52BD45F80EE}"/>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48169" name="Freeform 43">
            <a:extLst>
              <a:ext uri="{FF2B5EF4-FFF2-40B4-BE49-F238E27FC236}">
                <a16:creationId xmlns:a16="http://schemas.microsoft.com/office/drawing/2014/main" id="{0E14714B-E05A-CCCE-421C-A4D30CA55055}"/>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8170" name="Group 46">
            <a:extLst>
              <a:ext uri="{FF2B5EF4-FFF2-40B4-BE49-F238E27FC236}">
                <a16:creationId xmlns:a16="http://schemas.microsoft.com/office/drawing/2014/main" id="{DFF228AC-0418-9B29-E1FF-43A4223A8640}"/>
              </a:ext>
            </a:extLst>
          </p:cNvPr>
          <p:cNvGrpSpPr>
            <a:grpSpLocks/>
          </p:cNvGrpSpPr>
          <p:nvPr/>
        </p:nvGrpSpPr>
        <p:grpSpPr bwMode="auto">
          <a:xfrm>
            <a:off x="2825750" y="1758950"/>
            <a:ext cx="444500" cy="469900"/>
            <a:chOff x="820" y="1108"/>
            <a:chExt cx="280" cy="296"/>
          </a:xfrm>
        </p:grpSpPr>
        <p:sp>
          <p:nvSpPr>
            <p:cNvPr id="48194" name="Oval 44">
              <a:extLst>
                <a:ext uri="{FF2B5EF4-FFF2-40B4-BE49-F238E27FC236}">
                  <a16:creationId xmlns:a16="http://schemas.microsoft.com/office/drawing/2014/main" id="{C61119C2-26D6-85EC-552E-143670E1EFB4}"/>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95" name="Rectangle 45">
              <a:extLst>
                <a:ext uri="{FF2B5EF4-FFF2-40B4-BE49-F238E27FC236}">
                  <a16:creationId xmlns:a16="http://schemas.microsoft.com/office/drawing/2014/main" id="{177E4433-086A-A3E2-6BB0-E2A064371F1C}"/>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48171" name="Group 49">
            <a:extLst>
              <a:ext uri="{FF2B5EF4-FFF2-40B4-BE49-F238E27FC236}">
                <a16:creationId xmlns:a16="http://schemas.microsoft.com/office/drawing/2014/main" id="{E47D7AF4-FDA1-D6BD-8B3A-F629651A4392}"/>
              </a:ext>
            </a:extLst>
          </p:cNvPr>
          <p:cNvGrpSpPr>
            <a:grpSpLocks/>
          </p:cNvGrpSpPr>
          <p:nvPr/>
        </p:nvGrpSpPr>
        <p:grpSpPr bwMode="auto">
          <a:xfrm>
            <a:off x="2444750" y="3276600"/>
            <a:ext cx="444500" cy="450850"/>
            <a:chOff x="580" y="2064"/>
            <a:chExt cx="280" cy="284"/>
          </a:xfrm>
        </p:grpSpPr>
        <p:sp>
          <p:nvSpPr>
            <p:cNvPr id="48192" name="Oval 47">
              <a:extLst>
                <a:ext uri="{FF2B5EF4-FFF2-40B4-BE49-F238E27FC236}">
                  <a16:creationId xmlns:a16="http://schemas.microsoft.com/office/drawing/2014/main" id="{83F257EB-6B2A-5C9C-EF6F-D6C65336126E}"/>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93" name="Rectangle 48">
              <a:extLst>
                <a:ext uri="{FF2B5EF4-FFF2-40B4-BE49-F238E27FC236}">
                  <a16:creationId xmlns:a16="http://schemas.microsoft.com/office/drawing/2014/main" id="{BFE023C3-BE6F-D852-74D0-BF40B0BF6680}"/>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48172" name="Group 52">
            <a:extLst>
              <a:ext uri="{FF2B5EF4-FFF2-40B4-BE49-F238E27FC236}">
                <a16:creationId xmlns:a16="http://schemas.microsoft.com/office/drawing/2014/main" id="{DC8ABB11-4EB5-618B-025C-122F85510B2C}"/>
              </a:ext>
            </a:extLst>
          </p:cNvPr>
          <p:cNvGrpSpPr>
            <a:grpSpLocks/>
          </p:cNvGrpSpPr>
          <p:nvPr/>
        </p:nvGrpSpPr>
        <p:grpSpPr bwMode="auto">
          <a:xfrm>
            <a:off x="3968750" y="3435350"/>
            <a:ext cx="444500" cy="469900"/>
            <a:chOff x="1540" y="2164"/>
            <a:chExt cx="280" cy="296"/>
          </a:xfrm>
        </p:grpSpPr>
        <p:sp>
          <p:nvSpPr>
            <p:cNvPr id="48190" name="Oval 50">
              <a:extLst>
                <a:ext uri="{FF2B5EF4-FFF2-40B4-BE49-F238E27FC236}">
                  <a16:creationId xmlns:a16="http://schemas.microsoft.com/office/drawing/2014/main" id="{9CFFCBDE-12D9-3B69-74CD-FDDBC271DBB2}"/>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91" name="Rectangle 51">
              <a:extLst>
                <a:ext uri="{FF2B5EF4-FFF2-40B4-BE49-F238E27FC236}">
                  <a16:creationId xmlns:a16="http://schemas.microsoft.com/office/drawing/2014/main" id="{317142D9-EE09-A74F-E5BE-2CEAD8E6A47B}"/>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grpSp>
        <p:nvGrpSpPr>
          <p:cNvPr id="48173" name="Group 55">
            <a:extLst>
              <a:ext uri="{FF2B5EF4-FFF2-40B4-BE49-F238E27FC236}">
                <a16:creationId xmlns:a16="http://schemas.microsoft.com/office/drawing/2014/main" id="{8F126C90-0747-3FC1-5C04-10D1A92B6164}"/>
              </a:ext>
            </a:extLst>
          </p:cNvPr>
          <p:cNvGrpSpPr>
            <a:grpSpLocks/>
          </p:cNvGrpSpPr>
          <p:nvPr/>
        </p:nvGrpSpPr>
        <p:grpSpPr bwMode="auto">
          <a:xfrm>
            <a:off x="4425950" y="2057400"/>
            <a:ext cx="444500" cy="450850"/>
            <a:chOff x="1828" y="1296"/>
            <a:chExt cx="280" cy="284"/>
          </a:xfrm>
        </p:grpSpPr>
        <p:sp>
          <p:nvSpPr>
            <p:cNvPr id="48188" name="Oval 53">
              <a:extLst>
                <a:ext uri="{FF2B5EF4-FFF2-40B4-BE49-F238E27FC236}">
                  <a16:creationId xmlns:a16="http://schemas.microsoft.com/office/drawing/2014/main" id="{4FF93B5F-E774-AB7F-B7C2-9BDD2CDCA7C7}"/>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89" name="Rectangle 54">
              <a:extLst>
                <a:ext uri="{FF2B5EF4-FFF2-40B4-BE49-F238E27FC236}">
                  <a16:creationId xmlns:a16="http://schemas.microsoft.com/office/drawing/2014/main" id="{04CE1D5F-0CB6-20B3-0632-CA351A52AA83}"/>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grpSp>
        <p:nvGrpSpPr>
          <p:cNvPr id="48174" name="Group 58">
            <a:extLst>
              <a:ext uri="{FF2B5EF4-FFF2-40B4-BE49-F238E27FC236}">
                <a16:creationId xmlns:a16="http://schemas.microsoft.com/office/drawing/2014/main" id="{89ACD726-A708-D6ED-F246-A21A5701D06F}"/>
              </a:ext>
            </a:extLst>
          </p:cNvPr>
          <p:cNvGrpSpPr>
            <a:grpSpLocks/>
          </p:cNvGrpSpPr>
          <p:nvPr/>
        </p:nvGrpSpPr>
        <p:grpSpPr bwMode="auto">
          <a:xfrm>
            <a:off x="3206750" y="4730750"/>
            <a:ext cx="444500" cy="469900"/>
            <a:chOff x="1060" y="2980"/>
            <a:chExt cx="280" cy="296"/>
          </a:xfrm>
        </p:grpSpPr>
        <p:sp>
          <p:nvSpPr>
            <p:cNvPr id="48186" name="Oval 56">
              <a:extLst>
                <a:ext uri="{FF2B5EF4-FFF2-40B4-BE49-F238E27FC236}">
                  <a16:creationId xmlns:a16="http://schemas.microsoft.com/office/drawing/2014/main" id="{2A176FCE-FF02-F9B6-656F-F2DCB27EC4B7}"/>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87" name="Rectangle 57">
              <a:extLst>
                <a:ext uri="{FF2B5EF4-FFF2-40B4-BE49-F238E27FC236}">
                  <a16:creationId xmlns:a16="http://schemas.microsoft.com/office/drawing/2014/main" id="{987F60F6-20AF-1F5C-B005-4D53FAA32B63}"/>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grpSp>
        <p:nvGrpSpPr>
          <p:cNvPr id="48175" name="Group 61">
            <a:extLst>
              <a:ext uri="{FF2B5EF4-FFF2-40B4-BE49-F238E27FC236}">
                <a16:creationId xmlns:a16="http://schemas.microsoft.com/office/drawing/2014/main" id="{B4F2B4B5-0AEB-F99D-2EAC-0359BA94144A}"/>
              </a:ext>
            </a:extLst>
          </p:cNvPr>
          <p:cNvGrpSpPr>
            <a:grpSpLocks/>
          </p:cNvGrpSpPr>
          <p:nvPr/>
        </p:nvGrpSpPr>
        <p:grpSpPr bwMode="auto">
          <a:xfrm>
            <a:off x="5492750" y="3587750"/>
            <a:ext cx="444500" cy="469900"/>
            <a:chOff x="2500" y="2260"/>
            <a:chExt cx="280" cy="296"/>
          </a:xfrm>
        </p:grpSpPr>
        <p:sp>
          <p:nvSpPr>
            <p:cNvPr id="48184" name="Oval 59">
              <a:extLst>
                <a:ext uri="{FF2B5EF4-FFF2-40B4-BE49-F238E27FC236}">
                  <a16:creationId xmlns:a16="http://schemas.microsoft.com/office/drawing/2014/main" id="{7CA16A7E-F09F-8B74-F5C8-8888A3464EC2}"/>
                </a:ext>
              </a:extLst>
            </p:cNvPr>
            <p:cNvSpPr>
              <a:spLocks noChangeArrowheads="1"/>
            </p:cNvSpPr>
            <p:nvPr/>
          </p:nvSpPr>
          <p:spPr bwMode="auto">
            <a:xfrm>
              <a:off x="2500" y="226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85" name="Rectangle 60">
              <a:extLst>
                <a:ext uri="{FF2B5EF4-FFF2-40B4-BE49-F238E27FC236}">
                  <a16:creationId xmlns:a16="http://schemas.microsoft.com/office/drawing/2014/main" id="{06EB8D2E-3C0A-90C1-D8CE-2809450F4FED}"/>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grpSp>
      <p:grpSp>
        <p:nvGrpSpPr>
          <p:cNvPr id="48176" name="Group 64">
            <a:extLst>
              <a:ext uri="{FF2B5EF4-FFF2-40B4-BE49-F238E27FC236}">
                <a16:creationId xmlns:a16="http://schemas.microsoft.com/office/drawing/2014/main" id="{DB5D751E-E297-ECE4-2DD0-151E0FB6A24A}"/>
              </a:ext>
            </a:extLst>
          </p:cNvPr>
          <p:cNvGrpSpPr>
            <a:grpSpLocks/>
          </p:cNvGrpSpPr>
          <p:nvPr/>
        </p:nvGrpSpPr>
        <p:grpSpPr bwMode="auto">
          <a:xfrm>
            <a:off x="5187950" y="4959350"/>
            <a:ext cx="444500" cy="469900"/>
            <a:chOff x="2308" y="3124"/>
            <a:chExt cx="280" cy="296"/>
          </a:xfrm>
        </p:grpSpPr>
        <p:sp>
          <p:nvSpPr>
            <p:cNvPr id="48182" name="Oval 62">
              <a:extLst>
                <a:ext uri="{FF2B5EF4-FFF2-40B4-BE49-F238E27FC236}">
                  <a16:creationId xmlns:a16="http://schemas.microsoft.com/office/drawing/2014/main" id="{02507967-CBC1-F3C8-4631-60974B470508}"/>
                </a:ext>
              </a:extLst>
            </p:cNvPr>
            <p:cNvSpPr>
              <a:spLocks noChangeArrowheads="1"/>
            </p:cNvSpPr>
            <p:nvPr/>
          </p:nvSpPr>
          <p:spPr bwMode="auto">
            <a:xfrm>
              <a:off x="2308" y="312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83" name="Rectangle 63">
              <a:extLst>
                <a:ext uri="{FF2B5EF4-FFF2-40B4-BE49-F238E27FC236}">
                  <a16:creationId xmlns:a16="http://schemas.microsoft.com/office/drawing/2014/main" id="{370ADC3B-D24B-5AD1-7531-F7365F61D631}"/>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grpSp>
      <p:sp>
        <p:nvSpPr>
          <p:cNvPr id="48177" name="Rectangle 65">
            <a:extLst>
              <a:ext uri="{FF2B5EF4-FFF2-40B4-BE49-F238E27FC236}">
                <a16:creationId xmlns:a16="http://schemas.microsoft.com/office/drawing/2014/main" id="{E8228C5E-6C99-1324-209C-78C181D75A11}"/>
              </a:ext>
            </a:extLst>
          </p:cNvPr>
          <p:cNvSpPr>
            <a:spLocks noChangeArrowheads="1"/>
          </p:cNvSpPr>
          <p:nvPr/>
        </p:nvSpPr>
        <p:spPr bwMode="auto">
          <a:xfrm>
            <a:off x="8153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7</a:t>
            </a:r>
          </a:p>
        </p:txBody>
      </p:sp>
      <p:grpSp>
        <p:nvGrpSpPr>
          <p:cNvPr id="21572" name="Group 68">
            <a:extLst>
              <a:ext uri="{FF2B5EF4-FFF2-40B4-BE49-F238E27FC236}">
                <a16:creationId xmlns:a16="http://schemas.microsoft.com/office/drawing/2014/main" id="{3E542558-9DD7-C066-F72A-84E0B8900C8D}"/>
              </a:ext>
            </a:extLst>
          </p:cNvPr>
          <p:cNvGrpSpPr>
            <a:grpSpLocks/>
          </p:cNvGrpSpPr>
          <p:nvPr/>
        </p:nvGrpSpPr>
        <p:grpSpPr bwMode="auto">
          <a:xfrm>
            <a:off x="6026150" y="2368550"/>
            <a:ext cx="444500" cy="469900"/>
            <a:chOff x="2836" y="1492"/>
            <a:chExt cx="280" cy="296"/>
          </a:xfrm>
        </p:grpSpPr>
        <p:sp>
          <p:nvSpPr>
            <p:cNvPr id="48180" name="Oval 66">
              <a:extLst>
                <a:ext uri="{FF2B5EF4-FFF2-40B4-BE49-F238E27FC236}">
                  <a16:creationId xmlns:a16="http://schemas.microsoft.com/office/drawing/2014/main" id="{5CC1FA7A-9420-A057-9D99-107884D99BB2}"/>
                </a:ext>
              </a:extLst>
            </p:cNvPr>
            <p:cNvSpPr>
              <a:spLocks noChangeArrowheads="1"/>
            </p:cNvSpPr>
            <p:nvPr/>
          </p:nvSpPr>
          <p:spPr bwMode="auto">
            <a:xfrm>
              <a:off x="2836" y="1492"/>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8181" name="Rectangle 67">
              <a:extLst>
                <a:ext uri="{FF2B5EF4-FFF2-40B4-BE49-F238E27FC236}">
                  <a16:creationId xmlns:a16="http://schemas.microsoft.com/office/drawing/2014/main" id="{9F137664-8AB3-CE55-D8F5-CD02F70A31A3}"/>
                </a:ext>
              </a:extLst>
            </p:cNvPr>
            <p:cNvSpPr>
              <a:spLocks noChangeArrowheads="1"/>
            </p:cNvSpPr>
            <p:nvPr/>
          </p:nvSpPr>
          <p:spPr bwMode="auto">
            <a:xfrm>
              <a:off x="2880" y="153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grpSp>
      <p:sp>
        <p:nvSpPr>
          <p:cNvPr id="21573" name="Rectangle 69">
            <a:extLst>
              <a:ext uri="{FF2B5EF4-FFF2-40B4-BE49-F238E27FC236}">
                <a16:creationId xmlns:a16="http://schemas.microsoft.com/office/drawing/2014/main" id="{33401771-90A3-248D-8BCB-3B33E1F2176A}"/>
              </a:ext>
            </a:extLst>
          </p:cNvPr>
          <p:cNvSpPr>
            <a:spLocks noChangeArrowheads="1"/>
          </p:cNvSpPr>
          <p:nvPr/>
        </p:nvSpPr>
        <p:spPr bwMode="auto">
          <a:xfrm>
            <a:off x="8610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15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157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73"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9F85C412-E660-3F22-F99F-B347B3334C3F}"/>
              </a:ext>
            </a:extLst>
          </p:cNvPr>
          <p:cNvSpPr>
            <a:spLocks noGrp="1" noChangeArrowheads="1"/>
          </p:cNvSpPr>
          <p:nvPr>
            <p:ph type="title"/>
          </p:nvPr>
        </p:nvSpPr>
        <p:spPr>
          <a:noFill/>
        </p:spPr>
        <p:txBody>
          <a:bodyPr/>
          <a:lstStyle/>
          <a:p>
            <a:r>
              <a:rPr lang="en-US" altLang="en-US"/>
              <a:t>Breadth-First Search Example</a:t>
            </a:r>
          </a:p>
        </p:txBody>
      </p:sp>
      <p:sp>
        <p:nvSpPr>
          <p:cNvPr id="49155" name="Rectangle 3">
            <a:extLst>
              <a:ext uri="{FF2B5EF4-FFF2-40B4-BE49-F238E27FC236}">
                <a16:creationId xmlns:a16="http://schemas.microsoft.com/office/drawing/2014/main" id="{AD1D675D-D49D-B882-BBCF-0BD99CA7BD28}"/>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7</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lvl="1">
              <a:buFontTx/>
              <a:buNone/>
            </a:pPr>
            <a:r>
              <a:rPr lang="en-US" altLang="en-US" sz="3200"/>
              <a:t>put in </a:t>
            </a:r>
            <a:r>
              <a:rPr lang="en-US" altLang="en-US" sz="3200">
                <a:solidFill>
                  <a:schemeClr val="hlink"/>
                </a:solidFill>
              </a:rPr>
              <a:t>Q</a:t>
            </a:r>
            <a:r>
              <a:rPr lang="en-US" altLang="en-US" sz="3200"/>
              <a:t>.</a:t>
            </a:r>
          </a:p>
        </p:txBody>
      </p:sp>
      <p:sp>
        <p:nvSpPr>
          <p:cNvPr id="49156" name="Oval 4">
            <a:extLst>
              <a:ext uri="{FF2B5EF4-FFF2-40B4-BE49-F238E27FC236}">
                <a16:creationId xmlns:a16="http://schemas.microsoft.com/office/drawing/2014/main" id="{2F3E3E66-34D9-1692-B258-22572D32E725}"/>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157" name="Oval 5">
            <a:extLst>
              <a:ext uri="{FF2B5EF4-FFF2-40B4-BE49-F238E27FC236}">
                <a16:creationId xmlns:a16="http://schemas.microsoft.com/office/drawing/2014/main" id="{28F83B35-F7FA-C8DA-16FA-8CA6064B4ACF}"/>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158" name="Oval 6">
            <a:extLst>
              <a:ext uri="{FF2B5EF4-FFF2-40B4-BE49-F238E27FC236}">
                <a16:creationId xmlns:a16="http://schemas.microsoft.com/office/drawing/2014/main" id="{909045E6-A688-179F-D566-23774C596B21}"/>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159" name="Oval 7">
            <a:extLst>
              <a:ext uri="{FF2B5EF4-FFF2-40B4-BE49-F238E27FC236}">
                <a16:creationId xmlns:a16="http://schemas.microsoft.com/office/drawing/2014/main" id="{4B33F948-18B4-FDE6-3EE2-8C76127DEC43}"/>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160" name="Oval 8">
            <a:extLst>
              <a:ext uri="{FF2B5EF4-FFF2-40B4-BE49-F238E27FC236}">
                <a16:creationId xmlns:a16="http://schemas.microsoft.com/office/drawing/2014/main" id="{DF85A28F-67A6-A25D-0F24-C167045C991D}"/>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161" name="Oval 9">
            <a:extLst>
              <a:ext uri="{FF2B5EF4-FFF2-40B4-BE49-F238E27FC236}">
                <a16:creationId xmlns:a16="http://schemas.microsoft.com/office/drawing/2014/main" id="{7308DC63-A914-D433-EB9D-6B1FAC2CF00C}"/>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162" name="Oval 10">
            <a:extLst>
              <a:ext uri="{FF2B5EF4-FFF2-40B4-BE49-F238E27FC236}">
                <a16:creationId xmlns:a16="http://schemas.microsoft.com/office/drawing/2014/main" id="{C7556DD4-E5AD-A7DE-C4E2-6E8F225D9766}"/>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163" name="Oval 11">
            <a:extLst>
              <a:ext uri="{FF2B5EF4-FFF2-40B4-BE49-F238E27FC236}">
                <a16:creationId xmlns:a16="http://schemas.microsoft.com/office/drawing/2014/main" id="{EA2CE1E5-1ADF-F647-3240-7E3A03E7E808}"/>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164" name="Oval 12">
            <a:extLst>
              <a:ext uri="{FF2B5EF4-FFF2-40B4-BE49-F238E27FC236}">
                <a16:creationId xmlns:a16="http://schemas.microsoft.com/office/drawing/2014/main" id="{65040C5E-FAAC-A4A8-BD9B-B6C33DA62CE0}"/>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165" name="Oval 13">
            <a:extLst>
              <a:ext uri="{FF2B5EF4-FFF2-40B4-BE49-F238E27FC236}">
                <a16:creationId xmlns:a16="http://schemas.microsoft.com/office/drawing/2014/main" id="{36EF1A49-E900-C690-A4A6-189E25744CB3}"/>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166" name="Oval 14">
            <a:extLst>
              <a:ext uri="{FF2B5EF4-FFF2-40B4-BE49-F238E27FC236}">
                <a16:creationId xmlns:a16="http://schemas.microsoft.com/office/drawing/2014/main" id="{740EECA8-CE2F-8703-99CA-563D2DB4B565}"/>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167" name="Line 15">
            <a:extLst>
              <a:ext uri="{FF2B5EF4-FFF2-40B4-BE49-F238E27FC236}">
                <a16:creationId xmlns:a16="http://schemas.microsoft.com/office/drawing/2014/main" id="{A4EFDCFE-6F91-19FC-453D-46E9D1C4581F}"/>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9168" name="Line 16">
            <a:extLst>
              <a:ext uri="{FF2B5EF4-FFF2-40B4-BE49-F238E27FC236}">
                <a16:creationId xmlns:a16="http://schemas.microsoft.com/office/drawing/2014/main" id="{74812F78-A15C-0400-0696-898B39AA8409}"/>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9169" name="Line 17">
            <a:extLst>
              <a:ext uri="{FF2B5EF4-FFF2-40B4-BE49-F238E27FC236}">
                <a16:creationId xmlns:a16="http://schemas.microsoft.com/office/drawing/2014/main" id="{591EE7CD-0D44-3096-E9B1-CD698A6D9B6B}"/>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9170" name="Line 18">
            <a:extLst>
              <a:ext uri="{FF2B5EF4-FFF2-40B4-BE49-F238E27FC236}">
                <a16:creationId xmlns:a16="http://schemas.microsoft.com/office/drawing/2014/main" id="{83D54C87-C1F1-842D-899F-A419EB7B669B}"/>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9171" name="Line 19">
            <a:extLst>
              <a:ext uri="{FF2B5EF4-FFF2-40B4-BE49-F238E27FC236}">
                <a16:creationId xmlns:a16="http://schemas.microsoft.com/office/drawing/2014/main" id="{2538311D-12A6-49B7-4D7D-825B4CF8F54C}"/>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9172" name="Line 20">
            <a:extLst>
              <a:ext uri="{FF2B5EF4-FFF2-40B4-BE49-F238E27FC236}">
                <a16:creationId xmlns:a16="http://schemas.microsoft.com/office/drawing/2014/main" id="{153F84EA-5A68-22A5-76F8-52339F0E65BA}"/>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9173" name="Line 21">
            <a:extLst>
              <a:ext uri="{FF2B5EF4-FFF2-40B4-BE49-F238E27FC236}">
                <a16:creationId xmlns:a16="http://schemas.microsoft.com/office/drawing/2014/main" id="{00B54E34-2C09-C232-D622-9C4F83F4BAD1}"/>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9174" name="Line 22">
            <a:extLst>
              <a:ext uri="{FF2B5EF4-FFF2-40B4-BE49-F238E27FC236}">
                <a16:creationId xmlns:a16="http://schemas.microsoft.com/office/drawing/2014/main" id="{BA900439-D429-295F-8208-53171EB905F9}"/>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9175" name="Line 23">
            <a:extLst>
              <a:ext uri="{FF2B5EF4-FFF2-40B4-BE49-F238E27FC236}">
                <a16:creationId xmlns:a16="http://schemas.microsoft.com/office/drawing/2014/main" id="{8775F048-0A27-5592-0910-4B44C9F8B46C}"/>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9176" name="Rectangle 24">
            <a:extLst>
              <a:ext uri="{FF2B5EF4-FFF2-40B4-BE49-F238E27FC236}">
                <a16:creationId xmlns:a16="http://schemas.microsoft.com/office/drawing/2014/main" id="{33F45331-3B63-F86B-9F37-7A387C27BDE7}"/>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49177" name="Rectangle 25">
            <a:extLst>
              <a:ext uri="{FF2B5EF4-FFF2-40B4-BE49-F238E27FC236}">
                <a16:creationId xmlns:a16="http://schemas.microsoft.com/office/drawing/2014/main" id="{D785467F-E4CA-2AAF-27F4-CA827EB911F7}"/>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49178" name="Rectangle 26">
            <a:extLst>
              <a:ext uri="{FF2B5EF4-FFF2-40B4-BE49-F238E27FC236}">
                <a16:creationId xmlns:a16="http://schemas.microsoft.com/office/drawing/2014/main" id="{3F7324BD-E4B2-2138-F8F9-C29A4EEE03D3}"/>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49179" name="Rectangle 27">
            <a:extLst>
              <a:ext uri="{FF2B5EF4-FFF2-40B4-BE49-F238E27FC236}">
                <a16:creationId xmlns:a16="http://schemas.microsoft.com/office/drawing/2014/main" id="{1D256F0F-8A2B-BC66-8C63-600D8109B02E}"/>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49180" name="Rectangle 28">
            <a:extLst>
              <a:ext uri="{FF2B5EF4-FFF2-40B4-BE49-F238E27FC236}">
                <a16:creationId xmlns:a16="http://schemas.microsoft.com/office/drawing/2014/main" id="{6F5ED2D0-A215-6446-4AFC-787FC81F5F68}"/>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49181" name="Rectangle 29">
            <a:extLst>
              <a:ext uri="{FF2B5EF4-FFF2-40B4-BE49-F238E27FC236}">
                <a16:creationId xmlns:a16="http://schemas.microsoft.com/office/drawing/2014/main" id="{8881CE56-6543-1542-D485-B58992FDDE95}"/>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49182" name="Rectangle 30">
            <a:extLst>
              <a:ext uri="{FF2B5EF4-FFF2-40B4-BE49-F238E27FC236}">
                <a16:creationId xmlns:a16="http://schemas.microsoft.com/office/drawing/2014/main" id="{8055F5F0-4A11-44DE-AEC9-994BA4189D16}"/>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49183" name="Rectangle 31">
            <a:extLst>
              <a:ext uri="{FF2B5EF4-FFF2-40B4-BE49-F238E27FC236}">
                <a16:creationId xmlns:a16="http://schemas.microsoft.com/office/drawing/2014/main" id="{36051168-23BF-A90E-EEF8-5F60E39A7581}"/>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49184" name="Rectangle 32">
            <a:extLst>
              <a:ext uri="{FF2B5EF4-FFF2-40B4-BE49-F238E27FC236}">
                <a16:creationId xmlns:a16="http://schemas.microsoft.com/office/drawing/2014/main" id="{D125D184-4DAF-6C87-F29D-14181C36E642}"/>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49185" name="Rectangle 33">
            <a:extLst>
              <a:ext uri="{FF2B5EF4-FFF2-40B4-BE49-F238E27FC236}">
                <a16:creationId xmlns:a16="http://schemas.microsoft.com/office/drawing/2014/main" id="{7D63E7BC-D6FC-FCC8-0A8B-9FA218898E81}"/>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49186" name="Rectangle 34">
            <a:extLst>
              <a:ext uri="{FF2B5EF4-FFF2-40B4-BE49-F238E27FC236}">
                <a16:creationId xmlns:a16="http://schemas.microsoft.com/office/drawing/2014/main" id="{94F3DC17-901D-70CE-C188-F8FF440A1817}"/>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49187" name="Line 35">
            <a:extLst>
              <a:ext uri="{FF2B5EF4-FFF2-40B4-BE49-F238E27FC236}">
                <a16:creationId xmlns:a16="http://schemas.microsoft.com/office/drawing/2014/main" id="{629F6960-A749-3DE6-66A2-4CB15945948F}"/>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9188" name="Line 36">
            <a:extLst>
              <a:ext uri="{FF2B5EF4-FFF2-40B4-BE49-F238E27FC236}">
                <a16:creationId xmlns:a16="http://schemas.microsoft.com/office/drawing/2014/main" id="{25F99B24-C5BF-2263-088D-C1ACEA7F9E54}"/>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9189" name="Line 37">
            <a:extLst>
              <a:ext uri="{FF2B5EF4-FFF2-40B4-BE49-F238E27FC236}">
                <a16:creationId xmlns:a16="http://schemas.microsoft.com/office/drawing/2014/main" id="{36095577-8A2B-0F16-C6F9-07B6A3AF1B02}"/>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49190" name="Line 38">
            <a:extLst>
              <a:ext uri="{FF2B5EF4-FFF2-40B4-BE49-F238E27FC236}">
                <a16:creationId xmlns:a16="http://schemas.microsoft.com/office/drawing/2014/main" id="{509F6A29-F6EE-58F4-D5F6-6C543CC6615A}"/>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9191" name="Group 41">
            <a:extLst>
              <a:ext uri="{FF2B5EF4-FFF2-40B4-BE49-F238E27FC236}">
                <a16:creationId xmlns:a16="http://schemas.microsoft.com/office/drawing/2014/main" id="{5E3E66D5-6FD4-C584-D541-5DC5ADEA71E3}"/>
              </a:ext>
            </a:extLst>
          </p:cNvPr>
          <p:cNvGrpSpPr>
            <a:grpSpLocks/>
          </p:cNvGrpSpPr>
          <p:nvPr/>
        </p:nvGrpSpPr>
        <p:grpSpPr bwMode="auto">
          <a:xfrm>
            <a:off x="1835150" y="2597150"/>
            <a:ext cx="444500" cy="469900"/>
            <a:chOff x="196" y="1636"/>
            <a:chExt cx="280" cy="296"/>
          </a:xfrm>
        </p:grpSpPr>
        <p:sp>
          <p:nvSpPr>
            <p:cNvPr id="49220" name="Oval 39">
              <a:extLst>
                <a:ext uri="{FF2B5EF4-FFF2-40B4-BE49-F238E27FC236}">
                  <a16:creationId xmlns:a16="http://schemas.microsoft.com/office/drawing/2014/main" id="{E626E0D3-390A-A0DB-E3EF-B2A4C41F62DC}"/>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221" name="Rectangle 40">
              <a:extLst>
                <a:ext uri="{FF2B5EF4-FFF2-40B4-BE49-F238E27FC236}">
                  <a16:creationId xmlns:a16="http://schemas.microsoft.com/office/drawing/2014/main" id="{2074449C-592F-212A-11A3-62D397D25C39}"/>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49192" name="Rectangle 42">
            <a:extLst>
              <a:ext uri="{FF2B5EF4-FFF2-40B4-BE49-F238E27FC236}">
                <a16:creationId xmlns:a16="http://schemas.microsoft.com/office/drawing/2014/main" id="{3A1DEF6E-C534-CAE3-BC68-3730DD176F76}"/>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49193" name="Freeform 43">
            <a:extLst>
              <a:ext uri="{FF2B5EF4-FFF2-40B4-BE49-F238E27FC236}">
                <a16:creationId xmlns:a16="http://schemas.microsoft.com/office/drawing/2014/main" id="{54D3D7B1-6E84-A524-32F1-D7C3F4AC49A2}"/>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49194" name="Group 46">
            <a:extLst>
              <a:ext uri="{FF2B5EF4-FFF2-40B4-BE49-F238E27FC236}">
                <a16:creationId xmlns:a16="http://schemas.microsoft.com/office/drawing/2014/main" id="{2F5F2EEF-07D8-6E70-5FD2-5BB350CF55D0}"/>
              </a:ext>
            </a:extLst>
          </p:cNvPr>
          <p:cNvGrpSpPr>
            <a:grpSpLocks/>
          </p:cNvGrpSpPr>
          <p:nvPr/>
        </p:nvGrpSpPr>
        <p:grpSpPr bwMode="auto">
          <a:xfrm>
            <a:off x="2825750" y="1758950"/>
            <a:ext cx="444500" cy="469900"/>
            <a:chOff x="820" y="1108"/>
            <a:chExt cx="280" cy="296"/>
          </a:xfrm>
        </p:grpSpPr>
        <p:sp>
          <p:nvSpPr>
            <p:cNvPr id="49218" name="Oval 44">
              <a:extLst>
                <a:ext uri="{FF2B5EF4-FFF2-40B4-BE49-F238E27FC236}">
                  <a16:creationId xmlns:a16="http://schemas.microsoft.com/office/drawing/2014/main" id="{CCF5BDA7-1189-76EF-EB67-DC3EB9622602}"/>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219" name="Rectangle 45">
              <a:extLst>
                <a:ext uri="{FF2B5EF4-FFF2-40B4-BE49-F238E27FC236}">
                  <a16:creationId xmlns:a16="http://schemas.microsoft.com/office/drawing/2014/main" id="{7684E470-75F4-C704-786A-E2D39411C728}"/>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49195" name="Group 49">
            <a:extLst>
              <a:ext uri="{FF2B5EF4-FFF2-40B4-BE49-F238E27FC236}">
                <a16:creationId xmlns:a16="http://schemas.microsoft.com/office/drawing/2014/main" id="{6D1F01BD-2ECF-75E6-3AF6-4FC48B08552A}"/>
              </a:ext>
            </a:extLst>
          </p:cNvPr>
          <p:cNvGrpSpPr>
            <a:grpSpLocks/>
          </p:cNvGrpSpPr>
          <p:nvPr/>
        </p:nvGrpSpPr>
        <p:grpSpPr bwMode="auto">
          <a:xfrm>
            <a:off x="2444750" y="3276600"/>
            <a:ext cx="444500" cy="450850"/>
            <a:chOff x="580" y="2064"/>
            <a:chExt cx="280" cy="284"/>
          </a:xfrm>
        </p:grpSpPr>
        <p:sp>
          <p:nvSpPr>
            <p:cNvPr id="49216" name="Oval 47">
              <a:extLst>
                <a:ext uri="{FF2B5EF4-FFF2-40B4-BE49-F238E27FC236}">
                  <a16:creationId xmlns:a16="http://schemas.microsoft.com/office/drawing/2014/main" id="{E964A2D4-A5AB-C9BF-25B4-A6EC3417809A}"/>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217" name="Rectangle 48">
              <a:extLst>
                <a:ext uri="{FF2B5EF4-FFF2-40B4-BE49-F238E27FC236}">
                  <a16:creationId xmlns:a16="http://schemas.microsoft.com/office/drawing/2014/main" id="{AB166736-6EBD-D427-732A-A77C5F55AC73}"/>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49196" name="Group 52">
            <a:extLst>
              <a:ext uri="{FF2B5EF4-FFF2-40B4-BE49-F238E27FC236}">
                <a16:creationId xmlns:a16="http://schemas.microsoft.com/office/drawing/2014/main" id="{43DF9BFD-13E3-8910-C238-BB979A401799}"/>
              </a:ext>
            </a:extLst>
          </p:cNvPr>
          <p:cNvGrpSpPr>
            <a:grpSpLocks/>
          </p:cNvGrpSpPr>
          <p:nvPr/>
        </p:nvGrpSpPr>
        <p:grpSpPr bwMode="auto">
          <a:xfrm>
            <a:off x="3968750" y="3435350"/>
            <a:ext cx="444500" cy="469900"/>
            <a:chOff x="1540" y="2164"/>
            <a:chExt cx="280" cy="296"/>
          </a:xfrm>
        </p:grpSpPr>
        <p:sp>
          <p:nvSpPr>
            <p:cNvPr id="49214" name="Oval 50">
              <a:extLst>
                <a:ext uri="{FF2B5EF4-FFF2-40B4-BE49-F238E27FC236}">
                  <a16:creationId xmlns:a16="http://schemas.microsoft.com/office/drawing/2014/main" id="{0E273EA5-2571-B897-8836-D3E8A6B5BCE7}"/>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215" name="Rectangle 51">
              <a:extLst>
                <a:ext uri="{FF2B5EF4-FFF2-40B4-BE49-F238E27FC236}">
                  <a16:creationId xmlns:a16="http://schemas.microsoft.com/office/drawing/2014/main" id="{24150F12-D50F-E289-F81F-32813C569D1A}"/>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grpSp>
        <p:nvGrpSpPr>
          <p:cNvPr id="49197" name="Group 55">
            <a:extLst>
              <a:ext uri="{FF2B5EF4-FFF2-40B4-BE49-F238E27FC236}">
                <a16:creationId xmlns:a16="http://schemas.microsoft.com/office/drawing/2014/main" id="{129CE951-38BD-4DDB-C7D4-A0CDD0A2A675}"/>
              </a:ext>
            </a:extLst>
          </p:cNvPr>
          <p:cNvGrpSpPr>
            <a:grpSpLocks/>
          </p:cNvGrpSpPr>
          <p:nvPr/>
        </p:nvGrpSpPr>
        <p:grpSpPr bwMode="auto">
          <a:xfrm>
            <a:off x="4425950" y="2057400"/>
            <a:ext cx="444500" cy="450850"/>
            <a:chOff x="1828" y="1296"/>
            <a:chExt cx="280" cy="284"/>
          </a:xfrm>
        </p:grpSpPr>
        <p:sp>
          <p:nvSpPr>
            <p:cNvPr id="49212" name="Oval 53">
              <a:extLst>
                <a:ext uri="{FF2B5EF4-FFF2-40B4-BE49-F238E27FC236}">
                  <a16:creationId xmlns:a16="http://schemas.microsoft.com/office/drawing/2014/main" id="{FC6CF55C-205B-17FC-7AC4-071E563FBD06}"/>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213" name="Rectangle 54">
              <a:extLst>
                <a:ext uri="{FF2B5EF4-FFF2-40B4-BE49-F238E27FC236}">
                  <a16:creationId xmlns:a16="http://schemas.microsoft.com/office/drawing/2014/main" id="{1C5A681B-A203-ED79-AE16-8863EBC7C22A}"/>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grpSp>
        <p:nvGrpSpPr>
          <p:cNvPr id="49198" name="Group 58">
            <a:extLst>
              <a:ext uri="{FF2B5EF4-FFF2-40B4-BE49-F238E27FC236}">
                <a16:creationId xmlns:a16="http://schemas.microsoft.com/office/drawing/2014/main" id="{AC1C027F-D790-6496-D3BE-D6CC1F77BCAC}"/>
              </a:ext>
            </a:extLst>
          </p:cNvPr>
          <p:cNvGrpSpPr>
            <a:grpSpLocks/>
          </p:cNvGrpSpPr>
          <p:nvPr/>
        </p:nvGrpSpPr>
        <p:grpSpPr bwMode="auto">
          <a:xfrm>
            <a:off x="3206750" y="4730750"/>
            <a:ext cx="444500" cy="469900"/>
            <a:chOff x="1060" y="2980"/>
            <a:chExt cx="280" cy="296"/>
          </a:xfrm>
        </p:grpSpPr>
        <p:sp>
          <p:nvSpPr>
            <p:cNvPr id="49210" name="Oval 56">
              <a:extLst>
                <a:ext uri="{FF2B5EF4-FFF2-40B4-BE49-F238E27FC236}">
                  <a16:creationId xmlns:a16="http://schemas.microsoft.com/office/drawing/2014/main" id="{BC793C6E-45B5-DCDF-697E-6294B730825B}"/>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211" name="Rectangle 57">
              <a:extLst>
                <a:ext uri="{FF2B5EF4-FFF2-40B4-BE49-F238E27FC236}">
                  <a16:creationId xmlns:a16="http://schemas.microsoft.com/office/drawing/2014/main" id="{A97B23A4-0D34-D49C-59FE-87DBEB265485}"/>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grpSp>
        <p:nvGrpSpPr>
          <p:cNvPr id="49199" name="Group 61">
            <a:extLst>
              <a:ext uri="{FF2B5EF4-FFF2-40B4-BE49-F238E27FC236}">
                <a16:creationId xmlns:a16="http://schemas.microsoft.com/office/drawing/2014/main" id="{8935EB05-112A-8AB7-F5EF-E292957622AA}"/>
              </a:ext>
            </a:extLst>
          </p:cNvPr>
          <p:cNvGrpSpPr>
            <a:grpSpLocks/>
          </p:cNvGrpSpPr>
          <p:nvPr/>
        </p:nvGrpSpPr>
        <p:grpSpPr bwMode="auto">
          <a:xfrm>
            <a:off x="5492750" y="3587750"/>
            <a:ext cx="444500" cy="469900"/>
            <a:chOff x="2500" y="2260"/>
            <a:chExt cx="280" cy="296"/>
          </a:xfrm>
        </p:grpSpPr>
        <p:sp>
          <p:nvSpPr>
            <p:cNvPr id="49208" name="Oval 59">
              <a:extLst>
                <a:ext uri="{FF2B5EF4-FFF2-40B4-BE49-F238E27FC236}">
                  <a16:creationId xmlns:a16="http://schemas.microsoft.com/office/drawing/2014/main" id="{69ADF612-4AC4-CAC5-2375-0825B806ED8D}"/>
                </a:ext>
              </a:extLst>
            </p:cNvPr>
            <p:cNvSpPr>
              <a:spLocks noChangeArrowheads="1"/>
            </p:cNvSpPr>
            <p:nvPr/>
          </p:nvSpPr>
          <p:spPr bwMode="auto">
            <a:xfrm>
              <a:off x="2500" y="226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209" name="Rectangle 60">
              <a:extLst>
                <a:ext uri="{FF2B5EF4-FFF2-40B4-BE49-F238E27FC236}">
                  <a16:creationId xmlns:a16="http://schemas.microsoft.com/office/drawing/2014/main" id="{31C78611-F479-A238-5B53-AF5773C0D505}"/>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grpSp>
      <p:grpSp>
        <p:nvGrpSpPr>
          <p:cNvPr id="49200" name="Group 64">
            <a:extLst>
              <a:ext uri="{FF2B5EF4-FFF2-40B4-BE49-F238E27FC236}">
                <a16:creationId xmlns:a16="http://schemas.microsoft.com/office/drawing/2014/main" id="{662E38E5-E307-0F04-2E9D-3782B63E9A40}"/>
              </a:ext>
            </a:extLst>
          </p:cNvPr>
          <p:cNvGrpSpPr>
            <a:grpSpLocks/>
          </p:cNvGrpSpPr>
          <p:nvPr/>
        </p:nvGrpSpPr>
        <p:grpSpPr bwMode="auto">
          <a:xfrm>
            <a:off x="5187950" y="4959350"/>
            <a:ext cx="444500" cy="469900"/>
            <a:chOff x="2308" y="3124"/>
            <a:chExt cx="280" cy="296"/>
          </a:xfrm>
        </p:grpSpPr>
        <p:sp>
          <p:nvSpPr>
            <p:cNvPr id="49206" name="Oval 62">
              <a:extLst>
                <a:ext uri="{FF2B5EF4-FFF2-40B4-BE49-F238E27FC236}">
                  <a16:creationId xmlns:a16="http://schemas.microsoft.com/office/drawing/2014/main" id="{3571723C-D775-0415-8C04-DDFD6B8152EB}"/>
                </a:ext>
              </a:extLst>
            </p:cNvPr>
            <p:cNvSpPr>
              <a:spLocks noChangeArrowheads="1"/>
            </p:cNvSpPr>
            <p:nvPr/>
          </p:nvSpPr>
          <p:spPr bwMode="auto">
            <a:xfrm>
              <a:off x="2308" y="312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207" name="Rectangle 63">
              <a:extLst>
                <a:ext uri="{FF2B5EF4-FFF2-40B4-BE49-F238E27FC236}">
                  <a16:creationId xmlns:a16="http://schemas.microsoft.com/office/drawing/2014/main" id="{BA521ACB-9ECE-5C94-43A8-7CDA8ED48722}"/>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grpSp>
      <p:sp>
        <p:nvSpPr>
          <p:cNvPr id="49201" name="Rectangle 65">
            <a:extLst>
              <a:ext uri="{FF2B5EF4-FFF2-40B4-BE49-F238E27FC236}">
                <a16:creationId xmlns:a16="http://schemas.microsoft.com/office/drawing/2014/main" id="{73622E25-4A1F-5C56-55E1-804118C71BDA}"/>
              </a:ext>
            </a:extLst>
          </p:cNvPr>
          <p:cNvSpPr>
            <a:spLocks noChangeArrowheads="1"/>
          </p:cNvSpPr>
          <p:nvPr/>
        </p:nvSpPr>
        <p:spPr bwMode="auto">
          <a:xfrm>
            <a:off x="81534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7</a:t>
            </a:r>
          </a:p>
        </p:txBody>
      </p:sp>
      <p:grpSp>
        <p:nvGrpSpPr>
          <p:cNvPr id="49202" name="Group 68">
            <a:extLst>
              <a:ext uri="{FF2B5EF4-FFF2-40B4-BE49-F238E27FC236}">
                <a16:creationId xmlns:a16="http://schemas.microsoft.com/office/drawing/2014/main" id="{B1DF1789-7E51-0FF8-0D9D-31ED6BC2008B}"/>
              </a:ext>
            </a:extLst>
          </p:cNvPr>
          <p:cNvGrpSpPr>
            <a:grpSpLocks/>
          </p:cNvGrpSpPr>
          <p:nvPr/>
        </p:nvGrpSpPr>
        <p:grpSpPr bwMode="auto">
          <a:xfrm>
            <a:off x="6026150" y="2368550"/>
            <a:ext cx="444500" cy="469900"/>
            <a:chOff x="2836" y="1492"/>
            <a:chExt cx="280" cy="296"/>
          </a:xfrm>
        </p:grpSpPr>
        <p:sp>
          <p:nvSpPr>
            <p:cNvPr id="49204" name="Oval 66">
              <a:extLst>
                <a:ext uri="{FF2B5EF4-FFF2-40B4-BE49-F238E27FC236}">
                  <a16:creationId xmlns:a16="http://schemas.microsoft.com/office/drawing/2014/main" id="{3CC199FF-448A-DEEE-6E6F-D2A5F75B61FA}"/>
                </a:ext>
              </a:extLst>
            </p:cNvPr>
            <p:cNvSpPr>
              <a:spLocks noChangeArrowheads="1"/>
            </p:cNvSpPr>
            <p:nvPr/>
          </p:nvSpPr>
          <p:spPr bwMode="auto">
            <a:xfrm>
              <a:off x="2836" y="1492"/>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49205" name="Rectangle 67">
              <a:extLst>
                <a:ext uri="{FF2B5EF4-FFF2-40B4-BE49-F238E27FC236}">
                  <a16:creationId xmlns:a16="http://schemas.microsoft.com/office/drawing/2014/main" id="{E8AD14A5-7888-3A33-8ABA-E8952C168C72}"/>
                </a:ext>
              </a:extLst>
            </p:cNvPr>
            <p:cNvSpPr>
              <a:spLocks noChangeArrowheads="1"/>
            </p:cNvSpPr>
            <p:nvPr/>
          </p:nvSpPr>
          <p:spPr bwMode="auto">
            <a:xfrm>
              <a:off x="2880" y="153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grpSp>
      <p:sp>
        <p:nvSpPr>
          <p:cNvPr id="49203" name="Rectangle 69">
            <a:extLst>
              <a:ext uri="{FF2B5EF4-FFF2-40B4-BE49-F238E27FC236}">
                <a16:creationId xmlns:a16="http://schemas.microsoft.com/office/drawing/2014/main" id="{5D06CFF0-BBE9-0299-7429-35C8D4C0A38D}"/>
              </a:ext>
            </a:extLst>
          </p:cNvPr>
          <p:cNvSpPr>
            <a:spLocks noChangeArrowheads="1"/>
          </p:cNvSpPr>
          <p:nvPr/>
        </p:nvSpPr>
        <p:spPr bwMode="auto">
          <a:xfrm>
            <a:off x="8610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8</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E4128CE6-A264-8AAF-4F5F-0EBD1F147783}"/>
              </a:ext>
            </a:extLst>
          </p:cNvPr>
          <p:cNvSpPr>
            <a:spLocks noGrp="1" noChangeArrowheads="1"/>
          </p:cNvSpPr>
          <p:nvPr>
            <p:ph type="title"/>
          </p:nvPr>
        </p:nvSpPr>
        <p:spPr>
          <a:noFill/>
        </p:spPr>
        <p:txBody>
          <a:bodyPr/>
          <a:lstStyle/>
          <a:p>
            <a:r>
              <a:rPr lang="en-US" altLang="en-US"/>
              <a:t>Breadth-First Search Example</a:t>
            </a:r>
          </a:p>
        </p:txBody>
      </p:sp>
      <p:sp>
        <p:nvSpPr>
          <p:cNvPr id="50179" name="Rectangle 3">
            <a:extLst>
              <a:ext uri="{FF2B5EF4-FFF2-40B4-BE49-F238E27FC236}">
                <a16:creationId xmlns:a16="http://schemas.microsoft.com/office/drawing/2014/main" id="{2DD32473-9E66-92D6-3F66-BD14F0DE57B0}"/>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7</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lvl="1">
              <a:buFontTx/>
              <a:buNone/>
            </a:pPr>
            <a:r>
              <a:rPr lang="en-US" altLang="en-US" sz="3200"/>
              <a:t>put in </a:t>
            </a:r>
            <a:r>
              <a:rPr lang="en-US" altLang="en-US" sz="3200">
                <a:solidFill>
                  <a:schemeClr val="hlink"/>
                </a:solidFill>
              </a:rPr>
              <a:t>Q</a:t>
            </a:r>
            <a:r>
              <a:rPr lang="en-US" altLang="en-US" sz="3200"/>
              <a:t>.</a:t>
            </a:r>
          </a:p>
        </p:txBody>
      </p:sp>
      <p:sp>
        <p:nvSpPr>
          <p:cNvPr id="50180" name="Oval 4">
            <a:extLst>
              <a:ext uri="{FF2B5EF4-FFF2-40B4-BE49-F238E27FC236}">
                <a16:creationId xmlns:a16="http://schemas.microsoft.com/office/drawing/2014/main" id="{04981F05-283A-FAA6-E173-C19B3272053F}"/>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181" name="Oval 5">
            <a:extLst>
              <a:ext uri="{FF2B5EF4-FFF2-40B4-BE49-F238E27FC236}">
                <a16:creationId xmlns:a16="http://schemas.microsoft.com/office/drawing/2014/main" id="{B17326AE-EDDF-1A04-F7A5-8C44436B2C9F}"/>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182" name="Oval 6">
            <a:extLst>
              <a:ext uri="{FF2B5EF4-FFF2-40B4-BE49-F238E27FC236}">
                <a16:creationId xmlns:a16="http://schemas.microsoft.com/office/drawing/2014/main" id="{EDABAA49-5AE4-B043-D943-F5B52A5F70A2}"/>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183" name="Oval 7">
            <a:extLst>
              <a:ext uri="{FF2B5EF4-FFF2-40B4-BE49-F238E27FC236}">
                <a16:creationId xmlns:a16="http://schemas.microsoft.com/office/drawing/2014/main" id="{BFF49851-95F9-6C0B-2B30-E4A3BA8A84D4}"/>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184" name="Oval 8">
            <a:extLst>
              <a:ext uri="{FF2B5EF4-FFF2-40B4-BE49-F238E27FC236}">
                <a16:creationId xmlns:a16="http://schemas.microsoft.com/office/drawing/2014/main" id="{F53E4BA2-EE09-F91A-B85B-E628E76B5409}"/>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185" name="Oval 9">
            <a:extLst>
              <a:ext uri="{FF2B5EF4-FFF2-40B4-BE49-F238E27FC236}">
                <a16:creationId xmlns:a16="http://schemas.microsoft.com/office/drawing/2014/main" id="{9F6A3DEF-2A5C-844E-B0E8-F1F9F17EEB5C}"/>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186" name="Oval 10">
            <a:extLst>
              <a:ext uri="{FF2B5EF4-FFF2-40B4-BE49-F238E27FC236}">
                <a16:creationId xmlns:a16="http://schemas.microsoft.com/office/drawing/2014/main" id="{E25DF690-DDF1-1200-63DE-FE0DC4F09922}"/>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187" name="Oval 11">
            <a:extLst>
              <a:ext uri="{FF2B5EF4-FFF2-40B4-BE49-F238E27FC236}">
                <a16:creationId xmlns:a16="http://schemas.microsoft.com/office/drawing/2014/main" id="{7862FD69-E2BA-C858-7BD7-5CA0F373667C}"/>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188" name="Oval 12">
            <a:extLst>
              <a:ext uri="{FF2B5EF4-FFF2-40B4-BE49-F238E27FC236}">
                <a16:creationId xmlns:a16="http://schemas.microsoft.com/office/drawing/2014/main" id="{075199BF-F042-15C5-D04C-0FB646F7718B}"/>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189" name="Oval 13">
            <a:extLst>
              <a:ext uri="{FF2B5EF4-FFF2-40B4-BE49-F238E27FC236}">
                <a16:creationId xmlns:a16="http://schemas.microsoft.com/office/drawing/2014/main" id="{97D20D59-14A2-FBC1-9EC4-6F7D7B88CF4D}"/>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190" name="Oval 14">
            <a:extLst>
              <a:ext uri="{FF2B5EF4-FFF2-40B4-BE49-F238E27FC236}">
                <a16:creationId xmlns:a16="http://schemas.microsoft.com/office/drawing/2014/main" id="{C7D43431-256E-4D08-8568-5F09B48CA434}"/>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191" name="Line 15">
            <a:extLst>
              <a:ext uri="{FF2B5EF4-FFF2-40B4-BE49-F238E27FC236}">
                <a16:creationId xmlns:a16="http://schemas.microsoft.com/office/drawing/2014/main" id="{912A6534-6A01-AA13-EF4C-78D0B80F72F1}"/>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0192" name="Line 16">
            <a:extLst>
              <a:ext uri="{FF2B5EF4-FFF2-40B4-BE49-F238E27FC236}">
                <a16:creationId xmlns:a16="http://schemas.microsoft.com/office/drawing/2014/main" id="{56B73268-FCBB-CA56-DDE0-780C98AB460A}"/>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0193" name="Line 17">
            <a:extLst>
              <a:ext uri="{FF2B5EF4-FFF2-40B4-BE49-F238E27FC236}">
                <a16:creationId xmlns:a16="http://schemas.microsoft.com/office/drawing/2014/main" id="{813DF358-90D6-1175-71C2-89A43AD04F83}"/>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0194" name="Line 18">
            <a:extLst>
              <a:ext uri="{FF2B5EF4-FFF2-40B4-BE49-F238E27FC236}">
                <a16:creationId xmlns:a16="http://schemas.microsoft.com/office/drawing/2014/main" id="{EAAA72F2-4B37-06C6-FE35-A2A34D86FECC}"/>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0195" name="Line 19">
            <a:extLst>
              <a:ext uri="{FF2B5EF4-FFF2-40B4-BE49-F238E27FC236}">
                <a16:creationId xmlns:a16="http://schemas.microsoft.com/office/drawing/2014/main" id="{531BE03F-2335-A327-BCAA-4399CFD5E5F4}"/>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0196" name="Line 20">
            <a:extLst>
              <a:ext uri="{FF2B5EF4-FFF2-40B4-BE49-F238E27FC236}">
                <a16:creationId xmlns:a16="http://schemas.microsoft.com/office/drawing/2014/main" id="{D73897DA-664F-A79A-316A-0DB2A933C15F}"/>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0197" name="Line 21">
            <a:extLst>
              <a:ext uri="{FF2B5EF4-FFF2-40B4-BE49-F238E27FC236}">
                <a16:creationId xmlns:a16="http://schemas.microsoft.com/office/drawing/2014/main" id="{4B59A341-A896-791C-EE89-49BFC37BBC96}"/>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0198" name="Line 22">
            <a:extLst>
              <a:ext uri="{FF2B5EF4-FFF2-40B4-BE49-F238E27FC236}">
                <a16:creationId xmlns:a16="http://schemas.microsoft.com/office/drawing/2014/main" id="{A51BE85D-AF87-D39A-64CF-B50B46B3437F}"/>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0199" name="Line 23">
            <a:extLst>
              <a:ext uri="{FF2B5EF4-FFF2-40B4-BE49-F238E27FC236}">
                <a16:creationId xmlns:a16="http://schemas.microsoft.com/office/drawing/2014/main" id="{1D32E78C-39D0-3CA6-C5DF-736E52FFC3AC}"/>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0200" name="Rectangle 24">
            <a:extLst>
              <a:ext uri="{FF2B5EF4-FFF2-40B4-BE49-F238E27FC236}">
                <a16:creationId xmlns:a16="http://schemas.microsoft.com/office/drawing/2014/main" id="{921BA564-FC45-2807-65FF-44E8AD829289}"/>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50201" name="Rectangle 25">
            <a:extLst>
              <a:ext uri="{FF2B5EF4-FFF2-40B4-BE49-F238E27FC236}">
                <a16:creationId xmlns:a16="http://schemas.microsoft.com/office/drawing/2014/main" id="{9E728944-B20C-7652-D956-03708084A5EE}"/>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50202" name="Rectangle 26">
            <a:extLst>
              <a:ext uri="{FF2B5EF4-FFF2-40B4-BE49-F238E27FC236}">
                <a16:creationId xmlns:a16="http://schemas.microsoft.com/office/drawing/2014/main" id="{FBFB82DB-6C19-96E6-B55F-64017C541B6E}"/>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50203" name="Rectangle 27">
            <a:extLst>
              <a:ext uri="{FF2B5EF4-FFF2-40B4-BE49-F238E27FC236}">
                <a16:creationId xmlns:a16="http://schemas.microsoft.com/office/drawing/2014/main" id="{41FB72B2-7E28-E037-660A-D0B201BDFAE3}"/>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50204" name="Rectangle 28">
            <a:extLst>
              <a:ext uri="{FF2B5EF4-FFF2-40B4-BE49-F238E27FC236}">
                <a16:creationId xmlns:a16="http://schemas.microsoft.com/office/drawing/2014/main" id="{804FCEA1-118B-D2D5-8EBC-2252E420E8B3}"/>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50205" name="Rectangle 29">
            <a:extLst>
              <a:ext uri="{FF2B5EF4-FFF2-40B4-BE49-F238E27FC236}">
                <a16:creationId xmlns:a16="http://schemas.microsoft.com/office/drawing/2014/main" id="{8CFF64AC-EEDB-97BC-AE46-AF40B8688539}"/>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50206" name="Rectangle 30">
            <a:extLst>
              <a:ext uri="{FF2B5EF4-FFF2-40B4-BE49-F238E27FC236}">
                <a16:creationId xmlns:a16="http://schemas.microsoft.com/office/drawing/2014/main" id="{843093D3-C103-DE8A-CA0D-7176524D6158}"/>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50207" name="Rectangle 31">
            <a:extLst>
              <a:ext uri="{FF2B5EF4-FFF2-40B4-BE49-F238E27FC236}">
                <a16:creationId xmlns:a16="http://schemas.microsoft.com/office/drawing/2014/main" id="{7F6270FA-4887-02B9-8258-A77CA174663B}"/>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50208" name="Rectangle 32">
            <a:extLst>
              <a:ext uri="{FF2B5EF4-FFF2-40B4-BE49-F238E27FC236}">
                <a16:creationId xmlns:a16="http://schemas.microsoft.com/office/drawing/2014/main" id="{A43CDEB7-37E2-359B-43E5-3AD92922AB71}"/>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50209" name="Rectangle 33">
            <a:extLst>
              <a:ext uri="{FF2B5EF4-FFF2-40B4-BE49-F238E27FC236}">
                <a16:creationId xmlns:a16="http://schemas.microsoft.com/office/drawing/2014/main" id="{793D239D-1D11-8767-6365-7B5D35D0E9FA}"/>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50210" name="Rectangle 34">
            <a:extLst>
              <a:ext uri="{FF2B5EF4-FFF2-40B4-BE49-F238E27FC236}">
                <a16:creationId xmlns:a16="http://schemas.microsoft.com/office/drawing/2014/main" id="{4CED4BAA-3884-A7A3-7F1F-1B2304360CC2}"/>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50211" name="Line 35">
            <a:extLst>
              <a:ext uri="{FF2B5EF4-FFF2-40B4-BE49-F238E27FC236}">
                <a16:creationId xmlns:a16="http://schemas.microsoft.com/office/drawing/2014/main" id="{3241C815-252E-A583-56B1-C4843856EA23}"/>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0212" name="Line 36">
            <a:extLst>
              <a:ext uri="{FF2B5EF4-FFF2-40B4-BE49-F238E27FC236}">
                <a16:creationId xmlns:a16="http://schemas.microsoft.com/office/drawing/2014/main" id="{C129888A-1069-9139-A7FC-CE53A93975E5}"/>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0213" name="Line 37">
            <a:extLst>
              <a:ext uri="{FF2B5EF4-FFF2-40B4-BE49-F238E27FC236}">
                <a16:creationId xmlns:a16="http://schemas.microsoft.com/office/drawing/2014/main" id="{01D69181-83A5-E78F-64D6-D89404BFFCDB}"/>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0214" name="Line 38">
            <a:extLst>
              <a:ext uri="{FF2B5EF4-FFF2-40B4-BE49-F238E27FC236}">
                <a16:creationId xmlns:a16="http://schemas.microsoft.com/office/drawing/2014/main" id="{CF2FB3E7-E39F-3320-1EC2-7D2FDD4293EE}"/>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50215" name="Group 41">
            <a:extLst>
              <a:ext uri="{FF2B5EF4-FFF2-40B4-BE49-F238E27FC236}">
                <a16:creationId xmlns:a16="http://schemas.microsoft.com/office/drawing/2014/main" id="{1C790AF2-B855-32F9-1117-6EB4A52FDA7A}"/>
              </a:ext>
            </a:extLst>
          </p:cNvPr>
          <p:cNvGrpSpPr>
            <a:grpSpLocks/>
          </p:cNvGrpSpPr>
          <p:nvPr/>
        </p:nvGrpSpPr>
        <p:grpSpPr bwMode="auto">
          <a:xfrm>
            <a:off x="1835150" y="2597150"/>
            <a:ext cx="444500" cy="469900"/>
            <a:chOff x="196" y="1636"/>
            <a:chExt cx="280" cy="296"/>
          </a:xfrm>
        </p:grpSpPr>
        <p:sp>
          <p:nvSpPr>
            <p:cNvPr id="50243" name="Oval 39">
              <a:extLst>
                <a:ext uri="{FF2B5EF4-FFF2-40B4-BE49-F238E27FC236}">
                  <a16:creationId xmlns:a16="http://schemas.microsoft.com/office/drawing/2014/main" id="{2C603DA8-0B7D-B949-EFEA-BB3CC686E263}"/>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244" name="Rectangle 40">
              <a:extLst>
                <a:ext uri="{FF2B5EF4-FFF2-40B4-BE49-F238E27FC236}">
                  <a16:creationId xmlns:a16="http://schemas.microsoft.com/office/drawing/2014/main" id="{3B20F653-22CA-1FE8-FE0D-283DB82F5E03}"/>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50216" name="Rectangle 42">
            <a:extLst>
              <a:ext uri="{FF2B5EF4-FFF2-40B4-BE49-F238E27FC236}">
                <a16:creationId xmlns:a16="http://schemas.microsoft.com/office/drawing/2014/main" id="{D3B6A077-D134-4A93-FAAD-262F79E1ABE3}"/>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50217" name="Freeform 43">
            <a:extLst>
              <a:ext uri="{FF2B5EF4-FFF2-40B4-BE49-F238E27FC236}">
                <a16:creationId xmlns:a16="http://schemas.microsoft.com/office/drawing/2014/main" id="{634741E6-FAB6-05BA-80E2-4BFC4B19DA52}"/>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50218" name="Group 46">
            <a:extLst>
              <a:ext uri="{FF2B5EF4-FFF2-40B4-BE49-F238E27FC236}">
                <a16:creationId xmlns:a16="http://schemas.microsoft.com/office/drawing/2014/main" id="{8F774A5A-01AC-CBDC-FFA4-9B8103288883}"/>
              </a:ext>
            </a:extLst>
          </p:cNvPr>
          <p:cNvGrpSpPr>
            <a:grpSpLocks/>
          </p:cNvGrpSpPr>
          <p:nvPr/>
        </p:nvGrpSpPr>
        <p:grpSpPr bwMode="auto">
          <a:xfrm>
            <a:off x="2825750" y="1758950"/>
            <a:ext cx="444500" cy="469900"/>
            <a:chOff x="820" y="1108"/>
            <a:chExt cx="280" cy="296"/>
          </a:xfrm>
        </p:grpSpPr>
        <p:sp>
          <p:nvSpPr>
            <p:cNvPr id="50241" name="Oval 44">
              <a:extLst>
                <a:ext uri="{FF2B5EF4-FFF2-40B4-BE49-F238E27FC236}">
                  <a16:creationId xmlns:a16="http://schemas.microsoft.com/office/drawing/2014/main" id="{3BBA1919-4404-D070-2477-6E21E89EDF5D}"/>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242" name="Rectangle 45">
              <a:extLst>
                <a:ext uri="{FF2B5EF4-FFF2-40B4-BE49-F238E27FC236}">
                  <a16:creationId xmlns:a16="http://schemas.microsoft.com/office/drawing/2014/main" id="{FFD39FDA-5F71-BC13-94A7-2D1C41F38D8C}"/>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50219" name="Group 49">
            <a:extLst>
              <a:ext uri="{FF2B5EF4-FFF2-40B4-BE49-F238E27FC236}">
                <a16:creationId xmlns:a16="http://schemas.microsoft.com/office/drawing/2014/main" id="{AE5CC6D4-0634-D0D7-E071-1A30D46D479C}"/>
              </a:ext>
            </a:extLst>
          </p:cNvPr>
          <p:cNvGrpSpPr>
            <a:grpSpLocks/>
          </p:cNvGrpSpPr>
          <p:nvPr/>
        </p:nvGrpSpPr>
        <p:grpSpPr bwMode="auto">
          <a:xfrm>
            <a:off x="2444750" y="3276600"/>
            <a:ext cx="444500" cy="450850"/>
            <a:chOff x="580" y="2064"/>
            <a:chExt cx="280" cy="284"/>
          </a:xfrm>
        </p:grpSpPr>
        <p:sp>
          <p:nvSpPr>
            <p:cNvPr id="50239" name="Oval 47">
              <a:extLst>
                <a:ext uri="{FF2B5EF4-FFF2-40B4-BE49-F238E27FC236}">
                  <a16:creationId xmlns:a16="http://schemas.microsoft.com/office/drawing/2014/main" id="{03639465-F154-DA6A-EBA2-018197F9DE25}"/>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240" name="Rectangle 48">
              <a:extLst>
                <a:ext uri="{FF2B5EF4-FFF2-40B4-BE49-F238E27FC236}">
                  <a16:creationId xmlns:a16="http://schemas.microsoft.com/office/drawing/2014/main" id="{3044F637-1CA8-CE2F-1CFB-4F4EE6D2123C}"/>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50220" name="Group 52">
            <a:extLst>
              <a:ext uri="{FF2B5EF4-FFF2-40B4-BE49-F238E27FC236}">
                <a16:creationId xmlns:a16="http://schemas.microsoft.com/office/drawing/2014/main" id="{2A719B4F-A24F-7E55-806C-995CDECAC73E}"/>
              </a:ext>
            </a:extLst>
          </p:cNvPr>
          <p:cNvGrpSpPr>
            <a:grpSpLocks/>
          </p:cNvGrpSpPr>
          <p:nvPr/>
        </p:nvGrpSpPr>
        <p:grpSpPr bwMode="auto">
          <a:xfrm>
            <a:off x="3968750" y="3435350"/>
            <a:ext cx="444500" cy="469900"/>
            <a:chOff x="1540" y="2164"/>
            <a:chExt cx="280" cy="296"/>
          </a:xfrm>
        </p:grpSpPr>
        <p:sp>
          <p:nvSpPr>
            <p:cNvPr id="50237" name="Oval 50">
              <a:extLst>
                <a:ext uri="{FF2B5EF4-FFF2-40B4-BE49-F238E27FC236}">
                  <a16:creationId xmlns:a16="http://schemas.microsoft.com/office/drawing/2014/main" id="{E2C169C4-8C84-7D54-F5F6-BC7330467E03}"/>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238" name="Rectangle 51">
              <a:extLst>
                <a:ext uri="{FF2B5EF4-FFF2-40B4-BE49-F238E27FC236}">
                  <a16:creationId xmlns:a16="http://schemas.microsoft.com/office/drawing/2014/main" id="{21E87231-D187-2EED-F1E3-9EC049597EA7}"/>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grpSp>
        <p:nvGrpSpPr>
          <p:cNvPr id="50221" name="Group 55">
            <a:extLst>
              <a:ext uri="{FF2B5EF4-FFF2-40B4-BE49-F238E27FC236}">
                <a16:creationId xmlns:a16="http://schemas.microsoft.com/office/drawing/2014/main" id="{1063D49F-49FB-9731-E471-8A0E2C8AB1D2}"/>
              </a:ext>
            </a:extLst>
          </p:cNvPr>
          <p:cNvGrpSpPr>
            <a:grpSpLocks/>
          </p:cNvGrpSpPr>
          <p:nvPr/>
        </p:nvGrpSpPr>
        <p:grpSpPr bwMode="auto">
          <a:xfrm>
            <a:off x="4425950" y="2057400"/>
            <a:ext cx="444500" cy="450850"/>
            <a:chOff x="1828" y="1296"/>
            <a:chExt cx="280" cy="284"/>
          </a:xfrm>
        </p:grpSpPr>
        <p:sp>
          <p:nvSpPr>
            <p:cNvPr id="50235" name="Oval 53">
              <a:extLst>
                <a:ext uri="{FF2B5EF4-FFF2-40B4-BE49-F238E27FC236}">
                  <a16:creationId xmlns:a16="http://schemas.microsoft.com/office/drawing/2014/main" id="{9F8A184D-ADE7-D4A9-FACB-9C13CB8A5748}"/>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236" name="Rectangle 54">
              <a:extLst>
                <a:ext uri="{FF2B5EF4-FFF2-40B4-BE49-F238E27FC236}">
                  <a16:creationId xmlns:a16="http://schemas.microsoft.com/office/drawing/2014/main" id="{7B8E4700-B75A-B553-61BA-7307D499730F}"/>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grpSp>
        <p:nvGrpSpPr>
          <p:cNvPr id="50222" name="Group 58">
            <a:extLst>
              <a:ext uri="{FF2B5EF4-FFF2-40B4-BE49-F238E27FC236}">
                <a16:creationId xmlns:a16="http://schemas.microsoft.com/office/drawing/2014/main" id="{8EA762AE-81F0-63CE-C9B3-2502E22A0AB7}"/>
              </a:ext>
            </a:extLst>
          </p:cNvPr>
          <p:cNvGrpSpPr>
            <a:grpSpLocks/>
          </p:cNvGrpSpPr>
          <p:nvPr/>
        </p:nvGrpSpPr>
        <p:grpSpPr bwMode="auto">
          <a:xfrm>
            <a:off x="3206750" y="4730750"/>
            <a:ext cx="444500" cy="469900"/>
            <a:chOff x="1060" y="2980"/>
            <a:chExt cx="280" cy="296"/>
          </a:xfrm>
        </p:grpSpPr>
        <p:sp>
          <p:nvSpPr>
            <p:cNvPr id="50233" name="Oval 56">
              <a:extLst>
                <a:ext uri="{FF2B5EF4-FFF2-40B4-BE49-F238E27FC236}">
                  <a16:creationId xmlns:a16="http://schemas.microsoft.com/office/drawing/2014/main" id="{9BD9E415-1C61-6E67-2CB7-278F6C0AB785}"/>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234" name="Rectangle 57">
              <a:extLst>
                <a:ext uri="{FF2B5EF4-FFF2-40B4-BE49-F238E27FC236}">
                  <a16:creationId xmlns:a16="http://schemas.microsoft.com/office/drawing/2014/main" id="{919777A9-91A6-CC5E-5D30-BE16AB86224E}"/>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grpSp>
        <p:nvGrpSpPr>
          <p:cNvPr id="50223" name="Group 61">
            <a:extLst>
              <a:ext uri="{FF2B5EF4-FFF2-40B4-BE49-F238E27FC236}">
                <a16:creationId xmlns:a16="http://schemas.microsoft.com/office/drawing/2014/main" id="{B68C842F-E27B-7AEB-186B-01E26667D3C8}"/>
              </a:ext>
            </a:extLst>
          </p:cNvPr>
          <p:cNvGrpSpPr>
            <a:grpSpLocks/>
          </p:cNvGrpSpPr>
          <p:nvPr/>
        </p:nvGrpSpPr>
        <p:grpSpPr bwMode="auto">
          <a:xfrm>
            <a:off x="5492750" y="3587750"/>
            <a:ext cx="444500" cy="469900"/>
            <a:chOff x="2500" y="2260"/>
            <a:chExt cx="280" cy="296"/>
          </a:xfrm>
        </p:grpSpPr>
        <p:sp>
          <p:nvSpPr>
            <p:cNvPr id="50231" name="Oval 59">
              <a:extLst>
                <a:ext uri="{FF2B5EF4-FFF2-40B4-BE49-F238E27FC236}">
                  <a16:creationId xmlns:a16="http://schemas.microsoft.com/office/drawing/2014/main" id="{E7BEFABB-3F6C-9BE3-FE35-E56E40ADC9B0}"/>
                </a:ext>
              </a:extLst>
            </p:cNvPr>
            <p:cNvSpPr>
              <a:spLocks noChangeArrowheads="1"/>
            </p:cNvSpPr>
            <p:nvPr/>
          </p:nvSpPr>
          <p:spPr bwMode="auto">
            <a:xfrm>
              <a:off x="2500" y="226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232" name="Rectangle 60">
              <a:extLst>
                <a:ext uri="{FF2B5EF4-FFF2-40B4-BE49-F238E27FC236}">
                  <a16:creationId xmlns:a16="http://schemas.microsoft.com/office/drawing/2014/main" id="{082AB08A-FBA0-5987-F8FC-5E6D7EBAEB08}"/>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grpSp>
      <p:grpSp>
        <p:nvGrpSpPr>
          <p:cNvPr id="50224" name="Group 64">
            <a:extLst>
              <a:ext uri="{FF2B5EF4-FFF2-40B4-BE49-F238E27FC236}">
                <a16:creationId xmlns:a16="http://schemas.microsoft.com/office/drawing/2014/main" id="{05299A2B-82D6-A388-1A91-6D78AF15792C}"/>
              </a:ext>
            </a:extLst>
          </p:cNvPr>
          <p:cNvGrpSpPr>
            <a:grpSpLocks/>
          </p:cNvGrpSpPr>
          <p:nvPr/>
        </p:nvGrpSpPr>
        <p:grpSpPr bwMode="auto">
          <a:xfrm>
            <a:off x="5187950" y="4959350"/>
            <a:ext cx="444500" cy="469900"/>
            <a:chOff x="2308" y="3124"/>
            <a:chExt cx="280" cy="296"/>
          </a:xfrm>
        </p:grpSpPr>
        <p:sp>
          <p:nvSpPr>
            <p:cNvPr id="50229" name="Oval 62">
              <a:extLst>
                <a:ext uri="{FF2B5EF4-FFF2-40B4-BE49-F238E27FC236}">
                  <a16:creationId xmlns:a16="http://schemas.microsoft.com/office/drawing/2014/main" id="{0E87888D-7E1A-A335-7F24-B2F1D77FB10F}"/>
                </a:ext>
              </a:extLst>
            </p:cNvPr>
            <p:cNvSpPr>
              <a:spLocks noChangeArrowheads="1"/>
            </p:cNvSpPr>
            <p:nvPr/>
          </p:nvSpPr>
          <p:spPr bwMode="auto">
            <a:xfrm>
              <a:off x="2308" y="312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230" name="Rectangle 63">
              <a:extLst>
                <a:ext uri="{FF2B5EF4-FFF2-40B4-BE49-F238E27FC236}">
                  <a16:creationId xmlns:a16="http://schemas.microsoft.com/office/drawing/2014/main" id="{87508DD0-B2EE-EA86-9EF6-5819CE00B90D}"/>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grpSp>
      <p:grpSp>
        <p:nvGrpSpPr>
          <p:cNvPr id="50225" name="Group 67">
            <a:extLst>
              <a:ext uri="{FF2B5EF4-FFF2-40B4-BE49-F238E27FC236}">
                <a16:creationId xmlns:a16="http://schemas.microsoft.com/office/drawing/2014/main" id="{EBE960AD-EFE6-00D5-9301-537EA95F0399}"/>
              </a:ext>
            </a:extLst>
          </p:cNvPr>
          <p:cNvGrpSpPr>
            <a:grpSpLocks/>
          </p:cNvGrpSpPr>
          <p:nvPr/>
        </p:nvGrpSpPr>
        <p:grpSpPr bwMode="auto">
          <a:xfrm>
            <a:off x="6026150" y="2368550"/>
            <a:ext cx="444500" cy="469900"/>
            <a:chOff x="2836" y="1492"/>
            <a:chExt cx="280" cy="296"/>
          </a:xfrm>
        </p:grpSpPr>
        <p:sp>
          <p:nvSpPr>
            <p:cNvPr id="50227" name="Oval 65">
              <a:extLst>
                <a:ext uri="{FF2B5EF4-FFF2-40B4-BE49-F238E27FC236}">
                  <a16:creationId xmlns:a16="http://schemas.microsoft.com/office/drawing/2014/main" id="{C879792F-1DEA-0398-370E-040CB90CDCE1}"/>
                </a:ext>
              </a:extLst>
            </p:cNvPr>
            <p:cNvSpPr>
              <a:spLocks noChangeArrowheads="1"/>
            </p:cNvSpPr>
            <p:nvPr/>
          </p:nvSpPr>
          <p:spPr bwMode="auto">
            <a:xfrm>
              <a:off x="2836" y="1492"/>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0228" name="Rectangle 66">
              <a:extLst>
                <a:ext uri="{FF2B5EF4-FFF2-40B4-BE49-F238E27FC236}">
                  <a16:creationId xmlns:a16="http://schemas.microsoft.com/office/drawing/2014/main" id="{B9041B18-D28E-F8F0-B049-25639818703D}"/>
                </a:ext>
              </a:extLst>
            </p:cNvPr>
            <p:cNvSpPr>
              <a:spLocks noChangeArrowheads="1"/>
            </p:cNvSpPr>
            <p:nvPr/>
          </p:nvSpPr>
          <p:spPr bwMode="auto">
            <a:xfrm>
              <a:off x="2880" y="153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grpSp>
      <p:sp>
        <p:nvSpPr>
          <p:cNvPr id="50226" name="Rectangle 68">
            <a:extLst>
              <a:ext uri="{FF2B5EF4-FFF2-40B4-BE49-F238E27FC236}">
                <a16:creationId xmlns:a16="http://schemas.microsoft.com/office/drawing/2014/main" id="{B18035C8-8BF0-8939-23F2-415F8C5A82D2}"/>
              </a:ext>
            </a:extLst>
          </p:cNvPr>
          <p:cNvSpPr>
            <a:spLocks noChangeArrowheads="1"/>
          </p:cNvSpPr>
          <p:nvPr/>
        </p:nvSpPr>
        <p:spPr bwMode="auto">
          <a:xfrm>
            <a:off x="8610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8</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04DC0E92-BD1E-98B9-A1C8-3BA128391A78}"/>
              </a:ext>
            </a:extLst>
          </p:cNvPr>
          <p:cNvSpPr>
            <a:spLocks noGrp="1" noChangeArrowheads="1"/>
          </p:cNvSpPr>
          <p:nvPr>
            <p:ph type="title"/>
          </p:nvPr>
        </p:nvSpPr>
        <p:spPr>
          <a:noFill/>
        </p:spPr>
        <p:txBody>
          <a:bodyPr/>
          <a:lstStyle/>
          <a:p>
            <a:r>
              <a:rPr lang="en-US" altLang="en-US"/>
              <a:t>Breadth-First Search Example</a:t>
            </a:r>
          </a:p>
        </p:txBody>
      </p:sp>
      <p:sp>
        <p:nvSpPr>
          <p:cNvPr id="51203" name="Rectangle 3">
            <a:extLst>
              <a:ext uri="{FF2B5EF4-FFF2-40B4-BE49-F238E27FC236}">
                <a16:creationId xmlns:a16="http://schemas.microsoft.com/office/drawing/2014/main" id="{7C808D50-8404-93E8-6FA4-0F0BF97175C0}"/>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Remove </a:t>
            </a:r>
            <a:r>
              <a:rPr lang="en-US" altLang="en-US">
                <a:solidFill>
                  <a:schemeClr val="hlink"/>
                </a:solidFill>
              </a:rPr>
              <a:t>8</a:t>
            </a:r>
            <a:r>
              <a:rPr lang="en-US" altLang="en-US">
                <a:solidFill>
                  <a:schemeClr val="bg2"/>
                </a:solidFill>
              </a:rPr>
              <a:t> from </a:t>
            </a:r>
            <a:r>
              <a:rPr lang="en-US" altLang="en-US">
                <a:solidFill>
                  <a:schemeClr val="hlink"/>
                </a:solidFill>
              </a:rPr>
              <a:t>Q</a:t>
            </a:r>
            <a:r>
              <a:rPr lang="en-US" altLang="en-US">
                <a:solidFill>
                  <a:schemeClr val="bg2"/>
                </a:solidFill>
              </a:rPr>
              <a:t>; visit adjacent unvisited vertices;</a:t>
            </a:r>
          </a:p>
          <a:p>
            <a:pPr lvl="1">
              <a:buFontTx/>
              <a:buNone/>
            </a:pPr>
            <a:r>
              <a:rPr lang="en-US" altLang="en-US" sz="3200"/>
              <a:t>put in </a:t>
            </a:r>
            <a:r>
              <a:rPr lang="en-US" altLang="en-US" sz="3200">
                <a:solidFill>
                  <a:schemeClr val="hlink"/>
                </a:solidFill>
              </a:rPr>
              <a:t>Q</a:t>
            </a:r>
            <a:r>
              <a:rPr lang="en-US" altLang="en-US" sz="3200"/>
              <a:t>.</a:t>
            </a:r>
          </a:p>
        </p:txBody>
      </p:sp>
      <p:sp>
        <p:nvSpPr>
          <p:cNvPr id="51204" name="Oval 4">
            <a:extLst>
              <a:ext uri="{FF2B5EF4-FFF2-40B4-BE49-F238E27FC236}">
                <a16:creationId xmlns:a16="http://schemas.microsoft.com/office/drawing/2014/main" id="{263F3D6C-6777-8481-A4D6-AE8F3A81286F}"/>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05" name="Oval 5">
            <a:extLst>
              <a:ext uri="{FF2B5EF4-FFF2-40B4-BE49-F238E27FC236}">
                <a16:creationId xmlns:a16="http://schemas.microsoft.com/office/drawing/2014/main" id="{103C568C-33D3-F78D-41A5-1E4F40BDCEA8}"/>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06" name="Oval 6">
            <a:extLst>
              <a:ext uri="{FF2B5EF4-FFF2-40B4-BE49-F238E27FC236}">
                <a16:creationId xmlns:a16="http://schemas.microsoft.com/office/drawing/2014/main" id="{DCB28478-8245-6CCD-9324-2796B959BDA0}"/>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07" name="Oval 7">
            <a:extLst>
              <a:ext uri="{FF2B5EF4-FFF2-40B4-BE49-F238E27FC236}">
                <a16:creationId xmlns:a16="http://schemas.microsoft.com/office/drawing/2014/main" id="{E45E65AE-6061-DA99-91E4-ECC776D0CC2B}"/>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08" name="Oval 8">
            <a:extLst>
              <a:ext uri="{FF2B5EF4-FFF2-40B4-BE49-F238E27FC236}">
                <a16:creationId xmlns:a16="http://schemas.microsoft.com/office/drawing/2014/main" id="{91530D6F-CB6B-3D04-1086-A33DD28DE600}"/>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09" name="Oval 9">
            <a:extLst>
              <a:ext uri="{FF2B5EF4-FFF2-40B4-BE49-F238E27FC236}">
                <a16:creationId xmlns:a16="http://schemas.microsoft.com/office/drawing/2014/main" id="{BEE1C8AB-E4C7-820C-5B75-87FAFA74A199}"/>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10" name="Oval 10">
            <a:extLst>
              <a:ext uri="{FF2B5EF4-FFF2-40B4-BE49-F238E27FC236}">
                <a16:creationId xmlns:a16="http://schemas.microsoft.com/office/drawing/2014/main" id="{81D10071-6C7E-B341-608C-A2E0CCA2D689}"/>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11" name="Oval 11">
            <a:extLst>
              <a:ext uri="{FF2B5EF4-FFF2-40B4-BE49-F238E27FC236}">
                <a16:creationId xmlns:a16="http://schemas.microsoft.com/office/drawing/2014/main" id="{0F558D98-4AA1-BD95-20FE-F7CCA3171BC0}"/>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12" name="Oval 12">
            <a:extLst>
              <a:ext uri="{FF2B5EF4-FFF2-40B4-BE49-F238E27FC236}">
                <a16:creationId xmlns:a16="http://schemas.microsoft.com/office/drawing/2014/main" id="{A5CAD0A1-890A-049D-DE6A-4BB45B8E63BB}"/>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13" name="Oval 13">
            <a:extLst>
              <a:ext uri="{FF2B5EF4-FFF2-40B4-BE49-F238E27FC236}">
                <a16:creationId xmlns:a16="http://schemas.microsoft.com/office/drawing/2014/main" id="{B16B0841-067A-BB57-01A0-64C2C833DEB6}"/>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14" name="Oval 14">
            <a:extLst>
              <a:ext uri="{FF2B5EF4-FFF2-40B4-BE49-F238E27FC236}">
                <a16:creationId xmlns:a16="http://schemas.microsoft.com/office/drawing/2014/main" id="{6130F5C9-ED6F-1747-C4EE-DFC63406AF4D}"/>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15" name="Line 15">
            <a:extLst>
              <a:ext uri="{FF2B5EF4-FFF2-40B4-BE49-F238E27FC236}">
                <a16:creationId xmlns:a16="http://schemas.microsoft.com/office/drawing/2014/main" id="{C78DF762-1B09-7FF0-FD03-D5F61E4F8280}"/>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1216" name="Line 16">
            <a:extLst>
              <a:ext uri="{FF2B5EF4-FFF2-40B4-BE49-F238E27FC236}">
                <a16:creationId xmlns:a16="http://schemas.microsoft.com/office/drawing/2014/main" id="{34DC9C3C-01FE-6BB0-4B10-E55B1675A866}"/>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1217" name="Line 17">
            <a:extLst>
              <a:ext uri="{FF2B5EF4-FFF2-40B4-BE49-F238E27FC236}">
                <a16:creationId xmlns:a16="http://schemas.microsoft.com/office/drawing/2014/main" id="{61B4068E-99D3-2FD3-53A4-CACAD43DAA28}"/>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1218" name="Line 18">
            <a:extLst>
              <a:ext uri="{FF2B5EF4-FFF2-40B4-BE49-F238E27FC236}">
                <a16:creationId xmlns:a16="http://schemas.microsoft.com/office/drawing/2014/main" id="{20EE8C44-B831-F9D3-E616-7130A0EFEA9B}"/>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1219" name="Line 19">
            <a:extLst>
              <a:ext uri="{FF2B5EF4-FFF2-40B4-BE49-F238E27FC236}">
                <a16:creationId xmlns:a16="http://schemas.microsoft.com/office/drawing/2014/main" id="{62165A5B-80A4-1305-7B97-7B044050ED4A}"/>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1220" name="Line 20">
            <a:extLst>
              <a:ext uri="{FF2B5EF4-FFF2-40B4-BE49-F238E27FC236}">
                <a16:creationId xmlns:a16="http://schemas.microsoft.com/office/drawing/2014/main" id="{6E534040-CCC1-334E-3C58-C4A54D41CDEA}"/>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1221" name="Line 21">
            <a:extLst>
              <a:ext uri="{FF2B5EF4-FFF2-40B4-BE49-F238E27FC236}">
                <a16:creationId xmlns:a16="http://schemas.microsoft.com/office/drawing/2014/main" id="{EF03B5B2-5222-B4C4-E478-9F8FC23FC8FB}"/>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1222" name="Line 22">
            <a:extLst>
              <a:ext uri="{FF2B5EF4-FFF2-40B4-BE49-F238E27FC236}">
                <a16:creationId xmlns:a16="http://schemas.microsoft.com/office/drawing/2014/main" id="{A014CF9F-96FE-9664-6659-3496531481B4}"/>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1223" name="Line 23">
            <a:extLst>
              <a:ext uri="{FF2B5EF4-FFF2-40B4-BE49-F238E27FC236}">
                <a16:creationId xmlns:a16="http://schemas.microsoft.com/office/drawing/2014/main" id="{9AB3D967-38A1-CC59-7B2A-6110B82B797C}"/>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1224" name="Rectangle 24">
            <a:extLst>
              <a:ext uri="{FF2B5EF4-FFF2-40B4-BE49-F238E27FC236}">
                <a16:creationId xmlns:a16="http://schemas.microsoft.com/office/drawing/2014/main" id="{A77C269A-8858-9352-9772-7883252CC873}"/>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51225" name="Rectangle 25">
            <a:extLst>
              <a:ext uri="{FF2B5EF4-FFF2-40B4-BE49-F238E27FC236}">
                <a16:creationId xmlns:a16="http://schemas.microsoft.com/office/drawing/2014/main" id="{D5D0FFE7-9A48-F418-070A-7607D6BEEDFD}"/>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51226" name="Rectangle 26">
            <a:extLst>
              <a:ext uri="{FF2B5EF4-FFF2-40B4-BE49-F238E27FC236}">
                <a16:creationId xmlns:a16="http://schemas.microsoft.com/office/drawing/2014/main" id="{39FB7611-E190-B41B-149C-2BC6F141ECB8}"/>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51227" name="Rectangle 27">
            <a:extLst>
              <a:ext uri="{FF2B5EF4-FFF2-40B4-BE49-F238E27FC236}">
                <a16:creationId xmlns:a16="http://schemas.microsoft.com/office/drawing/2014/main" id="{CBBA3E95-D28E-FBF6-0B93-16054232C9AC}"/>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51228" name="Rectangle 28">
            <a:extLst>
              <a:ext uri="{FF2B5EF4-FFF2-40B4-BE49-F238E27FC236}">
                <a16:creationId xmlns:a16="http://schemas.microsoft.com/office/drawing/2014/main" id="{10B97162-B3C3-7499-3EA0-36685E939356}"/>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51229" name="Rectangle 29">
            <a:extLst>
              <a:ext uri="{FF2B5EF4-FFF2-40B4-BE49-F238E27FC236}">
                <a16:creationId xmlns:a16="http://schemas.microsoft.com/office/drawing/2014/main" id="{4CD2028E-4A6E-A8A4-C728-C546C7A332A5}"/>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51230" name="Rectangle 30">
            <a:extLst>
              <a:ext uri="{FF2B5EF4-FFF2-40B4-BE49-F238E27FC236}">
                <a16:creationId xmlns:a16="http://schemas.microsoft.com/office/drawing/2014/main" id="{71EE22D3-DD83-D978-1A40-878C3ABE9249}"/>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51231" name="Rectangle 31">
            <a:extLst>
              <a:ext uri="{FF2B5EF4-FFF2-40B4-BE49-F238E27FC236}">
                <a16:creationId xmlns:a16="http://schemas.microsoft.com/office/drawing/2014/main" id="{7C92C50D-A88D-A328-65A2-FDB48B6755D7}"/>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51232" name="Rectangle 32">
            <a:extLst>
              <a:ext uri="{FF2B5EF4-FFF2-40B4-BE49-F238E27FC236}">
                <a16:creationId xmlns:a16="http://schemas.microsoft.com/office/drawing/2014/main" id="{872E6025-A16C-1A6C-ABB4-3B564EB86466}"/>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51233" name="Rectangle 33">
            <a:extLst>
              <a:ext uri="{FF2B5EF4-FFF2-40B4-BE49-F238E27FC236}">
                <a16:creationId xmlns:a16="http://schemas.microsoft.com/office/drawing/2014/main" id="{64D7256C-0BCC-FFA7-834A-690D00C7EAFC}"/>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51234" name="Rectangle 34">
            <a:extLst>
              <a:ext uri="{FF2B5EF4-FFF2-40B4-BE49-F238E27FC236}">
                <a16:creationId xmlns:a16="http://schemas.microsoft.com/office/drawing/2014/main" id="{6A605DBB-5350-2379-5600-A8C4EBDD920E}"/>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51235" name="Line 35">
            <a:extLst>
              <a:ext uri="{FF2B5EF4-FFF2-40B4-BE49-F238E27FC236}">
                <a16:creationId xmlns:a16="http://schemas.microsoft.com/office/drawing/2014/main" id="{96D5D600-BFB6-53C4-DF6E-3DDDA5949900}"/>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1236" name="Line 36">
            <a:extLst>
              <a:ext uri="{FF2B5EF4-FFF2-40B4-BE49-F238E27FC236}">
                <a16:creationId xmlns:a16="http://schemas.microsoft.com/office/drawing/2014/main" id="{6F1F5D6D-0BBC-F514-6CB0-C77CFB93000E}"/>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1237" name="Line 37">
            <a:extLst>
              <a:ext uri="{FF2B5EF4-FFF2-40B4-BE49-F238E27FC236}">
                <a16:creationId xmlns:a16="http://schemas.microsoft.com/office/drawing/2014/main" id="{121FB4DE-5EE8-6321-A5DA-6DF3DF6CCBED}"/>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1238" name="Line 38">
            <a:extLst>
              <a:ext uri="{FF2B5EF4-FFF2-40B4-BE49-F238E27FC236}">
                <a16:creationId xmlns:a16="http://schemas.microsoft.com/office/drawing/2014/main" id="{B146DD1B-C7E3-468C-B5A8-EA90BE132B3F}"/>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51239" name="Group 41">
            <a:extLst>
              <a:ext uri="{FF2B5EF4-FFF2-40B4-BE49-F238E27FC236}">
                <a16:creationId xmlns:a16="http://schemas.microsoft.com/office/drawing/2014/main" id="{49D5E009-21A1-B804-45EB-44846B5A6CBB}"/>
              </a:ext>
            </a:extLst>
          </p:cNvPr>
          <p:cNvGrpSpPr>
            <a:grpSpLocks/>
          </p:cNvGrpSpPr>
          <p:nvPr/>
        </p:nvGrpSpPr>
        <p:grpSpPr bwMode="auto">
          <a:xfrm>
            <a:off x="1835150" y="2597150"/>
            <a:ext cx="444500" cy="469900"/>
            <a:chOff x="196" y="1636"/>
            <a:chExt cx="280" cy="296"/>
          </a:xfrm>
        </p:grpSpPr>
        <p:sp>
          <p:nvSpPr>
            <p:cNvPr id="51267" name="Oval 39">
              <a:extLst>
                <a:ext uri="{FF2B5EF4-FFF2-40B4-BE49-F238E27FC236}">
                  <a16:creationId xmlns:a16="http://schemas.microsoft.com/office/drawing/2014/main" id="{83E64FE7-4084-13E4-72BA-91A8ACB75ACE}"/>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68" name="Rectangle 40">
              <a:extLst>
                <a:ext uri="{FF2B5EF4-FFF2-40B4-BE49-F238E27FC236}">
                  <a16:creationId xmlns:a16="http://schemas.microsoft.com/office/drawing/2014/main" id="{B72AAAF7-32AD-D89C-B306-F0A594584F09}"/>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51240" name="Rectangle 42">
            <a:extLst>
              <a:ext uri="{FF2B5EF4-FFF2-40B4-BE49-F238E27FC236}">
                <a16:creationId xmlns:a16="http://schemas.microsoft.com/office/drawing/2014/main" id="{3125C35B-3C63-286D-209F-153877B79A22}"/>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51241" name="Freeform 43">
            <a:extLst>
              <a:ext uri="{FF2B5EF4-FFF2-40B4-BE49-F238E27FC236}">
                <a16:creationId xmlns:a16="http://schemas.microsoft.com/office/drawing/2014/main" id="{AF3C8FAA-86CB-8BFA-77DF-B118C58FDAF9}"/>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51242" name="Group 46">
            <a:extLst>
              <a:ext uri="{FF2B5EF4-FFF2-40B4-BE49-F238E27FC236}">
                <a16:creationId xmlns:a16="http://schemas.microsoft.com/office/drawing/2014/main" id="{B93106AC-C9CB-57EC-CD2D-83E619A9B29C}"/>
              </a:ext>
            </a:extLst>
          </p:cNvPr>
          <p:cNvGrpSpPr>
            <a:grpSpLocks/>
          </p:cNvGrpSpPr>
          <p:nvPr/>
        </p:nvGrpSpPr>
        <p:grpSpPr bwMode="auto">
          <a:xfrm>
            <a:off x="2825750" y="1758950"/>
            <a:ext cx="444500" cy="469900"/>
            <a:chOff x="820" y="1108"/>
            <a:chExt cx="280" cy="296"/>
          </a:xfrm>
        </p:grpSpPr>
        <p:sp>
          <p:nvSpPr>
            <p:cNvPr id="51265" name="Oval 44">
              <a:extLst>
                <a:ext uri="{FF2B5EF4-FFF2-40B4-BE49-F238E27FC236}">
                  <a16:creationId xmlns:a16="http://schemas.microsoft.com/office/drawing/2014/main" id="{974C3015-43B8-DA27-3173-729E28C7EBEB}"/>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66" name="Rectangle 45">
              <a:extLst>
                <a:ext uri="{FF2B5EF4-FFF2-40B4-BE49-F238E27FC236}">
                  <a16:creationId xmlns:a16="http://schemas.microsoft.com/office/drawing/2014/main" id="{708E481B-782B-AB17-669E-9F4DE0AE14A4}"/>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51243" name="Group 49">
            <a:extLst>
              <a:ext uri="{FF2B5EF4-FFF2-40B4-BE49-F238E27FC236}">
                <a16:creationId xmlns:a16="http://schemas.microsoft.com/office/drawing/2014/main" id="{3E2AA312-5996-F180-A0AB-89F5F447996D}"/>
              </a:ext>
            </a:extLst>
          </p:cNvPr>
          <p:cNvGrpSpPr>
            <a:grpSpLocks/>
          </p:cNvGrpSpPr>
          <p:nvPr/>
        </p:nvGrpSpPr>
        <p:grpSpPr bwMode="auto">
          <a:xfrm>
            <a:off x="2444750" y="3276600"/>
            <a:ext cx="444500" cy="450850"/>
            <a:chOff x="580" y="2064"/>
            <a:chExt cx="280" cy="284"/>
          </a:xfrm>
        </p:grpSpPr>
        <p:sp>
          <p:nvSpPr>
            <p:cNvPr id="51263" name="Oval 47">
              <a:extLst>
                <a:ext uri="{FF2B5EF4-FFF2-40B4-BE49-F238E27FC236}">
                  <a16:creationId xmlns:a16="http://schemas.microsoft.com/office/drawing/2014/main" id="{1409E5FC-2BFC-DC79-D112-065A476F93D7}"/>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64" name="Rectangle 48">
              <a:extLst>
                <a:ext uri="{FF2B5EF4-FFF2-40B4-BE49-F238E27FC236}">
                  <a16:creationId xmlns:a16="http://schemas.microsoft.com/office/drawing/2014/main" id="{6494A5FF-7810-9317-055B-0EBFCAB02FC8}"/>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51244" name="Group 52">
            <a:extLst>
              <a:ext uri="{FF2B5EF4-FFF2-40B4-BE49-F238E27FC236}">
                <a16:creationId xmlns:a16="http://schemas.microsoft.com/office/drawing/2014/main" id="{2E0691AE-E974-7487-E4ED-83802CFF1298}"/>
              </a:ext>
            </a:extLst>
          </p:cNvPr>
          <p:cNvGrpSpPr>
            <a:grpSpLocks/>
          </p:cNvGrpSpPr>
          <p:nvPr/>
        </p:nvGrpSpPr>
        <p:grpSpPr bwMode="auto">
          <a:xfrm>
            <a:off x="3968750" y="3435350"/>
            <a:ext cx="444500" cy="469900"/>
            <a:chOff x="1540" y="2164"/>
            <a:chExt cx="280" cy="296"/>
          </a:xfrm>
        </p:grpSpPr>
        <p:sp>
          <p:nvSpPr>
            <p:cNvPr id="51261" name="Oval 50">
              <a:extLst>
                <a:ext uri="{FF2B5EF4-FFF2-40B4-BE49-F238E27FC236}">
                  <a16:creationId xmlns:a16="http://schemas.microsoft.com/office/drawing/2014/main" id="{0949CFFD-BDAB-58B5-BC1F-8C29FDDCE2C3}"/>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62" name="Rectangle 51">
              <a:extLst>
                <a:ext uri="{FF2B5EF4-FFF2-40B4-BE49-F238E27FC236}">
                  <a16:creationId xmlns:a16="http://schemas.microsoft.com/office/drawing/2014/main" id="{1741229A-FB00-6EC8-2EE2-D5FB8CB4ECF6}"/>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grpSp>
        <p:nvGrpSpPr>
          <p:cNvPr id="51245" name="Group 55">
            <a:extLst>
              <a:ext uri="{FF2B5EF4-FFF2-40B4-BE49-F238E27FC236}">
                <a16:creationId xmlns:a16="http://schemas.microsoft.com/office/drawing/2014/main" id="{A6D3B7AF-9BB7-C1C3-1263-385B43862E93}"/>
              </a:ext>
            </a:extLst>
          </p:cNvPr>
          <p:cNvGrpSpPr>
            <a:grpSpLocks/>
          </p:cNvGrpSpPr>
          <p:nvPr/>
        </p:nvGrpSpPr>
        <p:grpSpPr bwMode="auto">
          <a:xfrm>
            <a:off x="4425950" y="2057400"/>
            <a:ext cx="444500" cy="450850"/>
            <a:chOff x="1828" y="1296"/>
            <a:chExt cx="280" cy="284"/>
          </a:xfrm>
        </p:grpSpPr>
        <p:sp>
          <p:nvSpPr>
            <p:cNvPr id="51259" name="Oval 53">
              <a:extLst>
                <a:ext uri="{FF2B5EF4-FFF2-40B4-BE49-F238E27FC236}">
                  <a16:creationId xmlns:a16="http://schemas.microsoft.com/office/drawing/2014/main" id="{A1A0D7CA-6DFB-B6D2-4BED-461651030AA9}"/>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60" name="Rectangle 54">
              <a:extLst>
                <a:ext uri="{FF2B5EF4-FFF2-40B4-BE49-F238E27FC236}">
                  <a16:creationId xmlns:a16="http://schemas.microsoft.com/office/drawing/2014/main" id="{B99EB1F7-CBCA-5578-7F00-E095BA0918D5}"/>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grpSp>
        <p:nvGrpSpPr>
          <p:cNvPr id="51246" name="Group 58">
            <a:extLst>
              <a:ext uri="{FF2B5EF4-FFF2-40B4-BE49-F238E27FC236}">
                <a16:creationId xmlns:a16="http://schemas.microsoft.com/office/drawing/2014/main" id="{A6BE4790-CF2F-D460-5016-817C62583019}"/>
              </a:ext>
            </a:extLst>
          </p:cNvPr>
          <p:cNvGrpSpPr>
            <a:grpSpLocks/>
          </p:cNvGrpSpPr>
          <p:nvPr/>
        </p:nvGrpSpPr>
        <p:grpSpPr bwMode="auto">
          <a:xfrm>
            <a:off x="3206750" y="4730750"/>
            <a:ext cx="444500" cy="469900"/>
            <a:chOff x="1060" y="2980"/>
            <a:chExt cx="280" cy="296"/>
          </a:xfrm>
        </p:grpSpPr>
        <p:sp>
          <p:nvSpPr>
            <p:cNvPr id="51257" name="Oval 56">
              <a:extLst>
                <a:ext uri="{FF2B5EF4-FFF2-40B4-BE49-F238E27FC236}">
                  <a16:creationId xmlns:a16="http://schemas.microsoft.com/office/drawing/2014/main" id="{4A3A8DF4-DA56-15A2-45DF-809178A9533F}"/>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58" name="Rectangle 57">
              <a:extLst>
                <a:ext uri="{FF2B5EF4-FFF2-40B4-BE49-F238E27FC236}">
                  <a16:creationId xmlns:a16="http://schemas.microsoft.com/office/drawing/2014/main" id="{DBF1C70C-FBB8-7415-F387-8973E6B0F322}"/>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grpSp>
        <p:nvGrpSpPr>
          <p:cNvPr id="51247" name="Group 61">
            <a:extLst>
              <a:ext uri="{FF2B5EF4-FFF2-40B4-BE49-F238E27FC236}">
                <a16:creationId xmlns:a16="http://schemas.microsoft.com/office/drawing/2014/main" id="{15AE4A50-94B5-0E9E-BAA3-5C28C36319E6}"/>
              </a:ext>
            </a:extLst>
          </p:cNvPr>
          <p:cNvGrpSpPr>
            <a:grpSpLocks/>
          </p:cNvGrpSpPr>
          <p:nvPr/>
        </p:nvGrpSpPr>
        <p:grpSpPr bwMode="auto">
          <a:xfrm>
            <a:off x="5492750" y="3587750"/>
            <a:ext cx="444500" cy="469900"/>
            <a:chOff x="2500" y="2260"/>
            <a:chExt cx="280" cy="296"/>
          </a:xfrm>
        </p:grpSpPr>
        <p:sp>
          <p:nvSpPr>
            <p:cNvPr id="51255" name="Oval 59">
              <a:extLst>
                <a:ext uri="{FF2B5EF4-FFF2-40B4-BE49-F238E27FC236}">
                  <a16:creationId xmlns:a16="http://schemas.microsoft.com/office/drawing/2014/main" id="{3DB2F8C1-69CD-23DF-A368-BADF539C4C8F}"/>
                </a:ext>
              </a:extLst>
            </p:cNvPr>
            <p:cNvSpPr>
              <a:spLocks noChangeArrowheads="1"/>
            </p:cNvSpPr>
            <p:nvPr/>
          </p:nvSpPr>
          <p:spPr bwMode="auto">
            <a:xfrm>
              <a:off x="2500" y="226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56" name="Rectangle 60">
              <a:extLst>
                <a:ext uri="{FF2B5EF4-FFF2-40B4-BE49-F238E27FC236}">
                  <a16:creationId xmlns:a16="http://schemas.microsoft.com/office/drawing/2014/main" id="{0EDEE44E-AC9F-4A9B-6BE4-537C453D5D41}"/>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grpSp>
      <p:grpSp>
        <p:nvGrpSpPr>
          <p:cNvPr id="51248" name="Group 64">
            <a:extLst>
              <a:ext uri="{FF2B5EF4-FFF2-40B4-BE49-F238E27FC236}">
                <a16:creationId xmlns:a16="http://schemas.microsoft.com/office/drawing/2014/main" id="{6B77B58A-DA2D-22BA-FE29-ED34CA0E6810}"/>
              </a:ext>
            </a:extLst>
          </p:cNvPr>
          <p:cNvGrpSpPr>
            <a:grpSpLocks/>
          </p:cNvGrpSpPr>
          <p:nvPr/>
        </p:nvGrpSpPr>
        <p:grpSpPr bwMode="auto">
          <a:xfrm>
            <a:off x="5187950" y="4959350"/>
            <a:ext cx="444500" cy="469900"/>
            <a:chOff x="2308" y="3124"/>
            <a:chExt cx="280" cy="296"/>
          </a:xfrm>
        </p:grpSpPr>
        <p:sp>
          <p:nvSpPr>
            <p:cNvPr id="51253" name="Oval 62">
              <a:extLst>
                <a:ext uri="{FF2B5EF4-FFF2-40B4-BE49-F238E27FC236}">
                  <a16:creationId xmlns:a16="http://schemas.microsoft.com/office/drawing/2014/main" id="{C7F2BB8E-A07C-4AFE-474A-B64944FBE01A}"/>
                </a:ext>
              </a:extLst>
            </p:cNvPr>
            <p:cNvSpPr>
              <a:spLocks noChangeArrowheads="1"/>
            </p:cNvSpPr>
            <p:nvPr/>
          </p:nvSpPr>
          <p:spPr bwMode="auto">
            <a:xfrm>
              <a:off x="2308" y="312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54" name="Rectangle 63">
              <a:extLst>
                <a:ext uri="{FF2B5EF4-FFF2-40B4-BE49-F238E27FC236}">
                  <a16:creationId xmlns:a16="http://schemas.microsoft.com/office/drawing/2014/main" id="{83B301E4-B44E-D1DE-63B4-6DF9E65B1C0F}"/>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grpSp>
      <p:grpSp>
        <p:nvGrpSpPr>
          <p:cNvPr id="51249" name="Group 67">
            <a:extLst>
              <a:ext uri="{FF2B5EF4-FFF2-40B4-BE49-F238E27FC236}">
                <a16:creationId xmlns:a16="http://schemas.microsoft.com/office/drawing/2014/main" id="{E6615482-072C-CA62-AA22-81DAE0D0FD2F}"/>
              </a:ext>
            </a:extLst>
          </p:cNvPr>
          <p:cNvGrpSpPr>
            <a:grpSpLocks/>
          </p:cNvGrpSpPr>
          <p:nvPr/>
        </p:nvGrpSpPr>
        <p:grpSpPr bwMode="auto">
          <a:xfrm>
            <a:off x="6026150" y="2368550"/>
            <a:ext cx="444500" cy="469900"/>
            <a:chOff x="2836" y="1492"/>
            <a:chExt cx="280" cy="296"/>
          </a:xfrm>
        </p:grpSpPr>
        <p:sp>
          <p:nvSpPr>
            <p:cNvPr id="51251" name="Oval 65">
              <a:extLst>
                <a:ext uri="{FF2B5EF4-FFF2-40B4-BE49-F238E27FC236}">
                  <a16:creationId xmlns:a16="http://schemas.microsoft.com/office/drawing/2014/main" id="{919CE1FF-1BB5-A23A-1DC7-35B87C14E7A8}"/>
                </a:ext>
              </a:extLst>
            </p:cNvPr>
            <p:cNvSpPr>
              <a:spLocks noChangeArrowheads="1"/>
            </p:cNvSpPr>
            <p:nvPr/>
          </p:nvSpPr>
          <p:spPr bwMode="auto">
            <a:xfrm>
              <a:off x="2836" y="1492"/>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1252" name="Rectangle 66">
              <a:extLst>
                <a:ext uri="{FF2B5EF4-FFF2-40B4-BE49-F238E27FC236}">
                  <a16:creationId xmlns:a16="http://schemas.microsoft.com/office/drawing/2014/main" id="{EDBCCE2F-D55B-30E9-59D7-5B14320BD489}"/>
                </a:ext>
              </a:extLst>
            </p:cNvPr>
            <p:cNvSpPr>
              <a:spLocks noChangeArrowheads="1"/>
            </p:cNvSpPr>
            <p:nvPr/>
          </p:nvSpPr>
          <p:spPr bwMode="auto">
            <a:xfrm>
              <a:off x="2880" y="153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grpSp>
      <p:sp>
        <p:nvSpPr>
          <p:cNvPr id="51250" name="Rectangle 68">
            <a:extLst>
              <a:ext uri="{FF2B5EF4-FFF2-40B4-BE49-F238E27FC236}">
                <a16:creationId xmlns:a16="http://schemas.microsoft.com/office/drawing/2014/main" id="{9770011C-C143-6EAD-6127-4D919794EE34}"/>
              </a:ext>
            </a:extLst>
          </p:cNvPr>
          <p:cNvSpPr>
            <a:spLocks noChangeArrowheads="1"/>
          </p:cNvSpPr>
          <p:nvPr/>
        </p:nvSpPr>
        <p:spPr bwMode="auto">
          <a:xfrm>
            <a:off x="8610600" y="2286000"/>
            <a:ext cx="381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CC3300"/>
                </a:solidFill>
                <a:ea typeface="DFKai-SB" pitchFamily="65" charset="-128"/>
              </a:rPr>
              <a:t>8</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108C0EB-73BB-47AE-540B-D20DF6BBAFCD}"/>
              </a:ext>
            </a:extLst>
          </p:cNvPr>
          <p:cNvSpPr>
            <a:spLocks noGrp="1" noChangeArrowheads="1"/>
          </p:cNvSpPr>
          <p:nvPr>
            <p:ph type="title"/>
          </p:nvPr>
        </p:nvSpPr>
        <p:spPr>
          <a:noFill/>
        </p:spPr>
        <p:txBody>
          <a:bodyPr/>
          <a:lstStyle/>
          <a:p>
            <a:r>
              <a:rPr lang="en-US" altLang="en-US"/>
              <a:t>Breadth-First Search Example</a:t>
            </a:r>
          </a:p>
        </p:txBody>
      </p:sp>
      <p:sp>
        <p:nvSpPr>
          <p:cNvPr id="25603" name="Rectangle 3">
            <a:extLst>
              <a:ext uri="{FF2B5EF4-FFF2-40B4-BE49-F238E27FC236}">
                <a16:creationId xmlns:a16="http://schemas.microsoft.com/office/drawing/2014/main" id="{2AC581A9-C32D-1613-E3F4-C318BD15B053}"/>
              </a:ext>
            </a:extLst>
          </p:cNvPr>
          <p:cNvSpPr>
            <a:spLocks noGrp="1" noChangeArrowheads="1"/>
          </p:cNvSpPr>
          <p:nvPr>
            <p:ph type="body" idx="1"/>
          </p:nvPr>
        </p:nvSpPr>
        <p:spPr>
          <a:xfrm>
            <a:off x="1676401" y="5689600"/>
            <a:ext cx="8990013" cy="711200"/>
          </a:xfrm>
          <a:noFill/>
        </p:spPr>
        <p:txBody>
          <a:bodyPr/>
          <a:lstStyle/>
          <a:p>
            <a:pPr>
              <a:buFontTx/>
              <a:buNone/>
            </a:pPr>
            <a:r>
              <a:rPr lang="en-US" altLang="en-US"/>
              <a:t>Queue is empty. Search terminates.</a:t>
            </a:r>
          </a:p>
        </p:txBody>
      </p:sp>
      <p:sp>
        <p:nvSpPr>
          <p:cNvPr id="52228" name="Oval 4">
            <a:extLst>
              <a:ext uri="{FF2B5EF4-FFF2-40B4-BE49-F238E27FC236}">
                <a16:creationId xmlns:a16="http://schemas.microsoft.com/office/drawing/2014/main" id="{9F7EF2F1-29CC-DDCC-C181-84BC0538DF7D}"/>
              </a:ext>
            </a:extLst>
          </p:cNvPr>
          <p:cNvSpPr>
            <a:spLocks noChangeArrowheads="1"/>
          </p:cNvSpPr>
          <p:nvPr/>
        </p:nvSpPr>
        <p:spPr bwMode="auto">
          <a:xfrm>
            <a:off x="1835150" y="25971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29" name="Oval 5">
            <a:extLst>
              <a:ext uri="{FF2B5EF4-FFF2-40B4-BE49-F238E27FC236}">
                <a16:creationId xmlns:a16="http://schemas.microsoft.com/office/drawing/2014/main" id="{FCF986CC-BD4D-FDA7-8C11-9E8952A7E6A0}"/>
              </a:ext>
            </a:extLst>
          </p:cNvPr>
          <p:cNvSpPr>
            <a:spLocks noChangeArrowheads="1"/>
          </p:cNvSpPr>
          <p:nvPr/>
        </p:nvSpPr>
        <p:spPr bwMode="auto">
          <a:xfrm>
            <a:off x="2825750" y="1758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30" name="Oval 6">
            <a:extLst>
              <a:ext uri="{FF2B5EF4-FFF2-40B4-BE49-F238E27FC236}">
                <a16:creationId xmlns:a16="http://schemas.microsoft.com/office/drawing/2014/main" id="{608E00D4-3C53-7556-7700-C92CB6227ADC}"/>
              </a:ext>
            </a:extLst>
          </p:cNvPr>
          <p:cNvSpPr>
            <a:spLocks noChangeArrowheads="1"/>
          </p:cNvSpPr>
          <p:nvPr/>
        </p:nvSpPr>
        <p:spPr bwMode="auto">
          <a:xfrm>
            <a:off x="4425950" y="2063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31" name="Oval 7">
            <a:extLst>
              <a:ext uri="{FF2B5EF4-FFF2-40B4-BE49-F238E27FC236}">
                <a16:creationId xmlns:a16="http://schemas.microsoft.com/office/drawing/2014/main" id="{B6A56695-6A5F-CC2B-5A6A-01FE57199746}"/>
              </a:ext>
            </a:extLst>
          </p:cNvPr>
          <p:cNvSpPr>
            <a:spLocks noChangeArrowheads="1"/>
          </p:cNvSpPr>
          <p:nvPr/>
        </p:nvSpPr>
        <p:spPr bwMode="auto">
          <a:xfrm>
            <a:off x="6026150" y="2368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32" name="Oval 8">
            <a:extLst>
              <a:ext uri="{FF2B5EF4-FFF2-40B4-BE49-F238E27FC236}">
                <a16:creationId xmlns:a16="http://schemas.microsoft.com/office/drawing/2014/main" id="{7604C5F5-EA5A-3609-0BC6-1A35C7B8D586}"/>
              </a:ext>
            </a:extLst>
          </p:cNvPr>
          <p:cNvSpPr>
            <a:spLocks noChangeArrowheads="1"/>
          </p:cNvSpPr>
          <p:nvPr/>
        </p:nvSpPr>
        <p:spPr bwMode="auto">
          <a:xfrm>
            <a:off x="6788150" y="38925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33" name="Oval 9">
            <a:extLst>
              <a:ext uri="{FF2B5EF4-FFF2-40B4-BE49-F238E27FC236}">
                <a16:creationId xmlns:a16="http://schemas.microsoft.com/office/drawing/2014/main" id="{CCDF0FAF-709A-5B80-19FB-6A46C9089D9E}"/>
              </a:ext>
            </a:extLst>
          </p:cNvPr>
          <p:cNvSpPr>
            <a:spLocks noChangeArrowheads="1"/>
          </p:cNvSpPr>
          <p:nvPr/>
        </p:nvSpPr>
        <p:spPr bwMode="auto">
          <a:xfrm>
            <a:off x="2444750" y="32829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34" name="Oval 10">
            <a:extLst>
              <a:ext uri="{FF2B5EF4-FFF2-40B4-BE49-F238E27FC236}">
                <a16:creationId xmlns:a16="http://schemas.microsoft.com/office/drawing/2014/main" id="{D92B69C7-5880-A67E-5F2D-B027003663F7}"/>
              </a:ext>
            </a:extLst>
          </p:cNvPr>
          <p:cNvSpPr>
            <a:spLocks noChangeArrowheads="1"/>
          </p:cNvSpPr>
          <p:nvPr/>
        </p:nvSpPr>
        <p:spPr bwMode="auto">
          <a:xfrm>
            <a:off x="3968750" y="3435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35" name="Oval 11">
            <a:extLst>
              <a:ext uri="{FF2B5EF4-FFF2-40B4-BE49-F238E27FC236}">
                <a16:creationId xmlns:a16="http://schemas.microsoft.com/office/drawing/2014/main" id="{848A9377-7364-A3DB-6631-600235887EDA}"/>
              </a:ext>
            </a:extLst>
          </p:cNvPr>
          <p:cNvSpPr>
            <a:spLocks noChangeArrowheads="1"/>
          </p:cNvSpPr>
          <p:nvPr/>
        </p:nvSpPr>
        <p:spPr bwMode="auto">
          <a:xfrm>
            <a:off x="5492750" y="3587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36" name="Oval 12">
            <a:extLst>
              <a:ext uri="{FF2B5EF4-FFF2-40B4-BE49-F238E27FC236}">
                <a16:creationId xmlns:a16="http://schemas.microsoft.com/office/drawing/2014/main" id="{DFCB36B2-AC42-86D4-FFAE-D4133C4CD696}"/>
              </a:ext>
            </a:extLst>
          </p:cNvPr>
          <p:cNvSpPr>
            <a:spLocks noChangeArrowheads="1"/>
          </p:cNvSpPr>
          <p:nvPr/>
        </p:nvSpPr>
        <p:spPr bwMode="auto">
          <a:xfrm>
            <a:off x="61785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37" name="Oval 13">
            <a:extLst>
              <a:ext uri="{FF2B5EF4-FFF2-40B4-BE49-F238E27FC236}">
                <a16:creationId xmlns:a16="http://schemas.microsoft.com/office/drawing/2014/main" id="{FAD7908C-7FF3-4C56-0FF3-4E231306A481}"/>
              </a:ext>
            </a:extLst>
          </p:cNvPr>
          <p:cNvSpPr>
            <a:spLocks noChangeArrowheads="1"/>
          </p:cNvSpPr>
          <p:nvPr/>
        </p:nvSpPr>
        <p:spPr bwMode="auto">
          <a:xfrm>
            <a:off x="3206750" y="47307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38" name="Oval 14">
            <a:extLst>
              <a:ext uri="{FF2B5EF4-FFF2-40B4-BE49-F238E27FC236}">
                <a16:creationId xmlns:a16="http://schemas.microsoft.com/office/drawing/2014/main" id="{9C7FBFD0-783F-7693-7816-71565A16C8A0}"/>
              </a:ext>
            </a:extLst>
          </p:cNvPr>
          <p:cNvSpPr>
            <a:spLocks noChangeArrowheads="1"/>
          </p:cNvSpPr>
          <p:nvPr/>
        </p:nvSpPr>
        <p:spPr bwMode="auto">
          <a:xfrm>
            <a:off x="5187950" y="4959350"/>
            <a:ext cx="444500" cy="4445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39" name="Line 15">
            <a:extLst>
              <a:ext uri="{FF2B5EF4-FFF2-40B4-BE49-F238E27FC236}">
                <a16:creationId xmlns:a16="http://schemas.microsoft.com/office/drawing/2014/main" id="{ED58C4B6-1152-15B1-8066-792230B59387}"/>
              </a:ext>
            </a:extLst>
          </p:cNvPr>
          <p:cNvSpPr>
            <a:spLocks noChangeShapeType="1"/>
          </p:cNvSpPr>
          <p:nvPr/>
        </p:nvSpPr>
        <p:spPr bwMode="auto">
          <a:xfrm flipH="1">
            <a:off x="2209800" y="2133600"/>
            <a:ext cx="6096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2240" name="Line 16">
            <a:extLst>
              <a:ext uri="{FF2B5EF4-FFF2-40B4-BE49-F238E27FC236}">
                <a16:creationId xmlns:a16="http://schemas.microsoft.com/office/drawing/2014/main" id="{3A9F15BF-7468-6DE8-755B-D38D0B6A3A13}"/>
              </a:ext>
            </a:extLst>
          </p:cNvPr>
          <p:cNvSpPr>
            <a:spLocks noChangeShapeType="1"/>
          </p:cNvSpPr>
          <p:nvPr/>
        </p:nvSpPr>
        <p:spPr bwMode="auto">
          <a:xfrm>
            <a:off x="3124200" y="2209800"/>
            <a:ext cx="9906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2241" name="Line 17">
            <a:extLst>
              <a:ext uri="{FF2B5EF4-FFF2-40B4-BE49-F238E27FC236}">
                <a16:creationId xmlns:a16="http://schemas.microsoft.com/office/drawing/2014/main" id="{2A0B3AEF-8B3B-D91A-18AB-2358E2BDD35A}"/>
              </a:ext>
            </a:extLst>
          </p:cNvPr>
          <p:cNvSpPr>
            <a:spLocks noChangeShapeType="1"/>
          </p:cNvSpPr>
          <p:nvPr/>
        </p:nvSpPr>
        <p:spPr bwMode="auto">
          <a:xfrm>
            <a:off x="2209800" y="3048000"/>
            <a:ext cx="3048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2242" name="Line 18">
            <a:extLst>
              <a:ext uri="{FF2B5EF4-FFF2-40B4-BE49-F238E27FC236}">
                <a16:creationId xmlns:a16="http://schemas.microsoft.com/office/drawing/2014/main" id="{A87D8F4A-878E-955E-C745-9660C40CE548}"/>
              </a:ext>
            </a:extLst>
          </p:cNvPr>
          <p:cNvSpPr>
            <a:spLocks noChangeShapeType="1"/>
          </p:cNvSpPr>
          <p:nvPr/>
        </p:nvSpPr>
        <p:spPr bwMode="auto">
          <a:xfrm>
            <a:off x="2819400" y="37338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2243" name="Line 19">
            <a:extLst>
              <a:ext uri="{FF2B5EF4-FFF2-40B4-BE49-F238E27FC236}">
                <a16:creationId xmlns:a16="http://schemas.microsoft.com/office/drawing/2014/main" id="{71AD3A56-317B-0987-885A-C72A3BDA1AF5}"/>
              </a:ext>
            </a:extLst>
          </p:cNvPr>
          <p:cNvSpPr>
            <a:spLocks noChangeShapeType="1"/>
          </p:cNvSpPr>
          <p:nvPr/>
        </p:nvSpPr>
        <p:spPr bwMode="auto">
          <a:xfrm>
            <a:off x="3657600" y="5029200"/>
            <a:ext cx="16002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2244" name="Line 20">
            <a:extLst>
              <a:ext uri="{FF2B5EF4-FFF2-40B4-BE49-F238E27FC236}">
                <a16:creationId xmlns:a16="http://schemas.microsoft.com/office/drawing/2014/main" id="{7299ECAF-3A56-BE86-D3CA-B921611137C9}"/>
              </a:ext>
            </a:extLst>
          </p:cNvPr>
          <p:cNvSpPr>
            <a:spLocks noChangeShapeType="1"/>
          </p:cNvSpPr>
          <p:nvPr/>
        </p:nvSpPr>
        <p:spPr bwMode="auto">
          <a:xfrm flipH="1">
            <a:off x="4267200" y="2438400"/>
            <a:ext cx="5334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2245" name="Line 21">
            <a:extLst>
              <a:ext uri="{FF2B5EF4-FFF2-40B4-BE49-F238E27FC236}">
                <a16:creationId xmlns:a16="http://schemas.microsoft.com/office/drawing/2014/main" id="{8F96A29C-9FD7-3844-B55C-8464D929621C}"/>
              </a:ext>
            </a:extLst>
          </p:cNvPr>
          <p:cNvSpPr>
            <a:spLocks noChangeShapeType="1"/>
          </p:cNvSpPr>
          <p:nvPr/>
        </p:nvSpPr>
        <p:spPr bwMode="auto">
          <a:xfrm>
            <a:off x="4267200" y="3886200"/>
            <a:ext cx="106680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2246" name="Line 22">
            <a:extLst>
              <a:ext uri="{FF2B5EF4-FFF2-40B4-BE49-F238E27FC236}">
                <a16:creationId xmlns:a16="http://schemas.microsoft.com/office/drawing/2014/main" id="{1BF9A366-2500-4E95-3B5F-81C887B5031A}"/>
              </a:ext>
            </a:extLst>
          </p:cNvPr>
          <p:cNvSpPr>
            <a:spLocks noChangeShapeType="1"/>
          </p:cNvSpPr>
          <p:nvPr/>
        </p:nvSpPr>
        <p:spPr bwMode="auto">
          <a:xfrm flipH="1">
            <a:off x="5715000" y="2819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2247" name="Line 23">
            <a:extLst>
              <a:ext uri="{FF2B5EF4-FFF2-40B4-BE49-F238E27FC236}">
                <a16:creationId xmlns:a16="http://schemas.microsoft.com/office/drawing/2014/main" id="{23553CAE-24F9-739F-29FC-2F8474897E14}"/>
              </a:ext>
            </a:extLst>
          </p:cNvPr>
          <p:cNvSpPr>
            <a:spLocks noChangeShapeType="1"/>
          </p:cNvSpPr>
          <p:nvPr/>
        </p:nvSpPr>
        <p:spPr bwMode="auto">
          <a:xfrm flipV="1">
            <a:off x="6477000" y="4343400"/>
            <a:ext cx="53340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2248" name="Rectangle 24">
            <a:extLst>
              <a:ext uri="{FF2B5EF4-FFF2-40B4-BE49-F238E27FC236}">
                <a16:creationId xmlns:a16="http://schemas.microsoft.com/office/drawing/2014/main" id="{9E6EFB23-73A3-331C-211B-EE26104E0BF5}"/>
              </a:ext>
            </a:extLst>
          </p:cNvPr>
          <p:cNvSpPr>
            <a:spLocks noChangeArrowheads="1"/>
          </p:cNvSpPr>
          <p:nvPr/>
        </p:nvSpPr>
        <p:spPr bwMode="auto">
          <a:xfrm>
            <a:off x="2895600" y="18288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sp>
        <p:nvSpPr>
          <p:cNvPr id="52249" name="Rectangle 25">
            <a:extLst>
              <a:ext uri="{FF2B5EF4-FFF2-40B4-BE49-F238E27FC236}">
                <a16:creationId xmlns:a16="http://schemas.microsoft.com/office/drawing/2014/main" id="{B824A86E-C9AD-2578-62F0-BC1F3F29AB85}"/>
              </a:ext>
            </a:extLst>
          </p:cNvPr>
          <p:cNvSpPr>
            <a:spLocks noChangeArrowheads="1"/>
          </p:cNvSpPr>
          <p:nvPr/>
        </p:nvSpPr>
        <p:spPr bwMode="auto">
          <a:xfrm>
            <a:off x="4495800" y="2057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sp>
        <p:nvSpPr>
          <p:cNvPr id="52250" name="Rectangle 26">
            <a:extLst>
              <a:ext uri="{FF2B5EF4-FFF2-40B4-BE49-F238E27FC236}">
                <a16:creationId xmlns:a16="http://schemas.microsoft.com/office/drawing/2014/main" id="{415F5EB2-3F64-525D-741B-CC41AC441F89}"/>
              </a:ext>
            </a:extLst>
          </p:cNvPr>
          <p:cNvSpPr>
            <a:spLocks noChangeArrowheads="1"/>
          </p:cNvSpPr>
          <p:nvPr/>
        </p:nvSpPr>
        <p:spPr bwMode="auto">
          <a:xfrm>
            <a:off x="6096000" y="24384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sp>
        <p:nvSpPr>
          <p:cNvPr id="52251" name="Rectangle 27">
            <a:extLst>
              <a:ext uri="{FF2B5EF4-FFF2-40B4-BE49-F238E27FC236}">
                <a16:creationId xmlns:a16="http://schemas.microsoft.com/office/drawing/2014/main" id="{F4CD8825-4890-FF4F-E99B-F27E54477B43}"/>
              </a:ext>
            </a:extLst>
          </p:cNvPr>
          <p:cNvSpPr>
            <a:spLocks noChangeArrowheads="1"/>
          </p:cNvSpPr>
          <p:nvPr/>
        </p:nvSpPr>
        <p:spPr bwMode="auto">
          <a:xfrm>
            <a:off x="6781800" y="3962400"/>
            <a:ext cx="4572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10</a:t>
            </a:r>
          </a:p>
        </p:txBody>
      </p:sp>
      <p:sp>
        <p:nvSpPr>
          <p:cNvPr id="52252" name="Rectangle 28">
            <a:extLst>
              <a:ext uri="{FF2B5EF4-FFF2-40B4-BE49-F238E27FC236}">
                <a16:creationId xmlns:a16="http://schemas.microsoft.com/office/drawing/2014/main" id="{2B3F7933-239E-1367-B1A6-744D5BB281B0}"/>
              </a:ext>
            </a:extLst>
          </p:cNvPr>
          <p:cNvSpPr>
            <a:spLocks noChangeArrowheads="1"/>
          </p:cNvSpPr>
          <p:nvPr/>
        </p:nvSpPr>
        <p:spPr bwMode="auto">
          <a:xfrm>
            <a:off x="1905000" y="26670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sp>
        <p:nvSpPr>
          <p:cNvPr id="52253" name="Rectangle 29">
            <a:extLst>
              <a:ext uri="{FF2B5EF4-FFF2-40B4-BE49-F238E27FC236}">
                <a16:creationId xmlns:a16="http://schemas.microsoft.com/office/drawing/2014/main" id="{647E3759-0A58-B7E9-8715-891405D43175}"/>
              </a:ext>
            </a:extLst>
          </p:cNvPr>
          <p:cNvSpPr>
            <a:spLocks noChangeArrowheads="1"/>
          </p:cNvSpPr>
          <p:nvPr/>
        </p:nvSpPr>
        <p:spPr bwMode="auto">
          <a:xfrm>
            <a:off x="2514600" y="3276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sp>
        <p:nvSpPr>
          <p:cNvPr id="52254" name="Rectangle 30">
            <a:extLst>
              <a:ext uri="{FF2B5EF4-FFF2-40B4-BE49-F238E27FC236}">
                <a16:creationId xmlns:a16="http://schemas.microsoft.com/office/drawing/2014/main" id="{50CF7B86-3099-381D-0EA9-2B7602E1ED01}"/>
              </a:ext>
            </a:extLst>
          </p:cNvPr>
          <p:cNvSpPr>
            <a:spLocks noChangeArrowheads="1"/>
          </p:cNvSpPr>
          <p:nvPr/>
        </p:nvSpPr>
        <p:spPr bwMode="auto">
          <a:xfrm>
            <a:off x="4038600" y="3505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sp>
        <p:nvSpPr>
          <p:cNvPr id="52255" name="Rectangle 31">
            <a:extLst>
              <a:ext uri="{FF2B5EF4-FFF2-40B4-BE49-F238E27FC236}">
                <a16:creationId xmlns:a16="http://schemas.microsoft.com/office/drawing/2014/main" id="{3BCE7381-D2EE-5D58-EDFA-87DDC6F1081F}"/>
              </a:ext>
            </a:extLst>
          </p:cNvPr>
          <p:cNvSpPr>
            <a:spLocks noChangeArrowheads="1"/>
          </p:cNvSpPr>
          <p:nvPr/>
        </p:nvSpPr>
        <p:spPr bwMode="auto">
          <a:xfrm>
            <a:off x="5562600" y="3657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sp>
        <p:nvSpPr>
          <p:cNvPr id="52256" name="Rectangle 32">
            <a:extLst>
              <a:ext uri="{FF2B5EF4-FFF2-40B4-BE49-F238E27FC236}">
                <a16:creationId xmlns:a16="http://schemas.microsoft.com/office/drawing/2014/main" id="{06422112-4515-2AC5-EF5E-95C965CC7F37}"/>
              </a:ext>
            </a:extLst>
          </p:cNvPr>
          <p:cNvSpPr>
            <a:spLocks noChangeArrowheads="1"/>
          </p:cNvSpPr>
          <p:nvPr/>
        </p:nvSpPr>
        <p:spPr bwMode="auto">
          <a:xfrm>
            <a:off x="6172200" y="5029200"/>
            <a:ext cx="7620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11</a:t>
            </a:r>
          </a:p>
        </p:txBody>
      </p:sp>
      <p:sp>
        <p:nvSpPr>
          <p:cNvPr id="52257" name="Rectangle 33">
            <a:extLst>
              <a:ext uri="{FF2B5EF4-FFF2-40B4-BE49-F238E27FC236}">
                <a16:creationId xmlns:a16="http://schemas.microsoft.com/office/drawing/2014/main" id="{A9543B27-4033-9E17-FEA0-C72101862282}"/>
              </a:ext>
            </a:extLst>
          </p:cNvPr>
          <p:cNvSpPr>
            <a:spLocks noChangeArrowheads="1"/>
          </p:cNvSpPr>
          <p:nvPr/>
        </p:nvSpPr>
        <p:spPr bwMode="auto">
          <a:xfrm>
            <a:off x="3276600" y="48006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sp>
        <p:nvSpPr>
          <p:cNvPr id="52258" name="Rectangle 34">
            <a:extLst>
              <a:ext uri="{FF2B5EF4-FFF2-40B4-BE49-F238E27FC236}">
                <a16:creationId xmlns:a16="http://schemas.microsoft.com/office/drawing/2014/main" id="{F034D34D-5767-8AE1-2192-ED1279260C7F}"/>
              </a:ext>
            </a:extLst>
          </p:cNvPr>
          <p:cNvSpPr>
            <a:spLocks noChangeArrowheads="1"/>
          </p:cNvSpPr>
          <p:nvPr/>
        </p:nvSpPr>
        <p:spPr bwMode="auto">
          <a:xfrm>
            <a:off x="5257800" y="5029200"/>
            <a:ext cx="2286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sp>
        <p:nvSpPr>
          <p:cNvPr id="52259" name="Line 35">
            <a:extLst>
              <a:ext uri="{FF2B5EF4-FFF2-40B4-BE49-F238E27FC236}">
                <a16:creationId xmlns:a16="http://schemas.microsoft.com/office/drawing/2014/main" id="{B63CE262-4C9D-164A-51B5-F42F52CE2AD6}"/>
              </a:ext>
            </a:extLst>
          </p:cNvPr>
          <p:cNvSpPr>
            <a:spLocks noChangeShapeType="1"/>
          </p:cNvSpPr>
          <p:nvPr/>
        </p:nvSpPr>
        <p:spPr bwMode="auto">
          <a:xfrm>
            <a:off x="4419600" y="3657600"/>
            <a:ext cx="1143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2260" name="Line 36">
            <a:extLst>
              <a:ext uri="{FF2B5EF4-FFF2-40B4-BE49-F238E27FC236}">
                <a16:creationId xmlns:a16="http://schemas.microsoft.com/office/drawing/2014/main" id="{D007212F-0B90-ED9E-9D15-6324F6252522}"/>
              </a:ext>
            </a:extLst>
          </p:cNvPr>
          <p:cNvSpPr>
            <a:spLocks noChangeShapeType="1"/>
          </p:cNvSpPr>
          <p:nvPr/>
        </p:nvSpPr>
        <p:spPr bwMode="auto">
          <a:xfrm>
            <a:off x="3276600" y="19812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2261" name="Line 37">
            <a:extLst>
              <a:ext uri="{FF2B5EF4-FFF2-40B4-BE49-F238E27FC236}">
                <a16:creationId xmlns:a16="http://schemas.microsoft.com/office/drawing/2014/main" id="{611C8EDF-187B-7586-6ADD-20334E2B1462}"/>
              </a:ext>
            </a:extLst>
          </p:cNvPr>
          <p:cNvSpPr>
            <a:spLocks noChangeShapeType="1"/>
          </p:cNvSpPr>
          <p:nvPr/>
        </p:nvSpPr>
        <p:spPr bwMode="auto">
          <a:xfrm>
            <a:off x="2971800" y="2209800"/>
            <a:ext cx="53340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sp>
        <p:nvSpPr>
          <p:cNvPr id="52262" name="Line 38">
            <a:extLst>
              <a:ext uri="{FF2B5EF4-FFF2-40B4-BE49-F238E27FC236}">
                <a16:creationId xmlns:a16="http://schemas.microsoft.com/office/drawing/2014/main" id="{E84ECF5D-CE3F-9526-E81E-A147CD0BAD57}"/>
              </a:ext>
            </a:extLst>
          </p:cNvPr>
          <p:cNvSpPr>
            <a:spLocks noChangeShapeType="1"/>
          </p:cNvSpPr>
          <p:nvPr/>
        </p:nvSpPr>
        <p:spPr bwMode="auto">
          <a:xfrm flipV="1">
            <a:off x="3657600" y="3962400"/>
            <a:ext cx="19050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52263" name="Group 41">
            <a:extLst>
              <a:ext uri="{FF2B5EF4-FFF2-40B4-BE49-F238E27FC236}">
                <a16:creationId xmlns:a16="http://schemas.microsoft.com/office/drawing/2014/main" id="{3816F308-9859-E49E-CB74-AEAC677A695B}"/>
              </a:ext>
            </a:extLst>
          </p:cNvPr>
          <p:cNvGrpSpPr>
            <a:grpSpLocks/>
          </p:cNvGrpSpPr>
          <p:nvPr/>
        </p:nvGrpSpPr>
        <p:grpSpPr bwMode="auto">
          <a:xfrm>
            <a:off x="1835150" y="2597150"/>
            <a:ext cx="444500" cy="469900"/>
            <a:chOff x="196" y="1636"/>
            <a:chExt cx="280" cy="296"/>
          </a:xfrm>
        </p:grpSpPr>
        <p:sp>
          <p:nvSpPr>
            <p:cNvPr id="52290" name="Oval 39">
              <a:extLst>
                <a:ext uri="{FF2B5EF4-FFF2-40B4-BE49-F238E27FC236}">
                  <a16:creationId xmlns:a16="http://schemas.microsoft.com/office/drawing/2014/main" id="{D3703601-2EDC-7EAE-8F02-DD892BF09239}"/>
                </a:ext>
              </a:extLst>
            </p:cNvPr>
            <p:cNvSpPr>
              <a:spLocks noChangeArrowheads="1"/>
            </p:cNvSpPr>
            <p:nvPr/>
          </p:nvSpPr>
          <p:spPr bwMode="auto">
            <a:xfrm>
              <a:off x="196" y="1636"/>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91" name="Rectangle 40">
              <a:extLst>
                <a:ext uri="{FF2B5EF4-FFF2-40B4-BE49-F238E27FC236}">
                  <a16:creationId xmlns:a16="http://schemas.microsoft.com/office/drawing/2014/main" id="{8593065A-D859-F054-2E58-F0C8A3E11CD8}"/>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1</a:t>
              </a:r>
            </a:p>
          </p:txBody>
        </p:sp>
      </p:grpSp>
      <p:sp>
        <p:nvSpPr>
          <p:cNvPr id="52264" name="Rectangle 42">
            <a:extLst>
              <a:ext uri="{FF2B5EF4-FFF2-40B4-BE49-F238E27FC236}">
                <a16:creationId xmlns:a16="http://schemas.microsoft.com/office/drawing/2014/main" id="{5417D7DE-2040-FD07-6942-496EAE4776DF}"/>
              </a:ext>
            </a:extLst>
          </p:cNvPr>
          <p:cNvSpPr>
            <a:spLocks noChangeArrowheads="1"/>
          </p:cNvSpPr>
          <p:nvPr/>
        </p:nvSpPr>
        <p:spPr bwMode="auto">
          <a:xfrm>
            <a:off x="7696200" y="1752601"/>
            <a:ext cx="2819400"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5490A8"/>
                </a:solidFill>
                <a:ea typeface="DFKai-SB" pitchFamily="65" charset="-128"/>
              </a:rPr>
              <a:t>FIFO Queue</a:t>
            </a:r>
            <a:endParaRPr lang="en-US" altLang="en-US" sz="2000">
              <a:solidFill>
                <a:srgbClr val="CC3300"/>
              </a:solidFill>
              <a:ea typeface="DFKai-SB" pitchFamily="65" charset="-128"/>
            </a:endParaRPr>
          </a:p>
          <a:p>
            <a:pPr eaLnBrk="0" fontAlgn="base" hangingPunct="0">
              <a:spcBef>
                <a:spcPct val="50000"/>
              </a:spcBef>
              <a:spcAft>
                <a:spcPct val="0"/>
              </a:spcAft>
              <a:buClrTx/>
              <a:buSzTx/>
              <a:buNone/>
            </a:pPr>
            <a:endParaRPr lang="en-US" altLang="en-US" sz="2000">
              <a:solidFill>
                <a:srgbClr val="CC3300"/>
              </a:solidFill>
              <a:ea typeface="DFKai-SB" pitchFamily="65" charset="-128"/>
            </a:endParaRPr>
          </a:p>
        </p:txBody>
      </p:sp>
      <p:sp>
        <p:nvSpPr>
          <p:cNvPr id="52265" name="Freeform 43">
            <a:extLst>
              <a:ext uri="{FF2B5EF4-FFF2-40B4-BE49-F238E27FC236}">
                <a16:creationId xmlns:a16="http://schemas.microsoft.com/office/drawing/2014/main" id="{003A2443-6734-AEDD-CEB1-8541C4150CCB}"/>
              </a:ext>
            </a:extLst>
          </p:cNvPr>
          <p:cNvSpPr>
            <a:spLocks/>
          </p:cNvSpPr>
          <p:nvPr/>
        </p:nvSpPr>
        <p:spPr bwMode="auto">
          <a:xfrm>
            <a:off x="7002464" y="1143000"/>
            <a:ext cx="3502025" cy="2363788"/>
          </a:xfrm>
          <a:custGeom>
            <a:avLst/>
            <a:gdLst>
              <a:gd name="T0" fmla="*/ 2147483646 w 2206"/>
              <a:gd name="T1" fmla="*/ 2147483646 h 1489"/>
              <a:gd name="T2" fmla="*/ 2147483646 w 2206"/>
              <a:gd name="T3" fmla="*/ 2147483646 h 1489"/>
              <a:gd name="T4" fmla="*/ 2147483646 w 2206"/>
              <a:gd name="T5" fmla="*/ 2147483646 h 1489"/>
              <a:gd name="T6" fmla="*/ 2147483646 w 2206"/>
              <a:gd name="T7" fmla="*/ 2147483646 h 1489"/>
              <a:gd name="T8" fmla="*/ 2147483646 w 2206"/>
              <a:gd name="T9" fmla="*/ 2147483646 h 1489"/>
              <a:gd name="T10" fmla="*/ 2147483646 w 2206"/>
              <a:gd name="T11" fmla="*/ 2147483646 h 1489"/>
              <a:gd name="T12" fmla="*/ 2147483646 w 2206"/>
              <a:gd name="T13" fmla="*/ 2147483646 h 1489"/>
              <a:gd name="T14" fmla="*/ 2147483646 w 2206"/>
              <a:gd name="T15" fmla="*/ 2147483646 h 1489"/>
              <a:gd name="T16" fmla="*/ 2147483646 w 2206"/>
              <a:gd name="T17" fmla="*/ 2147483646 h 1489"/>
              <a:gd name="T18" fmla="*/ 2147483646 w 2206"/>
              <a:gd name="T19" fmla="*/ 2147483646 h 1489"/>
              <a:gd name="T20" fmla="*/ 2147483646 w 2206"/>
              <a:gd name="T21" fmla="*/ 2147483646 h 1489"/>
              <a:gd name="T22" fmla="*/ 2147483646 w 2206"/>
              <a:gd name="T23" fmla="*/ 2147483646 h 1489"/>
              <a:gd name="T24" fmla="*/ 2147483646 w 2206"/>
              <a:gd name="T25" fmla="*/ 2147483646 h 1489"/>
              <a:gd name="T26" fmla="*/ 2147483646 w 2206"/>
              <a:gd name="T27" fmla="*/ 2147483646 h 1489"/>
              <a:gd name="T28" fmla="*/ 2147483646 w 2206"/>
              <a:gd name="T29" fmla="*/ 2147483646 h 1489"/>
              <a:gd name="T30" fmla="*/ 0 w 2206"/>
              <a:gd name="T31" fmla="*/ 2147483646 h 1489"/>
              <a:gd name="T32" fmla="*/ 0 w 2206"/>
              <a:gd name="T33" fmla="*/ 2147483646 h 1489"/>
              <a:gd name="T34" fmla="*/ 0 w 2206"/>
              <a:gd name="T35" fmla="*/ 2147483646 h 1489"/>
              <a:gd name="T36" fmla="*/ 2147483646 w 2206"/>
              <a:gd name="T37" fmla="*/ 2147483646 h 1489"/>
              <a:gd name="T38" fmla="*/ 2147483646 w 2206"/>
              <a:gd name="T39" fmla="*/ 2147483646 h 1489"/>
              <a:gd name="T40" fmla="*/ 2147483646 w 2206"/>
              <a:gd name="T41" fmla="*/ 2147483646 h 1489"/>
              <a:gd name="T42" fmla="*/ 2147483646 w 2206"/>
              <a:gd name="T43" fmla="*/ 2147483646 h 1489"/>
              <a:gd name="T44" fmla="*/ 2147483646 w 2206"/>
              <a:gd name="T45" fmla="*/ 2147483646 h 1489"/>
              <a:gd name="T46" fmla="*/ 2147483646 w 2206"/>
              <a:gd name="T47" fmla="*/ 2147483646 h 1489"/>
              <a:gd name="T48" fmla="*/ 2147483646 w 2206"/>
              <a:gd name="T49" fmla="*/ 2147483646 h 1489"/>
              <a:gd name="T50" fmla="*/ 2147483646 w 2206"/>
              <a:gd name="T51" fmla="*/ 2147483646 h 1489"/>
              <a:gd name="T52" fmla="*/ 2147483646 w 2206"/>
              <a:gd name="T53" fmla="*/ 2147483646 h 1489"/>
              <a:gd name="T54" fmla="*/ 2147483646 w 2206"/>
              <a:gd name="T55" fmla="*/ 2147483646 h 1489"/>
              <a:gd name="T56" fmla="*/ 2147483646 w 2206"/>
              <a:gd name="T57" fmla="*/ 2147483646 h 1489"/>
              <a:gd name="T58" fmla="*/ 2147483646 w 2206"/>
              <a:gd name="T59" fmla="*/ 2147483646 h 1489"/>
              <a:gd name="T60" fmla="*/ 2147483646 w 2206"/>
              <a:gd name="T61" fmla="*/ 2147483646 h 1489"/>
              <a:gd name="T62" fmla="*/ 2147483646 w 2206"/>
              <a:gd name="T63" fmla="*/ 2147483646 h 1489"/>
              <a:gd name="T64" fmla="*/ 2147483646 w 2206"/>
              <a:gd name="T65" fmla="*/ 2147483646 h 1489"/>
              <a:gd name="T66" fmla="*/ 2147483646 w 2206"/>
              <a:gd name="T67" fmla="*/ 2147483646 h 1489"/>
              <a:gd name="T68" fmla="*/ 2147483646 w 2206"/>
              <a:gd name="T69" fmla="*/ 2147483646 h 1489"/>
              <a:gd name="T70" fmla="*/ 2147483646 w 2206"/>
              <a:gd name="T71" fmla="*/ 2147483646 h 1489"/>
              <a:gd name="T72" fmla="*/ 2147483646 w 2206"/>
              <a:gd name="T73" fmla="*/ 2147483646 h 1489"/>
              <a:gd name="T74" fmla="*/ 2147483646 w 2206"/>
              <a:gd name="T75" fmla="*/ 2147483646 h 1489"/>
              <a:gd name="T76" fmla="*/ 2147483646 w 2206"/>
              <a:gd name="T77" fmla="*/ 2147483646 h 1489"/>
              <a:gd name="T78" fmla="*/ 2147483646 w 2206"/>
              <a:gd name="T79" fmla="*/ 2147483646 h 1489"/>
              <a:gd name="T80" fmla="*/ 2147483646 w 2206"/>
              <a:gd name="T81" fmla="*/ 2147483646 h 1489"/>
              <a:gd name="T82" fmla="*/ 2147483646 w 2206"/>
              <a:gd name="T83" fmla="*/ 2147483646 h 1489"/>
              <a:gd name="T84" fmla="*/ 2147483646 w 2206"/>
              <a:gd name="T85" fmla="*/ 2147483646 h 1489"/>
              <a:gd name="T86" fmla="*/ 2147483646 w 2206"/>
              <a:gd name="T87" fmla="*/ 2147483646 h 1489"/>
              <a:gd name="T88" fmla="*/ 2147483646 w 2206"/>
              <a:gd name="T89" fmla="*/ 2147483646 h 1489"/>
              <a:gd name="T90" fmla="*/ 2147483646 w 2206"/>
              <a:gd name="T91" fmla="*/ 2147483646 h 1489"/>
              <a:gd name="T92" fmla="*/ 2147483646 w 2206"/>
              <a:gd name="T93" fmla="*/ 2147483646 h 1489"/>
              <a:gd name="T94" fmla="*/ 2147483646 w 2206"/>
              <a:gd name="T95" fmla="*/ 2147483646 h 1489"/>
              <a:gd name="T96" fmla="*/ 2147483646 w 2206"/>
              <a:gd name="T97" fmla="*/ 2147483646 h 1489"/>
              <a:gd name="T98" fmla="*/ 2147483646 w 2206"/>
              <a:gd name="T99" fmla="*/ 0 h 148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6" h="1489">
                <a:moveTo>
                  <a:pt x="2069" y="0"/>
                </a:moveTo>
                <a:lnTo>
                  <a:pt x="2022" y="22"/>
                </a:lnTo>
                <a:lnTo>
                  <a:pt x="1988" y="22"/>
                </a:lnTo>
                <a:lnTo>
                  <a:pt x="1897" y="29"/>
                </a:lnTo>
                <a:lnTo>
                  <a:pt x="1805" y="29"/>
                </a:lnTo>
                <a:lnTo>
                  <a:pt x="1714" y="29"/>
                </a:lnTo>
                <a:lnTo>
                  <a:pt x="1668" y="29"/>
                </a:lnTo>
                <a:lnTo>
                  <a:pt x="1600" y="37"/>
                </a:lnTo>
                <a:lnTo>
                  <a:pt x="1463" y="37"/>
                </a:lnTo>
                <a:lnTo>
                  <a:pt x="1326" y="37"/>
                </a:lnTo>
                <a:lnTo>
                  <a:pt x="1234" y="37"/>
                </a:lnTo>
                <a:lnTo>
                  <a:pt x="1166" y="37"/>
                </a:lnTo>
                <a:lnTo>
                  <a:pt x="1051" y="45"/>
                </a:lnTo>
                <a:lnTo>
                  <a:pt x="937" y="45"/>
                </a:lnTo>
                <a:lnTo>
                  <a:pt x="846" y="45"/>
                </a:lnTo>
                <a:lnTo>
                  <a:pt x="754" y="53"/>
                </a:lnTo>
                <a:lnTo>
                  <a:pt x="686" y="53"/>
                </a:lnTo>
                <a:lnTo>
                  <a:pt x="571" y="53"/>
                </a:lnTo>
                <a:lnTo>
                  <a:pt x="457" y="53"/>
                </a:lnTo>
                <a:lnTo>
                  <a:pt x="366" y="53"/>
                </a:lnTo>
                <a:lnTo>
                  <a:pt x="297" y="53"/>
                </a:lnTo>
                <a:lnTo>
                  <a:pt x="206" y="68"/>
                </a:lnTo>
                <a:lnTo>
                  <a:pt x="160" y="68"/>
                </a:lnTo>
                <a:lnTo>
                  <a:pt x="126" y="75"/>
                </a:lnTo>
                <a:lnTo>
                  <a:pt x="114" y="98"/>
                </a:lnTo>
                <a:lnTo>
                  <a:pt x="92" y="121"/>
                </a:lnTo>
                <a:lnTo>
                  <a:pt x="69" y="151"/>
                </a:lnTo>
                <a:lnTo>
                  <a:pt x="57" y="182"/>
                </a:lnTo>
                <a:lnTo>
                  <a:pt x="35" y="204"/>
                </a:lnTo>
                <a:lnTo>
                  <a:pt x="23" y="235"/>
                </a:lnTo>
                <a:lnTo>
                  <a:pt x="23" y="280"/>
                </a:lnTo>
                <a:lnTo>
                  <a:pt x="0" y="334"/>
                </a:lnTo>
                <a:lnTo>
                  <a:pt x="0" y="364"/>
                </a:lnTo>
                <a:lnTo>
                  <a:pt x="0" y="409"/>
                </a:lnTo>
                <a:lnTo>
                  <a:pt x="0" y="485"/>
                </a:lnTo>
                <a:lnTo>
                  <a:pt x="0" y="531"/>
                </a:lnTo>
                <a:lnTo>
                  <a:pt x="12" y="561"/>
                </a:lnTo>
                <a:lnTo>
                  <a:pt x="12" y="607"/>
                </a:lnTo>
                <a:lnTo>
                  <a:pt x="12" y="668"/>
                </a:lnTo>
                <a:lnTo>
                  <a:pt x="12" y="713"/>
                </a:lnTo>
                <a:lnTo>
                  <a:pt x="12" y="759"/>
                </a:lnTo>
                <a:lnTo>
                  <a:pt x="23" y="819"/>
                </a:lnTo>
                <a:lnTo>
                  <a:pt x="46" y="865"/>
                </a:lnTo>
                <a:lnTo>
                  <a:pt x="80" y="926"/>
                </a:lnTo>
                <a:lnTo>
                  <a:pt x="92" y="949"/>
                </a:lnTo>
                <a:lnTo>
                  <a:pt x="103" y="971"/>
                </a:lnTo>
                <a:lnTo>
                  <a:pt x="126" y="994"/>
                </a:lnTo>
                <a:lnTo>
                  <a:pt x="160" y="1024"/>
                </a:lnTo>
                <a:lnTo>
                  <a:pt x="183" y="1070"/>
                </a:lnTo>
                <a:lnTo>
                  <a:pt x="183" y="1093"/>
                </a:lnTo>
                <a:lnTo>
                  <a:pt x="194" y="1123"/>
                </a:lnTo>
                <a:lnTo>
                  <a:pt x="194" y="1177"/>
                </a:lnTo>
                <a:lnTo>
                  <a:pt x="194" y="1237"/>
                </a:lnTo>
                <a:lnTo>
                  <a:pt x="263" y="1313"/>
                </a:lnTo>
                <a:lnTo>
                  <a:pt x="332" y="1374"/>
                </a:lnTo>
                <a:lnTo>
                  <a:pt x="423" y="1427"/>
                </a:lnTo>
                <a:lnTo>
                  <a:pt x="526" y="1450"/>
                </a:lnTo>
                <a:lnTo>
                  <a:pt x="640" y="1457"/>
                </a:lnTo>
                <a:lnTo>
                  <a:pt x="731" y="1465"/>
                </a:lnTo>
                <a:lnTo>
                  <a:pt x="800" y="1465"/>
                </a:lnTo>
                <a:lnTo>
                  <a:pt x="914" y="1480"/>
                </a:lnTo>
                <a:lnTo>
                  <a:pt x="1120" y="1488"/>
                </a:lnTo>
                <a:lnTo>
                  <a:pt x="1234" y="1488"/>
                </a:lnTo>
                <a:lnTo>
                  <a:pt x="1303" y="1488"/>
                </a:lnTo>
                <a:lnTo>
                  <a:pt x="1394" y="1472"/>
                </a:lnTo>
                <a:lnTo>
                  <a:pt x="1531" y="1465"/>
                </a:lnTo>
                <a:lnTo>
                  <a:pt x="1645" y="1419"/>
                </a:lnTo>
                <a:lnTo>
                  <a:pt x="1737" y="1404"/>
                </a:lnTo>
                <a:lnTo>
                  <a:pt x="1851" y="1374"/>
                </a:lnTo>
                <a:lnTo>
                  <a:pt x="1920" y="1366"/>
                </a:lnTo>
                <a:lnTo>
                  <a:pt x="1988" y="1351"/>
                </a:lnTo>
                <a:lnTo>
                  <a:pt x="2080" y="1290"/>
                </a:lnTo>
                <a:lnTo>
                  <a:pt x="2091" y="1244"/>
                </a:lnTo>
                <a:lnTo>
                  <a:pt x="2114" y="1199"/>
                </a:lnTo>
                <a:lnTo>
                  <a:pt x="2137" y="1153"/>
                </a:lnTo>
                <a:lnTo>
                  <a:pt x="2171" y="1093"/>
                </a:lnTo>
                <a:lnTo>
                  <a:pt x="2194" y="1032"/>
                </a:lnTo>
                <a:lnTo>
                  <a:pt x="2205" y="987"/>
                </a:lnTo>
                <a:lnTo>
                  <a:pt x="2205" y="941"/>
                </a:lnTo>
                <a:lnTo>
                  <a:pt x="2205" y="896"/>
                </a:lnTo>
                <a:lnTo>
                  <a:pt x="2205" y="850"/>
                </a:lnTo>
                <a:lnTo>
                  <a:pt x="2205" y="804"/>
                </a:lnTo>
                <a:lnTo>
                  <a:pt x="2205" y="744"/>
                </a:lnTo>
                <a:lnTo>
                  <a:pt x="2205" y="698"/>
                </a:lnTo>
                <a:lnTo>
                  <a:pt x="2205" y="668"/>
                </a:lnTo>
                <a:lnTo>
                  <a:pt x="2205" y="607"/>
                </a:lnTo>
                <a:lnTo>
                  <a:pt x="2205" y="546"/>
                </a:lnTo>
                <a:lnTo>
                  <a:pt x="2205" y="485"/>
                </a:lnTo>
                <a:lnTo>
                  <a:pt x="2205" y="440"/>
                </a:lnTo>
                <a:lnTo>
                  <a:pt x="2205" y="409"/>
                </a:lnTo>
                <a:lnTo>
                  <a:pt x="2205" y="379"/>
                </a:lnTo>
                <a:lnTo>
                  <a:pt x="2205" y="318"/>
                </a:lnTo>
                <a:lnTo>
                  <a:pt x="2205" y="273"/>
                </a:lnTo>
                <a:lnTo>
                  <a:pt x="2205" y="212"/>
                </a:lnTo>
                <a:lnTo>
                  <a:pt x="2205" y="166"/>
                </a:lnTo>
                <a:lnTo>
                  <a:pt x="2205" y="136"/>
                </a:lnTo>
                <a:lnTo>
                  <a:pt x="2205" y="106"/>
                </a:lnTo>
                <a:lnTo>
                  <a:pt x="2171" y="75"/>
                </a:lnTo>
                <a:lnTo>
                  <a:pt x="2125" y="53"/>
                </a:lnTo>
                <a:lnTo>
                  <a:pt x="2069" y="0"/>
                </a:lnTo>
              </a:path>
            </a:pathLst>
          </a:custGeom>
          <a:noFill/>
          <a:ln w="50800" cap="rnd" cmpd="sng">
            <a:solidFill>
              <a:srgbClr val="FFCC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en-US" sz="2000">
              <a:solidFill>
                <a:srgbClr val="CC3300"/>
              </a:solidFill>
              <a:latin typeface="Times New Roman" panose="02020603050405020304" pitchFamily="18" charset="0"/>
              <a:ea typeface="DFKai-SB" pitchFamily="65" charset="-128"/>
            </a:endParaRPr>
          </a:p>
        </p:txBody>
      </p:sp>
      <p:grpSp>
        <p:nvGrpSpPr>
          <p:cNvPr id="52266" name="Group 46">
            <a:extLst>
              <a:ext uri="{FF2B5EF4-FFF2-40B4-BE49-F238E27FC236}">
                <a16:creationId xmlns:a16="http://schemas.microsoft.com/office/drawing/2014/main" id="{351B27D4-EB25-6186-283C-C1807873AA95}"/>
              </a:ext>
            </a:extLst>
          </p:cNvPr>
          <p:cNvGrpSpPr>
            <a:grpSpLocks/>
          </p:cNvGrpSpPr>
          <p:nvPr/>
        </p:nvGrpSpPr>
        <p:grpSpPr bwMode="auto">
          <a:xfrm>
            <a:off x="2825750" y="1758950"/>
            <a:ext cx="444500" cy="469900"/>
            <a:chOff x="820" y="1108"/>
            <a:chExt cx="280" cy="296"/>
          </a:xfrm>
        </p:grpSpPr>
        <p:sp>
          <p:nvSpPr>
            <p:cNvPr id="52288" name="Oval 44">
              <a:extLst>
                <a:ext uri="{FF2B5EF4-FFF2-40B4-BE49-F238E27FC236}">
                  <a16:creationId xmlns:a16="http://schemas.microsoft.com/office/drawing/2014/main" id="{25495A46-13FF-23E5-C989-943D93D72102}"/>
                </a:ext>
              </a:extLst>
            </p:cNvPr>
            <p:cNvSpPr>
              <a:spLocks noChangeArrowheads="1"/>
            </p:cNvSpPr>
            <p:nvPr/>
          </p:nvSpPr>
          <p:spPr bwMode="auto">
            <a:xfrm>
              <a:off x="820" y="110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89" name="Rectangle 45">
              <a:extLst>
                <a:ext uri="{FF2B5EF4-FFF2-40B4-BE49-F238E27FC236}">
                  <a16:creationId xmlns:a16="http://schemas.microsoft.com/office/drawing/2014/main" id="{03807E1C-415D-F35C-2AA6-0005979E6631}"/>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2</a:t>
              </a:r>
            </a:p>
          </p:txBody>
        </p:sp>
      </p:grpSp>
      <p:grpSp>
        <p:nvGrpSpPr>
          <p:cNvPr id="52267" name="Group 49">
            <a:extLst>
              <a:ext uri="{FF2B5EF4-FFF2-40B4-BE49-F238E27FC236}">
                <a16:creationId xmlns:a16="http://schemas.microsoft.com/office/drawing/2014/main" id="{9D9E9EE0-43B0-91CB-8EED-4BC69382EEFA}"/>
              </a:ext>
            </a:extLst>
          </p:cNvPr>
          <p:cNvGrpSpPr>
            <a:grpSpLocks/>
          </p:cNvGrpSpPr>
          <p:nvPr/>
        </p:nvGrpSpPr>
        <p:grpSpPr bwMode="auto">
          <a:xfrm>
            <a:off x="2444750" y="3276600"/>
            <a:ext cx="444500" cy="450850"/>
            <a:chOff x="580" y="2064"/>
            <a:chExt cx="280" cy="284"/>
          </a:xfrm>
        </p:grpSpPr>
        <p:sp>
          <p:nvSpPr>
            <p:cNvPr id="52286" name="Oval 47">
              <a:extLst>
                <a:ext uri="{FF2B5EF4-FFF2-40B4-BE49-F238E27FC236}">
                  <a16:creationId xmlns:a16="http://schemas.microsoft.com/office/drawing/2014/main" id="{CAFDAB90-20BF-E025-E0EC-A59741BF9448}"/>
                </a:ext>
              </a:extLst>
            </p:cNvPr>
            <p:cNvSpPr>
              <a:spLocks noChangeArrowheads="1"/>
            </p:cNvSpPr>
            <p:nvPr/>
          </p:nvSpPr>
          <p:spPr bwMode="auto">
            <a:xfrm>
              <a:off x="580" y="2068"/>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87" name="Rectangle 48">
              <a:extLst>
                <a:ext uri="{FF2B5EF4-FFF2-40B4-BE49-F238E27FC236}">
                  <a16:creationId xmlns:a16="http://schemas.microsoft.com/office/drawing/2014/main" id="{D6A19271-E10D-424A-7A15-922C25A791FB}"/>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4</a:t>
              </a:r>
            </a:p>
          </p:txBody>
        </p:sp>
      </p:grpSp>
      <p:grpSp>
        <p:nvGrpSpPr>
          <p:cNvPr id="52268" name="Group 52">
            <a:extLst>
              <a:ext uri="{FF2B5EF4-FFF2-40B4-BE49-F238E27FC236}">
                <a16:creationId xmlns:a16="http://schemas.microsoft.com/office/drawing/2014/main" id="{F790FBE2-57ED-3530-BBDA-D922401BBBD4}"/>
              </a:ext>
            </a:extLst>
          </p:cNvPr>
          <p:cNvGrpSpPr>
            <a:grpSpLocks/>
          </p:cNvGrpSpPr>
          <p:nvPr/>
        </p:nvGrpSpPr>
        <p:grpSpPr bwMode="auto">
          <a:xfrm>
            <a:off x="3968750" y="3435350"/>
            <a:ext cx="444500" cy="469900"/>
            <a:chOff x="1540" y="2164"/>
            <a:chExt cx="280" cy="296"/>
          </a:xfrm>
        </p:grpSpPr>
        <p:sp>
          <p:nvSpPr>
            <p:cNvPr id="52284" name="Oval 50">
              <a:extLst>
                <a:ext uri="{FF2B5EF4-FFF2-40B4-BE49-F238E27FC236}">
                  <a16:creationId xmlns:a16="http://schemas.microsoft.com/office/drawing/2014/main" id="{2FA432DE-6E61-B20C-3D6E-2569CBBB097B}"/>
                </a:ext>
              </a:extLst>
            </p:cNvPr>
            <p:cNvSpPr>
              <a:spLocks noChangeArrowheads="1"/>
            </p:cNvSpPr>
            <p:nvPr/>
          </p:nvSpPr>
          <p:spPr bwMode="auto">
            <a:xfrm>
              <a:off x="1540" y="216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85" name="Rectangle 51">
              <a:extLst>
                <a:ext uri="{FF2B5EF4-FFF2-40B4-BE49-F238E27FC236}">
                  <a16:creationId xmlns:a16="http://schemas.microsoft.com/office/drawing/2014/main" id="{465E1101-28F2-18AE-F0C9-46D1D698A307}"/>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5</a:t>
              </a:r>
            </a:p>
          </p:txBody>
        </p:sp>
      </p:grpSp>
      <p:grpSp>
        <p:nvGrpSpPr>
          <p:cNvPr id="52269" name="Group 55">
            <a:extLst>
              <a:ext uri="{FF2B5EF4-FFF2-40B4-BE49-F238E27FC236}">
                <a16:creationId xmlns:a16="http://schemas.microsoft.com/office/drawing/2014/main" id="{F7A12393-8654-A78B-0A82-2D4C9DE174F6}"/>
              </a:ext>
            </a:extLst>
          </p:cNvPr>
          <p:cNvGrpSpPr>
            <a:grpSpLocks/>
          </p:cNvGrpSpPr>
          <p:nvPr/>
        </p:nvGrpSpPr>
        <p:grpSpPr bwMode="auto">
          <a:xfrm>
            <a:off x="4425950" y="2057400"/>
            <a:ext cx="444500" cy="450850"/>
            <a:chOff x="1828" y="1296"/>
            <a:chExt cx="280" cy="284"/>
          </a:xfrm>
        </p:grpSpPr>
        <p:sp>
          <p:nvSpPr>
            <p:cNvPr id="52282" name="Oval 53">
              <a:extLst>
                <a:ext uri="{FF2B5EF4-FFF2-40B4-BE49-F238E27FC236}">
                  <a16:creationId xmlns:a16="http://schemas.microsoft.com/office/drawing/2014/main" id="{68EB4BBF-89F9-C6B8-F401-7B2D3470A004}"/>
                </a:ext>
              </a:extLst>
            </p:cNvPr>
            <p:cNvSpPr>
              <a:spLocks noChangeArrowheads="1"/>
            </p:cNvSpPr>
            <p:nvPr/>
          </p:nvSpPr>
          <p:spPr bwMode="auto">
            <a:xfrm>
              <a:off x="1828" y="130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83" name="Rectangle 54">
              <a:extLst>
                <a:ext uri="{FF2B5EF4-FFF2-40B4-BE49-F238E27FC236}">
                  <a16:creationId xmlns:a16="http://schemas.microsoft.com/office/drawing/2014/main" id="{51BECAEB-380C-626C-4158-554BADADBDCD}"/>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3</a:t>
              </a:r>
            </a:p>
          </p:txBody>
        </p:sp>
      </p:grpSp>
      <p:grpSp>
        <p:nvGrpSpPr>
          <p:cNvPr id="52270" name="Group 58">
            <a:extLst>
              <a:ext uri="{FF2B5EF4-FFF2-40B4-BE49-F238E27FC236}">
                <a16:creationId xmlns:a16="http://schemas.microsoft.com/office/drawing/2014/main" id="{230BABDB-DBA5-5F99-5D52-7BD8222AE091}"/>
              </a:ext>
            </a:extLst>
          </p:cNvPr>
          <p:cNvGrpSpPr>
            <a:grpSpLocks/>
          </p:cNvGrpSpPr>
          <p:nvPr/>
        </p:nvGrpSpPr>
        <p:grpSpPr bwMode="auto">
          <a:xfrm>
            <a:off x="3206750" y="4730750"/>
            <a:ext cx="444500" cy="469900"/>
            <a:chOff x="1060" y="2980"/>
            <a:chExt cx="280" cy="296"/>
          </a:xfrm>
        </p:grpSpPr>
        <p:sp>
          <p:nvSpPr>
            <p:cNvPr id="52280" name="Oval 56">
              <a:extLst>
                <a:ext uri="{FF2B5EF4-FFF2-40B4-BE49-F238E27FC236}">
                  <a16:creationId xmlns:a16="http://schemas.microsoft.com/office/drawing/2014/main" id="{C35A1AD7-4F40-B89D-38C0-635CFF1021A6}"/>
                </a:ext>
              </a:extLst>
            </p:cNvPr>
            <p:cNvSpPr>
              <a:spLocks noChangeArrowheads="1"/>
            </p:cNvSpPr>
            <p:nvPr/>
          </p:nvSpPr>
          <p:spPr bwMode="auto">
            <a:xfrm>
              <a:off x="1060" y="298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81" name="Rectangle 57">
              <a:extLst>
                <a:ext uri="{FF2B5EF4-FFF2-40B4-BE49-F238E27FC236}">
                  <a16:creationId xmlns:a16="http://schemas.microsoft.com/office/drawing/2014/main" id="{331405F1-91E5-13A1-2881-09D571F9D43C}"/>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6</a:t>
              </a:r>
            </a:p>
          </p:txBody>
        </p:sp>
      </p:grpSp>
      <p:grpSp>
        <p:nvGrpSpPr>
          <p:cNvPr id="52271" name="Group 61">
            <a:extLst>
              <a:ext uri="{FF2B5EF4-FFF2-40B4-BE49-F238E27FC236}">
                <a16:creationId xmlns:a16="http://schemas.microsoft.com/office/drawing/2014/main" id="{4E800F11-2D67-B3A6-9EE2-0FE0080F9BA8}"/>
              </a:ext>
            </a:extLst>
          </p:cNvPr>
          <p:cNvGrpSpPr>
            <a:grpSpLocks/>
          </p:cNvGrpSpPr>
          <p:nvPr/>
        </p:nvGrpSpPr>
        <p:grpSpPr bwMode="auto">
          <a:xfrm>
            <a:off x="5492750" y="3587750"/>
            <a:ext cx="444500" cy="469900"/>
            <a:chOff x="2500" y="2260"/>
            <a:chExt cx="280" cy="296"/>
          </a:xfrm>
        </p:grpSpPr>
        <p:sp>
          <p:nvSpPr>
            <p:cNvPr id="52278" name="Oval 59">
              <a:extLst>
                <a:ext uri="{FF2B5EF4-FFF2-40B4-BE49-F238E27FC236}">
                  <a16:creationId xmlns:a16="http://schemas.microsoft.com/office/drawing/2014/main" id="{8666A28F-9AED-8A14-C254-EC7CD63E862F}"/>
                </a:ext>
              </a:extLst>
            </p:cNvPr>
            <p:cNvSpPr>
              <a:spLocks noChangeArrowheads="1"/>
            </p:cNvSpPr>
            <p:nvPr/>
          </p:nvSpPr>
          <p:spPr bwMode="auto">
            <a:xfrm>
              <a:off x="2500" y="2260"/>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79" name="Rectangle 60">
              <a:extLst>
                <a:ext uri="{FF2B5EF4-FFF2-40B4-BE49-F238E27FC236}">
                  <a16:creationId xmlns:a16="http://schemas.microsoft.com/office/drawing/2014/main" id="{F4D593BC-95C8-E21E-9BB8-46362A7655B3}"/>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9</a:t>
              </a:r>
            </a:p>
          </p:txBody>
        </p:sp>
      </p:grpSp>
      <p:grpSp>
        <p:nvGrpSpPr>
          <p:cNvPr id="52272" name="Group 64">
            <a:extLst>
              <a:ext uri="{FF2B5EF4-FFF2-40B4-BE49-F238E27FC236}">
                <a16:creationId xmlns:a16="http://schemas.microsoft.com/office/drawing/2014/main" id="{DD2B7819-621F-F168-70D2-694A1562564A}"/>
              </a:ext>
            </a:extLst>
          </p:cNvPr>
          <p:cNvGrpSpPr>
            <a:grpSpLocks/>
          </p:cNvGrpSpPr>
          <p:nvPr/>
        </p:nvGrpSpPr>
        <p:grpSpPr bwMode="auto">
          <a:xfrm>
            <a:off x="5187950" y="4959350"/>
            <a:ext cx="444500" cy="469900"/>
            <a:chOff x="2308" y="3124"/>
            <a:chExt cx="280" cy="296"/>
          </a:xfrm>
        </p:grpSpPr>
        <p:sp>
          <p:nvSpPr>
            <p:cNvPr id="52276" name="Oval 62">
              <a:extLst>
                <a:ext uri="{FF2B5EF4-FFF2-40B4-BE49-F238E27FC236}">
                  <a16:creationId xmlns:a16="http://schemas.microsoft.com/office/drawing/2014/main" id="{6514B7C9-6290-2C12-A8C7-E382F5461829}"/>
                </a:ext>
              </a:extLst>
            </p:cNvPr>
            <p:cNvSpPr>
              <a:spLocks noChangeArrowheads="1"/>
            </p:cNvSpPr>
            <p:nvPr/>
          </p:nvSpPr>
          <p:spPr bwMode="auto">
            <a:xfrm>
              <a:off x="2308" y="3124"/>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77" name="Rectangle 63">
              <a:extLst>
                <a:ext uri="{FF2B5EF4-FFF2-40B4-BE49-F238E27FC236}">
                  <a16:creationId xmlns:a16="http://schemas.microsoft.com/office/drawing/2014/main" id="{D4B29D43-A576-C84E-BC50-28DDAF0DFA3F}"/>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7</a:t>
              </a:r>
            </a:p>
          </p:txBody>
        </p:sp>
      </p:grpSp>
      <p:grpSp>
        <p:nvGrpSpPr>
          <p:cNvPr id="52273" name="Group 67">
            <a:extLst>
              <a:ext uri="{FF2B5EF4-FFF2-40B4-BE49-F238E27FC236}">
                <a16:creationId xmlns:a16="http://schemas.microsoft.com/office/drawing/2014/main" id="{33794199-AFBE-B31E-D202-87A09CCAE68B}"/>
              </a:ext>
            </a:extLst>
          </p:cNvPr>
          <p:cNvGrpSpPr>
            <a:grpSpLocks/>
          </p:cNvGrpSpPr>
          <p:nvPr/>
        </p:nvGrpSpPr>
        <p:grpSpPr bwMode="auto">
          <a:xfrm>
            <a:off x="6026150" y="2368550"/>
            <a:ext cx="444500" cy="469900"/>
            <a:chOff x="2836" y="1492"/>
            <a:chExt cx="280" cy="296"/>
          </a:xfrm>
        </p:grpSpPr>
        <p:sp>
          <p:nvSpPr>
            <p:cNvPr id="52274" name="Oval 65">
              <a:extLst>
                <a:ext uri="{FF2B5EF4-FFF2-40B4-BE49-F238E27FC236}">
                  <a16:creationId xmlns:a16="http://schemas.microsoft.com/office/drawing/2014/main" id="{1089C8B7-171F-2FFD-F7D7-28083C324323}"/>
                </a:ext>
              </a:extLst>
            </p:cNvPr>
            <p:cNvSpPr>
              <a:spLocks noChangeArrowheads="1"/>
            </p:cNvSpPr>
            <p:nvPr/>
          </p:nvSpPr>
          <p:spPr bwMode="auto">
            <a:xfrm>
              <a:off x="2836" y="1492"/>
              <a:ext cx="280" cy="28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0"/>
                </a:spcBef>
                <a:spcAft>
                  <a:spcPct val="0"/>
                </a:spcAft>
                <a:buClrTx/>
                <a:buSzTx/>
                <a:buNone/>
              </a:pPr>
              <a:endParaRPr lang="en-US" altLang="en-US" sz="2000">
                <a:solidFill>
                  <a:srgbClr val="CC3300"/>
                </a:solidFill>
                <a:ea typeface="DFKai-SB" pitchFamily="65" charset="-128"/>
              </a:endParaRPr>
            </a:p>
          </p:txBody>
        </p:sp>
        <p:sp>
          <p:nvSpPr>
            <p:cNvPr id="52275" name="Rectangle 66">
              <a:extLst>
                <a:ext uri="{FF2B5EF4-FFF2-40B4-BE49-F238E27FC236}">
                  <a16:creationId xmlns:a16="http://schemas.microsoft.com/office/drawing/2014/main" id="{73F70111-5301-2DB4-CD53-52291A4A1C59}"/>
                </a:ext>
              </a:extLst>
            </p:cNvPr>
            <p:cNvSpPr>
              <a:spLocks noChangeArrowheads="1"/>
            </p:cNvSpPr>
            <p:nvPr/>
          </p:nvSpPr>
          <p:spPr bwMode="auto">
            <a:xfrm>
              <a:off x="2880" y="153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0" fontAlgn="base" hangingPunct="0">
                <a:spcBef>
                  <a:spcPct val="50000"/>
                </a:spcBef>
                <a:spcAft>
                  <a:spcPct val="0"/>
                </a:spcAft>
                <a:buClrTx/>
                <a:buSzTx/>
                <a:buNone/>
              </a:pPr>
              <a:r>
                <a:rPr lang="en-US" altLang="en-US" sz="2000">
                  <a:solidFill>
                    <a:srgbClr val="000000"/>
                  </a:solidFill>
                  <a:ea typeface="DFKai-SB" pitchFamily="65" charset="-128"/>
                </a:rPr>
                <a:t>8</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560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371BF-DF49-7C19-724C-01B4848ADD00}"/>
            </a:ext>
          </a:extLst>
        </p:cNvPr>
        <p:cNvGrpSpPr/>
        <p:nvPr/>
      </p:nvGrpSpPr>
      <p:grpSpPr>
        <a:xfrm>
          <a:off x="0" y="0"/>
          <a:ext cx="0" cy="0"/>
          <a:chOff x="0" y="0"/>
          <a:chExt cx="0" cy="0"/>
        </a:xfrm>
      </p:grpSpPr>
      <p:sp>
        <p:nvSpPr>
          <p:cNvPr id="31746" name="Rectangle 2">
            <a:extLst>
              <a:ext uri="{FF2B5EF4-FFF2-40B4-BE49-F238E27FC236}">
                <a16:creationId xmlns:a16="http://schemas.microsoft.com/office/drawing/2014/main" id="{1676DEB2-D2D2-4474-7F6D-B92A2AF3CCB8}"/>
              </a:ext>
            </a:extLst>
          </p:cNvPr>
          <p:cNvSpPr>
            <a:spLocks noChangeArrowheads="1"/>
          </p:cNvSpPr>
          <p:nvPr/>
        </p:nvSpPr>
        <p:spPr bwMode="auto">
          <a:xfrm>
            <a:off x="1676400" y="-85725"/>
            <a:ext cx="8991600"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fontAlgn="base">
              <a:spcBef>
                <a:spcPct val="0"/>
              </a:spcBef>
              <a:spcAft>
                <a:spcPct val="0"/>
              </a:spcAft>
              <a:buClrTx/>
              <a:buSzTx/>
              <a:buNone/>
            </a:pPr>
            <a:r>
              <a:rPr lang="en-US" altLang="zh-TW" sz="4400">
                <a:solidFill>
                  <a:srgbClr val="003366"/>
                </a:solidFill>
              </a:rPr>
              <a:t>Pseudocode for BFS</a:t>
            </a:r>
          </a:p>
        </p:txBody>
      </p:sp>
      <p:sp>
        <p:nvSpPr>
          <p:cNvPr id="31747" name="Rectangle 3">
            <a:extLst>
              <a:ext uri="{FF2B5EF4-FFF2-40B4-BE49-F238E27FC236}">
                <a16:creationId xmlns:a16="http://schemas.microsoft.com/office/drawing/2014/main" id="{FF8AEABE-5D6B-F3A9-105A-8D51C33AED12}"/>
              </a:ext>
            </a:extLst>
          </p:cNvPr>
          <p:cNvSpPr>
            <a:spLocks noChangeArrowheads="1"/>
          </p:cNvSpPr>
          <p:nvPr/>
        </p:nvSpPr>
        <p:spPr bwMode="auto">
          <a:xfrm>
            <a:off x="2022475" y="503238"/>
            <a:ext cx="8274050" cy="635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fontAlgn="base">
              <a:spcAft>
                <a:spcPct val="0"/>
              </a:spcAft>
              <a:buClr>
                <a:srgbClr val="0099CC"/>
              </a:buClr>
              <a:buNone/>
            </a:pPr>
            <a:r>
              <a:rPr lang="en-US" altLang="zh-TW" sz="2400" b="1" dirty="0">
                <a:solidFill>
                  <a:srgbClr val="000000"/>
                </a:solidFill>
                <a:latin typeface="Courier New" panose="02070309020205020404" pitchFamily="49" charset="0"/>
              </a:rPr>
              <a:t>BFS(v)</a:t>
            </a:r>
          </a:p>
          <a:p>
            <a:pPr fontAlgn="base">
              <a:spcAft>
                <a:spcPct val="0"/>
              </a:spcAft>
              <a:buClr>
                <a:srgbClr val="0099CC"/>
              </a:buClr>
              <a:buNone/>
            </a:pPr>
            <a:r>
              <a:rPr lang="en-US" altLang="zh-TW" sz="2400" b="1" dirty="0">
                <a:solidFill>
                  <a:srgbClr val="000000"/>
                </a:solidFill>
                <a:latin typeface="Courier New" panose="02070309020205020404" pitchFamily="49" charset="0"/>
              </a:rPr>
              <a:t>{ Label vertex v as reached.</a:t>
            </a:r>
          </a:p>
          <a:p>
            <a:pPr fontAlgn="base">
              <a:spcAft>
                <a:spcPct val="0"/>
              </a:spcAft>
              <a:buClr>
                <a:srgbClr val="0099CC"/>
              </a:buClr>
              <a:buNone/>
            </a:pPr>
            <a:r>
              <a:rPr lang="en-US" altLang="zh-TW" sz="2400" b="1" dirty="0">
                <a:solidFill>
                  <a:srgbClr val="000000"/>
                </a:solidFill>
                <a:latin typeface="Courier New" panose="02070309020205020404" pitchFamily="49" charset="0"/>
              </a:rPr>
              <a:t>  Initialize Q queue with only v in it</a:t>
            </a:r>
          </a:p>
          <a:p>
            <a:pPr lvl="1" fontAlgn="base">
              <a:spcAft>
                <a:spcPct val="0"/>
              </a:spcAft>
              <a:buNone/>
            </a:pPr>
            <a:r>
              <a:rPr lang="en-US" altLang="zh-TW" sz="2400" b="1" dirty="0">
                <a:solidFill>
                  <a:srgbClr val="000000"/>
                </a:solidFill>
                <a:latin typeface="Courier New" panose="02070309020205020404" pitchFamily="49" charset="0"/>
              </a:rPr>
              <a:t>while(Q is not empty)</a:t>
            </a:r>
          </a:p>
          <a:p>
            <a:pPr lvl="1" fontAlgn="base">
              <a:spcAft>
                <a:spcPct val="0"/>
              </a:spcAft>
              <a:buNone/>
            </a:pPr>
            <a:r>
              <a:rPr lang="en-US" altLang="zh-TW" sz="2400" b="1" dirty="0">
                <a:solidFill>
                  <a:srgbClr val="000000"/>
                </a:solidFill>
                <a:latin typeface="Courier New" panose="02070309020205020404" pitchFamily="49" charset="0"/>
              </a:rPr>
              <a:t>{ </a:t>
            </a:r>
          </a:p>
          <a:p>
            <a:pPr lvl="1" fontAlgn="base">
              <a:spcAft>
                <a:spcPct val="0"/>
              </a:spcAft>
              <a:buNone/>
            </a:pPr>
            <a:r>
              <a:rPr lang="en-US" altLang="zh-TW" sz="2400" b="1" dirty="0">
                <a:solidFill>
                  <a:srgbClr val="000000"/>
                </a:solidFill>
                <a:latin typeface="Courier New" panose="02070309020205020404" pitchFamily="49" charset="0"/>
              </a:rPr>
              <a:t>   delete a vertex w from the queue;</a:t>
            </a:r>
          </a:p>
          <a:p>
            <a:pPr lvl="1" fontAlgn="base">
              <a:spcAft>
                <a:spcPct val="0"/>
              </a:spcAft>
              <a:buNone/>
            </a:pPr>
            <a:r>
              <a:rPr lang="en-US" altLang="zh-TW" sz="2400" b="1" dirty="0">
                <a:solidFill>
                  <a:srgbClr val="000000"/>
                </a:solidFill>
                <a:latin typeface="Courier New" panose="02070309020205020404" pitchFamily="49" charset="0"/>
              </a:rPr>
              <a:t>   Let u be any vertex adjacent from w;</a:t>
            </a:r>
          </a:p>
          <a:p>
            <a:pPr lvl="1" fontAlgn="base">
              <a:spcAft>
                <a:spcPct val="0"/>
              </a:spcAft>
              <a:buNone/>
            </a:pPr>
            <a:r>
              <a:rPr lang="en-US" altLang="zh-TW" sz="2400" b="1" dirty="0">
                <a:solidFill>
                  <a:srgbClr val="000000"/>
                </a:solidFill>
                <a:latin typeface="Courier New" panose="02070309020205020404" pitchFamily="49" charset="0"/>
              </a:rPr>
              <a:t>   while(u)</a:t>
            </a:r>
          </a:p>
          <a:p>
            <a:pPr lvl="1" fontAlgn="base">
              <a:spcAft>
                <a:spcPct val="0"/>
              </a:spcAft>
              <a:buNone/>
            </a:pPr>
            <a:r>
              <a:rPr lang="en-US" altLang="zh-TW" sz="2400" b="1" dirty="0">
                <a:solidFill>
                  <a:srgbClr val="000000"/>
                </a:solidFill>
                <a:latin typeface="Courier New" panose="02070309020205020404" pitchFamily="49" charset="0"/>
              </a:rPr>
              <a:t>   {</a:t>
            </a:r>
          </a:p>
          <a:p>
            <a:pPr lvl="1" fontAlgn="base">
              <a:spcAft>
                <a:spcPct val="0"/>
              </a:spcAft>
              <a:buNone/>
            </a:pPr>
            <a:r>
              <a:rPr lang="en-US" altLang="zh-TW" sz="2400" b="1" dirty="0">
                <a:solidFill>
                  <a:srgbClr val="000000"/>
                </a:solidFill>
                <a:latin typeface="Courier New" panose="02070309020205020404" pitchFamily="49" charset="0"/>
              </a:rPr>
              <a:t>     if(u has not been labeled){</a:t>
            </a:r>
          </a:p>
          <a:p>
            <a:pPr lvl="1" fontAlgn="base">
              <a:spcAft>
                <a:spcPct val="0"/>
              </a:spcAft>
              <a:buNone/>
            </a:pPr>
            <a:r>
              <a:rPr lang="en-US" altLang="zh-TW" sz="2400" b="1" dirty="0">
                <a:solidFill>
                  <a:srgbClr val="000000"/>
                </a:solidFill>
                <a:latin typeface="Courier New" panose="02070309020205020404" pitchFamily="49" charset="0"/>
              </a:rPr>
              <a:t>        Add u to queue;</a:t>
            </a:r>
          </a:p>
          <a:p>
            <a:pPr lvl="1" fontAlgn="base">
              <a:spcAft>
                <a:spcPct val="0"/>
              </a:spcAft>
              <a:buNone/>
            </a:pPr>
            <a:r>
              <a:rPr lang="en-US" altLang="zh-TW" sz="2400" b="1" dirty="0">
                <a:solidFill>
                  <a:srgbClr val="000000"/>
                </a:solidFill>
                <a:latin typeface="Courier New" panose="02070309020205020404" pitchFamily="49" charset="0"/>
              </a:rPr>
              <a:t>        label u as reached; }</a:t>
            </a:r>
          </a:p>
          <a:p>
            <a:pPr lvl="1" fontAlgn="base">
              <a:spcAft>
                <a:spcPct val="0"/>
              </a:spcAft>
              <a:buNone/>
            </a:pPr>
            <a:r>
              <a:rPr lang="en-US" altLang="zh-TW" sz="2400" b="1" dirty="0">
                <a:solidFill>
                  <a:srgbClr val="000000"/>
                </a:solidFill>
                <a:latin typeface="Courier New" panose="02070309020205020404" pitchFamily="49" charset="0"/>
              </a:rPr>
              <a:t>     u=next vertex adjacent from w;</a:t>
            </a:r>
          </a:p>
          <a:p>
            <a:pPr lvl="1" fontAlgn="base">
              <a:spcAft>
                <a:spcPct val="0"/>
              </a:spcAft>
              <a:buNone/>
            </a:pPr>
            <a:r>
              <a:rPr lang="en-US" altLang="zh-TW" sz="2400" b="1"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6397979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a:extLst>
              <a:ext uri="{FF2B5EF4-FFF2-40B4-BE49-F238E27FC236}">
                <a16:creationId xmlns:a16="http://schemas.microsoft.com/office/drawing/2014/main" id="{22FAE4C7-3571-0B3D-94EF-DE4B6CBE250A}"/>
              </a:ext>
            </a:extLst>
          </p:cNvPr>
          <p:cNvSpPr>
            <a:spLocks noChangeArrowheads="1"/>
          </p:cNvSpPr>
          <p:nvPr/>
        </p:nvSpPr>
        <p:spPr bwMode="auto">
          <a:xfrm>
            <a:off x="225287" y="92765"/>
            <a:ext cx="10144540" cy="6513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fontAlgn="base">
              <a:spcAft>
                <a:spcPct val="0"/>
              </a:spcAft>
              <a:buClr>
                <a:srgbClr val="0099CC"/>
              </a:buClr>
              <a:buNone/>
            </a:pPr>
            <a:r>
              <a:rPr lang="en-US" altLang="zh-TW" sz="2200" b="1" dirty="0">
                <a:solidFill>
                  <a:srgbClr val="000000"/>
                </a:solidFill>
                <a:latin typeface="Courier New" panose="02070309020205020404" pitchFamily="49" charset="0"/>
              </a:rPr>
              <a:t>BFS(v)</a:t>
            </a:r>
          </a:p>
          <a:p>
            <a:pPr fontAlgn="base">
              <a:spcAft>
                <a:spcPct val="0"/>
              </a:spcAft>
              <a:buClr>
                <a:srgbClr val="0099CC"/>
              </a:buClr>
              <a:buNone/>
            </a:pPr>
            <a:r>
              <a:rPr lang="en-US" altLang="zh-TW" sz="2200" b="1" dirty="0">
                <a:solidFill>
                  <a:srgbClr val="000000"/>
                </a:solidFill>
                <a:latin typeface="Courier New" panose="02070309020205020404" pitchFamily="49" charset="0"/>
              </a:rPr>
              <a:t>{  Label vertex v as reached.		  </a:t>
            </a:r>
            <a:r>
              <a:rPr lang="en-US" altLang="zh-TW" sz="2200" b="1" dirty="0">
                <a:solidFill>
                  <a:srgbClr val="FF0000"/>
                </a:solidFill>
                <a:latin typeface="Courier New" panose="02070309020205020404" pitchFamily="49" charset="0"/>
              </a:rPr>
              <a:t>--------</a:t>
            </a:r>
            <a:r>
              <a:rPr lang="en-US" altLang="zh-TW" sz="2200" b="1" dirty="0">
                <a:solidFill>
                  <a:srgbClr val="000000"/>
                </a:solidFill>
                <a:latin typeface="Courier New" panose="02070309020205020404" pitchFamily="49" charset="0"/>
              </a:rPr>
              <a:t> </a:t>
            </a:r>
            <a:r>
              <a:rPr lang="en-US" altLang="zh-TW" sz="2200" b="1" dirty="0">
                <a:solidFill>
                  <a:srgbClr val="FF0000"/>
                </a:solidFill>
                <a:latin typeface="Courier New" panose="02070309020205020404" pitchFamily="49" charset="0"/>
              </a:rPr>
              <a:t>O(1)</a:t>
            </a:r>
          </a:p>
          <a:p>
            <a:pPr fontAlgn="base">
              <a:spcAft>
                <a:spcPct val="0"/>
              </a:spcAft>
              <a:buClr>
                <a:srgbClr val="0099CC"/>
              </a:buClr>
              <a:buNone/>
            </a:pPr>
            <a:r>
              <a:rPr lang="en-US" altLang="zh-TW" sz="2200" b="1" dirty="0">
                <a:solidFill>
                  <a:srgbClr val="000000"/>
                </a:solidFill>
                <a:latin typeface="Courier New" panose="02070309020205020404" pitchFamily="49" charset="0"/>
              </a:rPr>
              <a:t>   Initialize Q queue with only v in it </a:t>
            </a:r>
            <a:r>
              <a:rPr lang="en-US" altLang="zh-TW" sz="2200" b="1" dirty="0">
                <a:solidFill>
                  <a:srgbClr val="FF0000"/>
                </a:solidFill>
                <a:latin typeface="Courier New" panose="02070309020205020404" pitchFamily="49" charset="0"/>
              </a:rPr>
              <a:t>--------</a:t>
            </a:r>
            <a:r>
              <a:rPr lang="en-US" altLang="zh-TW" sz="2200" b="1" dirty="0">
                <a:solidFill>
                  <a:srgbClr val="000000"/>
                </a:solidFill>
                <a:latin typeface="Courier New" panose="02070309020205020404" pitchFamily="49" charset="0"/>
              </a:rPr>
              <a:t>	</a:t>
            </a:r>
            <a:r>
              <a:rPr lang="en-US" altLang="zh-TW" sz="2200" b="1" dirty="0">
                <a:solidFill>
                  <a:srgbClr val="FF0000"/>
                </a:solidFill>
                <a:latin typeface="Courier New" panose="02070309020205020404" pitchFamily="49" charset="0"/>
              </a:rPr>
              <a:t>O(1)</a:t>
            </a:r>
          </a:p>
          <a:p>
            <a:pPr lvl="1" fontAlgn="base">
              <a:spcAft>
                <a:spcPct val="0"/>
              </a:spcAft>
              <a:buNone/>
            </a:pPr>
            <a:r>
              <a:rPr lang="en-US" altLang="zh-TW" sz="2200" b="1" dirty="0">
                <a:solidFill>
                  <a:srgbClr val="000000"/>
                </a:solidFill>
                <a:latin typeface="Courier New" panose="02070309020205020404" pitchFamily="49" charset="0"/>
              </a:rPr>
              <a:t>while(Q is not empty)			  </a:t>
            </a:r>
            <a:r>
              <a:rPr lang="en-US" altLang="zh-TW" sz="2200" b="1" dirty="0">
                <a:solidFill>
                  <a:srgbClr val="FF0000"/>
                </a:solidFill>
                <a:latin typeface="Courier New" panose="02070309020205020404" pitchFamily="49" charset="0"/>
              </a:rPr>
              <a:t>--------</a:t>
            </a:r>
            <a:r>
              <a:rPr lang="en-US" altLang="zh-TW" sz="2200" b="1" dirty="0">
                <a:solidFill>
                  <a:srgbClr val="000000"/>
                </a:solidFill>
                <a:latin typeface="Courier New" panose="02070309020205020404" pitchFamily="49" charset="0"/>
              </a:rPr>
              <a:t>	</a:t>
            </a:r>
            <a:r>
              <a:rPr lang="en-US" altLang="zh-TW" sz="2200" b="1" dirty="0">
                <a:solidFill>
                  <a:srgbClr val="FF0000"/>
                </a:solidFill>
                <a:latin typeface="Courier New" panose="02070309020205020404" pitchFamily="49" charset="0"/>
              </a:rPr>
              <a:t>O(n)</a:t>
            </a:r>
          </a:p>
          <a:p>
            <a:pPr lvl="1" fontAlgn="base">
              <a:spcAft>
                <a:spcPct val="0"/>
              </a:spcAft>
              <a:buNone/>
            </a:pPr>
            <a:r>
              <a:rPr lang="en-US" altLang="zh-TW" sz="2200" b="1" dirty="0">
                <a:solidFill>
                  <a:srgbClr val="000000"/>
                </a:solidFill>
                <a:latin typeface="Courier New" panose="02070309020205020404" pitchFamily="49" charset="0"/>
              </a:rPr>
              <a:t>{ </a:t>
            </a:r>
          </a:p>
          <a:p>
            <a:pPr lvl="1" fontAlgn="base">
              <a:spcAft>
                <a:spcPct val="0"/>
              </a:spcAft>
              <a:buNone/>
            </a:pPr>
            <a:r>
              <a:rPr lang="en-US" altLang="zh-TW" sz="2200" b="1" dirty="0">
                <a:solidFill>
                  <a:srgbClr val="000000"/>
                </a:solidFill>
                <a:latin typeface="Courier New" panose="02070309020205020404" pitchFamily="49" charset="0"/>
              </a:rPr>
              <a:t>   delete a vertex w from the queue; </a:t>
            </a:r>
            <a:r>
              <a:rPr lang="en-US" altLang="zh-TW" sz="2200" b="1" dirty="0">
                <a:solidFill>
                  <a:srgbClr val="FF0000"/>
                </a:solidFill>
                <a:latin typeface="Courier New" panose="02070309020205020404" pitchFamily="49" charset="0"/>
              </a:rPr>
              <a:t>--------</a:t>
            </a:r>
            <a:r>
              <a:rPr lang="en-US" altLang="zh-TW" sz="2200" b="1" dirty="0">
                <a:solidFill>
                  <a:srgbClr val="000000"/>
                </a:solidFill>
                <a:latin typeface="Courier New" panose="02070309020205020404" pitchFamily="49" charset="0"/>
              </a:rPr>
              <a:t>	</a:t>
            </a:r>
            <a:r>
              <a:rPr lang="en-US" altLang="zh-TW" sz="2200" b="1" dirty="0">
                <a:solidFill>
                  <a:srgbClr val="FF0000"/>
                </a:solidFill>
                <a:latin typeface="Courier New" panose="02070309020205020404" pitchFamily="49" charset="0"/>
              </a:rPr>
              <a:t>O(n)</a:t>
            </a:r>
          </a:p>
          <a:p>
            <a:pPr lvl="1" fontAlgn="base">
              <a:spcAft>
                <a:spcPct val="0"/>
              </a:spcAft>
              <a:buNone/>
            </a:pPr>
            <a:r>
              <a:rPr lang="en-US" altLang="zh-TW" sz="2200" b="1" dirty="0">
                <a:solidFill>
                  <a:srgbClr val="000000"/>
                </a:solidFill>
                <a:latin typeface="Courier New" panose="02070309020205020404" pitchFamily="49" charset="0"/>
              </a:rPr>
              <a:t>   Let u be any vertex adjacent from w;   </a:t>
            </a:r>
          </a:p>
          <a:p>
            <a:pPr lvl="1" fontAlgn="base">
              <a:spcAft>
                <a:spcPct val="0"/>
              </a:spcAft>
              <a:buNone/>
            </a:pPr>
            <a:r>
              <a:rPr lang="en-US" altLang="zh-TW" sz="2200" b="1" dirty="0">
                <a:solidFill>
                  <a:srgbClr val="000000"/>
                </a:solidFill>
                <a:latin typeface="Courier New" panose="02070309020205020404" pitchFamily="49" charset="0"/>
              </a:rPr>
              <a:t>		while(u)</a:t>
            </a:r>
          </a:p>
          <a:p>
            <a:pPr lvl="1" fontAlgn="base">
              <a:spcAft>
                <a:spcPct val="0"/>
              </a:spcAft>
              <a:buNone/>
            </a:pPr>
            <a:r>
              <a:rPr lang="en-US" altLang="zh-TW" sz="2200" b="1" dirty="0">
                <a:solidFill>
                  <a:srgbClr val="000000"/>
                </a:solidFill>
                <a:latin typeface="Courier New" panose="02070309020205020404" pitchFamily="49" charset="0"/>
              </a:rPr>
              <a:t>   {</a:t>
            </a:r>
          </a:p>
          <a:p>
            <a:pPr lvl="1" fontAlgn="base">
              <a:spcAft>
                <a:spcPct val="0"/>
              </a:spcAft>
              <a:buNone/>
            </a:pPr>
            <a:r>
              <a:rPr lang="en-US" altLang="zh-TW" sz="2200" b="1" dirty="0">
                <a:solidFill>
                  <a:srgbClr val="000000"/>
                </a:solidFill>
                <a:latin typeface="Courier New" panose="02070309020205020404" pitchFamily="49" charset="0"/>
              </a:rPr>
              <a:t>     if(u has not been labeled){</a:t>
            </a:r>
          </a:p>
          <a:p>
            <a:pPr lvl="1" fontAlgn="base">
              <a:spcAft>
                <a:spcPct val="0"/>
              </a:spcAft>
              <a:buNone/>
            </a:pPr>
            <a:r>
              <a:rPr lang="en-US" altLang="zh-TW" sz="2200" b="1" dirty="0">
                <a:solidFill>
                  <a:srgbClr val="000000"/>
                </a:solidFill>
                <a:latin typeface="Courier New" panose="02070309020205020404" pitchFamily="49" charset="0"/>
              </a:rPr>
              <a:t>        Add u to queue;</a:t>
            </a:r>
          </a:p>
          <a:p>
            <a:pPr lvl="1" fontAlgn="base">
              <a:spcAft>
                <a:spcPct val="0"/>
              </a:spcAft>
              <a:buNone/>
            </a:pPr>
            <a:r>
              <a:rPr lang="en-US" altLang="zh-TW" sz="2200" b="1" dirty="0">
                <a:solidFill>
                  <a:srgbClr val="000000"/>
                </a:solidFill>
                <a:latin typeface="Courier New" panose="02070309020205020404" pitchFamily="49" charset="0"/>
              </a:rPr>
              <a:t>        label u as reached; }</a:t>
            </a:r>
          </a:p>
          <a:p>
            <a:pPr lvl="1" fontAlgn="base">
              <a:spcAft>
                <a:spcPct val="0"/>
              </a:spcAft>
              <a:buNone/>
            </a:pPr>
            <a:r>
              <a:rPr lang="en-US" altLang="zh-TW" sz="2200" b="1" dirty="0">
                <a:solidFill>
                  <a:srgbClr val="000000"/>
                </a:solidFill>
                <a:latin typeface="Courier New" panose="02070309020205020404" pitchFamily="49" charset="0"/>
              </a:rPr>
              <a:t>     u=next vertex adjacent from w;</a:t>
            </a:r>
          </a:p>
          <a:p>
            <a:pPr lvl="1" fontAlgn="base">
              <a:spcAft>
                <a:spcPct val="0"/>
              </a:spcAft>
              <a:buNone/>
            </a:pPr>
            <a:r>
              <a:rPr lang="en-US" altLang="zh-TW" sz="2200" b="1" dirty="0">
                <a:solidFill>
                  <a:srgbClr val="000000"/>
                </a:solidFill>
                <a:latin typeface="Courier New" panose="02070309020205020404" pitchFamily="49" charset="0"/>
              </a:rPr>
              <a:t>		}</a:t>
            </a:r>
          </a:p>
          <a:p>
            <a:pPr lvl="1" fontAlgn="base">
              <a:spcAft>
                <a:spcPct val="0"/>
              </a:spcAft>
              <a:buNone/>
            </a:pPr>
            <a:r>
              <a:rPr lang="en-US" altLang="zh-TW" sz="2200" b="1" dirty="0">
                <a:solidFill>
                  <a:srgbClr val="000000"/>
                </a:solidFill>
                <a:latin typeface="Courier New" panose="02070309020205020404" pitchFamily="49" charset="0"/>
              </a:rPr>
              <a:t>}}</a:t>
            </a:r>
          </a:p>
        </p:txBody>
      </p:sp>
      <p:sp>
        <p:nvSpPr>
          <p:cNvPr id="2" name="TextBox 1">
            <a:extLst>
              <a:ext uri="{FF2B5EF4-FFF2-40B4-BE49-F238E27FC236}">
                <a16:creationId xmlns:a16="http://schemas.microsoft.com/office/drawing/2014/main" id="{4AC4D3DC-53A1-3399-604C-948990DB60E1}"/>
              </a:ext>
            </a:extLst>
          </p:cNvPr>
          <p:cNvSpPr txBox="1"/>
          <p:nvPr/>
        </p:nvSpPr>
        <p:spPr>
          <a:xfrm>
            <a:off x="8441635" y="2729948"/>
            <a:ext cx="3048001" cy="3139321"/>
          </a:xfrm>
          <a:prstGeom prst="rect">
            <a:avLst/>
          </a:prstGeom>
          <a:noFill/>
        </p:spPr>
        <p:txBody>
          <a:bodyPr wrap="square" rtlCol="0">
            <a:spAutoFit/>
          </a:bodyPr>
          <a:lstStyle/>
          <a:p>
            <a:r>
              <a:rPr lang="en-US" altLang="zh-TW" sz="1800" b="1" dirty="0">
                <a:solidFill>
                  <a:srgbClr val="FF0000"/>
                </a:solidFill>
                <a:latin typeface="Courier New" panose="02070309020205020404" pitchFamily="49" charset="0"/>
              </a:rPr>
              <a:t>For adjacency matrix representation of the graph then O(n) time. Total steps O(n</a:t>
            </a:r>
            <a:r>
              <a:rPr lang="en-US" altLang="zh-TW" sz="1800" b="1" baseline="30000" dirty="0">
                <a:solidFill>
                  <a:srgbClr val="FF0000"/>
                </a:solidFill>
                <a:latin typeface="Courier New" panose="02070309020205020404" pitchFamily="49" charset="0"/>
              </a:rPr>
              <a:t>2</a:t>
            </a:r>
            <a:r>
              <a:rPr lang="en-US" altLang="zh-TW" sz="1800" b="1" dirty="0">
                <a:solidFill>
                  <a:srgbClr val="FF0000"/>
                </a:solidFill>
                <a:latin typeface="Courier New" panose="02070309020205020404" pitchFamily="49" charset="0"/>
              </a:rPr>
              <a:t>) </a:t>
            </a:r>
          </a:p>
          <a:p>
            <a:endParaRPr lang="en-US" altLang="zh-TW" b="1" dirty="0">
              <a:solidFill>
                <a:srgbClr val="FF0000"/>
              </a:solidFill>
              <a:latin typeface="Courier New" panose="02070309020205020404" pitchFamily="49" charset="0"/>
            </a:endParaRPr>
          </a:p>
          <a:p>
            <a:r>
              <a:rPr lang="en-US" altLang="zh-TW" b="1" dirty="0">
                <a:solidFill>
                  <a:srgbClr val="FF0000"/>
                </a:solidFill>
                <a:latin typeface="Courier New" panose="02070309020205020404" pitchFamily="49" charset="0"/>
              </a:rPr>
              <a:t>F</a:t>
            </a:r>
            <a:r>
              <a:rPr lang="en-US" altLang="zh-TW" sz="1800" b="1" dirty="0">
                <a:solidFill>
                  <a:srgbClr val="FF0000"/>
                </a:solidFill>
                <a:latin typeface="Courier New" panose="02070309020205020404" pitchFamily="49" charset="0"/>
              </a:rPr>
              <a:t>or adjacency list representation O(degree(w)). Total steps O(n + e)</a:t>
            </a:r>
          </a:p>
          <a:p>
            <a:endParaRPr lang="en-US" dirty="0"/>
          </a:p>
        </p:txBody>
      </p:sp>
      <p:sp>
        <p:nvSpPr>
          <p:cNvPr id="3" name="TextBox 2">
            <a:extLst>
              <a:ext uri="{FF2B5EF4-FFF2-40B4-BE49-F238E27FC236}">
                <a16:creationId xmlns:a16="http://schemas.microsoft.com/office/drawing/2014/main" id="{C1F6C6D4-A1ED-4F98-4437-CA0D13B44F1C}"/>
              </a:ext>
            </a:extLst>
          </p:cNvPr>
          <p:cNvSpPr txBox="1"/>
          <p:nvPr/>
        </p:nvSpPr>
        <p:spPr>
          <a:xfrm>
            <a:off x="1272208" y="6144716"/>
            <a:ext cx="8541028" cy="461665"/>
          </a:xfrm>
          <a:prstGeom prst="rect">
            <a:avLst/>
          </a:prstGeom>
          <a:noFill/>
        </p:spPr>
        <p:txBody>
          <a:bodyPr wrap="square" rtlCol="0">
            <a:spAutoFit/>
          </a:bodyPr>
          <a:lstStyle/>
          <a:p>
            <a:r>
              <a:rPr lang="en-US" sz="2400" b="1" dirty="0">
                <a:highlight>
                  <a:srgbClr val="FFFF00"/>
                </a:highlight>
              </a:rPr>
              <a:t>Time Complexity of BFS: O (n + e),  where n = |V| and e = |E|</a:t>
            </a:r>
          </a:p>
        </p:txBody>
      </p:sp>
    </p:spTree>
    <p:extLst>
      <p:ext uri="{BB962C8B-B14F-4D97-AF65-F5344CB8AC3E}">
        <p14:creationId xmlns:p14="http://schemas.microsoft.com/office/powerpoint/2010/main" val="4170392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 calcmode="lin" valueType="num">
                                      <p:cBhvr additive="base">
                                        <p:cTn id="7" dur="5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747">
                                            <p:txEl>
                                              <p:pRg st="2" end="2"/>
                                            </p:txEl>
                                          </p:spTgt>
                                        </p:tgtEl>
                                        <p:attrNameLst>
                                          <p:attrName>style.visibility</p:attrName>
                                        </p:attrNameLst>
                                      </p:cBhvr>
                                      <p:to>
                                        <p:strVal val="visible"/>
                                      </p:to>
                                    </p:set>
                                    <p:anim calcmode="lin" valueType="num">
                                      <p:cBhvr additive="base">
                                        <p:cTn id="13" dur="5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7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1747">
                                            <p:txEl>
                                              <p:pRg st="3" end="3"/>
                                            </p:txEl>
                                          </p:spTgt>
                                        </p:tgtEl>
                                        <p:attrNameLst>
                                          <p:attrName>style.visibility</p:attrName>
                                        </p:attrNameLst>
                                      </p:cBhvr>
                                      <p:to>
                                        <p:strVal val="visible"/>
                                      </p:to>
                                    </p:set>
                                    <p:anim calcmode="lin" valueType="num">
                                      <p:cBhvr additive="base">
                                        <p:cTn id="19" dur="5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74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1747">
                                            <p:txEl>
                                              <p:pRg st="4" end="4"/>
                                            </p:txEl>
                                          </p:spTgt>
                                        </p:tgtEl>
                                        <p:attrNameLst>
                                          <p:attrName>style.visibility</p:attrName>
                                        </p:attrNameLst>
                                      </p:cBhvr>
                                      <p:to>
                                        <p:strVal val="visible"/>
                                      </p:to>
                                    </p:set>
                                    <p:anim calcmode="lin" valueType="num">
                                      <p:cBhvr additive="base">
                                        <p:cTn id="23" dur="500" fill="hold"/>
                                        <p:tgtEl>
                                          <p:spTgt spid="3174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174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1747">
                                            <p:txEl>
                                              <p:pRg st="5" end="5"/>
                                            </p:txEl>
                                          </p:spTgt>
                                        </p:tgtEl>
                                        <p:attrNameLst>
                                          <p:attrName>style.visibility</p:attrName>
                                        </p:attrNameLst>
                                      </p:cBhvr>
                                      <p:to>
                                        <p:strVal val="visible"/>
                                      </p:to>
                                    </p:set>
                                    <p:anim calcmode="lin" valueType="num">
                                      <p:cBhvr additive="base">
                                        <p:cTn id="27" dur="500" fill="hold"/>
                                        <p:tgtEl>
                                          <p:spTgt spid="3174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17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1747">
                                            <p:txEl>
                                              <p:pRg st="6" end="6"/>
                                            </p:txEl>
                                          </p:spTgt>
                                        </p:tgtEl>
                                        <p:attrNameLst>
                                          <p:attrName>style.visibility</p:attrName>
                                        </p:attrNameLst>
                                      </p:cBhvr>
                                      <p:to>
                                        <p:strVal val="visible"/>
                                      </p:to>
                                    </p:set>
                                    <p:anim calcmode="lin" valueType="num">
                                      <p:cBhvr additive="base">
                                        <p:cTn id="33" dur="500" fill="hold"/>
                                        <p:tgtEl>
                                          <p:spTgt spid="31747">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1747">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1747">
                                            <p:txEl>
                                              <p:pRg st="7" end="7"/>
                                            </p:txEl>
                                          </p:spTgt>
                                        </p:tgtEl>
                                        <p:attrNameLst>
                                          <p:attrName>style.visibility</p:attrName>
                                        </p:attrNameLst>
                                      </p:cBhvr>
                                      <p:to>
                                        <p:strVal val="visible"/>
                                      </p:to>
                                    </p:set>
                                    <p:anim calcmode="lin" valueType="num">
                                      <p:cBhvr additive="base">
                                        <p:cTn id="37" dur="500" fill="hold"/>
                                        <p:tgtEl>
                                          <p:spTgt spid="31747">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1747">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1747">
                                            <p:txEl>
                                              <p:pRg st="8" end="8"/>
                                            </p:txEl>
                                          </p:spTgt>
                                        </p:tgtEl>
                                        <p:attrNameLst>
                                          <p:attrName>style.visibility</p:attrName>
                                        </p:attrNameLst>
                                      </p:cBhvr>
                                      <p:to>
                                        <p:strVal val="visible"/>
                                      </p:to>
                                    </p:set>
                                    <p:anim calcmode="lin" valueType="num">
                                      <p:cBhvr additive="base">
                                        <p:cTn id="41" dur="500" fill="hold"/>
                                        <p:tgtEl>
                                          <p:spTgt spid="31747">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1747">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1747">
                                            <p:txEl>
                                              <p:pRg st="9" end="9"/>
                                            </p:txEl>
                                          </p:spTgt>
                                        </p:tgtEl>
                                        <p:attrNameLst>
                                          <p:attrName>style.visibility</p:attrName>
                                        </p:attrNameLst>
                                      </p:cBhvr>
                                      <p:to>
                                        <p:strVal val="visible"/>
                                      </p:to>
                                    </p:set>
                                    <p:anim calcmode="lin" valueType="num">
                                      <p:cBhvr additive="base">
                                        <p:cTn id="45" dur="500" fill="hold"/>
                                        <p:tgtEl>
                                          <p:spTgt spid="31747">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1747">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1747">
                                            <p:txEl>
                                              <p:pRg st="10" end="10"/>
                                            </p:txEl>
                                          </p:spTgt>
                                        </p:tgtEl>
                                        <p:attrNameLst>
                                          <p:attrName>style.visibility</p:attrName>
                                        </p:attrNameLst>
                                      </p:cBhvr>
                                      <p:to>
                                        <p:strVal val="visible"/>
                                      </p:to>
                                    </p:set>
                                    <p:anim calcmode="lin" valueType="num">
                                      <p:cBhvr additive="base">
                                        <p:cTn id="49" dur="500" fill="hold"/>
                                        <p:tgtEl>
                                          <p:spTgt spid="31747">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1747">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1747">
                                            <p:txEl>
                                              <p:pRg st="11" end="11"/>
                                            </p:txEl>
                                          </p:spTgt>
                                        </p:tgtEl>
                                        <p:attrNameLst>
                                          <p:attrName>style.visibility</p:attrName>
                                        </p:attrNameLst>
                                      </p:cBhvr>
                                      <p:to>
                                        <p:strVal val="visible"/>
                                      </p:to>
                                    </p:set>
                                    <p:anim calcmode="lin" valueType="num">
                                      <p:cBhvr additive="base">
                                        <p:cTn id="53" dur="500" fill="hold"/>
                                        <p:tgtEl>
                                          <p:spTgt spid="31747">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1747">
                                            <p:txEl>
                                              <p:pRg st="11" end="11"/>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1747">
                                            <p:txEl>
                                              <p:pRg st="12" end="12"/>
                                            </p:txEl>
                                          </p:spTgt>
                                        </p:tgtEl>
                                        <p:attrNameLst>
                                          <p:attrName>style.visibility</p:attrName>
                                        </p:attrNameLst>
                                      </p:cBhvr>
                                      <p:to>
                                        <p:strVal val="visible"/>
                                      </p:to>
                                    </p:set>
                                    <p:anim calcmode="lin" valueType="num">
                                      <p:cBhvr additive="base">
                                        <p:cTn id="57" dur="500" fill="hold"/>
                                        <p:tgtEl>
                                          <p:spTgt spid="31747">
                                            <p:txEl>
                                              <p:pRg st="12" end="1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1747">
                                            <p:txEl>
                                              <p:pRg st="12" end="12"/>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31747">
                                            <p:txEl>
                                              <p:pRg st="13" end="13"/>
                                            </p:txEl>
                                          </p:spTgt>
                                        </p:tgtEl>
                                        <p:attrNameLst>
                                          <p:attrName>style.visibility</p:attrName>
                                        </p:attrNameLst>
                                      </p:cBhvr>
                                      <p:to>
                                        <p:strVal val="visible"/>
                                      </p:to>
                                    </p:set>
                                    <p:anim calcmode="lin" valueType="num">
                                      <p:cBhvr additive="base">
                                        <p:cTn id="61" dur="500" fill="hold"/>
                                        <p:tgtEl>
                                          <p:spTgt spid="31747">
                                            <p:txEl>
                                              <p:pRg st="13" end="1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1747">
                                            <p:txEl>
                                              <p:pRg st="13" end="13"/>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31747">
                                            <p:txEl>
                                              <p:pRg st="14" end="14"/>
                                            </p:txEl>
                                          </p:spTgt>
                                        </p:tgtEl>
                                        <p:attrNameLst>
                                          <p:attrName>style.visibility</p:attrName>
                                        </p:attrNameLst>
                                      </p:cBhvr>
                                      <p:to>
                                        <p:strVal val="visible"/>
                                      </p:to>
                                    </p:set>
                                    <p:anim calcmode="lin" valueType="num">
                                      <p:cBhvr additive="base">
                                        <p:cTn id="65" dur="500" fill="hold"/>
                                        <p:tgtEl>
                                          <p:spTgt spid="31747">
                                            <p:txEl>
                                              <p:pRg st="14" end="14"/>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31747">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2"/>
                                        </p:tgtEl>
                                        <p:attrNameLst>
                                          <p:attrName>style.visibility</p:attrName>
                                        </p:attrNameLst>
                                      </p:cBhvr>
                                      <p:to>
                                        <p:strVal val="visible"/>
                                      </p:to>
                                    </p:set>
                                    <p:anim calcmode="lin" valueType="num">
                                      <p:cBhvr additive="base">
                                        <p:cTn id="71" dur="500" fill="hold"/>
                                        <p:tgtEl>
                                          <p:spTgt spid="2"/>
                                        </p:tgtEl>
                                        <p:attrNameLst>
                                          <p:attrName>ppt_x</p:attrName>
                                        </p:attrNameLst>
                                      </p:cBhvr>
                                      <p:tavLst>
                                        <p:tav tm="0">
                                          <p:val>
                                            <p:strVal val="#ppt_x"/>
                                          </p:val>
                                        </p:tav>
                                        <p:tav tm="100000">
                                          <p:val>
                                            <p:strVal val="#ppt_x"/>
                                          </p:val>
                                        </p:tav>
                                      </p:tavLst>
                                    </p:anim>
                                    <p:anim calcmode="lin" valueType="num">
                                      <p:cBhvr additive="base">
                                        <p:cTn id="7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448AA-8C54-74B0-FBA8-F426F269E4CE}"/>
              </a:ext>
            </a:extLst>
          </p:cNvPr>
          <p:cNvSpPr>
            <a:spLocks noGrp="1"/>
          </p:cNvSpPr>
          <p:nvPr>
            <p:ph type="title"/>
          </p:nvPr>
        </p:nvSpPr>
        <p:spPr>
          <a:xfrm>
            <a:off x="896735" y="754277"/>
            <a:ext cx="3857627" cy="5899649"/>
          </a:xfrm>
        </p:spPr>
        <p:txBody>
          <a:bodyPr>
            <a:normAutofit/>
          </a:bodyPr>
          <a:lstStyle/>
          <a:p>
            <a:pPr algn="r"/>
            <a:r>
              <a:rPr lang="en-US" sz="4800" dirty="0">
                <a:latin typeface="Times New Roman"/>
                <a:cs typeface="Times New Roman"/>
              </a:rPr>
              <a:t>Applications of BFS</a:t>
            </a:r>
          </a:p>
        </p:txBody>
      </p:sp>
      <p:graphicFrame>
        <p:nvGraphicFramePr>
          <p:cNvPr id="5" name="Content Placeholder 2">
            <a:extLst>
              <a:ext uri="{FF2B5EF4-FFF2-40B4-BE49-F238E27FC236}">
                <a16:creationId xmlns:a16="http://schemas.microsoft.com/office/drawing/2014/main" id="{201A7E60-7347-8925-9E84-D86C6B6DE2C7}"/>
              </a:ext>
            </a:extLst>
          </p:cNvPr>
          <p:cNvGraphicFramePr>
            <a:graphicFrameLocks noGrp="1"/>
          </p:cNvGraphicFramePr>
          <p:nvPr>
            <p:ph idx="1"/>
            <p:extLst>
              <p:ext uri="{D42A27DB-BD31-4B8C-83A1-F6EECF244321}">
                <p14:modId xmlns:p14="http://schemas.microsoft.com/office/powerpoint/2010/main" val="1140207474"/>
              </p:ext>
            </p:extLst>
          </p:nvPr>
        </p:nvGraphicFramePr>
        <p:xfrm>
          <a:off x="4891539" y="754277"/>
          <a:ext cx="6526618" cy="52024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Date Placeholder 2">
            <a:extLst>
              <a:ext uri="{FF2B5EF4-FFF2-40B4-BE49-F238E27FC236}">
                <a16:creationId xmlns:a16="http://schemas.microsoft.com/office/drawing/2014/main" id="{65CAE106-7D29-4571-8D02-C9118F5976A8}"/>
              </a:ext>
            </a:extLst>
          </p:cNvPr>
          <p:cNvSpPr>
            <a:spLocks noGrp="1"/>
          </p:cNvSpPr>
          <p:nvPr>
            <p:ph type="dt" sz="half" idx="10"/>
          </p:nvPr>
        </p:nvSpPr>
        <p:spPr/>
        <p:txBody>
          <a:bodyPr/>
          <a:lstStyle/>
          <a:p>
            <a:fld id="{9D2E3D44-BC35-4920-9E75-21E3DE7C7E06}" type="datetime2">
              <a:rPr lang="en-US" smtClean="0"/>
              <a:t>Thursday, January 29, 2026</a:t>
            </a:fld>
            <a:endParaRPr lang="en-US" dirty="0"/>
          </a:p>
        </p:txBody>
      </p:sp>
      <p:sp>
        <p:nvSpPr>
          <p:cNvPr id="4" name="Footer Placeholder 3">
            <a:extLst>
              <a:ext uri="{FF2B5EF4-FFF2-40B4-BE49-F238E27FC236}">
                <a16:creationId xmlns:a16="http://schemas.microsoft.com/office/drawing/2014/main" id="{5C7406E3-33DB-44C1-8538-458B8C0B98E0}"/>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F26E842B-1DBF-41F3-A125-F5F46D9481DC}"/>
              </a:ext>
            </a:extLst>
          </p:cNvPr>
          <p:cNvSpPr>
            <a:spLocks noGrp="1"/>
          </p:cNvSpPr>
          <p:nvPr>
            <p:ph type="sldNum" sz="quarter" idx="12"/>
          </p:nvPr>
        </p:nvSpPr>
        <p:spPr/>
        <p:txBody>
          <a:bodyPr/>
          <a:lstStyle/>
          <a:p>
            <a:fld id="{7BE69E03-4804-4553-A1EC-F089884EF50F}" type="slidenum">
              <a:rPr lang="en-US" smtClean="0"/>
              <a:t>61</a:t>
            </a:fld>
            <a:endParaRPr lang="en-US"/>
          </a:p>
        </p:txBody>
      </p:sp>
    </p:spTree>
    <p:extLst>
      <p:ext uri="{BB962C8B-B14F-4D97-AF65-F5344CB8AC3E}">
        <p14:creationId xmlns:p14="http://schemas.microsoft.com/office/powerpoint/2010/main" val="22318483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1C9C3-683E-675A-68B4-C5D394C23367}"/>
              </a:ext>
            </a:extLst>
          </p:cNvPr>
          <p:cNvSpPr>
            <a:spLocks noGrp="1"/>
          </p:cNvSpPr>
          <p:nvPr>
            <p:ph type="title"/>
          </p:nvPr>
        </p:nvSpPr>
        <p:spPr>
          <a:xfrm>
            <a:off x="420624" y="365125"/>
            <a:ext cx="10515600" cy="1325563"/>
          </a:xfrm>
        </p:spPr>
        <p:txBody>
          <a:bodyPr/>
          <a:lstStyle/>
          <a:p>
            <a:r>
              <a:rPr lang="en-US" dirty="0"/>
              <a:t>DFS Algorithm</a:t>
            </a:r>
          </a:p>
        </p:txBody>
      </p:sp>
      <p:sp>
        <p:nvSpPr>
          <p:cNvPr id="3" name="Content Placeholder 2">
            <a:extLst>
              <a:ext uri="{FF2B5EF4-FFF2-40B4-BE49-F238E27FC236}">
                <a16:creationId xmlns:a16="http://schemas.microsoft.com/office/drawing/2014/main" id="{3E3A7978-9457-19DA-BC7D-7E9795DDE440}"/>
              </a:ext>
            </a:extLst>
          </p:cNvPr>
          <p:cNvSpPr>
            <a:spLocks noGrp="1"/>
          </p:cNvSpPr>
          <p:nvPr>
            <p:ph idx="1"/>
          </p:nvPr>
        </p:nvSpPr>
        <p:spPr>
          <a:xfrm>
            <a:off x="1603512" y="1825625"/>
            <a:ext cx="9332711" cy="4206383"/>
          </a:xfrm>
        </p:spPr>
        <p:txBody>
          <a:bodyPr>
            <a:normAutofit fontScale="92500" lnSpcReduction="20000"/>
          </a:bodyPr>
          <a:lstStyle/>
          <a:p>
            <a:pPr marL="0" indent="0">
              <a:buNone/>
            </a:pPr>
            <a:r>
              <a:rPr lang="en-US" dirty="0"/>
              <a:t>DFS (v)</a:t>
            </a:r>
          </a:p>
          <a:p>
            <a:pPr marL="0" indent="0">
              <a:buNone/>
            </a:pPr>
            <a:r>
              <a:rPr lang="en-US" dirty="0"/>
              <a:t> {</a:t>
            </a:r>
          </a:p>
          <a:p>
            <a:pPr marL="0" indent="0">
              <a:buNone/>
            </a:pPr>
            <a:r>
              <a:rPr lang="en-US" dirty="0"/>
              <a:t>	Label v as visited;                                             </a:t>
            </a:r>
            <a:r>
              <a:rPr lang="en-US" dirty="0">
                <a:solidFill>
                  <a:srgbClr val="FF0000"/>
                </a:solidFill>
              </a:rPr>
              <a:t>O(n)</a:t>
            </a:r>
          </a:p>
          <a:p>
            <a:pPr marL="0" indent="0">
              <a:buNone/>
            </a:pPr>
            <a:r>
              <a:rPr lang="en-US" dirty="0"/>
              <a:t>	for each verted w adjacent from v</a:t>
            </a:r>
          </a:p>
          <a:p>
            <a:pPr marL="0" indent="0">
              <a:buNone/>
            </a:pPr>
            <a:r>
              <a:rPr lang="en-US" dirty="0"/>
              <a:t>	{	</a:t>
            </a:r>
          </a:p>
          <a:p>
            <a:pPr marL="0" indent="0">
              <a:buNone/>
            </a:pPr>
            <a:r>
              <a:rPr lang="en-US" dirty="0"/>
              <a:t>		if (w is not visited)</a:t>
            </a:r>
          </a:p>
          <a:p>
            <a:pPr marL="0" indent="0">
              <a:buNone/>
            </a:pPr>
            <a:r>
              <a:rPr lang="en-US" dirty="0"/>
              <a:t>		DFS(w);</a:t>
            </a:r>
          </a:p>
          <a:p>
            <a:pPr marL="0" indent="0">
              <a:buNone/>
            </a:pPr>
            <a:r>
              <a:rPr lang="en-US" dirty="0"/>
              <a:t>	}</a:t>
            </a:r>
          </a:p>
          <a:p>
            <a:pPr marL="0" indent="0">
              <a:buNone/>
            </a:pPr>
            <a:r>
              <a:rPr lang="en-US" dirty="0"/>
              <a:t>}</a:t>
            </a:r>
          </a:p>
          <a:p>
            <a:pPr marL="0" indent="0">
              <a:buNone/>
            </a:pPr>
            <a:r>
              <a:rPr lang="en-US" dirty="0"/>
              <a:t>	</a:t>
            </a:r>
          </a:p>
        </p:txBody>
      </p:sp>
      <p:sp>
        <p:nvSpPr>
          <p:cNvPr id="4" name="Date Placeholder 3">
            <a:extLst>
              <a:ext uri="{FF2B5EF4-FFF2-40B4-BE49-F238E27FC236}">
                <a16:creationId xmlns:a16="http://schemas.microsoft.com/office/drawing/2014/main" id="{10700179-B1D0-F614-3484-9B3C1D9FA4C5}"/>
              </a:ext>
            </a:extLst>
          </p:cNvPr>
          <p:cNvSpPr>
            <a:spLocks noGrp="1"/>
          </p:cNvSpPr>
          <p:nvPr>
            <p:ph type="dt" sz="half" idx="10"/>
          </p:nvPr>
        </p:nvSpPr>
        <p:spPr/>
        <p:txBody>
          <a:bodyPr/>
          <a:lstStyle/>
          <a:p>
            <a:fld id="{1A1383CB-15EA-4EE8-AA24-9B39618AB567}" type="datetime2">
              <a:rPr lang="en-US" smtClean="0"/>
              <a:t>Thursday, January 29, 2026</a:t>
            </a:fld>
            <a:endParaRPr lang="en-US" dirty="0"/>
          </a:p>
        </p:txBody>
      </p:sp>
      <p:sp>
        <p:nvSpPr>
          <p:cNvPr id="5" name="Footer Placeholder 4">
            <a:extLst>
              <a:ext uri="{FF2B5EF4-FFF2-40B4-BE49-F238E27FC236}">
                <a16:creationId xmlns:a16="http://schemas.microsoft.com/office/drawing/2014/main" id="{8F87AA5A-235E-052B-1A91-C70397AC7F99}"/>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BC5A5E32-D4B4-CB45-8DA2-F8D0DBA88E1B}"/>
              </a:ext>
            </a:extLst>
          </p:cNvPr>
          <p:cNvSpPr>
            <a:spLocks noGrp="1"/>
          </p:cNvSpPr>
          <p:nvPr>
            <p:ph type="sldNum" sz="quarter" idx="12"/>
          </p:nvPr>
        </p:nvSpPr>
        <p:spPr/>
        <p:txBody>
          <a:bodyPr/>
          <a:lstStyle/>
          <a:p>
            <a:fld id="{7BE69E03-4804-4553-A1EC-F089884EF50F}" type="slidenum">
              <a:rPr lang="en-US" smtClean="0"/>
              <a:t>62</a:t>
            </a:fld>
            <a:endParaRPr lang="en-US"/>
          </a:p>
        </p:txBody>
      </p:sp>
      <p:sp>
        <p:nvSpPr>
          <p:cNvPr id="7" name="TextBox 6">
            <a:extLst>
              <a:ext uri="{FF2B5EF4-FFF2-40B4-BE49-F238E27FC236}">
                <a16:creationId xmlns:a16="http://schemas.microsoft.com/office/drawing/2014/main" id="{334A7171-4209-D6AA-739A-6DFEAB0B184F}"/>
              </a:ext>
            </a:extLst>
          </p:cNvPr>
          <p:cNvSpPr txBox="1"/>
          <p:nvPr/>
        </p:nvSpPr>
        <p:spPr>
          <a:xfrm>
            <a:off x="7726017" y="3207026"/>
            <a:ext cx="3763619" cy="2862322"/>
          </a:xfrm>
          <a:prstGeom prst="rect">
            <a:avLst/>
          </a:prstGeom>
          <a:noFill/>
        </p:spPr>
        <p:txBody>
          <a:bodyPr wrap="square" rtlCol="0">
            <a:spAutoFit/>
          </a:bodyPr>
          <a:lstStyle/>
          <a:p>
            <a:r>
              <a:rPr lang="en-US" altLang="zh-TW" sz="1800" b="1" dirty="0">
                <a:solidFill>
                  <a:srgbClr val="FF0000"/>
                </a:solidFill>
                <a:latin typeface="Courier New" panose="02070309020205020404" pitchFamily="49" charset="0"/>
              </a:rPr>
              <a:t>For adjacency matrix representation of the graph then O(n) time. Total steps O(n</a:t>
            </a:r>
            <a:r>
              <a:rPr lang="en-US" altLang="zh-TW" sz="1800" b="1" baseline="30000" dirty="0">
                <a:solidFill>
                  <a:srgbClr val="FF0000"/>
                </a:solidFill>
                <a:latin typeface="Courier New" panose="02070309020205020404" pitchFamily="49" charset="0"/>
              </a:rPr>
              <a:t>2</a:t>
            </a:r>
            <a:r>
              <a:rPr lang="en-US" altLang="zh-TW" sz="1800" b="1" dirty="0">
                <a:solidFill>
                  <a:srgbClr val="FF0000"/>
                </a:solidFill>
                <a:latin typeface="Courier New" panose="02070309020205020404" pitchFamily="49" charset="0"/>
              </a:rPr>
              <a:t>) </a:t>
            </a:r>
          </a:p>
          <a:p>
            <a:endParaRPr lang="en-US" altLang="zh-TW" b="1" dirty="0">
              <a:solidFill>
                <a:srgbClr val="FF0000"/>
              </a:solidFill>
              <a:latin typeface="Courier New" panose="02070309020205020404" pitchFamily="49" charset="0"/>
            </a:endParaRPr>
          </a:p>
          <a:p>
            <a:r>
              <a:rPr lang="en-US" altLang="zh-TW" b="1" dirty="0">
                <a:solidFill>
                  <a:srgbClr val="FF0000"/>
                </a:solidFill>
                <a:latin typeface="Courier New" panose="02070309020205020404" pitchFamily="49" charset="0"/>
              </a:rPr>
              <a:t>F</a:t>
            </a:r>
            <a:r>
              <a:rPr lang="en-US" altLang="zh-TW" sz="1800" b="1" dirty="0">
                <a:solidFill>
                  <a:srgbClr val="FF0000"/>
                </a:solidFill>
                <a:latin typeface="Courier New" panose="02070309020205020404" pitchFamily="49" charset="0"/>
              </a:rPr>
              <a:t>or adjacency list representation O(degree(w)). Total steps O(n + e)</a:t>
            </a:r>
          </a:p>
          <a:p>
            <a:endParaRPr lang="en-US" dirty="0"/>
          </a:p>
        </p:txBody>
      </p:sp>
    </p:spTree>
    <p:extLst>
      <p:ext uri="{BB962C8B-B14F-4D97-AF65-F5344CB8AC3E}">
        <p14:creationId xmlns:p14="http://schemas.microsoft.com/office/powerpoint/2010/main" val="4242967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C72F6ED-0B6B-9FDB-3A6F-289ECFFB91F1}"/>
              </a:ext>
            </a:extLst>
          </p:cNvPr>
          <p:cNvSpPr>
            <a:spLocks noGrp="1" noChangeArrowheads="1"/>
          </p:cNvSpPr>
          <p:nvPr>
            <p:ph type="title"/>
          </p:nvPr>
        </p:nvSpPr>
        <p:spPr>
          <a:noFill/>
        </p:spPr>
        <p:txBody>
          <a:bodyPr/>
          <a:lstStyle/>
          <a:p>
            <a:r>
              <a:rPr lang="en-US" altLang="en-US" dirty="0"/>
              <a:t>Depth-First Search Example</a:t>
            </a:r>
          </a:p>
        </p:txBody>
      </p:sp>
      <p:sp>
        <p:nvSpPr>
          <p:cNvPr id="6147" name="Rectangle 3">
            <a:extLst>
              <a:ext uri="{FF2B5EF4-FFF2-40B4-BE49-F238E27FC236}">
                <a16:creationId xmlns:a16="http://schemas.microsoft.com/office/drawing/2014/main" id="{506CEF85-F84A-683E-4159-C90752F52E25}"/>
              </a:ext>
            </a:extLst>
          </p:cNvPr>
          <p:cNvSpPr>
            <a:spLocks noGrp="1" noChangeArrowheads="1"/>
          </p:cNvSpPr>
          <p:nvPr>
            <p:ph type="body" idx="1"/>
          </p:nvPr>
        </p:nvSpPr>
        <p:spPr>
          <a:xfrm>
            <a:off x="7010400" y="1901825"/>
            <a:ext cx="4426424" cy="711200"/>
          </a:xfrm>
          <a:noFill/>
        </p:spPr>
        <p:txBody>
          <a:bodyPr/>
          <a:lstStyle/>
          <a:p>
            <a:pPr>
              <a:buFontTx/>
              <a:buNone/>
            </a:pPr>
            <a:r>
              <a:rPr lang="en-US" altLang="en-US" dirty="0"/>
              <a:t>Start search at vertex </a:t>
            </a:r>
            <a:r>
              <a:rPr lang="en-US" altLang="en-US" dirty="0">
                <a:solidFill>
                  <a:schemeClr val="hlink"/>
                </a:solidFill>
              </a:rPr>
              <a:t>1</a:t>
            </a:r>
            <a:r>
              <a:rPr lang="en-US" altLang="en-US" dirty="0">
                <a:solidFill>
                  <a:schemeClr val="bg2"/>
                </a:solidFill>
              </a:rPr>
              <a:t>.</a:t>
            </a:r>
          </a:p>
          <a:p>
            <a:pPr>
              <a:buFontTx/>
              <a:buNone/>
            </a:pPr>
            <a:endParaRPr lang="en-US" altLang="en-US" dirty="0">
              <a:solidFill>
                <a:schemeClr val="bg2"/>
              </a:solidFill>
            </a:endParaRPr>
          </a:p>
          <a:p>
            <a:pPr>
              <a:buFontTx/>
              <a:buNone/>
            </a:pPr>
            <a:r>
              <a:rPr lang="en-US" altLang="en-US" dirty="0">
                <a:solidFill>
                  <a:schemeClr val="bg2"/>
                </a:solidFill>
              </a:rPr>
              <a:t>Trace the DFS algorithm</a:t>
            </a:r>
          </a:p>
        </p:txBody>
      </p:sp>
      <p:grpSp>
        <p:nvGrpSpPr>
          <p:cNvPr id="6183" name="Group 39">
            <a:extLst>
              <a:ext uri="{FF2B5EF4-FFF2-40B4-BE49-F238E27FC236}">
                <a16:creationId xmlns:a16="http://schemas.microsoft.com/office/drawing/2014/main" id="{66927E11-9ECC-BB5B-E1D4-CB6C3BCF9132}"/>
              </a:ext>
            </a:extLst>
          </p:cNvPr>
          <p:cNvGrpSpPr>
            <a:grpSpLocks/>
          </p:cNvGrpSpPr>
          <p:nvPr/>
        </p:nvGrpSpPr>
        <p:grpSpPr bwMode="auto">
          <a:xfrm>
            <a:off x="1835150" y="1758950"/>
            <a:ext cx="5403850" cy="3670300"/>
            <a:chOff x="196" y="1108"/>
            <a:chExt cx="3404" cy="2312"/>
          </a:xfrm>
        </p:grpSpPr>
        <p:sp>
          <p:nvSpPr>
            <p:cNvPr id="32773" name="Oval 4">
              <a:extLst>
                <a:ext uri="{FF2B5EF4-FFF2-40B4-BE49-F238E27FC236}">
                  <a16:creationId xmlns:a16="http://schemas.microsoft.com/office/drawing/2014/main" id="{ED81E3B4-4041-98FE-7EF3-18D00B25E112}"/>
                </a:ext>
              </a:extLst>
            </p:cNvPr>
            <p:cNvSpPr>
              <a:spLocks noChangeArrowheads="1"/>
            </p:cNvSpPr>
            <p:nvPr/>
          </p:nvSpPr>
          <p:spPr bwMode="auto">
            <a:xfrm>
              <a:off x="196" y="1636"/>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2" charset="2"/>
                <a:buNone/>
                <a:tabLst/>
                <a:defRPr/>
              </a:pPr>
              <a:endParaRPr kumimoji="1" lang="en-US" alt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74" name="Oval 5">
              <a:extLst>
                <a:ext uri="{FF2B5EF4-FFF2-40B4-BE49-F238E27FC236}">
                  <a16:creationId xmlns:a16="http://schemas.microsoft.com/office/drawing/2014/main" id="{ECFD8A27-9770-3A5F-B050-CCF76C75D163}"/>
                </a:ext>
              </a:extLst>
            </p:cNvPr>
            <p:cNvSpPr>
              <a:spLocks noChangeArrowheads="1"/>
            </p:cNvSpPr>
            <p:nvPr/>
          </p:nvSpPr>
          <p:spPr bwMode="auto">
            <a:xfrm>
              <a:off x="820" y="1108"/>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2" charset="2"/>
                <a:buNone/>
                <a:tabLst/>
                <a:defRPr/>
              </a:pPr>
              <a:endParaRPr kumimoji="1" lang="en-US" alt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75" name="Oval 6">
              <a:extLst>
                <a:ext uri="{FF2B5EF4-FFF2-40B4-BE49-F238E27FC236}">
                  <a16:creationId xmlns:a16="http://schemas.microsoft.com/office/drawing/2014/main" id="{7656AADE-8BFE-07C6-FA7F-E64F1677F019}"/>
                </a:ext>
              </a:extLst>
            </p:cNvPr>
            <p:cNvSpPr>
              <a:spLocks noChangeArrowheads="1"/>
            </p:cNvSpPr>
            <p:nvPr/>
          </p:nvSpPr>
          <p:spPr bwMode="auto">
            <a:xfrm>
              <a:off x="1828" y="1300"/>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2" charset="2"/>
                <a:buNone/>
                <a:tabLst/>
                <a:defRPr/>
              </a:pPr>
              <a:endParaRPr kumimoji="1" lang="en-US" alt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76" name="Oval 7">
              <a:extLst>
                <a:ext uri="{FF2B5EF4-FFF2-40B4-BE49-F238E27FC236}">
                  <a16:creationId xmlns:a16="http://schemas.microsoft.com/office/drawing/2014/main" id="{44B73F53-D21A-7F8F-95D0-CF120D13CE6E}"/>
                </a:ext>
              </a:extLst>
            </p:cNvPr>
            <p:cNvSpPr>
              <a:spLocks noChangeArrowheads="1"/>
            </p:cNvSpPr>
            <p:nvPr/>
          </p:nvSpPr>
          <p:spPr bwMode="auto">
            <a:xfrm>
              <a:off x="2836" y="1492"/>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2" charset="2"/>
                <a:buNone/>
                <a:tabLst/>
                <a:defRPr/>
              </a:pPr>
              <a:endParaRPr kumimoji="1" lang="en-US" alt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77" name="Oval 8">
              <a:extLst>
                <a:ext uri="{FF2B5EF4-FFF2-40B4-BE49-F238E27FC236}">
                  <a16:creationId xmlns:a16="http://schemas.microsoft.com/office/drawing/2014/main" id="{899995A5-187E-2A06-A728-EB182759C7A7}"/>
                </a:ext>
              </a:extLst>
            </p:cNvPr>
            <p:cNvSpPr>
              <a:spLocks noChangeArrowheads="1"/>
            </p:cNvSpPr>
            <p:nvPr/>
          </p:nvSpPr>
          <p:spPr bwMode="auto">
            <a:xfrm>
              <a:off x="3316" y="2452"/>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2" charset="2"/>
                <a:buNone/>
                <a:tabLst/>
                <a:defRPr/>
              </a:pPr>
              <a:endParaRPr kumimoji="1" lang="en-US" alt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78" name="Oval 9">
              <a:extLst>
                <a:ext uri="{FF2B5EF4-FFF2-40B4-BE49-F238E27FC236}">
                  <a16:creationId xmlns:a16="http://schemas.microsoft.com/office/drawing/2014/main" id="{5F57007B-D995-FB19-AEC4-A8A3CB0EADE1}"/>
                </a:ext>
              </a:extLst>
            </p:cNvPr>
            <p:cNvSpPr>
              <a:spLocks noChangeArrowheads="1"/>
            </p:cNvSpPr>
            <p:nvPr/>
          </p:nvSpPr>
          <p:spPr bwMode="auto">
            <a:xfrm>
              <a:off x="580" y="2068"/>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2" charset="2"/>
                <a:buNone/>
                <a:tabLst/>
                <a:defRPr/>
              </a:pPr>
              <a:endParaRPr kumimoji="1" lang="en-US" alt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79" name="Oval 10">
              <a:extLst>
                <a:ext uri="{FF2B5EF4-FFF2-40B4-BE49-F238E27FC236}">
                  <a16:creationId xmlns:a16="http://schemas.microsoft.com/office/drawing/2014/main" id="{E962BB82-D806-52EF-CB3D-646D8467A689}"/>
                </a:ext>
              </a:extLst>
            </p:cNvPr>
            <p:cNvSpPr>
              <a:spLocks noChangeArrowheads="1"/>
            </p:cNvSpPr>
            <p:nvPr/>
          </p:nvSpPr>
          <p:spPr bwMode="auto">
            <a:xfrm>
              <a:off x="1540" y="2164"/>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2" charset="2"/>
                <a:buNone/>
                <a:tabLst/>
                <a:defRPr/>
              </a:pPr>
              <a:endParaRPr kumimoji="1" lang="en-US" alt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80" name="Oval 11">
              <a:extLst>
                <a:ext uri="{FF2B5EF4-FFF2-40B4-BE49-F238E27FC236}">
                  <a16:creationId xmlns:a16="http://schemas.microsoft.com/office/drawing/2014/main" id="{28D3ACDD-E2D9-5756-7EF5-A3CC6D5C9C39}"/>
                </a:ext>
              </a:extLst>
            </p:cNvPr>
            <p:cNvSpPr>
              <a:spLocks noChangeArrowheads="1"/>
            </p:cNvSpPr>
            <p:nvPr/>
          </p:nvSpPr>
          <p:spPr bwMode="auto">
            <a:xfrm>
              <a:off x="2500" y="2260"/>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2" charset="2"/>
                <a:buNone/>
                <a:tabLst/>
                <a:defRPr/>
              </a:pPr>
              <a:endParaRPr kumimoji="1" lang="en-US" alt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81" name="Oval 12">
              <a:extLst>
                <a:ext uri="{FF2B5EF4-FFF2-40B4-BE49-F238E27FC236}">
                  <a16:creationId xmlns:a16="http://schemas.microsoft.com/office/drawing/2014/main" id="{C7191805-2902-CAC7-577E-079325601CB9}"/>
                </a:ext>
              </a:extLst>
            </p:cNvPr>
            <p:cNvSpPr>
              <a:spLocks noChangeArrowheads="1"/>
            </p:cNvSpPr>
            <p:nvPr/>
          </p:nvSpPr>
          <p:spPr bwMode="auto">
            <a:xfrm>
              <a:off x="2932" y="3124"/>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2" charset="2"/>
                <a:buNone/>
                <a:tabLst/>
                <a:defRPr/>
              </a:pPr>
              <a:endParaRPr kumimoji="1" lang="en-US" alt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82" name="Oval 13">
              <a:extLst>
                <a:ext uri="{FF2B5EF4-FFF2-40B4-BE49-F238E27FC236}">
                  <a16:creationId xmlns:a16="http://schemas.microsoft.com/office/drawing/2014/main" id="{F3E6FC35-C08F-8875-7C9B-B500F9C0AB1A}"/>
                </a:ext>
              </a:extLst>
            </p:cNvPr>
            <p:cNvSpPr>
              <a:spLocks noChangeArrowheads="1"/>
            </p:cNvSpPr>
            <p:nvPr/>
          </p:nvSpPr>
          <p:spPr bwMode="auto">
            <a:xfrm>
              <a:off x="1060" y="2980"/>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2" charset="2"/>
                <a:buNone/>
                <a:tabLst/>
                <a:defRPr/>
              </a:pPr>
              <a:endParaRPr kumimoji="1" lang="en-US" alt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83" name="Oval 14">
              <a:extLst>
                <a:ext uri="{FF2B5EF4-FFF2-40B4-BE49-F238E27FC236}">
                  <a16:creationId xmlns:a16="http://schemas.microsoft.com/office/drawing/2014/main" id="{D132D1FE-3832-5F1D-F1F9-BE277B2B5493}"/>
                </a:ext>
              </a:extLst>
            </p:cNvPr>
            <p:cNvSpPr>
              <a:spLocks noChangeArrowheads="1"/>
            </p:cNvSpPr>
            <p:nvPr/>
          </p:nvSpPr>
          <p:spPr bwMode="auto">
            <a:xfrm>
              <a:off x="2308" y="3124"/>
              <a:ext cx="280" cy="28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2" charset="2"/>
                <a:buNone/>
                <a:tabLst/>
                <a:defRPr/>
              </a:pPr>
              <a:endParaRPr kumimoji="1" lang="en-US" alt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84" name="Line 15">
              <a:extLst>
                <a:ext uri="{FF2B5EF4-FFF2-40B4-BE49-F238E27FC236}">
                  <a16:creationId xmlns:a16="http://schemas.microsoft.com/office/drawing/2014/main" id="{FCEF0B3E-3043-1417-D49C-36A0F41B6CBD}"/>
                </a:ext>
              </a:extLst>
            </p:cNvPr>
            <p:cNvSpPr>
              <a:spLocks noChangeShapeType="1"/>
            </p:cNvSpPr>
            <p:nvPr/>
          </p:nvSpPr>
          <p:spPr bwMode="auto">
            <a:xfrm flipH="1">
              <a:off x="432" y="1344"/>
              <a:ext cx="38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85" name="Line 16">
              <a:extLst>
                <a:ext uri="{FF2B5EF4-FFF2-40B4-BE49-F238E27FC236}">
                  <a16:creationId xmlns:a16="http://schemas.microsoft.com/office/drawing/2014/main" id="{9EDB1A90-6E4B-944D-40F7-A035B3822811}"/>
                </a:ext>
              </a:extLst>
            </p:cNvPr>
            <p:cNvSpPr>
              <a:spLocks noChangeShapeType="1"/>
            </p:cNvSpPr>
            <p:nvPr/>
          </p:nvSpPr>
          <p:spPr bwMode="auto">
            <a:xfrm>
              <a:off x="1008" y="1392"/>
              <a:ext cx="624" cy="81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86" name="Line 17">
              <a:extLst>
                <a:ext uri="{FF2B5EF4-FFF2-40B4-BE49-F238E27FC236}">
                  <a16:creationId xmlns:a16="http://schemas.microsoft.com/office/drawing/2014/main" id="{30EC5557-CB1A-5DF3-8393-5DA7140D5FD5}"/>
                </a:ext>
              </a:extLst>
            </p:cNvPr>
            <p:cNvSpPr>
              <a:spLocks noChangeShapeType="1"/>
            </p:cNvSpPr>
            <p:nvPr/>
          </p:nvSpPr>
          <p:spPr bwMode="auto">
            <a:xfrm>
              <a:off x="432" y="1920"/>
              <a:ext cx="192"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87" name="Line 18">
              <a:extLst>
                <a:ext uri="{FF2B5EF4-FFF2-40B4-BE49-F238E27FC236}">
                  <a16:creationId xmlns:a16="http://schemas.microsoft.com/office/drawing/2014/main" id="{59A132BC-4EA8-0BAD-816A-3C71106AE63D}"/>
                </a:ext>
              </a:extLst>
            </p:cNvPr>
            <p:cNvSpPr>
              <a:spLocks noChangeShapeType="1"/>
            </p:cNvSpPr>
            <p:nvPr/>
          </p:nvSpPr>
          <p:spPr bwMode="auto">
            <a:xfrm>
              <a:off x="816" y="2352"/>
              <a:ext cx="336" cy="62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88" name="Line 19">
              <a:extLst>
                <a:ext uri="{FF2B5EF4-FFF2-40B4-BE49-F238E27FC236}">
                  <a16:creationId xmlns:a16="http://schemas.microsoft.com/office/drawing/2014/main" id="{39C5E96D-0E6B-8981-348E-9CE02EA0BA18}"/>
                </a:ext>
              </a:extLst>
            </p:cNvPr>
            <p:cNvSpPr>
              <a:spLocks noChangeShapeType="1"/>
            </p:cNvSpPr>
            <p:nvPr/>
          </p:nvSpPr>
          <p:spPr bwMode="auto">
            <a:xfrm>
              <a:off x="1344" y="3168"/>
              <a:ext cx="1008"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89" name="Line 20">
              <a:extLst>
                <a:ext uri="{FF2B5EF4-FFF2-40B4-BE49-F238E27FC236}">
                  <a16:creationId xmlns:a16="http://schemas.microsoft.com/office/drawing/2014/main" id="{402F27F6-752F-8D14-73FA-FE9707549A74}"/>
                </a:ext>
              </a:extLst>
            </p:cNvPr>
            <p:cNvSpPr>
              <a:spLocks noChangeShapeType="1"/>
            </p:cNvSpPr>
            <p:nvPr/>
          </p:nvSpPr>
          <p:spPr bwMode="auto">
            <a:xfrm flipH="1">
              <a:off x="1728" y="1536"/>
              <a:ext cx="336" cy="62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90" name="Line 21">
              <a:extLst>
                <a:ext uri="{FF2B5EF4-FFF2-40B4-BE49-F238E27FC236}">
                  <a16:creationId xmlns:a16="http://schemas.microsoft.com/office/drawing/2014/main" id="{8A6532F5-6963-D250-6963-70BF8FFB8D41}"/>
                </a:ext>
              </a:extLst>
            </p:cNvPr>
            <p:cNvSpPr>
              <a:spLocks noChangeShapeType="1"/>
            </p:cNvSpPr>
            <p:nvPr/>
          </p:nvSpPr>
          <p:spPr bwMode="auto">
            <a:xfrm>
              <a:off x="1728" y="2448"/>
              <a:ext cx="672" cy="72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91" name="Line 22">
              <a:extLst>
                <a:ext uri="{FF2B5EF4-FFF2-40B4-BE49-F238E27FC236}">
                  <a16:creationId xmlns:a16="http://schemas.microsoft.com/office/drawing/2014/main" id="{EE5A68D7-A59C-81A4-0831-E058B4BD7F5D}"/>
                </a:ext>
              </a:extLst>
            </p:cNvPr>
            <p:cNvSpPr>
              <a:spLocks noChangeShapeType="1"/>
            </p:cNvSpPr>
            <p:nvPr/>
          </p:nvSpPr>
          <p:spPr bwMode="auto">
            <a:xfrm flipH="1">
              <a:off x="2640" y="1776"/>
              <a:ext cx="288" cy="4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92" name="Line 23">
              <a:extLst>
                <a:ext uri="{FF2B5EF4-FFF2-40B4-BE49-F238E27FC236}">
                  <a16:creationId xmlns:a16="http://schemas.microsoft.com/office/drawing/2014/main" id="{8770F386-D244-38D0-C393-DB91B1635884}"/>
                </a:ext>
              </a:extLst>
            </p:cNvPr>
            <p:cNvSpPr>
              <a:spLocks noChangeShapeType="1"/>
            </p:cNvSpPr>
            <p:nvPr/>
          </p:nvSpPr>
          <p:spPr bwMode="auto">
            <a:xfrm flipV="1">
              <a:off x="3120" y="2736"/>
              <a:ext cx="336"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793" name="Rectangle 24">
              <a:extLst>
                <a:ext uri="{FF2B5EF4-FFF2-40B4-BE49-F238E27FC236}">
                  <a16:creationId xmlns:a16="http://schemas.microsoft.com/office/drawing/2014/main" id="{C5F18175-06BF-DAD0-B7D3-3AAA3E92AD0D}"/>
                </a:ext>
              </a:extLst>
            </p:cNvPr>
            <p:cNvSpPr>
              <a:spLocks noChangeArrowheads="1"/>
            </p:cNvSpPr>
            <p:nvPr/>
          </p:nvSpPr>
          <p:spPr bwMode="auto">
            <a:xfrm>
              <a:off x="864" y="1152"/>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50000"/>
                </a:spcBef>
                <a:spcAft>
                  <a:spcPct val="0"/>
                </a:spcAft>
                <a:buClrTx/>
                <a:buSzTx/>
                <a:buFont typeface="Monotype Sorts" pitchFamily="2" charset="2"/>
                <a:buNone/>
                <a:tabLst/>
                <a:defRPr/>
              </a:pPr>
              <a:r>
                <a:rPr kumimoji="1"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DFKai-SB" pitchFamily="65" charset="-128"/>
                  <a:cs typeface="+mn-cs"/>
                </a:rPr>
                <a:t>2</a:t>
              </a:r>
            </a:p>
          </p:txBody>
        </p:sp>
        <p:sp>
          <p:nvSpPr>
            <p:cNvPr id="32794" name="Rectangle 25">
              <a:extLst>
                <a:ext uri="{FF2B5EF4-FFF2-40B4-BE49-F238E27FC236}">
                  <a16:creationId xmlns:a16="http://schemas.microsoft.com/office/drawing/2014/main" id="{F1A9DA0E-F07C-805F-35C5-5BEC39544F24}"/>
                </a:ext>
              </a:extLst>
            </p:cNvPr>
            <p:cNvSpPr>
              <a:spLocks noChangeArrowheads="1"/>
            </p:cNvSpPr>
            <p:nvPr/>
          </p:nvSpPr>
          <p:spPr bwMode="auto">
            <a:xfrm>
              <a:off x="1872" y="129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50000"/>
                </a:spcBef>
                <a:spcAft>
                  <a:spcPct val="0"/>
                </a:spcAft>
                <a:buClrTx/>
                <a:buSzTx/>
                <a:buFont typeface="Monotype Sorts" pitchFamily="2" charset="2"/>
                <a:buNone/>
                <a:tabLst/>
                <a:defRPr/>
              </a:pPr>
              <a:r>
                <a:rPr kumimoji="1"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DFKai-SB" pitchFamily="65" charset="-128"/>
                  <a:cs typeface="+mn-cs"/>
                </a:rPr>
                <a:t>3</a:t>
              </a:r>
            </a:p>
          </p:txBody>
        </p:sp>
        <p:sp>
          <p:nvSpPr>
            <p:cNvPr id="32795" name="Rectangle 26">
              <a:extLst>
                <a:ext uri="{FF2B5EF4-FFF2-40B4-BE49-F238E27FC236}">
                  <a16:creationId xmlns:a16="http://schemas.microsoft.com/office/drawing/2014/main" id="{72E46AC3-EE54-9268-7672-222188B539A8}"/>
                </a:ext>
              </a:extLst>
            </p:cNvPr>
            <p:cNvSpPr>
              <a:spLocks noChangeArrowheads="1"/>
            </p:cNvSpPr>
            <p:nvPr/>
          </p:nvSpPr>
          <p:spPr bwMode="auto">
            <a:xfrm>
              <a:off x="2880" y="1536"/>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50000"/>
                </a:spcBef>
                <a:spcAft>
                  <a:spcPct val="0"/>
                </a:spcAft>
                <a:buClrTx/>
                <a:buSzTx/>
                <a:buFont typeface="Monotype Sorts" pitchFamily="2" charset="2"/>
                <a:buNone/>
                <a:tabLst/>
                <a:defRPr/>
              </a:pPr>
              <a:r>
                <a:rPr kumimoji="1"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DFKai-SB" pitchFamily="65" charset="-128"/>
                  <a:cs typeface="+mn-cs"/>
                </a:rPr>
                <a:t>8</a:t>
              </a:r>
            </a:p>
          </p:txBody>
        </p:sp>
        <p:sp>
          <p:nvSpPr>
            <p:cNvPr id="32796" name="Rectangle 27">
              <a:extLst>
                <a:ext uri="{FF2B5EF4-FFF2-40B4-BE49-F238E27FC236}">
                  <a16:creationId xmlns:a16="http://schemas.microsoft.com/office/drawing/2014/main" id="{608110A4-82B1-F2BC-7CE1-C3E3F121A96F}"/>
                </a:ext>
              </a:extLst>
            </p:cNvPr>
            <p:cNvSpPr>
              <a:spLocks noChangeArrowheads="1"/>
            </p:cNvSpPr>
            <p:nvPr/>
          </p:nvSpPr>
          <p:spPr bwMode="auto">
            <a:xfrm>
              <a:off x="3312" y="2496"/>
              <a:ext cx="28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50000"/>
                </a:spcBef>
                <a:spcAft>
                  <a:spcPct val="0"/>
                </a:spcAft>
                <a:buClrTx/>
                <a:buSzTx/>
                <a:buFont typeface="Monotype Sorts" pitchFamily="2" charset="2"/>
                <a:buNone/>
                <a:tabLst/>
                <a:defRPr/>
              </a:pPr>
              <a:r>
                <a:rPr kumimoji="1"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DFKai-SB" pitchFamily="65" charset="-128"/>
                  <a:cs typeface="+mn-cs"/>
                </a:rPr>
                <a:t>10</a:t>
              </a:r>
            </a:p>
          </p:txBody>
        </p:sp>
        <p:sp>
          <p:nvSpPr>
            <p:cNvPr id="32797" name="Rectangle 28">
              <a:extLst>
                <a:ext uri="{FF2B5EF4-FFF2-40B4-BE49-F238E27FC236}">
                  <a16:creationId xmlns:a16="http://schemas.microsoft.com/office/drawing/2014/main" id="{C748943F-E261-8AE0-B3B2-0D743A98F47D}"/>
                </a:ext>
              </a:extLst>
            </p:cNvPr>
            <p:cNvSpPr>
              <a:spLocks noChangeArrowheads="1"/>
            </p:cNvSpPr>
            <p:nvPr/>
          </p:nvSpPr>
          <p:spPr bwMode="auto">
            <a:xfrm>
              <a:off x="240" y="1680"/>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50000"/>
                </a:spcBef>
                <a:spcAft>
                  <a:spcPct val="0"/>
                </a:spcAft>
                <a:buClrTx/>
                <a:buSzTx/>
                <a:buFont typeface="Monotype Sorts" pitchFamily="2" charset="2"/>
                <a:buNone/>
                <a:tabLst/>
                <a:defRPr/>
              </a:pPr>
              <a:r>
                <a:rPr kumimoji="1"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DFKai-SB" pitchFamily="65" charset="-128"/>
                  <a:cs typeface="+mn-cs"/>
                </a:rPr>
                <a:t>1</a:t>
              </a:r>
            </a:p>
          </p:txBody>
        </p:sp>
        <p:sp>
          <p:nvSpPr>
            <p:cNvPr id="32798" name="Rectangle 29">
              <a:extLst>
                <a:ext uri="{FF2B5EF4-FFF2-40B4-BE49-F238E27FC236}">
                  <a16:creationId xmlns:a16="http://schemas.microsoft.com/office/drawing/2014/main" id="{2C360B6A-ABB6-5D2F-A50E-DE3B71C1DC58}"/>
                </a:ext>
              </a:extLst>
            </p:cNvPr>
            <p:cNvSpPr>
              <a:spLocks noChangeArrowheads="1"/>
            </p:cNvSpPr>
            <p:nvPr/>
          </p:nvSpPr>
          <p:spPr bwMode="auto">
            <a:xfrm>
              <a:off x="624" y="206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50000"/>
                </a:spcBef>
                <a:spcAft>
                  <a:spcPct val="0"/>
                </a:spcAft>
                <a:buClrTx/>
                <a:buSzTx/>
                <a:buFont typeface="Monotype Sorts" pitchFamily="2" charset="2"/>
                <a:buNone/>
                <a:tabLst/>
                <a:defRPr/>
              </a:pPr>
              <a:r>
                <a:rPr kumimoji="1"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DFKai-SB" pitchFamily="65" charset="-128"/>
                  <a:cs typeface="+mn-cs"/>
                </a:rPr>
                <a:t>4</a:t>
              </a:r>
            </a:p>
          </p:txBody>
        </p:sp>
        <p:sp>
          <p:nvSpPr>
            <p:cNvPr id="32799" name="Rectangle 30">
              <a:extLst>
                <a:ext uri="{FF2B5EF4-FFF2-40B4-BE49-F238E27FC236}">
                  <a16:creationId xmlns:a16="http://schemas.microsoft.com/office/drawing/2014/main" id="{91F14987-2D60-3CBF-645E-BCF804888DF4}"/>
                </a:ext>
              </a:extLst>
            </p:cNvPr>
            <p:cNvSpPr>
              <a:spLocks noChangeArrowheads="1"/>
            </p:cNvSpPr>
            <p:nvPr/>
          </p:nvSpPr>
          <p:spPr bwMode="auto">
            <a:xfrm>
              <a:off x="1584" y="220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50000"/>
                </a:spcBef>
                <a:spcAft>
                  <a:spcPct val="0"/>
                </a:spcAft>
                <a:buClrTx/>
                <a:buSzTx/>
                <a:buFont typeface="Monotype Sorts" pitchFamily="2" charset="2"/>
                <a:buNone/>
                <a:tabLst/>
                <a:defRPr/>
              </a:pPr>
              <a:r>
                <a:rPr kumimoji="1"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DFKai-SB" pitchFamily="65" charset="-128"/>
                  <a:cs typeface="+mn-cs"/>
                </a:rPr>
                <a:t>5</a:t>
              </a:r>
            </a:p>
          </p:txBody>
        </p:sp>
        <p:sp>
          <p:nvSpPr>
            <p:cNvPr id="32800" name="Rectangle 31">
              <a:extLst>
                <a:ext uri="{FF2B5EF4-FFF2-40B4-BE49-F238E27FC236}">
                  <a16:creationId xmlns:a16="http://schemas.microsoft.com/office/drawing/2014/main" id="{8B7BEAD9-27FC-4128-C797-4A5C633790FF}"/>
                </a:ext>
              </a:extLst>
            </p:cNvPr>
            <p:cNvSpPr>
              <a:spLocks noChangeArrowheads="1"/>
            </p:cNvSpPr>
            <p:nvPr/>
          </p:nvSpPr>
          <p:spPr bwMode="auto">
            <a:xfrm>
              <a:off x="2544" y="230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50000"/>
                </a:spcBef>
                <a:spcAft>
                  <a:spcPct val="0"/>
                </a:spcAft>
                <a:buClrTx/>
                <a:buSzTx/>
                <a:buFont typeface="Monotype Sorts" pitchFamily="2" charset="2"/>
                <a:buNone/>
                <a:tabLst/>
                <a:defRPr/>
              </a:pPr>
              <a:r>
                <a:rPr kumimoji="1"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DFKai-SB" pitchFamily="65" charset="-128"/>
                  <a:cs typeface="+mn-cs"/>
                </a:rPr>
                <a:t>9</a:t>
              </a:r>
            </a:p>
          </p:txBody>
        </p:sp>
        <p:sp>
          <p:nvSpPr>
            <p:cNvPr id="32801" name="Rectangle 32">
              <a:extLst>
                <a:ext uri="{FF2B5EF4-FFF2-40B4-BE49-F238E27FC236}">
                  <a16:creationId xmlns:a16="http://schemas.microsoft.com/office/drawing/2014/main" id="{8129D6EE-B618-BB34-A76E-5F901816F8BC}"/>
                </a:ext>
              </a:extLst>
            </p:cNvPr>
            <p:cNvSpPr>
              <a:spLocks noChangeArrowheads="1"/>
            </p:cNvSpPr>
            <p:nvPr/>
          </p:nvSpPr>
          <p:spPr bwMode="auto">
            <a:xfrm>
              <a:off x="2928" y="3168"/>
              <a:ext cx="48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50000"/>
                </a:spcBef>
                <a:spcAft>
                  <a:spcPct val="0"/>
                </a:spcAft>
                <a:buClrTx/>
                <a:buSzTx/>
                <a:buFont typeface="Monotype Sorts" pitchFamily="2" charset="2"/>
                <a:buNone/>
                <a:tabLst/>
                <a:defRPr/>
              </a:pPr>
              <a:r>
                <a:rPr kumimoji="1"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DFKai-SB" pitchFamily="65" charset="-128"/>
                  <a:cs typeface="+mn-cs"/>
                </a:rPr>
                <a:t>11</a:t>
              </a:r>
            </a:p>
          </p:txBody>
        </p:sp>
        <p:sp>
          <p:nvSpPr>
            <p:cNvPr id="32802" name="Rectangle 33">
              <a:extLst>
                <a:ext uri="{FF2B5EF4-FFF2-40B4-BE49-F238E27FC236}">
                  <a16:creationId xmlns:a16="http://schemas.microsoft.com/office/drawing/2014/main" id="{26CCE22C-49DE-1BFA-7EA0-D0A829B8D278}"/>
                </a:ext>
              </a:extLst>
            </p:cNvPr>
            <p:cNvSpPr>
              <a:spLocks noChangeArrowheads="1"/>
            </p:cNvSpPr>
            <p:nvPr/>
          </p:nvSpPr>
          <p:spPr bwMode="auto">
            <a:xfrm>
              <a:off x="1104" y="3024"/>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50000"/>
                </a:spcBef>
                <a:spcAft>
                  <a:spcPct val="0"/>
                </a:spcAft>
                <a:buClrTx/>
                <a:buSzTx/>
                <a:buFont typeface="Monotype Sorts" pitchFamily="2" charset="2"/>
                <a:buNone/>
                <a:tabLst/>
                <a:defRPr/>
              </a:pPr>
              <a:r>
                <a:rPr kumimoji="1"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DFKai-SB" pitchFamily="65" charset="-128"/>
                  <a:cs typeface="+mn-cs"/>
                </a:rPr>
                <a:t>6</a:t>
              </a:r>
            </a:p>
          </p:txBody>
        </p:sp>
        <p:sp>
          <p:nvSpPr>
            <p:cNvPr id="32803" name="Rectangle 34">
              <a:extLst>
                <a:ext uri="{FF2B5EF4-FFF2-40B4-BE49-F238E27FC236}">
                  <a16:creationId xmlns:a16="http://schemas.microsoft.com/office/drawing/2014/main" id="{B58B8E5C-1CF3-749B-DA4A-481B8F6BEC92}"/>
                </a:ext>
              </a:extLst>
            </p:cNvPr>
            <p:cNvSpPr>
              <a:spLocks noChangeArrowheads="1"/>
            </p:cNvSpPr>
            <p:nvPr/>
          </p:nvSpPr>
          <p:spPr bwMode="auto">
            <a:xfrm>
              <a:off x="2352" y="3168"/>
              <a:ext cx="1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accent1"/>
                </a:buClr>
                <a:buSzPct val="70000"/>
                <a:buFont typeface="Monotype Sorts" pitchFamily="2" charset="2"/>
                <a:buChar char="n"/>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marL="0" marR="0" lvl="0" indent="0" algn="l" defTabSz="914400" rtl="0" eaLnBrk="0" fontAlgn="base" latinLnBrk="0" hangingPunct="0">
                <a:lnSpc>
                  <a:spcPct val="100000"/>
                </a:lnSpc>
                <a:spcBef>
                  <a:spcPct val="50000"/>
                </a:spcBef>
                <a:spcAft>
                  <a:spcPct val="0"/>
                </a:spcAft>
                <a:buClrTx/>
                <a:buSzTx/>
                <a:buFont typeface="Monotype Sorts" pitchFamily="2" charset="2"/>
                <a:buNone/>
                <a:tabLst/>
                <a:defRPr/>
              </a:pPr>
              <a:r>
                <a:rPr kumimoji="1"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DFKai-SB" pitchFamily="65" charset="-128"/>
                  <a:cs typeface="+mn-cs"/>
                </a:rPr>
                <a:t>7</a:t>
              </a:r>
            </a:p>
          </p:txBody>
        </p:sp>
        <p:sp>
          <p:nvSpPr>
            <p:cNvPr id="32804" name="Line 35">
              <a:extLst>
                <a:ext uri="{FF2B5EF4-FFF2-40B4-BE49-F238E27FC236}">
                  <a16:creationId xmlns:a16="http://schemas.microsoft.com/office/drawing/2014/main" id="{F13264F8-387F-8895-B703-462023F79BCE}"/>
                </a:ext>
              </a:extLst>
            </p:cNvPr>
            <p:cNvSpPr>
              <a:spLocks noChangeShapeType="1"/>
            </p:cNvSpPr>
            <p:nvPr/>
          </p:nvSpPr>
          <p:spPr bwMode="auto">
            <a:xfrm>
              <a:off x="1824" y="2304"/>
              <a:ext cx="72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805" name="Line 36">
              <a:extLst>
                <a:ext uri="{FF2B5EF4-FFF2-40B4-BE49-F238E27FC236}">
                  <a16:creationId xmlns:a16="http://schemas.microsoft.com/office/drawing/2014/main" id="{8E5D7D55-3450-186A-8A80-6CDCDA71695A}"/>
                </a:ext>
              </a:extLst>
            </p:cNvPr>
            <p:cNvSpPr>
              <a:spLocks noChangeShapeType="1"/>
            </p:cNvSpPr>
            <p:nvPr/>
          </p:nvSpPr>
          <p:spPr bwMode="auto">
            <a:xfrm>
              <a:off x="1104" y="1248"/>
              <a:ext cx="720"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806" name="Line 37">
              <a:extLst>
                <a:ext uri="{FF2B5EF4-FFF2-40B4-BE49-F238E27FC236}">
                  <a16:creationId xmlns:a16="http://schemas.microsoft.com/office/drawing/2014/main" id="{9816EA6B-26FA-408E-A297-0F72DA63427D}"/>
                </a:ext>
              </a:extLst>
            </p:cNvPr>
            <p:cNvSpPr>
              <a:spLocks noChangeShapeType="1"/>
            </p:cNvSpPr>
            <p:nvPr/>
          </p:nvSpPr>
          <p:spPr bwMode="auto">
            <a:xfrm>
              <a:off x="912" y="1392"/>
              <a:ext cx="336" cy="15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sp>
          <p:nvSpPr>
            <p:cNvPr id="32807" name="Line 38">
              <a:extLst>
                <a:ext uri="{FF2B5EF4-FFF2-40B4-BE49-F238E27FC236}">
                  <a16:creationId xmlns:a16="http://schemas.microsoft.com/office/drawing/2014/main" id="{CF627F35-DB2E-DB14-D6EC-9405331AF1A0}"/>
                </a:ext>
              </a:extLst>
            </p:cNvPr>
            <p:cNvSpPr>
              <a:spLocks noChangeShapeType="1"/>
            </p:cNvSpPr>
            <p:nvPr/>
          </p:nvSpPr>
          <p:spPr bwMode="auto">
            <a:xfrm flipV="1">
              <a:off x="1344" y="2496"/>
              <a:ext cx="1200" cy="52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2000" b="0" i="0" u="none" strike="noStrike" kern="1200" cap="none" spc="0" normalizeH="0" baseline="0" noProof="0">
                <a:ln>
                  <a:noFill/>
                </a:ln>
                <a:solidFill>
                  <a:srgbClr val="CC3300"/>
                </a:solidFill>
                <a:effectLst/>
                <a:uLnTx/>
                <a:uFillTx/>
                <a:latin typeface="Times New Roman" panose="02020603050405020304" pitchFamily="18" charset="0"/>
                <a:ea typeface="DFKai-SB" pitchFamily="65" charset="-128"/>
                <a:cs typeface="+mn-cs"/>
              </a:endParaRPr>
            </a:p>
          </p:txBody>
        </p:sp>
      </p:grpSp>
    </p:spTree>
    <p:extLst>
      <p:ext uri="{BB962C8B-B14F-4D97-AF65-F5344CB8AC3E}">
        <p14:creationId xmlns:p14="http://schemas.microsoft.com/office/powerpoint/2010/main" val="29517155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1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14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61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57EA0-7AFA-2018-6075-8895B302E3C7}"/>
              </a:ext>
            </a:extLst>
          </p:cNvPr>
          <p:cNvSpPr>
            <a:spLocks noGrp="1"/>
          </p:cNvSpPr>
          <p:nvPr>
            <p:ph type="title"/>
          </p:nvPr>
        </p:nvSpPr>
        <p:spPr>
          <a:xfrm>
            <a:off x="-59867" y="1070800"/>
            <a:ext cx="4478949" cy="5583126"/>
          </a:xfrm>
        </p:spPr>
        <p:txBody>
          <a:bodyPr>
            <a:normAutofit/>
          </a:bodyPr>
          <a:lstStyle/>
          <a:p>
            <a:pPr algn="r"/>
            <a:r>
              <a:rPr lang="en-US" sz="5600" dirty="0"/>
              <a:t>Applications of DFS</a:t>
            </a:r>
          </a:p>
        </p:txBody>
      </p:sp>
      <p:graphicFrame>
        <p:nvGraphicFramePr>
          <p:cNvPr id="5" name="Content Placeholder 2">
            <a:extLst>
              <a:ext uri="{FF2B5EF4-FFF2-40B4-BE49-F238E27FC236}">
                <a16:creationId xmlns:a16="http://schemas.microsoft.com/office/drawing/2014/main" id="{2662C157-951D-9840-A09F-63E2F1C5341A}"/>
              </a:ext>
            </a:extLst>
          </p:cNvPr>
          <p:cNvGraphicFramePr>
            <a:graphicFrameLocks noGrp="1"/>
          </p:cNvGraphicFramePr>
          <p:nvPr>
            <p:ph idx="1"/>
            <p:extLst>
              <p:ext uri="{D42A27DB-BD31-4B8C-83A1-F6EECF244321}">
                <p14:modId xmlns:p14="http://schemas.microsoft.com/office/powerpoint/2010/main" val="1871526533"/>
              </p:ext>
            </p:extLst>
          </p:nvPr>
        </p:nvGraphicFramePr>
        <p:xfrm>
          <a:off x="5022586" y="849687"/>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Date Placeholder 2">
            <a:extLst>
              <a:ext uri="{FF2B5EF4-FFF2-40B4-BE49-F238E27FC236}">
                <a16:creationId xmlns:a16="http://schemas.microsoft.com/office/drawing/2014/main" id="{C70E5A49-FE40-481C-AAC4-3A2EED4FB5F6}"/>
              </a:ext>
            </a:extLst>
          </p:cNvPr>
          <p:cNvSpPr>
            <a:spLocks noGrp="1"/>
          </p:cNvSpPr>
          <p:nvPr>
            <p:ph type="dt" sz="half" idx="10"/>
          </p:nvPr>
        </p:nvSpPr>
        <p:spPr/>
        <p:txBody>
          <a:bodyPr/>
          <a:lstStyle/>
          <a:p>
            <a:fld id="{489B3034-6E82-4F59-B180-477F65C067E8}" type="datetime2">
              <a:rPr lang="en-US" smtClean="0"/>
              <a:t>Thursday, January 29, 2026</a:t>
            </a:fld>
            <a:endParaRPr lang="en-US" dirty="0"/>
          </a:p>
        </p:txBody>
      </p:sp>
      <p:sp>
        <p:nvSpPr>
          <p:cNvPr id="4" name="Footer Placeholder 3">
            <a:extLst>
              <a:ext uri="{FF2B5EF4-FFF2-40B4-BE49-F238E27FC236}">
                <a16:creationId xmlns:a16="http://schemas.microsoft.com/office/drawing/2014/main" id="{F2C775A4-44FA-456B-A61E-3C08DC0537EF}"/>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8CA0A8AF-76CB-4850-B771-DA086A4591DA}"/>
              </a:ext>
            </a:extLst>
          </p:cNvPr>
          <p:cNvSpPr>
            <a:spLocks noGrp="1"/>
          </p:cNvSpPr>
          <p:nvPr>
            <p:ph type="sldNum" sz="quarter" idx="12"/>
          </p:nvPr>
        </p:nvSpPr>
        <p:spPr/>
        <p:txBody>
          <a:bodyPr/>
          <a:lstStyle/>
          <a:p>
            <a:fld id="{7BE69E03-4804-4553-A1EC-F089884EF50F}" type="slidenum">
              <a:rPr lang="en-US" smtClean="0"/>
              <a:t>64</a:t>
            </a:fld>
            <a:endParaRPr lang="en-US"/>
          </a:p>
        </p:txBody>
      </p:sp>
    </p:spTree>
    <p:extLst>
      <p:ext uri="{BB962C8B-B14F-4D97-AF65-F5344CB8AC3E}">
        <p14:creationId xmlns:p14="http://schemas.microsoft.com/office/powerpoint/2010/main" val="27994226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0189B09-3CAB-A41B-A99E-A3C0210D1A53}"/>
              </a:ext>
            </a:extLst>
          </p:cNvPr>
          <p:cNvPicPr>
            <a:picLocks noGrp="1" noChangeAspect="1"/>
          </p:cNvPicPr>
          <p:nvPr>
            <p:ph idx="1"/>
          </p:nvPr>
        </p:nvPicPr>
        <p:blipFill>
          <a:blip r:embed="rId2"/>
          <a:stretch>
            <a:fillRect/>
          </a:stretch>
        </p:blipFill>
        <p:spPr>
          <a:xfrm>
            <a:off x="1682146" y="516835"/>
            <a:ext cx="9498996" cy="3684104"/>
          </a:xfrm>
        </p:spPr>
      </p:pic>
      <p:sp>
        <p:nvSpPr>
          <p:cNvPr id="4" name="Date Placeholder 3">
            <a:extLst>
              <a:ext uri="{FF2B5EF4-FFF2-40B4-BE49-F238E27FC236}">
                <a16:creationId xmlns:a16="http://schemas.microsoft.com/office/drawing/2014/main" id="{A21D8C16-1D52-0302-B132-B36D7E0F7CC6}"/>
              </a:ext>
            </a:extLst>
          </p:cNvPr>
          <p:cNvSpPr>
            <a:spLocks noGrp="1"/>
          </p:cNvSpPr>
          <p:nvPr>
            <p:ph type="dt" sz="half" idx="10"/>
          </p:nvPr>
        </p:nvSpPr>
        <p:spPr/>
        <p:txBody>
          <a:bodyPr/>
          <a:lstStyle/>
          <a:p>
            <a:fld id="{1A1383CB-15EA-4EE8-AA24-9B39618AB567}" type="datetime2">
              <a:rPr lang="en-US" smtClean="0"/>
              <a:t>Thursday, January 29, 2026</a:t>
            </a:fld>
            <a:endParaRPr lang="en-US" dirty="0"/>
          </a:p>
        </p:txBody>
      </p:sp>
      <p:sp>
        <p:nvSpPr>
          <p:cNvPr id="5" name="Footer Placeholder 4">
            <a:extLst>
              <a:ext uri="{FF2B5EF4-FFF2-40B4-BE49-F238E27FC236}">
                <a16:creationId xmlns:a16="http://schemas.microsoft.com/office/drawing/2014/main" id="{7F4FDBAC-384C-D64E-832E-CA31AFE4E904}"/>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F3FD6981-1A79-9E78-594E-20375EDAED6F}"/>
              </a:ext>
            </a:extLst>
          </p:cNvPr>
          <p:cNvSpPr>
            <a:spLocks noGrp="1"/>
          </p:cNvSpPr>
          <p:nvPr>
            <p:ph type="sldNum" sz="quarter" idx="12"/>
          </p:nvPr>
        </p:nvSpPr>
        <p:spPr/>
        <p:txBody>
          <a:bodyPr/>
          <a:lstStyle/>
          <a:p>
            <a:fld id="{7BE69E03-4804-4553-A1EC-F089884EF50F}" type="slidenum">
              <a:rPr lang="en-US" smtClean="0"/>
              <a:t>65</a:t>
            </a:fld>
            <a:endParaRPr lang="en-US"/>
          </a:p>
        </p:txBody>
      </p:sp>
      <p:sp>
        <p:nvSpPr>
          <p:cNvPr id="9" name="TextBox 8">
            <a:extLst>
              <a:ext uri="{FF2B5EF4-FFF2-40B4-BE49-F238E27FC236}">
                <a16:creationId xmlns:a16="http://schemas.microsoft.com/office/drawing/2014/main" id="{F59946D9-32D2-0590-E048-D9ACA8AD84D5}"/>
              </a:ext>
            </a:extLst>
          </p:cNvPr>
          <p:cNvSpPr txBox="1"/>
          <p:nvPr/>
        </p:nvSpPr>
        <p:spPr>
          <a:xfrm>
            <a:off x="2076019" y="4956313"/>
            <a:ext cx="8985854" cy="1107996"/>
          </a:xfrm>
          <a:prstGeom prst="rect">
            <a:avLst/>
          </a:prstGeom>
          <a:noFill/>
        </p:spPr>
        <p:txBody>
          <a:bodyPr wrap="square" rtlCol="0">
            <a:spAutoFit/>
          </a:bodyPr>
          <a:lstStyle/>
          <a:p>
            <a:r>
              <a:rPr lang="en-US" sz="2200" b="1" dirty="0"/>
              <a:t>Time complexity wise both DFS and BFS takes O(</a:t>
            </a:r>
            <a:r>
              <a:rPr lang="en-US" sz="2200" b="1" dirty="0" err="1"/>
              <a:t>n+e</a:t>
            </a:r>
            <a:r>
              <a:rPr lang="en-US" sz="2200" b="1" dirty="0"/>
              <a:t>) time.  Space complexity wise best and worst case for </a:t>
            </a:r>
            <a:r>
              <a:rPr lang="en-US" sz="2200" b="1" dirty="0" err="1"/>
              <a:t>dfs</a:t>
            </a:r>
            <a:r>
              <a:rPr lang="en-US" sz="2200" b="1" dirty="0"/>
              <a:t> and </a:t>
            </a:r>
            <a:r>
              <a:rPr lang="en-US" sz="2200" b="1" dirty="0" err="1"/>
              <a:t>bfs</a:t>
            </a:r>
            <a:r>
              <a:rPr lang="en-US" sz="2200" b="1" dirty="0"/>
              <a:t> has given in the above figure (a) and (b).</a:t>
            </a:r>
          </a:p>
        </p:txBody>
      </p:sp>
    </p:spTree>
    <p:extLst>
      <p:ext uri="{BB962C8B-B14F-4D97-AF65-F5344CB8AC3E}">
        <p14:creationId xmlns:p14="http://schemas.microsoft.com/office/powerpoint/2010/main" val="2191598744"/>
      </p:ext>
    </p:extLst>
  </p:cSld>
  <p:clrMapOvr>
    <a:masterClrMapping/>
  </p:clrMapOvr>
</p:sld>
</file>

<file path=ppt/theme/theme1.xml><?xml version="1.0" encoding="utf-8"?>
<a:theme xmlns:a="http://schemas.openxmlformats.org/drawingml/2006/main" name="OffsetVTI">
  <a:themeElements>
    <a:clrScheme name="Office Theme">
      <a:dk1>
        <a:srgbClr val="000000"/>
      </a:dk1>
      <a:lt1>
        <a:srgbClr val="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Dante">
      <a:majorFont>
        <a:latin typeface="Georgia Pro"/>
        <a:ea typeface=""/>
        <a:cs typeface=""/>
      </a:majorFont>
      <a:minorFont>
        <a:latin typeface="Georgia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Dads Tie">
  <a:themeElements>
    <a:clrScheme name="Dads Tie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Dads Tie">
      <a:majorFont>
        <a:latin typeface="Times New Roman"/>
        <a:ea typeface="PMingLiU"/>
        <a:cs typeface=""/>
      </a:majorFont>
      <a:minorFont>
        <a:latin typeface="Times New Roman"/>
        <a:ea typeface="PMingLiU"/>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2000" b="0" i="0" u="none" strike="noStrike" cap="none" normalizeH="0" baseline="0" smtClean="0">
            <a:ln>
              <a:noFill/>
            </a:ln>
            <a:solidFill>
              <a:srgbClr val="CC3300"/>
            </a:solidFill>
            <a:effectLst/>
            <a:latin typeface="Times New Roman" panose="02020603050405020304" pitchFamily="18" charset="0"/>
            <a:ea typeface="DFKai-SB" panose="03000509000000000000" pitchFamily="65"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2000" b="0" i="0" u="none" strike="noStrike" cap="none" normalizeH="0" baseline="0" smtClean="0">
            <a:ln>
              <a:noFill/>
            </a:ln>
            <a:solidFill>
              <a:srgbClr val="CC3300"/>
            </a:solidFill>
            <a:effectLst/>
            <a:latin typeface="Times New Roman" panose="02020603050405020304" pitchFamily="18" charset="0"/>
            <a:ea typeface="DFKai-SB" panose="03000509000000000000" pitchFamily="65" charset="-120"/>
          </a:defRPr>
        </a:defPPr>
      </a:lstStyle>
    </a:lnDef>
  </a:objectDefaults>
  <a:extraClrSchemeLst>
    <a:extraClrScheme>
      <a:clrScheme name="Dads Tie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Dads Tie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Dads Tie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ads Tie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Dads Tie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Dads Tie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710</TotalTime>
  <Words>3977</Words>
  <Application>Microsoft Office PowerPoint</Application>
  <PresentationFormat>Widescreen</PresentationFormat>
  <Paragraphs>922</Paragraphs>
  <Slides>65</Slides>
  <Notes>0</Notes>
  <HiddenSlides>2</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65</vt:i4>
      </vt:variant>
    </vt:vector>
  </HeadingPairs>
  <TitlesOfParts>
    <vt:vector size="81" baseType="lpstr">
      <vt:lpstr>Arial</vt:lpstr>
      <vt:lpstr>Calibri</vt:lpstr>
      <vt:lpstr>Calibri Light</vt:lpstr>
      <vt:lpstr>Calibri(Body)</vt:lpstr>
      <vt:lpstr>Courier New</vt:lpstr>
      <vt:lpstr>Dante (Headings)2</vt:lpstr>
      <vt:lpstr>DFKai-SB</vt:lpstr>
      <vt:lpstr>Georgia Pro</vt:lpstr>
      <vt:lpstr>Helvetica Neue Medium</vt:lpstr>
      <vt:lpstr>Monotype Sorts</vt:lpstr>
      <vt:lpstr>Nunito</vt:lpstr>
      <vt:lpstr>Symbol</vt:lpstr>
      <vt:lpstr>Times New Roman</vt:lpstr>
      <vt:lpstr>Wingdings 2</vt:lpstr>
      <vt:lpstr>OffsetVTI</vt:lpstr>
      <vt:lpstr>Dads Tie</vt:lpstr>
      <vt:lpstr>BRUTE FORCE</vt:lpstr>
      <vt:lpstr>Brute Force</vt:lpstr>
      <vt:lpstr>Selection Sort and  Bubble Sort </vt:lpstr>
      <vt:lpstr>Selection Sort</vt:lpstr>
      <vt:lpstr>Selection Sort Analysis with example</vt:lpstr>
      <vt:lpstr>Selection Sort Algorithm</vt:lpstr>
      <vt:lpstr>Time and Space Complexity</vt:lpstr>
      <vt:lpstr>Bubble Sort</vt:lpstr>
      <vt:lpstr>Bubble Sort Example</vt:lpstr>
      <vt:lpstr>Bubble Sort Algorithm</vt:lpstr>
      <vt:lpstr>Bubble Sort Analysis</vt:lpstr>
      <vt:lpstr>Stable and Unstable Sorting Algorithm</vt:lpstr>
      <vt:lpstr>PowerPoint Presentation</vt:lpstr>
      <vt:lpstr>PowerPoint Presentation</vt:lpstr>
      <vt:lpstr>PowerPoint Presentation</vt:lpstr>
      <vt:lpstr>Sequential Search</vt:lpstr>
      <vt:lpstr>String Matching</vt:lpstr>
      <vt:lpstr>String Matching</vt:lpstr>
      <vt:lpstr>String Matching</vt:lpstr>
      <vt:lpstr>String Matching Algo</vt:lpstr>
      <vt:lpstr>String Matching Time Complexity</vt:lpstr>
      <vt:lpstr>Exhaustive search</vt:lpstr>
      <vt:lpstr>Traveling Salesman Problem (TSP)</vt:lpstr>
      <vt:lpstr>TSP PROBLEM</vt:lpstr>
      <vt:lpstr>TSP - SOLUTION</vt:lpstr>
      <vt:lpstr>KNAPSACK PROBLEM </vt:lpstr>
      <vt:lpstr>KNAPSACK PROBLEM  </vt:lpstr>
      <vt:lpstr>KNAPSACK SOLUTION</vt:lpstr>
      <vt:lpstr>Assignment Problem</vt:lpstr>
      <vt:lpstr>Assignment Problem </vt:lpstr>
      <vt:lpstr>Assignment Problem- Solution</vt:lpstr>
      <vt:lpstr>Assignment Problem- Solution</vt:lpstr>
      <vt:lpstr>Assignment Problem- Solution</vt:lpstr>
      <vt:lpstr>Assignment Problem- Solution</vt:lpstr>
      <vt:lpstr>Assignment Problem-Analysis</vt:lpstr>
      <vt:lpstr>PowerPoint Presentation</vt:lpstr>
      <vt:lpstr>PowerPoint Presentation</vt:lpstr>
      <vt:lpstr>PowerPoint Presentation</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Breadth-First Search Example</vt:lpstr>
      <vt:lpstr>PowerPoint Presentation</vt:lpstr>
      <vt:lpstr>PowerPoint Presentation</vt:lpstr>
      <vt:lpstr>Applications of BFS</vt:lpstr>
      <vt:lpstr>DFS Algorithm</vt:lpstr>
      <vt:lpstr>Depth-First Search Example</vt:lpstr>
      <vt:lpstr>Applications of DFS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Ajitha Shenoy K B [MAHE-MIT]</cp:lastModifiedBy>
  <cp:revision>451</cp:revision>
  <dcterms:created xsi:type="dcterms:W3CDTF">2024-01-08T09:03:54Z</dcterms:created>
  <dcterms:modified xsi:type="dcterms:W3CDTF">2026-01-29T04:20:01Z</dcterms:modified>
</cp:coreProperties>
</file>