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0" r:id="rId1"/>
  </p:sldMasterIdLst>
  <p:notesMasterIdLst>
    <p:notesMasterId r:id="rId52"/>
  </p:notesMasterIdLst>
  <p:sldIdLst>
    <p:sldId id="256" r:id="rId2"/>
    <p:sldId id="259" r:id="rId3"/>
    <p:sldId id="260" r:id="rId4"/>
    <p:sldId id="261" r:id="rId5"/>
    <p:sldId id="348" r:id="rId6"/>
    <p:sldId id="264" r:id="rId7"/>
    <p:sldId id="262" r:id="rId8"/>
    <p:sldId id="346" r:id="rId9"/>
    <p:sldId id="263" r:id="rId10"/>
    <p:sldId id="265" r:id="rId11"/>
    <p:sldId id="266" r:id="rId12"/>
    <p:sldId id="382" r:id="rId13"/>
    <p:sldId id="349" r:id="rId14"/>
    <p:sldId id="347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86" r:id="rId23"/>
    <p:sldId id="376" r:id="rId24"/>
    <p:sldId id="377" r:id="rId25"/>
    <p:sldId id="378" r:id="rId26"/>
    <p:sldId id="379" r:id="rId27"/>
    <p:sldId id="357" r:id="rId28"/>
    <p:sldId id="358" r:id="rId29"/>
    <p:sldId id="359" r:id="rId30"/>
    <p:sldId id="366" r:id="rId31"/>
    <p:sldId id="363" r:id="rId32"/>
    <p:sldId id="364" r:id="rId33"/>
    <p:sldId id="380" r:id="rId34"/>
    <p:sldId id="367" r:id="rId35"/>
    <p:sldId id="384" r:id="rId36"/>
    <p:sldId id="368" r:id="rId37"/>
    <p:sldId id="369" r:id="rId38"/>
    <p:sldId id="381" r:id="rId39"/>
    <p:sldId id="370" r:id="rId40"/>
    <p:sldId id="385" r:id="rId41"/>
    <p:sldId id="375" r:id="rId42"/>
    <p:sldId id="372" r:id="rId43"/>
    <p:sldId id="373" r:id="rId44"/>
    <p:sldId id="374" r:id="rId45"/>
    <p:sldId id="388" r:id="rId46"/>
    <p:sldId id="389" r:id="rId47"/>
    <p:sldId id="390" r:id="rId48"/>
    <p:sldId id="391" r:id="rId49"/>
    <p:sldId id="392" r:id="rId50"/>
    <p:sldId id="394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59" d="100"/>
          <a:sy n="59" d="100"/>
        </p:scale>
        <p:origin x="9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43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1-17T04:02:40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6635 3430 205 0,'0'0'185'16,"0"0"-115"-16,0 0-8 0,0 0 2 15,0 0-18-15,0 0-8 16,0-11-12-16,0 11 7 16,0-2-7-16,0 2 7 15,0 0-5-15,0 0-10 16,0 0-5-16,3 0 0 15,-3 0 4-15,0 0-16 16,3 5 1-16,0 12 18 16,4 12-9-16,1 6 24 15,-2 5-30-15,0 1 25 16,-3-4-10-16,-3 1-9 16,2-5-3-16,3-1-7 0,-2-6 4 15,0-5-3-15,0-7 3 16,-3-3-4-16,0-7-2 15,0-4 2-15,0 0 3 16,0 0 0-16,0 0 4 16,0 0 10-16,0-12 5 15,0-8 14-15,-3-10-15 16,-8-12-16-16,3-9-5 16,-4-6 4-16,7-4-5 15,5-2-9-15,0 0 7 16,23 5 1-16,17 7-11 15,2 11 3-15,13 12 8 16,3 13-7-16,5 8 8 0,-5 7 3 16,-7 10-3-1,-11 17-2-15,-15 9-5 0,-14 5-3 16,-11 1 13-16,-11 0-10 16,-31-5 10-16,-15-10-8 15,-6-7 6-15,-4-9-1 16,4-6 0-16,5-2-41 15,16-1-72-15,9-2 22 16,14 0-42-16,13-7-179 16</inkml:trace>
  <inkml:trace contextRef="#ctx0" brushRef="#br0" timeOffset="1">7302 3631 545 0,'0'0'36'0,"0"0"-29"16,22 73 41-16,-13-40 33 16,0 1-21-16,0-7-40 15,-1-4 0-15,-1-7-1 16,-1-7 0-16,-3-3-9 15,1-3-7-15,-4-3 1 16,0 0-4-16,0 0-32 16,0-9-76-16,-4-12-93 15</inkml:trace>
  <inkml:trace contextRef="#ctx0" brushRef="#br0" timeOffset="2">7359 3584 693 0,'0'0'68'0,"0"0"-62"16,0 0 3-16,0 0-9 15,0 0-46-15,0 0-112 16</inkml:trace>
  <inkml:trace contextRef="#ctx0" brushRef="#br0" timeOffset="3">7648 3655 512 0,'0'0'33'16,"0"0"-24"-16,58 77 48 15,-34-46 10-15,1 0-28 16,1-5-23-16,-7-4-3 16,8-8-1-16,-5-4 15 15,-1-7 10-15,-6-3-2 16,-9 0 7-16,6-13 46 16,-6-11-7-16,0-6-45 15,0-6-26-15,1 2 7 0,2 4-5 16,-3 2-12-16,6 6-3 15,3 2-33-15,2 3-128 16,5 4-131-16</inkml:trace>
  <inkml:trace contextRef="#ctx0" brushRef="#br0" timeOffset="4">8285 3629 758 0,'0'0'64'16,"0"0"-53"-16,0 0 18 16,0 0-2-16,0 0-27 0,0 0-3 15,-12 72-3 1,9-34 3-16,3-6-1 0,0-7 4 16,9-10-1-16,13-9 1 15,2-6 45-15,1 0-8 16,-5 0 5-16,-4-9 4 15,-7-8-5-15,-8-7-19 16,-1-2-2-16,0-2 5 16,-13 2-17-16,-7 3-5 15,0 5-3-15,-1 4-22 16,2 3-47-16,5 5-77 16,4-3-46-16,7 1-358 0</inkml:trace>
  <inkml:trace contextRef="#ctx0" brushRef="#br0" timeOffset="5">8714 3478 607 0,'0'0'78'0,"0"0"-77"16,0 0 1-16,0 0 31 0,-7 81 24 16,1-41-21-16,3 3 2 15,3 0 4-15,0 2-17 16,0-8-14-16,3-4 25 16,10-9-8-16,0-7 0 15,7-3 1-15,-1-6-15 16,4-5-6-16,0-3-8 15,-1 0-21-15,-1-3-118 16,-5-19-68-16</inkml:trace>
  <inkml:trace contextRef="#ctx0" brushRef="#br0" timeOffset="6">8634 3621 237 0,'0'0'742'0,"0"0"-675"15,0 0-67-15,0 0-1 16,113-17 1-16,-55 8 21 16,-1 2-21-16,-4 3-1 15,-15 0-44-15,-6-1-81 16,-17-2-76-16</inkml:trace>
  <inkml:trace contextRef="#ctx0" brushRef="#br0" timeOffset="7">3325 3396 415 0,'0'0'139'16,"0"0"-125"-16,0 0-14 15,0 0 1-15,0 0 33 16,0 0-2-16,11-1-7 16,-8-2-5-16,-3-1 16 0,4 3-25 15,-4-2 12-15,0 3 5 16,0-3-2-16,0-1-1 15,-7-1-21-15,-10 0-6 16,-2 2 10-16,-8 1-10 16,2 2 2-16,-1 0 0 15,7 0-9-15,1 0 14 16,9 0-5-16,3 0 2 16,-1 0-2-16,7 2-2 15,-2 4-1-15,2 1-1 16,0 0-2-16,0 4 5 15,0 0 1-15,0 3 9 16,0 5-9-16,2 9 18 0,5 11-16 16,-1 11 7-16,0 12 17 15,-3 10-6-15,4 9 8 16,-2 3-2-16,-2-5-5 16,3-7-3-16,3-13 4 15,4-12-12-15,-1-9 0 16,3-13-3-16,-3-9-6 15,-6-8 7-15,4-5-7 16,-7-3-2-16,-1 0 1 16,1 0 0-16,-3 0 1 15,0 0-1-15,0 0 10 16,2-3-16-16,5 1 6 16,9 2 0-16,17-2 7 15,11-2 22-15,15-4-22 0,2 2-7 16,-7 3-38-16,-9 2-48 15,-7 1-42-15,-11-2-133 16</inkml:trace>
  <inkml:trace contextRef="#ctx0" brushRef="#br0" timeOffset="8">5803 3487 61 0,'0'0'355'15,"0"0"-293"-15,0 0-42 16,0 0-16-16,0 0 36 16,0 0 14-16,67-16-2 0,-58 15-15 15,-6 1 2-15,-3 0 12 16,0 0 1-16,0 0-1 16,0 0-7-16,0 0-20 15,6 0-11-15,7 0-13 16,10-2 0-16,12 1 3 15,7 0-1-15,1 1-2 16,-1 0-2-16,-9 0 2 16,-8 0-1-16,-8 0 8 15,-10 0-14-15,-4 0 6 16,-3 0 1-16,0 0-3 16,0 0 0-16,0 0 1 0,0 0 2 15,0 1-5-15,0 19 3 16,0 10 2-16,0 12-2 15,0 8 6-15,0 5 2 16,0 8 13-16,3 1-5 16,6-2 1-16,-3-1 0 15,0-11 15-15,-3-6-16 16,-3-10-7-16,0-9-3 16,0-8 0-16,0-9 11 15,0-4-12-15,-12-1 17 16,0-3 4-16,-4 0 3 15,-4 0-13-15,-2 0 3 16,-2-3-13-16,-4-5 4 0,1-1-3 16,6 1-5-1,-1-1-20-15,11 2 11 0,-2 2-34 16,3-3-2-16,9-2-54 16,1-6-125-16</inkml:trace>
  <inkml:trace contextRef="#ctx0" brushRef="#br0" timeOffset="9">9828 3548 554 0,'0'0'32'15,"0"0"-26"-15,0 0 5 0,0 0 51 16,0 0-46-16,0 0-12 16,0 0 7-16,-1-11-7 15,1 11 8-15,0 0-1 16,0 0-5-16,-2-3 5 15,-2 0 7-15,-8-1 24 16,-1 0-40-16,-1 1-1 16,0-4 2-16,6 3 7 15,-1 0 10-15,0 1-8 16,3 1-10-16,0-3 2 16,-3 1-4-16,-4 0-2 15,2 0 2-15,0 1 3 16,0-1-3-16,4 3-2 0,2-1 2 15,-1 2 4-15,6-2-4 16,-6 2 0-16,3 0 0 16,3-1 3-16,-3-1-1 15,-4-2 2-15,-1 2-4 16,-8-4-5-16,-4 3 3 16,-2-1 0-16,-2 1 2 15,8-1 5-15,-4 4-5 16,4 0 6-16,1-3-6 15,1 3 6-15,4 0 6 16,1 0-8-16,-2 0 3 16,-4 0-6-16,0 0 2 15,1 0 2-15,-3 3-4 16,4 2-2-16,0-1 2 0,4 1-1 16,3-2 6-16,3 0 5 15,-2-2-9-15,2 0-2 16,1 1 0-16,2-2 0 15,-1 2-1-15,-4 3-11 16,3 2 12-16,-1 1 0 16,0 4 6-16,0-3-6 15,3 2 14-15,-3 3-10 16,0 3-3-16,-3 12 21 16,2 7 10-16,-7 18-18 0,2 8-2 15,-4 4 29 1,-2 3-28-16,0-6 6 0,9-5 6 15,0-11-18-15,3-8 0 16,3-11 0-16,0-13-7 16,0-5 7-16,0-7 0 15,0-3 7-15,3 0-10 16,-1 0-4-16,2 0 1 16,0-1-1-16,16-8 3 15,11-2 8-15,18-3-5 16,7 0-2-16,1 3-2 15,-4 3-2-15,-17 1-3 16,-8 4-9-16,-10 2-4 16,-12 0-15-16,-6 1-16 0,0 0-50 15,-10 0-32-15,-10-2-145 16</inkml:trace>
  <inkml:trace contextRef="#ctx0" brushRef="#br0" timeOffset="10">12006 3612 285 0,'0'0'93'16,"0"0"-74"-16,101 0 11 15,-60 0 75-15,-12 0-48 16,-8 0 2-16,-7 0-14 16,-8 0-27-16,1 0 10 0,1 0-4 15,7 0-12 1,0 0-11-16,4 0 4 0,5 0 6 15,-4 0-11-15,2 0 0 16,-6 4-1-16,-6-2 2 16,-3 1-2-16,-4-3 2 15,-3 0 8-15,0 0 2 16,4 0 7-16,-4 3-6 16,0-3 5-16,0 2 5 15,3 4-14-15,0 7-5 16,2 8 4-16,0 13 2 15,1 9-1-15,-1 10 6 16,-1 7 1-16,4 8 7 16,4 4 12-16,-2 0-7 15,6-6-9-15,1-15-2 0,-5-15-14 16,-3-19 0-16,-6-11 12 16,-3-6-11-16,0 0 5 15,-8-3 17 1,-23-11 32-16,-13-4-52 0,-8-2 6 15,-1-1-5-15,3-1-5 16,0 5 2-16,-2 1-6 16,1 3 13-16,5 4-11 15,4 0 1-15,5 2-39 16,9-1 5-16,5 3-25 16,4-2-18-16,2 0-10 15,7-6-153-15</inkml:trace>
  <inkml:trace contextRef="#ctx0" brushRef="#br0" timeOffset="11">4241 3537 494 0,'0'0'124'16,"0"0"-107"-16,0 0 3 16,0 0 41-16,0 0 0 15,0 0-24-15,21-20-11 16,-21 20-9-16,0 0-1 15,0 0-6-15,0 0 0 16,0 0-6-16,0 0-4 16,0 3 10-16,0 19-10 15,0 16 0-15,-12 11 2 16,-6 7 13-16,-1 0-13 16,-5-4-1-16,2-6-1 15,5-5 1-15,4-9-2 0,8-10 1 16,5-6 0-1,0-7 8-15,9-5-7 0,24-4 0 16,16 0-1-16,12-4 3 16,0-10 9-16,-9 3-4 15,-12 3-8-15,-11 6 1 16,-14 1-1-16,-7 1-10 16,-8 0-45-16,0 0-64 15,-8 5-29-15,-7 1-58 16</inkml:trace>
  <inkml:trace contextRef="#ctx0" brushRef="#br0" timeOffset="12">4648 3830 648 0,'0'0'32'15,"0"0"-32"-15,0 0-9 16,0 0 9-16,114 1 17 16,-73-8 2-16,-2-1-19 15,-9-1-1-15,-5-1 1 16,-8-4 2-16,-11-2 17 16,-2-1-6-16,-4-1 4 0,0-1-17 15,-13 2 37 1,-1 5-23-16,1 5-9 0,1 6 0 15,0 1 6-15,-3 8-4 16,-4 18-7-16,1 7 1 16,-1 7-1-16,14 1 0 15,5-5 2-15,0-4-2 16,3-6 1-16,16-6 5 16,-2-5-2-16,-1-4-4 15,5-4 7-15,-6-7-7 16,7 0-13-16,-2-15-77 15,2-16-273-15</inkml:trace>
  <inkml:trace contextRef="#ctx0" brushRef="#br0" timeOffset="13">5264 3671 704 0,'0'0'121'0,"0"0"-107"15,0 0-13-15,0 0-1 16,39-90 5-16,-36 69-2 16,-3 0-3-16,0-1-8 15,0 5-8-15,-9 4 16 16,-7 4 1-16,2 4-1 16,2 5-5-16,-2 0 3 15,6 19-4-15,-1 20-1 0,-3 14 7 16,6 12 8-1,3 3 7-15,0-6-15 0,0-6 16 16,0-9-13-16,-1-6-3 16,-2-8 0-16,-5-2 0 15,-2-8 1-15,-2-3 3 16,-3-5-3-16,3-8-1 16,9-2 0-16,3-5 0 15,3 0 3-15,0-15-3 16,9-10-6-16,12-4 6 15,6-6 0-15,7 3-5 16,-4 0 5-16,-4 2 0 0,2 2 3 16,-3 2 0-1,-1 1-3-15,0 1 2 0,4 2-1 16,-4-2 2-16,3 4-3 16,0-2 2-16,-2 4-10 15,-1 3 8-15,-6 4 0 16,-5 3 0-16,-9 6 0 15,-1 0 0-15,1 2 1 16,-4 0-1-16,0 0 0 16,3 0-14-16,-3 0-6 15,0 0 6-15,0 0-11 16,0 0 17-16,0 0 6 16,0 0 0-16,0 0 4 0,0 0-2 15,0 0 17 1,0 0-11-16,0 0-5 0,0 0-1 15,0 0-8-15,0 0 7 16,0 0 1-16,0 0 8 16,0 0 11-16,0 0-6 15,0 0-13-15,-3 20 0 16,-8 10-2-16,-2 12 8 16,1 3 11-16,-1 3-6 15,5-2-1-15,5-2-10 16,3-5 3-16,0-6 9 15,0-8-7-15,0-11-5 16,3-6 0-16,4-4 0 16,4-2 6-16,1-2-17 0,7-8-13 15,5-15-25-15,-9-13-217 16</inkml:trace>
  <inkml:trace contextRef="#ctx0" brushRef="#br0" timeOffset="14">5358 3762 574 0,'0'0'221'15,"0"0"-210"-15,0 0-7 16,0 0-4-16,82-21 0 16,-23 4 9-16,6 3-8 15,-14 3-2-15,-11 3-31 0,-10-2-78 16,-13-1-166-16</inkml:trace>
  <inkml:trace contextRef="#ctx0" brushRef="#br0" timeOffset="15">9939 3824 383 0,'0'0'206'0,"0"0"-156"16,0 0-17-16,0 0 21 15,0 0 7-15,0 0-14 16,-14 0-6-16,14 0-18 16,0 0-13-16,0 0 10 15,0 0-15-15,0 0-1 16,0 0 0-16,0 0-4 15,-1 14-2-15,-2 11 2 16,-2 8 1-16,1 2 1 16,-2 1-2-16,-1-5-1 15,1-9 1-15,0-5 5 16,1-7-5-16,0-5-3 16,1-3 3-16,-6-2 4 15,-2 0-3-15,-2-2 12 16,-2-13-8-16,7-8-3 15,6-7 2-15,3-12-4 0,3-4 8 16,19-4 3-16,13 2-8 16,5 9-2-16,-1 7 5 15,3 10-6-15,-5 8-6 16,-2 5 6-16,-7 7 9 16,-8 2-9-16,-3 0-13 15,-11 2 1-15,-6 16 3 16,0 6 7-16,-27 7-9 15,-7 2 11-15,-2-4 3 16,3-4-3-16,8-7-2 16,7-3 2-16,6-5 0 0,6-3 1 15,3 1-2-15,3 1 2 16,0 6-2-16,0 3 0 16,6 3 1-16,9 4 0 15,3-3 0-15,1-1 1 16,-3-4 1-16,7-3 0 15,-7-5 7-15,4-2 11 16,-4-3-6-16,-4-1-14 16,-2-3-2-16,-2 0-27 15,-2 0-55-15,-3-11-77 16,3-9-248-16</inkml:trace>
  <inkml:trace contextRef="#ctx0" brushRef="#br0" timeOffset="16">10331 3873 650 0,'0'0'154'15,"0"0"-144"-15,0 0-7 16,0 0 16-16,0 0 31 16,46 80-28-16,-43-55-15 15,-3-2 13-15,0-1-20 16,0-3 1-16,0 1-1 15,-4-8 0-15,-2-1-25 16,0-8-48-16,3-3-80 0,0 0-99 16</inkml:trace>
  <inkml:trace contextRef="#ctx0" brushRef="#br0" timeOffset="17">10397 3883 241 0,'0'0'0'16</inkml:trace>
  <inkml:trace contextRef="#ctx0" brushRef="#br0" timeOffset="18">10537 3945 465 0,'0'0'93'0,"0"0"-63"0,-86 76 5 16,70-45-3-16,15-1-14 15,1-5 8-15,17-5-1 16,15-7 15-16,8-7 14 16,6-6-10-16,-1-3 18 15,-2-17-22-15,-8-8-22 16,-13-5-15-16,-5-4 14 15,-14 0-11-15,-3-1-6 16,0 6-21-16,-12 10 21 16,-3 8-7-16,9 7-2 0,3 7 8 15,3 7-7-15,-3 20-1 16,-3 14 7-16,-1 8 4 16,1 9-5-16,-5 2 3 15,-2 3 0-15,-2-2 0 16,-3-6 2-16,0-6-2 15,-1-6 0-15,-5-4 0 16,-5-8 1-16,0-9-1 16,-4-6 0-16,4-6 9 15,12-7-5-15,5-3-3 16,6 0 25-16,6-12-1 16,0-7-10-16,18-6-14 15,16-6 6-15,8-3-3 0,3-1-4 16,4-2 7-16,0 0-7 15,-4-7 5-15,-2-2 3 16,-1-5-8-16,1-2-6 16,2-4 1-16,-5 0 1 15,0 4 1-15,-7 10 3 16,-6 9 0-16,-9 14 6 16,-7 6-5-16,-5 7-1 15,-3 4-3-15,1 3 2 16,-4 0-1-16,0 20-11 15,0 15-3-15,-7 15 15 16,-13 7-1-16,-10 5 2 0,2-2 0 16,1-7 0-1,6-9 1-15,4-9-1 0,7-10 0 16,3-8 0-16,5-8 0 16,-2-5 3-16,4-2-1 15,0-2 2-15,0-3-2 16,4-21 3-16,17-12-5 15,6-4-27-15,9-3-4 16,-2 7-24-16,3 10 16 16,-1 9 28-16,-6 9-8 15,-5 8 19-15,-5 0 0 16,-7 10 9-16,-4 10 11 16,0 5 3-16,-3 0-18 0,6-1 2 15,0-5 9 1,7-4-10-16,5-7 27 0,2-4 4 15,4-4-13 1,-2 0-13-16,0-12 0 0,-4-9 6 16,-8-4-6-16,1-6-8 15,-10-8 9-15,-1-3-10 16,0-3 2-16,0-1-4 16,5 5 1-16,2 2-1 15,-1 4 0-15,-5 9-5 16,-1 9 0-16,-3 11 5 15,0 4 0-15,1 2-2 16,-1 20-8-16,4 17-2 16,-7 12 11-16,0 3 0 0,-3 3 1 15,-13-3 4 1,2-6-1-16,2-7 6 0,1-9-7 16,2-10-2-1,2-5 4-15,-2-5-4 0,-1-4-18 16,-8-6-49-16,3 0-62 15,-5-6-96-15</inkml:trace>
  <inkml:trace contextRef="#ctx0" brushRef="#br0" timeOffset="19">11238 3946 717 0,'0'0'75'15,"0"0"-75"-15,112-29 2 0,-37 18 20 16,4 1-18-16,-11-1-4 16,-17-2-44-16,-11-3-179 15</inkml:trace>
  <inkml:trace contextRef="#ctx0" brushRef="#br0" timeOffset="20">5358 4543 89 0,'0'0'110'15,"0"0"-96"-15,0 0 18 16,0 0 25-16,0 0-17 16,0 0-27-16,0 0 2 15,0 0 13-15,0 0 2 16,0 0-4-16,0 0 9 15,0 0 5-15,0 0-10 16,0 0-6-16,0 0-5 16,0 0 16-16,0 0 5 0,0 0-36 15,0 0 15-15,0 0-3 16,0 0 20-16,0 0-17 16,0-1 11-16,0-2-1 15,0 0-11-15,0 0-10 16,0-1 5-16,0 1-10 15,-3 0 0-15,-3-2 2 16,3 1 8-16,-4 1-10 16,-2-1-2-16,3 1 1 15,-4 0-1-15,2 2-2 16,-1-2-6-16,-3 1 7 16,2-1 9-16,0 3-9 15,3-3 0-15,-3 2 2 16,1 1 2-16,0-1-4 0,-3 1 1 15,3 0-1 1,-3 0-7-16,2 0 7 0,-4 0 9 16,-2 0-9-16,-2 0-3 15,-1 0 1-15,5 0 2 16,-2 2 1-16,-1 4 0 16,1-1-1-16,4 2-1 15,-3 0 1-15,3 3-1 16,2 2 2-16,1 2-4 15,3-4 3-15,1 3-1 16,2 0 1-16,3 1 0 16,0 2 0-16,0-1-1 0,0 0 1 15,0-2 0-15,3-1-1 16,8 0 3-16,5-4-1 16,2 1-1-16,3-4 0 15,1 0 9-15,5-2-9 16,-2-1 5-16,4-2 2 15,-2 1-4-15,-5 3 2 16,2 3-5-16,-4 1 0 16,-3 0-1-16,1 3 3 15,-6 3-2-15,-3 0 9 16,-1 0-6-16,-1 0-3 16,-1-3 1-16,-6-1 0 15,3 0-1-15,-3-6 4 0,0 1-2 16,0-2 1-1,0-1-1-15,0-2 0 0,0 5 4 16,-19 2 7-16,-7 6-2 16,-18-2 13-16,-3 0-23 15,-2-4 1-15,3-3 2 16,10-3 1-16,11-1 0 16,5 0-10-16,10-1 0 15,10-14-41-15,0-9-57 16,4-9-247-16</inkml:trace>
  <inkml:trace contextRef="#ctx0" brushRef="#br0" timeOffset="21">4605 5378 417 0,'0'0'35'16,"0"0"-35"-16,0 0 0 15,0 0 1-15,0 0 19 16,0 0 7-16,79 7-5 16,-70-14 16-16,0-1 31 0,-2 1 3 15,-7-4 22-15,0 0-38 16,0-1-24-1,0 1-10-15,0 1 1 0,0 2-5 16,-7 2-12-16,-6 5 4 16,-9 1-10-16,-4 0-4 15,-10 14-6-15,-6 13 10 16,2 5 0-16,6 4 5 16,7-2-4-16,9 2-1 15,10-4 0-15,8 1 5 16,0-5-5-16,20-2-9 15,10-7 9-15,11-8 2 16,-2-8 3-16,6-3-3 16,-2-3 2-16,-4-15 7 15,-6-4-10-15,-8-8-1 0,-7-5-1 16,-6-11 1-16,-4-8 0 16,-4-3-5-16,-4-2-36 15,0 8 26-15,0 10 2 16,-4 12 13-16,2 13 0 15,2 7 1-15,0 7 11 16,-3 2-10-16,3 0-1 16,0 6-1-16,0 15-5 15,0 13 3-15,0 10 2 16,0 4 1-16,9 5 8 16,1-2-17-16,1-4 8 15,1-5 0-15,7-9 0 16,2-7 1-16,3-9 4 0,10-10-1 15,8-7-4 1,0 0-6-16,7-10 4 0,-7-10 0 16,-8 3 2-16,-10-3 8 15,-11-2-8-15,-10 0-1 16,-3-3 1-16,0 3 2 16,-6 1 5-16,-11 2 2 15,0 6-3-15,2 6-3 16,3 3-3-16,5 4 4 15,1 0-4-15,0 13-6 16,2 10 4-16,4 10 2 16,0 0 2-16,20-7-2 0,1-4 0 15,5-8 9-15,4-6-9 16,2-8-1-16,-3 0-2 16,-2 0-32-16,-4-15-185 15</inkml:trace>
  <inkml:trace contextRef="#ctx0" brushRef="#br0" timeOffset="22">5324 5311 840 0,'0'0'116'0,"0"0"-110"15,0 0-6-15,0 0-3 0,0 0 3 16,31 78 0-1,-15-48 1-15,1-4 0 0,-5-4-1 16,-3-5-1-16,-3-3 1 16,-6-8 0-16,0-1 2 15,0-3-4-15,0-2 3 16,0 0-1-16,-3 0 1 16,-6 0 6-16,6 0 5 15,0-5 10-15,3-10 2 16,0-9-13-16,8-9-11 15,17-1-13-15,8 3 5 16,3 6-19-16,-1 10 14 16,-5 6 6-16,-5 9 5 15,-8 0-2-15,-4 9-24 0,-7 11 5 16,-3 1 6-16,0-2 17 16,-3-4-4-16,0-5 9 15,0-5-5-15,0-5 2 16,0 0 2-16,0 0 29 15,0-3 6-15,0-9-39 16,8-6-5-16,5 2 5 16,2 2-1-16,-2 7-8 15,-2 4 8-15,-2 3-7 16,1 0 5-16,-4 7 2 16,4 8 1-16,0-1 0 15,0-4-1-15,2-2 1 16,-6-4 1-16,3-4 8 0,3 0-6 15,-4 0 12-15,2-9-7 16,0-11-5-16,-4-5 1 16,-5 0-4-16,-1 0-23 15,0 9 2-15,0 6 19 16,0 7 2-16,0 1 23 16,0 2-8-16,0 0-15 15,0 10 1-15,0 10-5 16,0 3 8-16,0 4 0 15,11-6 8-15,1-1-12 16,0-4 0-16,3-6-2 16,3-2-43-16,-3-8-102 0,4 0-192 15</inkml:trace>
  <inkml:trace contextRef="#ctx0" brushRef="#br0" timeOffset="23">6040 5254 827 0,'0'0'67'16,"0"0"-67"-16,0 0 0 16,0 0 3-16,0 0 18 15,0 95-13-15,0-72-4 16,0-5 3-16,-3-5-6 16,3-7 2-16,0-4-2 0,0-2 6 15,-3 0-2-15,3-2 5 16,0-15-7-1,0-3-3-15,13-3-13 0,7 3 13 16,-4 8-6-16,-3 3 3 16,1 8 1-16,-5 1 2 15,0 0-4-15,1 15 12 16,-4 7-7-16,4 3 9 16,1 1-9-16,1 0 2 15,0-5 1-15,3-7-1 16,-3-5-3-16,4-4-1 15,-5-5-8-15,-2 0 4 16,1-17 5-16,-1-11 5 16,-2-5-2-16,4-10-3 15,-8-6-6-15,-3-2-3 0,0-2-23 16,0 6 27-16,-18 7 5 16,6 10 1-16,5 14 35 15,4 9-12-15,3 5-2 16,0 2-20-16,0 2-2 15,0 17-4-15,16 10 4 16,5 12 0-16,-9 4 0 16,4 6 13-16,-2 1 3 15,-8-3-8-15,0-2 3 16,-2-11-6-16,-1-6-4 16,-3-10-1-16,0-11-8 15,0-2-19-15,0-7-54 16,0 0-51-16,0-12-98 0</inkml:trace>
  <inkml:trace contextRef="#ctx0" brushRef="#br0" timeOffset="24">6281 5267 775 0,'0'0'0'16,"0"0"10"-16,0 0-4 15,0 0 0-15,117-54-2 16,-71 40-8-16,-4 2 5 15,-6-1-1-15,-8 1 2 16,-4 0 3-16,-8 3-5 16,-7 0 4-16,-6 1-1 0,-3 2 12 15,0 2-5-15,0 1 7 16,0 3 0-16,-6 0-16 16,3 0 0-16,3 18-1 15,0 10 0-15,0 8 10 16,7 1 19-16,13 4 16 15,1-4-5-15,-3-1-21 16,-6-5-1-16,-7-6-9 16,-5-4-7-16,0-3 7 15,-11-2-8-15,-16-4 2 16,-8-1-1-16,0-7-4 16,-1-2-50-16,-1-2-52 0,4 0-96 15,9-6-174-15</inkml:trace>
  <inkml:trace contextRef="#ctx0" brushRef="#br0" timeOffset="25">8061 4541 539 0,'0'0'62'0,"0"0"-60"16,0 0 32-16,0 0 29 15,0 0-39-15,0 0-22 16,-6-8 10-16,6 8-9 0,0 0-3 15,-3-2 24-15,3 0-4 16,0-1-2-16,-3 1 0 16,3-1-2-16,-3 0-6 15,-2-1 3-15,5 4-8 16,0-2 9-16,0 1-11 16,-2 1 5-16,2 0-8 15,0 0 3-15,0 0 0 16,0 0-1-16,0 0-1 15,-5 0 2-15,-4 0 6 16,-10 3-9-16,-8 16 0 16,-11 4 1-16,0 5 20 0,2 1-19 15,-1 0 0-15,7-8-2 16,11-5-1-16,7-4 1 16,9-7 7-16,3-3-5 15,0-2-4-15,0 0-2 16,19 0 4-16,7-12 3 15,9-9 8-15,0-4-11 16,-1-4-1-16,-1 0-11 16,-5 2 7-16,-4 1-9 15,-5 8 14-15,-10 5 0 16,-5 3 0-16,3 5 1 16,-7 0 2-16,2 5 2 0,-2-3-5 15,0 3-2-15,0 0-5 16,0 0-3-16,0 0 0 15,0 3 6-15,0 6-12 16,0 2 15-16,0 2 1 16,0 0 0-16,0 8 0 15,0 4 2-15,0 4 4 16,0 7 7-16,0 8 6 16,-2 4-17-16,-3 2 15 15,2-3 3-15,1 0-18 16,1-5 15-16,1-10-6 15,0-4-11-15,0-9 7 16,0-5 1-16,0-3 0 16,0-5-6-16,1 0-1 15,1-1 2-15,-1 1-4 0,-1-3 2 16,0 0 2-16,0-1 7 16,2-2-17-16,-2 1 16 15,0-1-9-15,0 0 0 16,0 0-7-16,0 0 3 15,0 0 8-15,0 0-3 16,0 0 1-16,0 0-2 16,-6 0-17-16,-11-3 14 15,3 3-19-15,-7 0 18 16,-4 0-1-16,-1 0 5 0,-1 0-1 16,2 3 1-1,1 2-4-15,2 0 4 0,6-1 0 16,2 0 1-16,5-1-1 15,0 0 0-15,6-1-1 16,0 1 3-16,3-2-4 16,0 1 2-16,0-2 0 15,0 1 0-15,0-1 1 16,0 0 5-16,0 0-3 16,0 2-6-16,0-2 0 15,0 1 1-15,18 1 2 16,12-1 16-16,13-1-12 15,8 0 4-15,10 0 8 0,2 0-14 16,-2 0-1 0,0-3 31-16,-12 0-15 0,-10 2-14 15,-12-1 7-15,-11 1 1 16,-10 1-9-16,-3 0-2 16,-1-3 1-16,-2 3 4 15,0 0-3-15,0-2 11 16,0 2 6-16,0-2-18 15,0 2 1-15,0 0 7 16,0 0-9-16,0 0 0 16,0 0-5-16,0 0-6 15,0 0-4-15,0 0-1 16,0 0-10-16,-2 0-22 16,-7 4-33-16,2 0-60 0,-2-4-179 15</inkml:trace>
  <inkml:trace contextRef="#ctx0" brushRef="#br0" timeOffset="26">9150 4771 10 0,'0'0'7'16,"0"0"40"-16,0 0 5 15,0 0-26-15,0 0 0 16,0 0 19-16,0 0 16 16,0 0 3-16,0 0-20 15,3-5 2-15,-3 5 8 16,0 0 18-16,0 0-27 15,0 0 6-15,0 0-8 0,0 0 17 16,0 0-5-16,0 0-15 16,0 0-7-16,0 0-9 15,0 0-18-15,0 0 7 16,0 0-2-16,0 0-1 16,0 0 2-16,0 0 2 15,0 0 4-15,0 0-5 16,0 0-5-16,0 0 4 15,0-3-6-15,0 3-1 16,0 0-3-16,0 0 0 16,0 0-2-16,0 3-4 15,9 14-4-15,1 7 4 0,2 7 4 16,2 1 4-16,-1 2-4 16,-4 1 1-16,2-4 1 15,-1-1-2-15,-1-4 0 16,-6-6 2-16,4-5-2 15,-7-5 1-15,0-3 2 16,0-4-5-16,0-3 3 16,0 0-1-16,0 0 0 15,0 0 7-15,0 0-2 16,0-10 5-16,0-12-9 16,0-10-2-16,9-9 1 15,11-5-4-15,7-6-4 16,11 2-11-16,1 7 9 15,0 12 8-15,-10 9 0 16,0 15-4-16,-2 7 4 0,-2 12 1 16,1 22-4-16,0 12 10 15,-9 9 1-15,-1 5 6 16,-5 0-9-16,2-4 3 16,-1-9-5-16,-3-13 3 15,-3-11-3-15,-3-13-1 16,-3-6 3-16,0-3 1 15,0-1 8-15,0 0-12 16,3-7-7-16,-1-15-124 16,4-12-480-16</inkml:trace>
  <inkml:trace contextRef="#ctx0" brushRef="#br0" timeOffset="27">9945 4970 435 0,'0'0'365'0,"0"0"-344"16,0 0-18-16,0 0 27 16,0 0 15-16,82 0-3 15,-31 0-13-15,1-3 28 16,-9 0-4-16,-11-2-48 15,-13 5-1-15,-9 0-2 16,-6 0 3-16,-2 0-5 16,-2 0-1-16,0 0-42 15,0 0-29-15,-3 0-28 0,0 0-236 16</inkml:trace>
  <inkml:trace contextRef="#ctx0" brushRef="#br0" timeOffset="28">10939 4757 538 0,'0'0'309'16,"0"0"-290"-16,0 0-14 15,0 0 23-15,0 0 0 16,0 0-28-16,-53-58 0 15,25 57 0-15,-5 1 0 16,-6 0-1-16,-1 2 2 16,1 10-3-16,1 3 3 0,9-1-1 15,5-3 0 1,12 0 7-16,6-3-7 16,2 1 2-16,4 0-4 0,7 1 4 15,20 1 9-15,11 0 14 16,15-1 6-16,-2 0-27 15,1 4 11-15,-7 1-14 16,-12 1 3-16,-14 6-4 16,-13 2-1-16,-6 0-3 15,-22-1 4-15,-17-2 3 16,-12-4 5-16,-5-8 3 16,3-6 8-16,8-3 16 15,10 0 0-15,12 0-6 16,7-7-20-16,10-3-6 15,6-4-3-15,0-5-31 0,9-3-125 16,13-5-165-16</inkml:trace>
  <inkml:trace contextRef="#ctx0" brushRef="#br0" timeOffset="29">11292 4973 690 0,'0'0'32'0,"0"0"9"16,0 0 73-16,0 0-37 15,91-4-50-15,-57 1-13 16,4-1 4-16,-2 4-10 16,-4 0-5-16,-10 0-3 15,-8 0 0-15,-4 0 0 16,-10 0-2-16,3 0-19 15,-3 0-50-15,0 0-46 16,0 0-220-16</inkml:trace>
  <inkml:trace contextRef="#ctx0" brushRef="#br0" timeOffset="30">11857 4627 595 0,'0'0'44'15,"0"0"-35"-15,0 0 100 16,0 0-7-16,0 0-62 16,0 0-23-16,-8-14-7 15,8 14-3-15,0 3-2 16,8 12-3-16,7 11 9 15,3 10 7-15,-1 6 10 16,2 8 18-16,-3-2-21 16,-1-3-4-16,-3-3 6 15,0-3-25-15,-6-6 11 0,1-5-12 16,-4-8 4-16,-2-6-5 16,1-7 2-16,-2-1 1 15,0-6 6-15,0 1-7 16,1-1 5-16,-1 0 3 15,0 0-7-15,2 0 7 16,-2 0-4-16,1 0-6 16,1 0-15-16,-1 0-7 15,3-1-32-15,-1-7-11 16,0-2-35-16,0-5-96 16</inkml:trace>
  <inkml:trace contextRef="#ctx0" brushRef="#br0" timeOffset="31">13973 4134 142 0,'0'0'166'0,"0"0"-79"16,0 0 26-1,0 0-12-15,0 0-29 0,0 0-29 16,0 0-36-16,2-20-4 16,-2 19 7-16,0 1 13 15,0 0-11-15,0 0-11 16,0 0 27-16,0 0-9 16,0 0-1-16,0 0-9 15,0 0 29-15,0 0-22 16,0 0 14-16,0 0-1 15,0 0-7-15,0 0 11 16,0 0-10-16,-2 0-10 16,2 0 5-16,0 0-10 0,0 0 1 15,0 0-5 1,0 0-2-16,0 0-2 0,-1 4-6 16,-9 13 4-16,-2 15 4 15,-11 12 5-15,4 12-7 16,-7 6 21-16,6 7 10 15,3-5-10-15,5-1-7 16,8-8-2-16,4-10-9 16,0-6 5-16,13-4 7 15,16-9-7-15,8-7-5 16,8-3 21-16,1-9-19 16,-4-2-5-16,-4-5-1 15,-5 0-59-15,-7-5-48 16,-9-15-56-16,-8-10-139 0</inkml:trace>
  <inkml:trace contextRef="#ctx0" brushRef="#br0" timeOffset="32">13699 4511 722 0,'0'0'75'16,"0"0"-75"-16,85-41 0 15,-31 32 6-15,5 1 21 16,3 4-22-16,-13 1-5 16,-7 3-33-16,-17-1-98 15,-15-3-255-15</inkml:trace>
  <inkml:trace contextRef="#ctx0" brushRef="#br0" timeOffset="33">14801 4296 508 0,'0'0'169'0,"0"0"-124"16,0 0 25-16,0 0 24 0,0 0-40 15,0 0 1-15,-1-54-31 16,-4 50-19-16,4 4-4 15,-5 0-1-15,-11 0-1 16,-6 12-4-16,-9 12 5 16,-4 8 3-16,1 9-1 15,3 6-2-15,8 4 9 16,11-1 4-16,13-4-5 16,0-3-2-16,20-4 10 15,11-5-1-15,3-8-3 0,5-4 2 16,-6-7-14-1,-1-6-6-15,-2-8-93 0,-6-1-163 16</inkml:trace>
  <inkml:trace contextRef="#ctx0" brushRef="#br0" timeOffset="34">14953 4459 437 0,'0'0'375'16,"0"0"-375"-16,0 0-12 0,0 0 12 15,0 0 21 1,94 98-8-16,-72-59-10 0,-6-5-3 16,-6-7-1-16,-2-10-4 15,-8-8-5-15,0-7 7 16,0-2 3-16,-5-6 54 15,-8-14-24-15,-3-6-20 16,8-3 3-16,8-1-5 16,0 4 7-16,15 4-1 15,21 5 3-15,10 9-11 16,6 7-6-16,-2 1 2 16,0 6-2-16,-7 12 10 15,-8 3 0-15,-10 1 2 16,-7 1-11-16,-8-3 5 0,-5-2-5 15,-5-3-1-15,0-3 0 16,0-2 0-16,-15-1-34 16,-11-8-93-16,3-1-269 15</inkml:trace>
  <inkml:trace contextRef="#ctx0" brushRef="#br0" timeOffset="35">15288 4284 596 0,'0'0'68'0,"110"0"-67"0,-32 4 13 15,3 13 67-15,-2 8-16 16,-11 9-33-16,-13 7 14 15,-19 3-14-15,-19 2 20 16,-15 0-30-16,-2 2-10 16,-26-4-3-16,-7 1-1 15,-6-10-1-15,3-7 2 16,1-6-9-16,3-5 3 16,-4-4-3-16,3-1-70 15,4-10-146-15</inkml:trace>
  <inkml:trace contextRef="#ctx0" brushRef="#br0" timeOffset="36">16226 4628 669 0,'0'0'125'16,"0"0"-117"-16,0 0 65 15,0 0 24-15,82 0-52 16,-14 0-15-16,13 0 7 16,-3 0 2-16,-13 0-25 15,-16 0-13-15,-11 0 5 16,-13 0-4-16,-7 0-2 15,-9 0-7-15,-6 0-43 16,-3 0-23-16,0 0-42 16,-11-4-115-16</inkml:trace>
  <inkml:trace contextRef="#ctx0" brushRef="#br0" timeOffset="37">17464 4282 524 0,'0'0'32'0,"0"0"-29"15,0 0 61-15,0 0 25 16,0 0-28-16,0 0 8 16,19-38-2-16,-19 35-9 15,0-3-12-15,0 5-6 16,0 1-6-16,0 0-17 16,0 0-4-16,0 0-13 15,-1 15-8-15,-17 16-3 0,-9 14 11 16,2 13 15-1,1 4-6-15,9 2 9 0,9-6-7 16,6-7 6-16,0-6-16 16,6-6-1-16,12-6 1 15,6-2-1-15,-2-9 10 16,5-6-1-16,1-9-9 16,2-7-47-16,0 0-85 15,-4-24-128-15</inkml:trace>
  <inkml:trace contextRef="#ctx0" brushRef="#br0" timeOffset="38">17303 4524 878 0,'0'0'84'15,"0"0"-80"-15,115-29-4 16,-66 22 15-16,3 5-9 15,-3 2-6-15,2 0-36 16,-3-2-178-16</inkml:trace>
  <inkml:trace contextRef="#ctx0" brushRef="#br0" timeOffset="39">17873 4560 760 0,'0'0'138'15,"0"0"-133"-15,0 0 27 16,0 75 57-16,0-51-52 16,0 2-36-16,0-4 3 15,0-2 1-15,0-4-1 16,0-4-3-16,6-4-1 16,-5-8-17-16,2 0-33 15,-3-5 5-15,0-19 31 16,0-7-133-16,0-6 26 15,1 3 84-15,2 3 14 16,0 7 23-16,2 6 0 16,-4 5-5-16,1 2 2 15,-1 0-77-15</inkml:trace>
  <inkml:trace contextRef="#ctx0" brushRef="#br0" timeOffset="40">18181 4550 164 0,'0'0'633'0,"0"0"-609"15,0 0-10-15,0 0 80 16,0 0-53-16,0 0-25 16,81 90-5-16,-72-62-7 15,1 0 0-15,-2-6-3 0,-2-5-1 16,-3-9 2-16,-2-2 9 15,-1-6-11-15,0 0 3 16,0 0 46-16,0-3 9 16,0-11-9-16,0-6-39 15,0-6-9-15,12-3-1 16,18 0-19-16,9 5-12 16,-1 10-5-16,2 8 7 15,-5 6 10-15,-2 2 8 16,-10 15 7-16,-4 4-3 15,-10 1-7-15,-3-2-37 16,-4-4 41-16,0-7 6 16,-2-5 4-16,0-4 0 15,0 0 2-15,0 0 13 16,4-16 24-16,7-4-39 0,8 1-4 16,3 4-1-1,3 7 5-15,-3 7-3 0,-4 1 1 16,-5 0 1-16,-1 8 2 15,-2 8-2-15,0 1 3 16,3 0 2-16,-1-3-4 16,6-2 0-16,-2-5 16 15,13-6 17-15,-1-1 0 16,5-1-18-16,3-18-9 16,-7-1 7-16,0-5-13 15,-6-1-1-15,-5 1-20 16,-10 6 1-16,-4 6 18 0,-4 6 2 15,0 7 5-15,0 0-5 16,0 4-4-16,-9 18 1 16,-1 9 3-16,9 1 0 15,1 0 0-15,16-4 30 16,17-8 0-16,2-3 1 16,3-7-16-16,-1-5-14 15,-6-5-2-15,-5 0-29 16,-1-16-120-16,-4-14-579 15</inkml:trace>
  <inkml:trace contextRef="#ctx0" brushRef="#br0" timeOffset="41">20062 4534 708 0,'0'0'100'16,"0"0"-89"-1,0 0 16-15,0 0 0 16,0 0-23-16,-104-20 9 0,71 45-5 16,-2 8 35-16,9 2-5 15,8 1-4-15,13 0-20 16,5-3-3-16,6-7-6 16,20-1-3-16,7-8-2 15,4-5-55-15,3-8-210 16</inkml:trace>
  <inkml:trace contextRef="#ctx0" brushRef="#br0" timeOffset="42">20149 4572 699 0,'0'0'4'0,"0"0"5"16,0 0 34-16,-72 106-15 15,78-72-11-15,25-4 5 16,11-6 20-16,6-12 14 16,-6-7-10-16,-8-5-28 15,-10 0 12-15,-14-17 14 16,-9-12-5-16,-1-8-35 16,-10-1 1-16,-15 3-5 15,-1 4 0-15,3 9-31 16,3 5-62-16,14 2-155 0</inkml:trace>
  <inkml:trace contextRef="#ctx0" brushRef="#br0" timeOffset="43">20453 4574 419 0,'0'0'521'0,"0"0"-508"15,0 0-10-15,0 0 0 16,0 0 8-16,30 85-3 16,-19-53-2-16,2-2-4 15,-4-8 7-15,-2-7 9 0,-3-7-5 16,-4-5-9 0,0-3 1-16,0 0 10 0,0 0 29 15,0-1 4-15,0-9-10 16,0-2-32-16,0-2-6 15,9 0-2-15,16 3-5 16,7 4 0-16,-2 6-2 16,-2 1 9-16,-4 0-1 15,-8 11-1-15,-2 0-2 16,-7 2-4-16,-4-1 6 16,-1-6 2-16,1 0 8 15,-3-6-8-15,1 0 2 0,-1 0-1 16,5 0 8-16,5-12 17 15,8-5-18 1,12 0-8-16,7 5-8 16,2 7 8-16,-5 5 8 0,-7 0-8 15,-9 7-6-15,-3 9 4 16,-4 3-1-16,-8 2 0 16,-3 1 0-16,0-2 0 15,0 1 5-15,-10-8-5 16,-7 0-67-16,2-10-187 15</inkml:trace>
  <inkml:trace contextRef="#ctx0" brushRef="#br0" timeOffset="44">21153 4621 847 0,'0'0'95'15,"0"0"-87"-15,0 0-8 16,77 104 33-16,-53-52-6 16,-8-2-13-16,-4 0 7 15,-8-5-14-15,-2-5 1 16,-2-6-6-16,2-7 3 16,-1-8 3-16,-1-11 2 15,0-5-9-15,0-3 7 16,0 0 37-16,0-5 4 0,0-20 13 15,0-6-58-15,0-8 8 16,5-10-12-16,5-5-3 16,6-1 3-16,10 2 6 15,5 11-6-15,4 16-5 16,3 11-6-16,-2 13 0 16,-11 2 7-16,-8 2-5 15,-16 18 1-15,-1 8-1 16,-33 0 4-16,-16 3 1 15,-6-8-22-15,4-5-68 16,13-11-69-16,19-4-245 16</inkml:trace>
  <inkml:trace contextRef="#ctx0" brushRef="#br0" timeOffset="45">21768 4431 909 0,'0'0'3'16,"0"0"6"-16,0 0-9 16,0 0 3-16,0 0 3 15,0 93 7-15,-4-41 4 0,0 4-3 16,4 0-8-16,0-10 12 15,16-6-10-15,9-10 3 16,6-10 24 0,2-6-4-16,0-9 6 0,-3-5-2 15,-2 0-14-15,-4-19-6 16,-4-9-10-16,-4-5-5 16,-6 2-10-16,-6 6-4 15,-1 9 11-15,-3 11 2 16,0 5 1-16,0 0-3 15,0 9-7-15,0 13 3 16,0 7-1-16,-2 3 8 16,2-3 8-16,0-3-5 15,0-4-3-15,0-3-9 16,2-11-184-16,5-6-530 0</inkml:trace>
  <inkml:trace contextRef="#ctx0" brushRef="#br0" timeOffset="46">22189 4766 1102 0,'0'0'49'16,"0"0"-44"-16,0 0 26 16,0 0-27-16,112-31-1 0,-58 31-6 15,-11 7-12 1,-10 6-11-16,-14 0 20 0,-11 1 4 15,-8 3-7-15,0 5-3 16,-20 2 0-16,-8 3 9 16,2-3 0-16,9-3 3 15,8-6 1-15,9-5-1 16,0-5 0-16,0-3 0 16,16-2 10-16,8 0 23 15,6-15 13-15,7-6-25 16,-3-8-15-16,4 0-1 15,-3-7-4-15,0 0-1 16,-5 7 0-16,-10 9-5 16,-8 8 4-16,-7 11-2 15,-3 1 0-15,-2 0 0 0,0 18-26 16,-5 11 16 0,-7 7 9-16,6-2 4 0,2-5 0 15,4-2 3-15,4-10 2 16,11-6-3-16,9-8-2 15,3-3 1-15,3 0 10 16,5-12-4-16,-5-14-7 16,-2-1-1-16,-4-5-2 15,-6 0-2-15,-2 8-12 16,-6 9 16-16,-3 7 1 16,-5 8 5-16,-2 0-5 15,0 12-20-15,0 14 6 0,0 8 14 16,0-2 5-16,0-3 2 15,0-7 4-15,0-4-11 16,0-8 7 0,0-6-4-16,0-4-3 0,0 0-95 15,0-11-167-15</inkml:trace>
  <inkml:trace contextRef="#ctx0" brushRef="#br0" timeOffset="47">23261 4425 862 0,'0'0'46'0,"0"0"-37"16,2 92 79-16,-2-49-15 15,0 4-38-15,-2 5-19 16,-4-4-7-16,2-4-7 16,1-8 3-16,2-12-1 15,-2-7-4-15,-10-4-10 16,-4-7-127-16,-5-6-140 0</inkml:trace>
  <inkml:trace contextRef="#ctx0" brushRef="#br0" timeOffset="48">23053 4754 900 0,'0'0'18'0,"0"0"-9"15,98-66 17-15,-53 46-12 16,0 1-14-16,4 0-20 15,-4 2-50-15,-4 3-24 16,-10 7 4-16,-9 7 31 16,-11 0 47-16,-9 15 12 15,-2 15 16-15,-2 8 40 0,-9 4 4 16,4 0-11-16,7-8-25 16,0-6-1-16,10-11 42 15,15-12-16-15,8-5 15 16,7-5-2-16,0-22-49 15,-2-4-4-15,-6-3-8 16,-2 0-1-16,-4 8-44 16,-3 11 22-16,0 15 3 15,-2 0 0-15,-2 29 17 16,-4 9-4-16,-5 6 12 16,-8 1-10-16,-2-1 7 15,-3-4-3-15,-20-9 4 0,-8-4-2 16,-9-10 4-1,-9-7-6-15,0-3 1 16,1-4-3-16,2-3 2 16,11 0-109-16,13-17-280 0</inkml:trace>
  <inkml:trace contextRef="#ctx0" brushRef="#br0" timeOffset="49">24618 4848 643 0,'0'0'0'16,"0"0"0"-16,-63 84 3 15,57-57 25-15,6 0-13 16,9-8 28-16,18-7 16 16,6-7-4-16,2-5-21 15,-4 0-12-15,-5-19-22 16,-9-6 0-16,-10-4-5 0,-7-3-46 15,-3 1 30-15,-11 6 7 16,4 7 14-16,4 5 41 16,4 7 35-16,2 6 24 15,0 0-34-15,0 0-44 16,2-3 8-16,17-5 2 16,6-6-29-16,5-3 3 15,0-4-6-15,-2-5 7 16,-4-2-11-16,0-8 11 15,-4 2-5-15,-5-4-2 16,-4-2 3-16,-8 4-6 16,-3 5 3-16,0 7-9 15,0 14 5-15,0 6 4 16,0 4 0-16,0 9-13 16,7 20-3-16,16 18 15 0,12 10 1 15,8 10 8-15,3 4 11 16,-8-5-6-16,-12-6-4 15,-16-12-3-15,-10-11-2 16,-7-9-4-16,-33-9 4 16,-20-6-4-16,-5-8 0 15,3-3-2-15,18-2 2 16,21 0-1-16,21 0 1 16,2-9 11-16,32-15 54 15,21-2-57-15,11-5-7 0,3-2-1 16,-4 2-2-1,-11 1-58-15,-12 1-58 0,-7-1-220 16</inkml:trace>
  <inkml:trace contextRef="#ctx0" brushRef="#br0" timeOffset="50">14927 5249 599 0,'0'0'75'16,"0"0"-52"-16,0 0 111 15,0 0-28-15,0 0-59 16,0 0-3-16,32-42 0 16,-35 36 5-16,-19 1-36 15,-14 3-11-15,-13 2 0 16,-12 2 2-16,-5 18-2 0,11 5-2 15,10 3-8-15,15 0 8 16,17-1-2-16,13-2 2 16,6-2-1-16,28-5-11 15,15-2 12-15,8 1 10 16,-6-4-10-16,-10 1 3 16,-16-5-8-16,-15-1 5 15,-10 0-9-15,0-1 1 16,-22 2 8-16,-14 0 1 15,-10 2 7-15,1-5-8 0,6 0 2 16,12-1-4 0,12-2-37-16,15-3-48 15,0 0-95-15,29-3-247 0</inkml:trace>
  <inkml:trace contextRef="#ctx0" brushRef="#br0" timeOffset="51">15317 5439 666 0,'0'0'6'0,"-1"86"0"16,28-50 11-16,18-8 12 15,8-14 24-15,5-13-18 0,-1-1-1 16,-12-13 13-1,-17-10-21-15,-16-7 15 0,-12 0 14 16,-10-2-13 0,-20 4-27-16,-1 5 1 0,-4 4-16 15,1 8-15-15,6 2-54 16,1 6-71-16,4 0-157 16</inkml:trace>
  <inkml:trace contextRef="#ctx0" brushRef="#br0" timeOffset="52">15749 5370 854 0,'0'0'47'0,"0"0"-45"16,0 0 32-16,31 86 8 15,-16-51-15-15,-3-5-21 16,1-3-1-16,-6-8-2 15,-2-8 1-15,-2-5 3 16,-2-4-7-16,-1-2 0 16,0 0 2-16,0 0 47 15,3-2 26-15,8-18 0 16,4-14-33-16,9-10-38 16,-1-6-4-16,6-1 0 15,0 0-16-15,1 8-58 16,-2 11-36-16,-3 11-87 0,2 8-360 15</inkml:trace>
  <inkml:trace contextRef="#ctx0" brushRef="#br0" timeOffset="53">16290 5241 210 0,'0'0'714'0,"0"0"-684"16,0 0-27-16,0 0 0 15,31 77 79-15,-12-39-23 16,0 1-22-16,-4 4-22 16,-1-5-6-16,-7-1-4 15,-7-8-4-15,0-7-1 0,0-5-54 16,-23-9-58 0,-9-8-48-16,-4 0-318 0</inkml:trace>
  <inkml:trace contextRef="#ctx0" brushRef="#br0" timeOffset="54">16284 5399 732 0,'0'0'93'0,"83"-26"-87"16,-29 14 18-16,3 1 101 16,-4 5-72-16,-7 1-33 15,-11 4-12-15,-12 1 6 0,-3 0-8 16,-7 0-1-16,-6 0-1 15,-1 11-4-15,-3 3 3 16,-3 9 9 0,0 3-11-16,0 4 10 0,0-2-8 15,-3-4-3-15,3-5 6 16,0-4-5-16,0-6 0 16,0-1 2-16,0-8-2 15,0 0 1-15,0 0-2 16,0 0 0-16,0-20 0 15,0-7-11-15,7-10-103 16,3-3-117-16,4 4-289 16</inkml:trace>
  <inkml:trace contextRef="#ctx0" brushRef="#br0" timeOffset="55">16892 5316 618 0,'0'0'39'0,"0"0"-26"15,0 0 59-15,65 76-12 16,-56-48-18-1,2 0-8-15,-5-1-13 0,-2-7-19 16,-2-9 8-16,-2-4-2 16,0-7 9-16,0 0 6 15,-2 0 66-15,-6-15-26 16,5-5-39-16,3-5-6 16,13-3 1-16,20 7-18 15,5 6 8-15,3 8-9 16,-3 7 21-16,-7 0-10 0,-6 1 1 15,-4 11-7-15,-7 7-5 16,-7 1 0-16,-2-1 1 16,-3 2 1-16,1-4-2 15,3-4-54-15,6-4-101 16,14-6-141-16</inkml:trace>
  <inkml:trace contextRef="#ctx0" brushRef="#br0" timeOffset="56">17674 5421 712 0,'0'0'79'0,"0"0"-78"15,-90-31 85-15,58 31-15 0,-3 0-46 16,10 10-3-16,7 14-22 16,8 5 11-16,7 2-4 15,3-4-7-15,3-7 1 16,13-6 16-16,10-9 31 15,2-5 9-15,2 0-28 16,-1-8 2-16,-3-13-11 16,-2-1-11-16,-9-3-5 15,-3-1-2-15,-7 2-1 16,-5 2-1-16,0 2-2 16,0 6 1-16,-6 5 1 15,1 6-2-15,5 3 1 0,0 0-4 16,0 5-8-16,1 14 6 15,14 7 3-15,2 6 4 16,3 2 5-16,0 2 9 16,-7-4-5-16,-3-1-7 15,-7-2 3-15,-3 0-5 16,0-2-4-16,0-4 4 16,-11 0-1-16,-4-1 4 15,-9-5 4-15,-8-4-6 16,0-2-2-16,-1-8-3 15,3-3-8-15,3 0-5 16,0-3-58-16,7-19-86 16,7-8-421-16</inkml:trace>
  <inkml:trace contextRef="#ctx0" brushRef="#br0" timeOffset="57">18395 5386 870 0,'0'0'149'16,"0"0"-133"-16,0 0-11 15,0 0 34-15,0 0-23 16,0 0-16-16,0 56 1 15,0-19 2-15,0 4 1 16,0-2 4-16,0-10-3 16,0-8-4-16,0-10 0 15,0-10 1-15,0-1 3 16,0 0 6-16,0-9 48 16,0-17-8-16,4-9-50 15,8 0-2-15,13-2-1 0,16 3-2 16,8 12-19-1,6 8-1-15,-4 14 9 0,-9 0 13 16,-8 15-5-16,-12 11 7 16,-9 8 7-16,-3 2 8 15,-10-2-1-15,0 1-2 16,0-7 1-16,0-8-6 16,-3-6-4-16,-1-5 3 15,3-6-6-15,1-3-61 16,0 0-215-16</inkml:trace>
  <inkml:trace contextRef="#ctx0" brushRef="#br0" timeOffset="58">19536 5668 561 0,'0'0'45'0,"0"0"-43"0,0 0 98 16,0 0-68-16,68-75 4 15,-65 53-6-15,-3 1 4 16,0 1 27-16,-4 4-10 16,-13 6-19-16,-5 5-26 15,-6 5 2-15,-7 0-8 16,-1 17 3-16,-1 9-3 16,9 6 9-16,11 0-7 15,16 1 0-15,2-4 5 16,32-2-2-16,13-6 26 15,10-1-3-15,2-4-26 16,5-6 0-16,-7-9 10 16,-7-1-6-16,-11-8-1 15,-8-14 34-15,-8-12-3 0,-7-8-16 16,-3-12-19-16,-12-7 2 16,0-7-6-16,0 0-1 15,0 12 2-15,0 16-7 16,0 16 9-16,0 12 0 15,0 12 4-15,0 0-4 16,0 17-11-16,0 16-2 16,0 15 13-16,0 9 0 15,0 8 23-15,0 0-17 16,0-1-6-16,0-5 0 16,4-5 4-16,23-6 1 15,9-10-5-15,13-6 4 16,2-11-3-16,-2-10 9 0,-4-11-4 15,-8-5-2-15,-6-26-3 16,-7-11 4-16,-3-12-3 16,-6-4-2-16,-9-1 0 15,-6-7 8-15,0 3-8 16,0 0-1-16,0 13 1 16,0 13 0-16,-2 13-7 15,2 10 7-15,0 11 12 16,0 3-12-16,5 3 0 15,9 19-3-15,6 14-4 16,-5 11 7-16,-4 10 5 0,-4 1-5 16,-1 2 1-1,0-3 0-15,1-7-1 0,-5-3 2 16,-2-10-2-16,0-12-3 16,0-9-27-16,0-13-78 15,-9-3-84-15,-3-14-165 16</inkml:trace>
  <inkml:trace contextRef="#ctx0" brushRef="#br0" timeOffset="59">20254 5640 752 0,'0'0'73'16,"0"0"-55"-16,0 0 27 16,123-40 9-16,-71 33-33 15,-1-2-14-15,-1-4-2 16,-11-1 5-16,-12-1-9 0,-13-4-1 15,-7 2 4-15,-7 2-4 16,-2 2 0-16,-12 5 6 16,4 5-6-16,4 3 0 15,6 15 0-15,0 16 8 16,11 7-6-16,17 9 37 16,4 1 10-16,-4-4-12 15,-7-4-5-15,-12-8-9 16,-9-10-12-16,0-7-5 15,-25-6 11-15,-13-6 4 16,-6-3 6-16,2 0-17 16,6 0-10-16,7-2 0 15,9-3-62-15,8-3-89 0,12-6-257 16</inkml:trace>
  <inkml:trace contextRef="#ctx0" brushRef="#br0" timeOffset="60">21377 5632 644 0,'0'0'56'15,"0"0"-49"-15,0 0 41 16,0 0-18-16,0 0-28 16,0 0 0-16,-20 89 87 15,17-39-34-15,3 1-20 16,7-2 4-16,16-5-20 0,5-13 1 16,8-11 13-16,0-11 17 15,0-9-14-15,-5 0 5 16,-6-16-18-16,-4-15-10 15,-7-11-9-15,-3-5-8 16,-5-3 4-16,0 2-20 16,0 11-4-16,-2 12 21 15,2 12 2-15,-3 8 2 16,-1 5 1-16,0 0-2 16,5 12-10-16,2 11 0 15,3 5 10-15,1 1 1 16,-1-3 1-16,-1-1-2 15,1-8 0-15,-1-6 3 0,-3-4 4 16,0-7-2-16,0-3 0 16,-2-17 30-16,0-10-29 15,-4 2-2-15,-2 5-8 16,0 4-1-16,0 12 4 16,0 5-2-16,0 2-2 15,21 3-2-15,14 23-7 16,12 9 12-16,4 7 4 15,-7-5 2-15,-18-6 0 16,-12-5-4-16,-14-11 2 0,-1-3-2 16,-33-5 0-1,-15-6 22-15,-7-1-15 0,0 0-7 16,8-6 0-16,6-1-9 16,11-2-77-16,13-4-159 15</inkml:trace>
  <inkml:trace contextRef="#ctx0" brushRef="#br0" timeOffset="61">22074 5770 843 0,'0'0'17'16,"0"0"20"-16,-13 99 68 0,13-68-26 15,0 0-34-15,0-9-15 16,0-8-25-16,0-6-3 16,0-8-2-16,0 0-5 15,-6-11-166-15</inkml:trace>
  <inkml:trace contextRef="#ctx0" brushRef="#br0" timeOffset="62">22226 5713 941 0,'0'0'30'0,"0"0"-27"16,0 0-3-16,53 100 20 0,-37-63-5 16,-1-1 9-16,-2-7-5 15,-5-12-2-15,-4-7-12 16,-2-7 0-16,-2-3-4 15,0 0 30-15,0-11 29 16,0-12-29-16,0-7-29 16,19 5 0-16,11 1-2 15,10 8-7-15,5 11 4 16,-6 5 3-16,-8 2 0 16,-9 15-1-16,-8 7-4 15,-6 2 1-15,-8-1 3 16,0-1-2-16,-2-3 3 15,-10-1-2-15,-3-3-22 0,2-1-197 16,8-8-371-16</inkml:trace>
  <inkml:trace contextRef="#ctx0" brushRef="#br0" timeOffset="63">22836 5811 525 0,'0'0'135'15,"0"0"-128"-15,-117 63 40 0,90-32 4 16,11 0-18-16,16-3-29 16,2-5-2-16,21-6 5 15,10-7 41-15,0-8-15 16,-1-2-13-16,-5-9 28 15,-4-11-26-15,-3-4 9 16,-8-2 0-16,-3 0 9 16,-3 6-24-16,-3 0-14 15,-2 10-2-15,1 9 11 16,-2 1-11-16,3 0 0 16,2 11-2-16,-1 15-8 15,1 11 8-15,3 7 2 16,-5 3-1-16,0 1 1 0,-3 2 0 15,0-2 0-15,0 2 21 16,0-5-6-16,-7-7 21 16,-3-6-1-16,-2-11-10 15,-12-8-11-15,-8-6 0 16,-10-7 3-16,-5 0 2 16,3-10-11-16,15 0 8 15,11 3 4-15,18-2 37 16,3-2 18-16,34-5-38 15,14-3-37-15,13-2 0 16,-3 2-8-16,-10 2-70 16,-12 1-58-16,-8 2-85 15</inkml:trace>
  <inkml:trace contextRef="#ctx0" brushRef="#br0" timeOffset="64">23670 5581 406 0,'0'0'236'0,"0"0"-228"16,0 0 14-16,0 0 66 15,-86-34-40-15,68 29-9 16,2 3-25-16,-1 2 9 16,-4 0 5-16,-1 0-22 15,-9 14-4-15,-7 13 14 16,-2 9-4-16,-2 8 4 15,6 8-8-15,13 5-2 16,13 1-2-16,10-5-4 0,15-7 5 16,22-17 0-1,12-10 57-15,7-8-10 0,1-11-16 16,-5 0-15-16,-7-20 12 16,-12-14-9-16,-8-10-17 15,-13-12-5-15,-12-5-2 16,-2-3-14-16,-28 8 4 15,-5 9 10-15,-4 14-1 16,2 12-11-16,4 13-29 16,0 8-30-16,8 8-45 15,2 18-63-15,8 8-93 16</inkml:trace>
  <inkml:trace contextRef="#ctx0" brushRef="#br0" timeOffset="65">23363 5900 35 0,'0'0'655'16,"0"0"-573"-16,0 0 66 16,0 0-41-16,-52-82-37 15,52 68 15-15,4 6-42 16,20 6-42-16,11 2 3 16,3 7-2-16,-2 17-4 15,-5 8 0-15,-2 2 2 16,-3 3 0-16,-2-4-2 15,-4 1 1-15,1-7 1 0,-3-3-1 16,1-7 2 0,-2-3-2-16,0-5-8 0,-1-8-127 15,1-1-133 1</inkml:trace>
  <inkml:trace contextRef="#ctx0" brushRef="#br0" timeOffset="66">23853 5917 940 0,'0'0'145'16,"0"0"-145"-16,0 0-11 16,0 0 10-16,-7 75 2 15,14-50 5-15,16-3-6 0,7-5 13 16,4-6 10-16,-1-8-5 15,-5-3-9-15,-5-8-8 16,-7-18 13 0,-3-4-12-16,-5-6 1 0,-3 0-3 15,-4 7-17-15,-1 5 11 16,3 14 5-16,-1 3 1 16,0 7-1-16,-1 2-3 15,6 18-12-15,0 11 11 16,4 2 5-16,4 1-1 15,3-6 1-15,1-4-3 16,2-5 11-16,-2-7-11 16,-1-6 6-16,-6-6 6 15,-2 0-8-15,-2-11 19 0,-3-9-14 16,-2-1-6-16,-2 3 0 16,-1 5 4-16,0 6-4 15,0 7 13-15,2 0 10 16,1 0-23-16,5 14-3 15,3 10 3-15,5 5 15 16,0-2-4-16,1-3 0 16,-5-5-4-16,-4-8-6 15,-5-7-1-15,-3-4 0 16,0 0-1-16,0-15-6 16,-10-13-158-16,-10-8-234 15</inkml:trace>
  <inkml:trace contextRef="#ctx0" brushRef="#br0" timeOffset="67">24232 5789 889 0,'0'0'163'16,"0"0"-132"-16,0 0-9 15,0 0 1-15,0 0-23 16,0 0-228-16,27 16-301 16</inkml:trace>
  <inkml:trace contextRef="#ctx0" brushRef="#br0" timeOffset="68">24716 5898 909 0,'0'0'34'16,"0"0"-10"-16,-100-32 88 16,60 32-68-16,0 15-33 15,5 15-6-15,8 9 4 16,14-2-7-16,13 2-1 15,1-3 9-15,26-5-6 16,9-6 23-16,2-5-26 16,0-9 3-16,-1-8 6 15,-1-3-10-15,-3-6-103 16,-3-17-287-16</inkml:trace>
  <inkml:trace contextRef="#ctx0" brushRef="#br0" timeOffset="69">24847 5692 848 0,'0'0'100'16,"0"0"-100"-16,5 79 0 16,6-25 20-16,0 7 17 15,1 0 0-15,3-4-19 16,1-11 1-16,2-12-3 15,-6-11-9-15,-1-10 2 16,-6-10 10-16,-3-3-17 0,1-3 9 16,0-21 51-16,-2-10-62 15,-1-11-28-15,0-2-35 16,0-3-41-16,0 1 51 16,6 6 33-16,4 16 7 15,0 12 13-15,3 15 51 16,0 2-46-16,0 26-5 15,-2 12 3-15,-3 7 23 16,-2 6 2-16,0-2 3 16,4-8-9-16,4-4-1 15,3-10-7-15,2-7-14 16,-2-10 11-16,-2-10-11 16,-4-2-40-16,-8-12-170 15</inkml:trace>
  <inkml:trace contextRef="#ctx0" brushRef="#br0" timeOffset="70">23909 6234 382 0,'0'0'410'0,"0"0"-396"16,-103-2-9-16,68 2 66 15,0 12-16-15,1 7-26 16,4 6 8-16,7 3 0 16,10 3-11-16,13 0-7 15,0 0-18-15,17 0 14 0,12-1 9 16,1-5-11-1,-6-5 9-15,-7-7-17 0,-9-7-1 16,-6-3-3-16,-2-3 1 16,-5 0 2-16,-18-1 3 15,-9-10-5-15,1-2 13 16,8 4-13-16,10-2-4 16,13-2-36-16,4 0-97 15,28-6-183-15</inkml:trace>
  <inkml:trace contextRef="#ctx0" brushRef="#br0" timeOffset="71">24154 6395 552 0,'0'0'103'16,"0"0"-39"-16,-107 33 60 15,88-9-68-15,10 3-27 16,9 3-17-16,5-5-4 15,24-5 2-15,7-6 34 16,-1-8 7-16,-2-5-11 16,-11-1-24-16,-9-1 27 15,-7-15 26-15,-6-10-17 16,0 0-46-16,-13-2 15 16,-4 3-6-16,0 5-15 15,4 6-49-15,5 3-65 16,8 5-130-16,0 4-181 0</inkml:trace>
  <inkml:trace contextRef="#ctx0" brushRef="#br0" timeOffset="72">24298 6449 379 0,'0'0'338'16,"0"0"-267"-16,0 0 54 16,102 43-11-16,-82-26-38 15,-7 3-32-15,-8 0-30 16,-3-1-13-16,-2 1 15 15,0-10-13-15,0-4-3 16,0-3 7-16,0-3 46 16,0 0 2-16,0-3 13 0,0-13-3 15,10-8-55 1,9-6-10-16,4-4-1 0,4 0-24 16,0 1-88-16,3 3-129 15,-4 4-322-15</inkml:trace>
  <inkml:trace contextRef="#ctx0" brushRef="#br0" timeOffset="73">24777 6355 838 0,'0'0'247'0,"0"0"-247"15,0 0 5-15,0 0 82 0,0 107-13 16,12-69-30-16,0 3-1 15,3-4-24-15,-4-1-9 16,0-9-1-16,-8-3-9 16,-3-13-44-16,-12-11-124 15,-16 0-262-15</inkml:trace>
  <inkml:trace contextRef="#ctx0" brushRef="#br0" timeOffset="74">24695 6503 859 0,'0'0'279'15,"116"-24"-271"-15,-46 17-7 16,-5 2 32-16,-10 0-29 0,-13 5-4 16,-12-3-108-16,-13-3-213 15</inkml:trace>
  <inkml:trace contextRef="#ctx0" brushRef="#br0" timeOffset="75">3094 6665 553 0,'0'0'142'15,"0"0"-87"-15,0 0 8 16,0 0-14-16,0 0-14 0,0 0-16 15,0 0-11-15,4 0-3 16,-4 0-2-16,0 0 8 16,0 0-11-16,0 12 3 15,0 10-3-15,-4 17 0 16,-5 13 21-16,-3 14 14 16,-1 12-9-16,2 9-12 15,2 5 18-15,1-1-30 16,8-7 21-16,0-18-11 15,20-9-7-15,10-15-5 16,6-12 0-16,7-13 2 16,2-7 2-16,4-10 3 0,-4 0 6 15,-6-15-13-15,-7-14-70 16,-12-9-60-16,-18-10-134 16</inkml:trace>
  <inkml:trace contextRef="#ctx0" brushRef="#br0" timeOffset="76">2891 7238 772 0,'0'0'126'16,"0"0"-126"-16,0 0-1 0,78-89 1 15,-26 50 8-15,3-1-3 16,-10 4-3-16,-5 6 1 15,-6 4-3-15,-4 6-41 16,-3 7-21-16,-6 4-51 16,-1 1-156-1</inkml:trace>
  <inkml:trace contextRef="#ctx0" brushRef="#br0" timeOffset="77">3901 6676 674 0,'0'0'104'0,"0"0"-101"15,0 0-3-15,-86 86 0 16,78-33 4-16,5 17 16 16,3 15 26-16,11 9-5 15,17 1-6-15,6-13-10 16,9-18-7-16,-1-15-8 0,3-17 1 15,-6-11 0-15,4-14-11 16,-4-7 7-16,4-1-7 16,-4-23-59-16,-2-15-173 15</inkml:trace>
  <inkml:trace contextRef="#ctx0" brushRef="#br0" timeOffset="78">4293 6863 902 0,'0'0'90'16,"0"0"-90"-16,0 0-44 16,0 0 42-16,54 94-2 15,-30-31 8-15,0-2-3 16,-2-10 2-16,-3-13-2 15,-8-15-1-15,-2-9 0 16,-6-8 3-16,0-3 2 16,-3-3-2-16,0 0 5 15,0 0 36-15,0 0 7 16,0-17-14-16,0-9-37 16,4-15 0-16,12-3-19 0,13 1 14 15,1 2-1 1,4 18 2-16,-1 7 3 15,0 9 1-15,-3 7-12 0,-5 4 3 16,2 18 0-16,-2 12 7 16,-4 1-2-16,-6-4 4 15,-3-6 0-15,-5-7 1 16,-2-5-3-16,-2-4 4 16,-3-9-4-16,0 0-60 15,0 0-94-15,-8-6-105 16</inkml:trace>
  <inkml:trace contextRef="#ctx0" brushRef="#br0" timeOffset="79">4622 6657 117 0,'0'0'663'0,"0"0"-658"16,135-16-4-16,-56 16 55 16,2 12 51-16,1 23-40 15,-5 17-26-15,-14 15-30 16,-18 12-7-16,-17 13 12 16,-16 0 5-16,-12-8-8 15,0-10-1-15,-18-17-10 0,-1-14 1 16,-1-7 5-16,-2-3-7 15,1-10-2-15,3-2 1 16,-5-9-27-16,3-8-33 16,-5-4-73-16,-1-1-100 15,7-24-256-15</inkml:trace>
  <inkml:trace contextRef="#ctx0" brushRef="#br0" timeOffset="80">5681 6936 699 0,'0'0'169'0,"0"0"-166"16,0 0 8-16,0 0 35 16,116-20 19-16,-58 6-40 15,0 1 12-15,-4 2-13 16,-20 8-22-16,-13 1-2 16,-12 2-10-16,-9 0-39 15,-7 9-117-15,-23 11 43 16,-8 3-206-16</inkml:trace>
  <inkml:trace contextRef="#ctx0" brushRef="#br0" timeOffset="81">5746 7123 401 0,'0'0'0'0,"0"0"-282"15,0 0 244-15</inkml:trace>
  <inkml:trace contextRef="#ctx0" brushRef="#br0" timeOffset="82">5746 7123 693 0,'42'60'111'16,"-33"-60"-95"-16,10 0 88 16,11 0 13-16,18-1-20 15,11-11-29-15,4-2-1 16,-2-2-28-16,-3 5-11 16,-16 5-24-16,-12 3 1 15,-12 3-8-15,-8 0 3 16,-5 0-36-16,-5 0-34 15,0 0-39-15,0 0-85 16,-11 0-354-16</inkml:trace>
  <inkml:trace contextRef="#ctx0" brushRef="#br0" timeOffset="83">9078 6436 139 0,'0'0'83'0,"0"0"-68"16,0 0 11-16,0 0 41 15,0 0-52-15,0 0-15 16,0 0 0-16,0 0 11 16,0 0-2-16,-4 0 23 15,4 0-9-15,0 0-10 16,0 0-6-16,0 0 2 15,0 0 0-15,0 0 0 16,0 0-8-16,-3 0 5 16,3 0-6-16,0 0-1 15,0 0 1-15,0 1-4 16,0-1-31-16,-3 2-10 0,3-2-29 16,0 0-62-16</inkml:trace>
  <inkml:trace contextRef="#ctx0" brushRef="#br0" timeOffset="84">9090 6428 217 0,'0'0'148'0,"0"0"-132"16,0 0 17-16,0 0 45 15,0 0-9-15,0 0-29 16,-2 0-5-16,2 0 4 16,0 0 11-16,0 0-2 15,0 0-12-15,0 0-7 16,0 0-5-16,0 0-3 16,0 0 1-16,0 0-7 15,0 0 8-15,0 0 11 16,-2 0-3-16,2 0 13 15,0 0-5-15,0 0 10 16,-2 0-17-16,2 0-17 0,0 0-6 16,0 0-7-16,0 0-2 15,0 0 0-15,-3 0-3 16,0 9 3-16,-7 7 0 16,-2 3-1-16,-3 1 3 15,3 5-2-15,-2 3 9 16,-2 2-5-16,0 10 1 15,1 2 7-15,-2 5-1 16,4 3-6-16,0-1 14 16,7-3-8-16,2-3-2 15,4-1 2-15,4-6-11 16,21-3 1-16,11-5 3 0,10-11 5 16,9-8-5-16,-1-9 2 15,1 0 0-15,-8-3-6 16,-8-4 5-16,-7-6-5 15,-8 3-40-15,-10-3-2 16,0-4-25-16,-5-3-77 16,-5-1-121-16</inkml:trace>
  <inkml:trace contextRef="#ctx0" brushRef="#br0" timeOffset="85">8694 6859 742 0,'0'0'115'0,"89"-46"-113"16,-22 26-1-16,2 1 31 0,2 8-15 16,-16 5-17-16,-6 3-20 15,-11 3-93-15,-14 0-114 16</inkml:trace>
  <inkml:trace contextRef="#ctx0" brushRef="#br0" timeOffset="86">10094 6488 311 0,'0'0'58'16,"0"0"-4"-16,0 0 34 16,0 0-30-16,0 0-37 15,0 0 16-15,-19-12 10 16,19 11 0-16,0 1-6 15,0-3 5-15,0 3-4 16,0-2-11-16,-3-2-5 16,-4 0-15-16,-2 1-10 15,-2-3 9-15,-1 3-6 16,-5-2 1-16,1 2-1 16,-3 3 5-16,-5-2-1 15,3 2 2-15,-3 0-9 16,1 0 9-16,0 0 14 15,2 5-4-15,-6 12-7 0,0 7-4 16,-1 5 7-16,-2 9 13 16,5 1 10-16,8 4-4 15,7-1-4-15,7 1-12 16,3-4-4-16,11-2-3 16,18-5-11-16,4-4 12 15,-1-2-13-15,3-4 2 16,-8-5 10-16,-3-2-12 15,-6-4-27-15,-9-2-63 16,1-7-29-16,-1-2-96 16,-3 0-412-16</inkml:trace>
  <inkml:trace contextRef="#ctx0" brushRef="#br0" timeOffset="87">10722 6561 423 0,'0'0'293'15,"0"0"-280"-15,0 0-1 0,0 0 84 16,0 0-36-16,0 0-48 16,-14-29-5-16,5 28-5 15,-1-1 1-15,-7 1 0 16,-2-1-3-16,3 1 0 15,-9-2 5-15,1 3-5 16,-5 0-1-16,-1 0 1 16,1 0 0-16,-3 3-2 15,2 4 2-15,4 4-1 16,0 2 1-16,4-1-1 16,-2 4 1-16,9-2 0 15,-1 3 5-15,10-4-5 16,6 2 0-16,0-2-4 15,0-2 6-15,9 1-2 0,13 0 2 16,11 0 5-16,12-2 15 16,11 0 1-16,13-1-1 15,2 2-11-15,-3 6 3 16,-19 0-7-16,-21-3 1 16,-14 2-8-16,-14-1-5 15,-10 1 5-15,-25-1 6 16,-15 1-5-16,-8-7 6 15,-1 2-3-15,-2-5-3 16,4-4 2-16,7 0-1 16,7-2-2-16,11 0-5 15,13 0-43-15,11-4-92 16,8-13-267-16</inkml:trace>
  <inkml:trace contextRef="#ctx0" brushRef="#br0" timeOffset="88">10751 6459 428 0,'0'0'124'0,"0"0"-39"16,0 0-1-16,0 0-11 16,0 0-21-16,0 0-5 15,2-6-15-15,12 6-8 16,2-1 4-16,5 1-7 16,9 0-6-16,3 0-14 15,7 1 5-15,2 13 0 16,-2 8 9-16,6 6-1 15,-3 6 18-15,-3 5 4 16,-5 6-1-16,-8-1-18 16,-9 6-12-16,-7-2 17 15,-6-3-9-15,-5 1 5 16,0-5-4-16,-8-3-4 0,-9-4 8 16,-1-4-6-16,0-7-1 15,-1 2-7-15,2-5-4 16,1-1 4-16,-1-4-11 15,5 1 6-15,2-6-1 16,-3-3-46-16,0-4-33 16,3-3-58-16,3 0-145 15</inkml:trace>
  <inkml:trace contextRef="#ctx0" brushRef="#br0" timeOffset="89">11569 6875 461 0,'0'0'217'0,"0"0"-214"15,0 0 43-15,0 0 63 16,0 0-66-16,0 0-17 15,-4 0-16-15,4 0 13 16,0 0 1-16,0 0 3 16,7 0 9-16,11 0 3 15,13-2-6-15,8-2 3 16,9-2-18-16,5 2 1 0,5-2-5 16,4 2-9-16,-4-1 5 15,-10 0 1-15,-5 1-10 16,-10 1-1-16,-8 0 0 15,-6 1-2-15,-5-3-2 16,-5 1-27-16,-3-1-25 16,0 0-21-16,0-3-81 15,-6-2-276-15</inkml:trace>
  <inkml:trace contextRef="#ctx0" brushRef="#br0" timeOffset="90">11799 6615 559 0,'0'0'58'0,"0"0"-4"15,0 0 61-15,0 0-28 16,0 0-68-16,0 0-2 16,-12-8-13-16,12 8 2 15,0 19 7-15,0 5 34 0,6 8-6 16,6 9 13 0,4 3-14-16,8 7-12 0,-3 6 10 15,6 1-25-15,-3-7-11 16,-5-2 5-16,-8-12 3 15,-1-11-10-15,-5-7 0 16,-1-5-4-16,-1-7 4 16,-3-4-2-16,0-3 2 15,0 0 2-15,0 0 2 16,0 0-4-16,0-7-54 16,0-5-148-16,0-9-485 15</inkml:trace>
  <inkml:trace contextRef="#ctx0" brushRef="#br0" timeOffset="91">12830 6553 309 0,'0'0'56'0,"0"0"12"15,0 0 33-15,0 0-31 16,0 0-21-16,0 0 4 16,0 0-7-16,0 0-18 15,2-31-11-15,-2 31-8 16,0 0-6-16,0-2-3 15,0 2 0-15,0 0 0 16,0 0 0-16,0 0 3 0,0 0-3 16,0 0 0-16,0-3-4 15,0 1-2-15,0-1 6 16,0 0-4-16,0 2 4 16,0 1 0-16,0-2 4 15,0 2-2-15,0-1 3 16,0 1 5-16,0-2 17 15,0 2-4-15,0 0 8 16,0 0 2-16,0 0-4 16,0 0-5-16,0 0-6 15,0 0-2-15,0 0-7 16,0 0 10-16,0 0-8 16,0 0-9-16,0 0 7 15,0 0 9-15,0 0-18 16,0 9 2-16,0 11-2 0,-6 7 4 15,0 9 23-15,2 3-3 16,4 1-1-16,0-1-9 16,0 5-11-16,0-8 3 15,4-4 6-15,8-5-12 16,5-4 7-16,-4-6 4 16,2-3-11-16,2-1 3 15,-1-5 2-15,0 1-5 16,4-4 1-16,-4 1-1 15,7 0 2-15,-4-2-2 16,-3-3-1-16,-2-1-46 16,-5 0-50-16,-6 0-52 0,-3 0-85 15,0-20-365-15</inkml:trace>
  <inkml:trace contextRef="#ctx0" brushRef="#br0" timeOffset="92">12547 6803 791 0,'0'0'126'16,"0"0"-122"-16,0 0-4 15,0 0 10-15,113-36 6 16,-48 26-12-16,-7 3 2 0,-9 0-4 15,-13 4-2-15,-7 0 0 16,-13-1-34-16,-6 4-48 16,-5-1-64-16,-5-2-132 15</inkml:trace>
  <inkml:trace contextRef="#ctx0" brushRef="#br0" timeOffset="93">13553 6489 704 0,'0'0'93'15,"0"0"-84"-15,0 0 33 16,0 0 34-16,0 0-34 0,0 0-15 15,0-27-5-15,0 27 7 16,0-1-14-16,-3-1 7 16,-6 0-6-16,-3 2-14 15,-5 0 1-15,-3 0 0 16,-4 2 3-16,-1 14-3 16,-2 5 3-16,6 5 3 15,0 3 9-15,9 4-13 16,5 1 15-16,4 1-11 15,3-1 3-15,3-1-11 0,16-4 9 16,5-1 1 0,7-8 12-16,2-4 0 0,3-1-17 15,-1-5-1-15,-2-3 0 16,-4-3-5-16,-7-4-8 16,-5 0-61-16,-4 0-64 15,-4 0-37-15,-1-17-172 16</inkml:trace>
  <inkml:trace contextRef="#ctx0" brushRef="#br0" timeOffset="94">13723 6595 630 0,'0'0'51'15,"0"0"-42"-15,0 0 88 0,0 0-30 16,0 0-56-16,0 0-11 16,15 23 0-16,-11 0 25 15,2 1 3-15,1-1 3 16,-2 0-2-16,-1-4-16 16,0-6 12-16,-1 1-3 15,3-8-12-15,-6-2-4 16,3-2-1-16,-3-1-5 15,0-1 2-15,0 0 10 16,0 0 9-16,0 0 15 0,0 0 6 16,0-13-20-16,4-4-22 15,2-5 0-15,3 0-12 16,9 3-36 0,-3 5 33-16,5 3-3 0,3 5 8 15,-4 6 7-15,4 0 0 16,-3 4 0-16,-2 11 1 15,-4 6-6-15,-8 0 8 16,0 2 13-16,-5-1 2 16,1-4 3-16,-1-5-13 15,1-6 1-15,-1-4-5 16,1-3 1-16,-2 3-1 16,0-3 0-16,0 0-1 15,0 0-73-15,6-3-180 0</inkml:trace>
  <inkml:trace contextRef="#ctx0" brushRef="#br0" timeOffset="95">14163 6766 692 0,'0'0'39'0,"0"0"-36"16,0 0 56-16,0 0 18 16,121-3-28-16,-72 0 2 15,-10 0-13-15,-16 0-15 16,-7-1-16-16,-13 1-7 0,-3 2 3 15,0 1-6-15,0-3-6 16,0 3-47-16,0 0-53 16,-3 0-93-16,-1 0-336 15</inkml:trace>
  <inkml:trace contextRef="#ctx0" brushRef="#br0" timeOffset="96">15007 6607 567 0,'0'0'110'16,"0"0"-110"-16,0 0 40 15,0 0 19-15,0 0-17 16,0 0-31-16,-12-39 10 15,8 36 1-15,-5-1 3 16,-4-1-17-16,-1-2 4 16,-3 5-9-16,-3 0 13 0,-3 0 2 15,0 2-13-15,0 0-1 16,-3 0 0-16,3 0 0 16,-1 4 0-16,3 7-4 15,2-1 2-15,-1 6-2 16,7-2 0-16,0 5 2 15,3-1-9-15,3 0 6 16,2 0 1-16,5 1 1 16,0-2-1-16,0-3 0 15,19-2 9-15,10 1-1 16,13-2 18-16,7 1 12 16,5 1-35-16,-6-2 12 15,-11 1-11-15,-14 0-6 16,-13-2 2-16,-10 1-6 0,-3 0 5 15,-27 1 1-15,-16-1 1 16,-7-5-1-16,0-6-2 16,4 0 2-16,10 0 7 15,10 0-7-15,6 0-2 16,7 0 2-16,3-10-38 16,9-3-117-16,4-7-592 15</inkml:trace>
  <inkml:trace contextRef="#ctx0" brushRef="#br0" timeOffset="97">15280 6803 383 0,'0'0'232'16,"0"0"-161"-16,0 0 4 16,0 0 11-16,0 0-33 15,0 0-5-15,0 0-7 0,0 0 8 16,0 0 2-16,0 0 12 15,0 0-35-15,8 0-10 16,14 0-1-16,17 0 14 16,7 0-19-16,-4-1-7 15,-3-4 0-15,-7 1-5 16,-6 2-10-16,-6 1-43 16,-4-3-72-16,-6 0-47 15,-4-1-204-15</inkml:trace>
  <inkml:trace contextRef="#ctx0" brushRef="#br0" timeOffset="98">15672 6592 447 0,'0'0'79'0,"0"0"-64"16,0 0 86-16,0 0-40 15,0 0-26-15,0 0 20 16,2 20 27-16,7-4-6 16,1 4-26-16,4 5 0 15,-2 4-6-15,1 2-18 16,4 3 4-16,-1 2-5 15,-1-1-5-15,3-4-3 0,-6-1-6 16,-2-10-2 0,-4-3-7-16,-2-8 2 0,-2-6-1 15,-2-1-1-15,0-2 5 16,0 0-7-16,0 0 4 16,0 0-1-16,0 0-3 15,0 0-12-15,0-5-74 16,0-6-85-16,-3-6-97 15</inkml:trace>
  <inkml:trace contextRef="#ctx0" brushRef="#br0" timeOffset="99">15570 6361 420 0,'0'0'281'0,"0"0"-255"16,0 0 11-1,0 0 38-15,0 0-17 0,0 0-24 16,25-18-9 0,5 18-19-16,3 0 2 0,6 0 24 15,8 10-2-15,10 14-8 16,4 10-1-16,3 14 4 15,-1 13 0-15,-5 7-1 16,-8 9 11-16,-9 1 6 16,-14-3-27-16,-15-4 14 15,-12-7-13-15,0-6-13 16,-17-12 6-16,-4-11-4 0,-3-7 12 16,-4-9-9-16,-2-2 8 15,-6-7-6-15,1-3-3 16,-8-3-6-16,-5-4-21 15,-1 0-81-15,-2 0-225 16</inkml:trace>
  <inkml:trace contextRef="#ctx0" brushRef="#br0" timeOffset="100">6340 6829 143 0,'0'0'161'0,"0"0"-125"16,0 0-33-16,0 0 19 15,0 0 22-15,0 0-14 16,0 0 7-16,0 0-4 16,0 0 18-16,0 0-1 15,0 0-24-15,0 0-16 16,0 0-7-16,0 0-3 0,0 0 0 15,0 0 9-15,0 0 4 16,0 0 8-16,0 0 6 16,0 0-7-16,0-1 4 15,0 1 4-15,0-1-8 16,0 1-5-16,0 0-3 16,0 0 16-16,0 0-16 15,0 0 19-15,0 0-14 16,0 0-5-16,0 0-10 15,0 0 3-15,0 0-5 16,0 0 0-16,0 0 9 16,0 0-4-16,0 0 3 15,0 0 16-15,0 0-7 16,0-2-4-16,0 2-4 0,0 0 1 16,0 0-8-16,0 0 1 15,0 0-3-15,0 0-13 16,0 0-25-16,0 0-34 15,0 0-22-15,0 0 3 16,0 0 38-16,0 0-10 16,0 0-4-16,0 0 13 15,3 0-20-15,4 0-257 16</inkml:trace>
  <inkml:trace contextRef="#ctx0" brushRef="#br0" timeOffset="101">6772 6774 385 0,'0'0'141'0,"0"0"-113"16,0 0-8-16,0 0 71 15,0 0-29-15,0 0-32 0,0-15 0 16,0 13-1-16,0 2-15 16,0-3 11-16,-7 1 0 15,1-1 6-15,0-3-17 16,-5 5-4-16,1-3 5 15,-2-1-2-15,-2 5-8 16,-2 0-2-16,-3 0-5 16,-4 0 2-16,1 0 0 15,-4 0 8-15,0 0-7 16,-2 10-2-16,4 4-1 16,1 6 2-16,4 5 10 15,2 2-8-15,9 3 4 16,8 8-1-16,0-1 0 15,0-4 0-15,19 4 0 0,-1-7-5 16,-1-3 1-16,-1-4-3 16,-3-4 0-16,-7-2 2 15,-6-8 4-15,2 2-2 16,-2-2-1-16,7-4-2 16,5 1 1-16,9-1 0 15,16-2 4-15,11-1 26 16,16-2-1-16,-1 4-19 15,-5 0-9-15,-9 0 0 16,-19 4-1-16,-11-5-6 16,-7 2-55-16,-8-4-51 15,-2-1-135-15</inkml:trace>
  <inkml:trace contextRef="#ctx0" brushRef="#br0" timeOffset="102">7148 6873 726 0,'0'0'55'0,"0"0"-51"16,0 0 7-16,0 0 40 15,0 0-38-15,0 0-12 16,-3-20-1-16,3 20 10 15,0 0 20-15,0-1 6 16,-3-2 9-16,3 0-22 16,-3 1-14-16,3-3-1 15,-7 5 5-15,3-3-10 16,2-1 1-16,-4-1-3 16,-1-2-1-16,2-1 2 0,3-1 1 15,2-1 5-15,0 3 2 16,0 1 6-16,0 3-9 15,0 0 3-15,0 3 3 16,0 0-8-16,0 0 9 16,0 0-7-16,0 0-6 15,0 0-1-15,0 14-9 16,4 10 7-16,6 3 2 16,-4 12 1-16,0 0 0 15,1 0-1-15,-1-8 0 0,0-1 0 16,-3-9 2-1,0-2-2-15,2-5 0 0,-1-1 1 16,-4-4-1 0,3 1-1-16,-3-4-1 0,3-2 3 15,-3-2-1-15,0-2 0 16,0 0 5-16,0 0-4 16,0 0-1-16,0 0 3 15,0 0 5-15,3 0-3 16,-3 0 2-16,3-12 16 15,3-13-7-15,7-8-12 16,4-10-8-16,2-2-1 16,7 2-28-16,-1 7 11 15,5 10 15-15,-2 9-7 16,2 4-4-16,0 6 15 0,-3 4-4 16,-2 3 5-16,-6 0 1 15,-5 6-7-15,-5 15 4 16,1 12-3-16,-4 9 5 15,-3 2 2-15,0 2 2 16,-3-2-2-16,0-10 1 16,0-7-1-16,0-7 0 15,0-3 0-15,0-3 0 16,0-1 4-16,0-7 10 16,0 0-13-16,0-3 0 15,0-1-1-15,0-2 6 16,0 0-5-16,0 0 3 0,0 0 2 15,0 0 4-15,0 0-4 16,0 0-6-16,0 0-1 16,0 0-1-16,0 0-23 15,0 0-55-15,0 0-25 16,0-2-95-16,0-7-389 16</inkml:trace>
  <inkml:trace contextRef="#ctx0" brushRef="#br0" timeOffset="103">7763 6958 233 0,'0'0'171'0,"0"0"-93"16,0 0 43-16,0 0-34 0,0 0-33 15,0 0-23-15,0 0-6 16,0 0-24-16,0 0 7 16,0 0 17-16,0 0-11 15,0 0 1-15,0 0 3 16,0 0 3-16,0 0-13 16,0 0 0-16,0 0 2 15,0 0-3-15,0 0-4 16,0 0-1-16,0 0-1 15,0 0-1-15,6 4 0 16,16-2 8-16,14-2 9 16,16 0 6-16,9 0-2 15,5-11-7-15,-5 0-9 0,-9 3-4 16,-10 1 1-16,-15 1-1 16,-8 2-1-16,-9-2 0 15,-3 4-2-15,0-1 2 16,-5 1-2-16,-2 2-5 15,0 0-40-15,0 0-36 16,-9 0-60-16,-12 0-169 16</inkml:trace>
  <inkml:trace contextRef="#ctx0" brushRef="#br0" timeOffset="104">7876 6802 572 0,'0'0'125'0,"0"0"-90"15,0 0 76-15,0 0-41 16,0 0-40-16,0 0-10 15,0-35-3-15,0 31 13 16,0 4-8-16,0-1-9 16,0 1 2-16,0 0-2 15,0 0-12-15,0 0-1 16,0 0-2-16,0 12-8 0,3 14 10 16,3 13 9-16,4 11 2 15,1 3 18-15,-6 0 9 16,2-3-12-16,0-5-9 15,-1-6-7-15,-3-2 1 16,0-4 1-16,-3-5-12 16,0-7 4-16,0-6 0 15,0-4 1-15,0-3-2 16,0-5 0-16,0 0-3 16,0-3 1-16,0 3 1 15,0-3 3-15,0 1-5 16,0 1-8-16,0-2-67 0,0 0-40 15,-3 0-129-15</inkml:trace>
  <inkml:trace contextRef="#ctx0" brushRef="#br0" timeOffset="105">9107 6221 289 0,'0'0'120'15,"0"0"-116"-15,0 0-1 16,0 0 29-16,0 0-8 15,0 0-15-15,-6 8 16 0,1-8 20 16,0 0-9-16,0 0-7 16,-3 0-9-16,-5 0-7 15,-7 3 0-15,4-3-2 16,-3 2 1-16,2 1 7 16,1 0 0-16,4-1-1 15,-3 5-11-15,3-2-5 16,-4 2 2-16,2 3 0 15,-2 2 7-15,1 5 6 16,-5 4 6-16,1 2-23 16,-4 0 28-16,3 5-13 15,0-1 14-15,7 1 0 16,1 3-22-16,2 0 14 0,-1 3-10 16,2 2 14-16,-1 3-20 15,1 3 12-15,0-1 0 16,-3 4-9-16,6 3 0 15,3 1 8-15,3 4 0 16,0 1-2-16,18-3-5 16,10 2 4-16,10-4-5 15,15-2 21-15,-2-5-10 16,9-2-5-16,-5-4-4 16,-3-5-10-16,-4-5 1 15,-2-5 4-15,-1-6-5 16,4-5 0-16,0-3-11 0,-4-5-106 15,-7-2-176-15</inkml:trace>
  <inkml:trace contextRef="#ctx0" brushRef="#br0" timeOffset="106">15648 6278 94 0,'0'0'78'0,"0"0"-31"15,0 0 28-15,0 0-5 16,0 0-39-16,0 0 2 0,-23 0-18 16,19-1-4-16,2-1-6 15,2 2 23-15,0 0 44 16,0 0-20-16,0 0-26 15,0 0 10-15,0 0-5 16,0 0 5-16,0 0-4 16,0 0-12-16,0 0 5 15,0 0-5-15,0 0 6 16,0 0-5-16,0 0 2 16,7 0-12-16,12 0 1 15,7 0-9-15,7 8-1 16,-2 4 4-16,2 0-6 0,3 5-4 15,-2 0 4-15,-1-1 0 16,-3-3 1-16,-5 1 0 16,-3-3 0-16,-4 0-1 15,-1-4 0-15,-7 3 0 16,0-1 0-16,-4 1-1 16,2 5-1-16,3 3 2 15,-1 5-4-15,0 1 3 16,5 1 1-16,-1 1 0 15,0-1 0-15,1-2 4 16,-2-1-1-16,0 0-3 16,-2-3 0-16,0 0-2 15,3-1 2-15,-5 1 0 0,1 3 1 16,-1 2 0 0,-2 3-2-16,0 5 0 0,-7 1 1 15,0 5 2-15,0-1 5 16,0-3-6-16,-5 2-2 15,-3-5 1-15,-1 1 0 16,-6-1 8-16,0-2 7 16,-2 2-13-16,-1-4 9 15,1-2-6-15,2 3 0 16,4-3 4-16,1 1-7 16,3-1 0-16,-3 0 9 15,5 0-7-15,-4-5-3 16,-2 5 2-16,-4-4 3 0,-3-3 9 15,-7 1 10-15,-4-5-4 16,-3-2 8-16,1 0-11 16,3-4-13-16,2-1-2 15,6 0 6-15,6 0-9 16,5-4 1-16,5 0-1 16,1 0 0-16,-3-2 0 15,-3-1 9-15,-5 0-9 16,-1 0 6-16,-3-1 0 15,2-8-6-15,-2-5-79 16,11-5-177-16</inkml:trace>
  <inkml:trace contextRef="#ctx0" brushRef="#br0" timeOffset="107">8461 6648 81 0,'0'0'60'16,"0"0"-60"-16,0 0 1 15,0 0 2-15,0 0 11 16,0 0-14-16,0 0 0 16,0 0-3-16,0 0-5 15,19-5-8-15,-16 5-31 16,0 0-38-16,0 0 85 15,-3 0 0-15,1 0 62 16,1 0-8-16,-1 0-16 16,1 0-3-16,-2 0 13 0,0 0 21 15,1 0-10-15,-1 0-10 16,0 0-18-16,0 0-10 16,0 0-1-16,0 0-1 15,0 0 2-15,0 0-13 16,0 0-4-16,2 0 2 15,-2 0-2-15,0 0-3 16,0 0 6-16,0 0 0 16,0 0 10-16,0 0 2 15,0 0-9-15,0 0-5 16,0 0 8-16,0 0-9 16,0 0 11-16,0 0-1 0,0 0 7 15,0 0 5-15,0 0 0 16,0 0-2-16,0 0 6 15,0 0-12-15,0 0 3 16,0 0-10-16,0 0-4 16,0 0 4-16,0 0 8 15,0 0-5-15,0 0-13 16,0 0 12-16,0 0 6 16,0 0 1-16,0 0-2 15,0 0 4-15,0 0-17 16,0 0 22-16,0 0-25 15,0 0 7-15,0 0-7 0,0 0 3 16,-5 0 3-16,1 0-2 16,-5-2-9-1,-4 2 6-15,-6 0-5 0,-4 0 4 16,-3 0-2-16,0 2 1 16,3 5 0-16,1 0 3 15,6-1-7-15,7 1 3 16,1 0-2-16,2 3-2 15,2-3 3-15,-2 1 1 16,6-3-1-16,-3 1-1 16,3-1-3-16,0 0 4 15,0-1-1-15,0-1 2 16,0 0-2-16,0 4 2 0,3-4 0 16,3-3 1-1,-2 3 3-15,-4-3-4 0,0 0-2 16,0 0 2-16,0 0 3 15,0 0-2-15,0 0 2 16,0 0-3-16,3 0 1 16,-3 0 0-16,0 0-1 15,0 0 0-15,0 0 0 16,0 0 0-16,0 0 4 16,0 0-4-16,0 0 0 15,0 0 0-15,0 1 0 16,0-1 6-16,0 0-1 15,0 0 6-15,0 0-6 16,0 0-1-16,0 0-1 0,0 0-1 16,0 0 2-16,0 0-1 15,0 0-3-15,0 0 0 16,0 0 0-16,0 0 1 16,0 0-1-16,0 0 3 15,0 0-3-15,0 0-1 16,0 0 1-16,0 0 4 15,0 0-2-15,0 0-1 16,0 0-1-16,0 0-7 16,0 0 7-16,0 0 0 15,0 0-3-15,0 2 0 16,0-2-1-16,0 0 3 16,0 0 1-16,-3 1 3 0,-1 1 0 15,1 0-3-15,3-2 0 16,0 0 0-16,0 0 4 15,0 0 5-15,0 0-9 16,0 0 1-16,0 0-3 16,-3 3 2-16,-6-1 0 15,-2 2 0-15,-5 2 5 16,4-1-4-16,0-5 2 16,9 3 0-16,1-3-3 15,2 0 0-15,0 0-2 16,0 0-2-16,0 0 3 15,0 0-13-15,6 0 11 0,14 0 3 16,0 3 2-16,9-1-1 16,1-1 0-16,4 4 4 15,9 0-5 1,3-2 0-16,1 0 0 0,-2 0 0 16,-11-2 0-16,-12 3 0 15,-8-1 0-15,-14-3-1 16,0 2 4-16,0-1-8 15,-21 3 10-15,-10 1 0 16,-11 5-5-16,-5-3 1 16,6 0 2-16,8 0-1 15,1-4 0-15,12 0-2 16,5-1 0-16,3-2 0 16,7 4 0-16,3-1 0 15,2 2-8-15,0 0 5 0,-2 6 2 16,2-1 0-16,-3 0-1 15,3-3-2-15,0-1 4 16,0 3-4 0,0-4-12-16,0 3 2 0,3-4 3 15,1 4 4-15,3-6-3 16,3 4 4-16,1-3 1 16,2 4 5-16,1-3 1 15,6 0-1-15,-1 1 0 16,7 2 0-16,4-2-1 15,-2 0 1-15,-1 2 5 16,-5-4-1-16,-5 3-4 0,-4-2-4 16,-11 0 4-16,2-1 0 15,-4-3-5-15,0 3 5 16,0 1-1-16,-6 5 1 16,-4-3 4-16,7-2 5 15,3-2-4-15,0 0-5 16,0-1 0-16,3 1 1 15,16-2 1-15,4 0 0 16,2 0 19-16,-10 0-19 16,-3 0 0-16,-9 0-2 15,-3 0 7-15,0 0-7 16,0 0 0-16,0 0 0 16,0 0 4-16,0 0 1 0,0 0-10 15,0 3-13-15,-3 4-64 16,-14 3-62-16,-8-1 7 15,2 1-234-15</inkml:trace>
  <inkml:trace contextRef="#ctx0" brushRef="#br0" timeOffset="108">8643 7414 389 0,'0'0'25'16,"0"0"-12"-16,0 0 59 16,0 0 14-16,0 0-55 15,0 0 17-15,0 0-12 16,0 3 12-16,0-3-5 16,0 0-12-16,0 0 2 15,0 0-14-15,0 0-5 16,0 0-9-16,0 0 1 15,0 0-6-15,0 0 0 0,-3 0 0 16,-5 0-1-16,2 0 1 16,-4 0-1-16,1 0-2 15,-4 0 1-15,3 0 2 16,3 0 0-16,4 0 0 16,-3 0-1-16,0 0 1 15,-4 10-1-15,-3 2 2 16,-1 5-1-16,-1 5 1 15,0 6 20-15,6 5-3 16,6-2-8-16,3 3-1 16,0-3-8-16,7-4-1 15,16-4 0-15,5-4 0 16,11-8 3-16,7-8 6 16,5-3-6-16,1 0 8 15,-6-11-8-15,-9-6 0 0,-8 1-1 16,-15-4-2-16,-6 6 0 15,-8-3 1-15,0 0 3 16,-10 3 10-16,-9-2-6 16,0 3-4-16,-1-1 4 15,5 4-7-15,-3 0-1 16,0 1-1-16,-6 3 1 16,2 2 0-16,-5 4-5 15,2 0 2-15,2 4-7 16,1 10-22-16,2 3-18 15,7-3-56-15,7-1-125 16</inkml:trace>
  <inkml:trace contextRef="#ctx0" brushRef="#br0" timeOffset="109">8370 6006 48 0,'0'0'51'16,"0"0"-8"-16,0 0-18 16,0 0-3-16,0 0-13 15,0 0-8-15,0 0-1 0,-10 3 0 16,6 2 2-16,1-2 8 15,3 0-9-15,0-2 22 16,0-1 47-16,0 0-35 16,0 0 21-16,0 0-24 15,0 1 14-15,0-1 11 16,0 0 4-16,0 0-5 16,0 0-29-16,0 0 21 15,0 0-17-15,0 0 0 16,0 0 10-16,0 0-8 15,0 0-11-15,0 0-6 0,0 0 2 16,0 0-6 0,0 2-7-16,0-2 0 0,0 2-5 15,0 8-5-15,0 4 5 16,3 9-4-16,0 5 9 16,-2 6-5-16,-1 2 2 15,0 3-2-15,0-3 0 16,0 0-2-16,0-5 2 15,3-1 3-15,1-6-2 16,-1 0-1-16,0-9 0 16,0-4-1-16,-3-5 5 15,0-1-7-15,0-5 6 16,0 0-3-16,0 0 21 0,0 0 34 16,0-3 17-1,0-11-23-15,-6-10-44 0,3-2-3 16,-1-8-1-16,4-1-2 15,0-5-4-15,17-4-2 16,5 4-4-16,9 4-6 16,3 11-3-16,6 10 10 15,-5 7 6-15,3 8-4 16,-5 0 7-16,-10 5-7 16,-3 16 5-16,-12 10-15 15,-4 10 14-15,-4 6 4 16,0-1 0-16,-6-4 1 0,-3-6-1 15,5-10 0 1,1-9 0-16,0-5 0 0,3-7 0 16,0-2 0-16,0-3 1 15,0 0-1-15,0 0-1 16,3-5-54-16,10-11-119 16,-4-12-501-16</inkml:trace>
  <inkml:trace contextRef="#ctx0" brushRef="#br0" timeOffset="110">8820 6148 294 0,'0'0'95'16,"0"0"-95"-16,0 0 0 0,0 0 44 16,0 0-11-1,0 0-4-15,0 4 30 0,0-4 21 16,0 0-13-16,0 0-19 15,0 0-4-15,0 0-31 16,0 0 8-16,0 0-4 16,0 0 2-16,0 0-17 15,0 0-1-15,0 0-1 16,8 0 0-16,5 0 0 16,1 0 5-16,8 0-11 15,0 0 12-15,4 0-4 16,-3-4-2-16,6 1 0 15,-4-2 24-15,2-3-13 16,0 3 12-16,1-1-15 0,-8 1 4 16,-8-1-5-16,-2 5-3 15,-7-1 1-15,-3 1-5 16,0 1 6 0,0 0 3-16,0 0-6 0,0 0-2 15,0 0-1-15,0 0-4 16,0 0-6-16,-6 0 1 15,-1 0-24-15,5 0-31 16,2 0-45-16,0 1-59 16,-3-1-195-16</inkml:trace>
  <inkml:trace contextRef="#ctx0" brushRef="#br0" timeOffset="111">9275 5911 554 0,'0'0'56'16,"0"0"-10"-16,0 0 52 15,0 0-35-15,0 0 1 0,0 0-23 16,1-8-1-16,-1 8-19 16,0-3-7-16,0 3 3 15,0 0-10-15,0 0-3 16,0 0 0-16,0 0-4 16,0 0 0-16,0 0 4 15,0 0-4-15,0 0 0 16,5 5-3-16,3 12 0 15,5 10 3-15,1 8 23 16,5 7 15-16,3 8-6 16,-3-3-17-16,7-1 4 15,-7-10-10-15,-3-4 6 16,-2-12-10-16,-10-9 0 0,-2-5-3 16,-2-6 2-16,0 0-3 15,0 0 13-15,0 0 8 16,0 0-8-16,0 0-14 15,0-13-3-15,3-7-254 16</inkml:trace>
  <inkml:trace contextRef="#ctx0" brushRef="#br0" timeOffset="112">8285 7565 287 0,'0'0'172'15,"0"0"-156"-15,0 0-10 0,0 0 14 16,0 0-7-16,0 0-8 15,0 0 24-15,4-2 16 16,-4 2-8-16,0-1 18 16,0-2 0-16,0 3-20 15,0 0-6-15,0 0-2 16,0-1-20-16,0 1 19 16,0-2-18-16,0-1-2 15,-4-2 4-15,-5 0-9 16,-2 1 2-16,-2 4-3 15,-2 0-3-15,-6 0 3 0,3 0 5 16,-5 0-5-16,9 6-2 16,-1 5 2-16,6 3 0 15,4-2-4-15,5 2 4 16,0-2 0-16,0-2 0 16,20 0 2-16,-1-3 9 15,4 3-5-15,-5-4 19 16,-2 0-21-16,-11 2-1 15,-5 1-1-15,0 5 3 16,0-2-5-16,-17 3 10 16,-11 2 0-16,-8 0 5 15,0-5-4-15,4-4-2 16,9-3-4-16,8-4-2 0,4-1 5 16,5 0-4-1,5 0-4-15,1-4 0 0,0-13-72 16,4-5-155-16</inkml:trace>
  <inkml:trace contextRef="#ctx0" brushRef="#br0" timeOffset="113">8467 7645 545 0,'0'0'157'0,"0"0"-157"15,0 0-10-15,0 0 10 16,0 0 3-16,0 0 6 16,122 0 4-16,-84 0 11 15,-9-2-18-15,-21 2-3 16,-1 0-1-16,-7 0 9 16,0 0 11-16,-25 0-9 15,-11 5-10-15,-10 8-3 16,-2 0 0-16,3 3 0 0,11-3 0 15,16-1 0-15,4-3 2 16,10-4-1-16,4 1 0 16,0-4-1-16,0-1-5 15,18-1 5-15,-4 0 10 16,4 0 35-16,-2 0-7 16,-6-1-10-16,-4-1-11 15,3-1-8-15,3 0-9 16,0 2 4-16,0 0-6 15,-4 1 2-15,0 0-2 0,0 0-97 16,-5 0-96-16,-3 0-215 16</inkml:trace>
  <inkml:trace contextRef="#ctx0" brushRef="#br0" timeOffset="114">8351 7664 539 0,'0'0'163'0,"0"0"-163"16,0 0 65-16,0 0 23 0,0 0-36 15,93-26-16-15,-51 13 3 16,-3 3-15-16,-9 3-11 15,-11 3-11-15,-13 3-1 16,-5 1-1-16,-1 0-5 16,-10 0-25-16,-23 7-69 15,-6 4-105-15,3 0-480 16</inkml:trace>
  <inkml:trace contextRef="#ctx0" brushRef="#br0" timeOffset="115">8301 7793 434 0,'0'0'159'0,"0"0"-159"16,0 0-8-16,0 0-5 15,0 0-90-15,0 0-188 16</inkml:trace>
  <inkml:trace contextRef="#ctx0" brushRef="#br0" timeOffset="116">8768 7989 478 0,'0'0'130'0,"0"0"-115"0,0 0 17 16,0 0 29-16,0 0-23 16,0 0-28-16,0 0-2 15,15 0 0-15,-13 0-8 16,2 0 3-16,-4 0 1 16,0 0 0-16,3 0 2 15,0 0 3-15,7 0-6 16,0 0 18-16,6 0-4 15,8 0-14-15,6 0 7 16,4 0 0-16,5 0-9 0,-1 0 10 16,4 0 0-1,1-3 6-15,-1 0 3 0,4-1-5 16,1 0 2-16,6 1 3 16,0-4 4-16,0 3-15 15,1 1-8-15,-5 1 11 16,2 0-5-16,4 2-7 15,1 0 4-15,1 0-1 16,3 0-1-16,1 0-2 16,-6 0 2-16,1 7 7 15,-1-4-9-15,-3-2 1 16,2 4 7-16,3-5 3 16,5 0-8-16,-1 0 10 15,0 0 0-15,2 0-8 16,1 0-2-16,-1 0 14 0,7-1-11 15,1-3 5-15,4 1-9 16,-2 2 2-16,3 0 1 16,3 1-5-16,2 0 1 15,3 0-4-15,7 0 5 16,2 0-2-16,6 0 5 16,-4 4-5-16,-8 2 1 15,-13-4-1-15,-5 1 0 16,-5 1-3-16,-3-1 3 15,5-2 0-15,2-1 0 16,7 0 1-16,4 3-1 16,0 2 2-16,-1-1 1 0,-2 4-2 15,-7-3 0-15,-4-1 3 16,-4 2 13-16,-5 1-12 16,1 0-5-16,2 3 1 15,-1-1 1-15,3 4 1 16,9-3-3-16,0 3 2 15,6-2-2-15,-8 1 0 16,0-4 5-16,-9 0-3 16,-4-3 3-16,-5 0-3 15,0-1 6-15,-1-1-2 16,3 2 0-16,3 0-3 16,-3-1 2-16,1-1-3 15,-3 5-2-15,-3-6 1 16,-3 4 0-16,-1-3 5 15,-4 3-6-15,0-4-2 0,7 1 2 16,-1 1 0-16,7-1 8 16,-2-1-1-16,1 2-6 15,2-1-1-15,1 1 5 16,2 0-4-16,2-2 0 16,-6 3-1-16,5-2 0 15,-4-1 3-15,-1-2-1 16,-3 0-2-16,-8 0 0 15,-1 0 0-15,2 0 2 16,1 0-2-16,-2 0 0 0,-2 0 0 16,1-2-1-1,-8-1 1-15,1-2-2 0,-2 5 2 16,3-2 7-16,-3 1-6 16,0 1 0-16,1-3-1 15,-3 3-1-15,-3 0-2 16,-10 0 5-16,0 0-3 15,1 0 1-15,-1 0 0 16,7 0 1-16,-3-3 0 16,5 3-1-16,-5 0 4 15,-2 0-1-15,-4 0 14 16,-4 0-6-16,2 0 1 16,-5 0-6-16,0 0 1 0,-1 0 0 15,4 0 1 1,6 0-1-16,10 0-3 0,7 0-4 15,1 0 3-15,3 0-2 16,-1 0 0-16,-14 0 0 16,-3 0 1-16,-10 0-1 15,-4 0 3-15,-5 0 0 16,0 0-3-16,0 0 1 16,0 0-2-16,0 0 0 15,0 0-22-15,-3 0-48 16,-8 3-11-16,-4 3-69 15,1 4-20-15,2-7-48 16,2 0-188-16</inkml:trace>
  <inkml:trace contextRef="#ctx0" brushRef="#br0" timeOffset="117">11159 8283 628 0,'0'0'53'16,"0"0"-44"-16,0 0 26 16,0 0 34-16,0 0-25 15,0 0-11-15,0 0 5 16,0-29-17-16,0 24 6 16,0-1-17-16,0-1 38 15,0 4-33-15,0 1 24 16,0-3-6-16,0 5-3 15,0 0-7-15,0 0 13 16,0 0-19-16,0 0 3 0,0 0-12 16,0 0 4-1,0 0 1-15,0 0-13 0,0 0-1 16,0 10-2-16,-3 11-4 16,0 11 7-16,0 4 5 15,0 4 0-15,0 1-5 16,3 0 8-16,0-3 1 15,0-3-2-15,0-4-7 16,0-6 7-16,0-5-5 16,0-3-2-16,0-4 1 15,0-3-2-15,0-4-1 16,0-2 1-16,0-4 2 0,0 0 3 16,0 0-1-16,0 0-3 15,0 0 12-15,0 0-6 16,0 0 12-16,0 0 23 15,0-10-15-15,0-11-21 16,6-5-1-16,6-7-3 16,6-6-1-16,3 3-9 15,6 2-12-15,-4 7 15 16,3 2-7-16,0 8-12 16,3 0 19-16,-4 8-16 15,1 6 4-15,4 3 11 16,-4 0-2-16,0 6 3 15,-6 11 3-15,-4 8-2 16,-6 5-2-16,-7 1 7 16,-3 6-6-16,0-4-3 0,0-1 9 15,0-8 11-15,0-2-11 16,0-6 0-16,9-2 5 16,7-1-4-16,4-2 3 15,3-2 5-15,6-2 0 16,-6-1-3-16,3-2-1 15,0-2-4-15,-1-2 3 16,5 0 1-16,-7 0-5 16,3-9-4-16,-11-5-24 15,-3 0-92-15,0-7-242 16</inkml:trace>
  <inkml:trace contextRef="#ctx0" brushRef="#br0" timeOffset="118">5033 10350 829 0,'0'0'158'0,"0"0"-128"16,0 0-21-16,0 0 64 15,0 0-19-15,0 0-30 16,0 0-8-16,-15 0-14 15,30-7-2-15,25-8 1 16,20-2 1-16,10-3 13 16,2 0-11-16,-8 6-2 0,-9 5 0 15,-16 1-2 1,-9 5-21-16,-11 3-44 0,-10 0-48 16,-9 4-46-16,0 16-18 15,-31 9-33-15</inkml:trace>
  <inkml:trace contextRef="#ctx0" brushRef="#br0" timeOffset="119">5180 10542 406 0,'0'0'176'0,"0"0"-112"15,0 0 29-15,0 0 76 16,0 0-34-16,114 26-25 16,-50-33-54-16,8-12-6 0,-6-1-13 15,-4 3-14-15,-18 5-16 16,-12 5-7-16,-14-1-13 15,-6 8-44 1,-6 0-116-16,-6 0-150 0</inkml:trace>
  <inkml:trace contextRef="#ctx0" brushRef="#br0" timeOffset="120">6704 9983 764 0,'0'0'47'16,"0"0"-31"0,0 0 5-16,0 0 21 0,0 0-11 15,-91-59-22-15,61 59 7 16,-7 0-5-16,-1 3-8 15,-11 14 20-15,1 9 14 16,-1 10-14-16,4 5 14 16,9 5 12-16,17 4-23 15,9 0-7-15,10-2-10 16,16-2-5-16,23-5 3 16,13-9-5-16,6-6 11 15,1-9-13-15,-6-3 2 16,-8-8-5-16,-9-2-36 15,-8-4-95-15,-4 0-104 0,1-5-193 16</inkml:trace>
  <inkml:trace contextRef="#ctx0" brushRef="#br0" timeOffset="121">7035 10079 916 0,'0'0'106'0,"0"0"-99"16,0 0-6-16,0 0-1 15,0 0-4-15,0 0 4 16,29 72 28-16,-15-35-8 0,-2-1-15 16,4 1 0-16,-2-4-2 15,-2-8-2-15,-2-6 0 16,-4-10 0-16,-3-3 3 15,-3-6 1-15,0 0 30 16,0 0 30-16,0 0-4 16,0-15-11-16,-9-4-31 15,-5-6-15-15,6-8 1 16,5-4-5-16,3-2-1 16,19-2-4-16,26 0-11 15,13 5-8-15,11 12 1 16,-8 12 7-16,-6 7 15 0,-13 5 1 15,-12 10-2-15,-8 11 0 16,-4 8 0-16,-9 3 2 16,-6 2 4-16,-3-1 6 15,0-3 1-15,0-8-9 16,0-5 3-16,0-6-3 16,0-5-2-16,0 1-7 15,0-4 1-15,0 3-91 16,0-6-145-16,0 0-260 15</inkml:trace>
  <inkml:trace contextRef="#ctx0" brushRef="#br0" timeOffset="122">8140 10288 500 0,'0'0'360'0,"0"0"-340"16,0 0-16-16,0 0 48 0,0 0-28 16,0 0-23-16,91-14 17 15,-19 14 13-15,14 0-8 16,2 0 8-16,-7 0 7 15,-16-4-12-15,-20 2-26 16,-15-5 0-16,-14 3-67 16,-10-4-33-16,-6-6-150 15</inkml:trace>
  <inkml:trace contextRef="#ctx0" brushRef="#br0" timeOffset="123">8413 9905 969 0,'0'0'51'15,"0"0"15"-15,0 0 18 16,0 0-69-16,0 0-11 16,0 0 9-16,58 126 20 15,-40-64 2-15,3 4-19 16,1-1-8-16,1-4 0 15,3-8-1-15,0-11-3 16,-7-7-2-16,-2-11 4 16,-4-7-6-16,-7-4-2 15,0-6 2-15,-3 0 0 0,-2-1-5 16,-1-3 0-16,0-2-21 16,2 1-15-16,-2-2-32 15,0 0-74-15,0 0-131 16</inkml:trace>
  <inkml:trace contextRef="#ctx0" brushRef="#br0" timeOffset="124">9542 9670 794 0,'0'0'72'0,"0"0"-52"16,0 0-14-16,0 0 48 15,0 0-41-15,0 0-12 16,0 0 0-16,6-17 1 16,-2 17 10-16,-1 0 15 15,-3 0 5-15,0 0-11 16,0 0-8-16,0 0-5 15,0 0 5-15,0 3-12 16,0 14 4-16,2 9 0 16,-2 15 24-16,0 5-13 15,0 0 5-15,0-3-13 16,0-7-2-16,0-6 2 16,5-7-8-16,-1-6 1 0,-4-8-1 15,2 1 3-15,2-4-1 16,-4-3-2-16,0-1 0 15,0 1-25-15,0-3-90 16,-4 0-114-16,-16 0-215 16</inkml:trace>
  <inkml:trace contextRef="#ctx0" brushRef="#br0" timeOffset="125">8864 10461 660 0,'0'0'175'0,"0"0"-151"16,0 0 0-16,110-17 77 15,-36-4-30-15,17-5-44 16,11-2 2-16,1 6 0 16,-2 3-8-16,-17 5-9 15,-23 4-11-15,-15 3-1 16,-19 7-14-16,-15 0-57 0,-6 0-39 16,-6 0-71-16,0 0-110 15</inkml:trace>
  <inkml:trace contextRef="#ctx0" brushRef="#br0" timeOffset="126">9335 10486 779 0,'0'0'190'16,"0"0"-157"-16,0 0 30 15,0 0 20-15,0 0-66 16,0 0-17-16,37 22 0 15,-19 12 4-15,-3 9 10 16,-1 3-9-16,2 0 1 16,-3-2 3-16,-4-8-3 15,1-10-4-15,1-6-1 0,-8-10 0 16,0-4 0 0,-3-3 1-16,0-3-1 0,0 0 6 15,0 0 12-15,0 0 13 16,0 0-6-16,0 0-10 15,6-19-12-15,8-5-4 16,14-8 0-16,15-5 0 16,5 4 0-16,7 10-17 15,1 7-3-15,-7 9 17 16,-8 7-1-16,-11 0 4 16,-15 12-7-16,-5 13 4 15,-10 5 0-15,0 4 3 0,0 1 9 16,0-3-4-1,-3-9 10-15,0-6-10 16,1-7-2-16,2-6-2 16,0-4-1-16,0 0-3 0,8 0-60 15,12-11-135-15,-3-15-448 16</inkml:trace>
  <inkml:trace contextRef="#ctx0" brushRef="#br0" timeOffset="127">11429 9892 810 0,'0'0'29'16,"0"0"-29"-16,-81-34 50 16,55 30 7-16,-1 1-29 15,3 3-8-15,-9 0-9 16,-11 1 6-16,-10 15-13 0,-14 4 10 15,-6 3 0-15,-8 5 0 16,0 2 1-16,12-2 2 16,10-2 2-16,18-6 5 15,20-3-14-15,16-3-10 16,6-2-4-16,21 1 4 16,28 0 1-16,23-7 7 15,13 1-4-15,9-7-2 16,-3 1 3-16,-10-1-3 15,-16 3 0-15,-19 0 3 16,-25-3-5-16,-9 3-1 16,-12-3-8-16,0 8 8 15,-24 5-8-15,-25 7 9 16,-15 5-1-16,-8 3 6 16,4-3-2-16,17 2 0 0,18-1-1 15,10-3 1-15,16 0-3 16,7-2-1-16,3 1-1 15,33-4 2-15,18-5 2 16,22-7 16-16,9-4-11 16,9-2 0-16,0 0 35 15,-6 0-1-15,-17-2-11 16,-25-1-17-16,-18 3-12 16,-14-3-2-16,-8 3 1 15,-5 0-10-15,-1-2-35 0,0 2-42 16,-11 0-75-16,-22 0-148 15</inkml:trace>
  <inkml:trace contextRef="#ctx0" brushRef="#br0" timeOffset="128">11127 10846 831 0,'0'0'84'0,"0"0"-84"15,0 0-4-15,-95-43 4 16,76 39 14-16,4 4-2 16,0 0-10-16,3 3 9 15,-1 8 0-15,0 2-11 16,6 4 2-16,1-2 6 16,4 2 0-16,2-1-7 15,0 1 0-15,8 0 9 0,9 0 8 16,1 2 8-1,3 1-3-15,-2 0 8 0,-3-3 5 16,-5-5-19-16,-5-5-16 16,-3-1 2-16,-3-2 2 15,0-4-4-15,-23 3 2 16,-20 1 10-16,-12-1 3 16,-2 0-13-16,2-3 3 15,11 0 3-15,12 4-4 16,11-4-2-16,9 0-3 15,7 0 0-15,5 0-46 16,0 0-123-16,17-17-216 16</inkml:trace>
  <inkml:trace contextRef="#ctx0" brushRef="#br0" timeOffset="129">11553 10909 996 0,'0'0'192'0,"0"0"-171"16,0 0-19-16,0 0 53 16,91-21-24-16,-80 18-27 15,0 3-4-15,-2 0-1 16,-5 0-11-16,-2 3-41 16,-2 11-11-16,-3 3-13 15,-20 6 15-15,-9 3 21 16,-6 3-13-16,6-5-1 15,4-2 34-15,7-5 19 16,11-7 2-16,9 0 19 16,1-6 29-16,21-1 29 15,18-3 15-15,10 0-26 16,2-7-41-16,-5-3 3 16,-7 0-23-16,-8 4-5 0,-4-1-11 15,-7-3-82-15,-1 1-93 16,-7-1-369-16</inkml:trace>
  <inkml:trace contextRef="#ctx0" brushRef="#br0" timeOffset="130">12198 10902 960 0,'0'0'34'0,"0"0"-32"16,0 0-2-16,0 0 12 16,-87-37-12-16,62 41-1 15,8 18-2-15,5 1-8 16,2 7 2-16,10 3 9 16,0-2-3-16,19-3 2 15,10-4 1-15,12-8 5 16,8-5 7-16,4-11-1 15,6 0 25-15,-5-3-4 16,-6-14 24-16,-11-3-8 16,-12-6-21-16,-11-6 0 15,-14-5-18-15,0-1-5 16,-17 2 0-16,-18 4-4 0,-7 5 0 16,-3 7-8-16,2 10 1 15,4 7-20-15,7 3-57 16,2 0-95-16,4 13-103 15</inkml:trace>
  <inkml:trace contextRef="#ctx0" brushRef="#br0" timeOffset="131">10526 9218 747 0,'0'0'59'16,"0"0"-52"-16,0 0 24 15,0 0 3-15,0 0-10 16,0 0-16-16,0 0-6 16,35 2 1-16,-28 25 1 0,-1 8 7 15,-5 7 15-15,-1 6 1 16,0 5-13-16,0-3-3 15,0 0-6-15,0-11-2 16,0-10 2-16,0-12-5 16,0-9-1-16,0-2 1 15,0-6 0-15,0 0 20 16,0 0 68-16,0-7-27 16,0-23-36-16,7-13-15 15,5-7-10-15,8-5-20 0,6 5-19 16,-4 10-12-1,8 10 33-15,-3 14 16 0,-4 12-8 16,5 4 4-16,-8 4 6 16,3 19 0-16,-8 7-4 15,-8 3-2-15,-1 6 4 16,-6-2 2-16,0-1 0 16,0-12 3-16,0-5-3 15,0-2-2-15,-4-8 1 16,-2 2-1-16,0-2 0 15,-3-2-76-15,-2 0-108 16,7-7-131-16</inkml:trace>
  <inkml:trace contextRef="#ctx0" brushRef="#br0" timeOffset="132">11147 9523 793 0,'0'0'136'0,"0"0"-132"16,0 0-2-16,0 0 32 15,91-34-22-15,-64 31-4 16,0 3-7-16,0 0 0 16,-8 0 10-16,-9 0-11 15,-7 0-1-15,-3 0 1 16,0 0 3-16,-16 0 2 15,-16 0 0-15,0 0-3 16,-1 0-2-16,7 0 0 16,12 3 0-16,5-3 5 15,3 0-2-15,6 2-3 16,0-2 0-16,0 0 1 16,0 0 3-16,0 0 1 0,0 0-4 15,3 0-1-15,17 0 2 16,9-5 7-16,-2-3-7 15,3 2 1-15,-8 3-3 16,-7 3 0-16,-9-4 4 16,-3 4-4-16,-3 0-28 15,0 0-28-15,-6 0-117 16</inkml:trace>
  <inkml:trace contextRef="#ctx0" brushRef="#br0" timeOffset="133">11666 9257 978 0,'0'0'66'0,"0"0"-53"16,0 0 31-16,0 0 22 15,0 0-44-15,0 0-6 16,0 0-16-16,0-33 0 15,0 33-2-15,0 0-2 16,0 0 4-16,0 0-5 16,0 0 5-16,0 0 0 15,0-1 0-15,0-4 21 16,0 0 8-16,4-4-22 16,-1 3-5-16,0-1 1 15,0 1-2-15,-1 5-1 16,-1-2 0-16,3-1 0 0,-4 4 0 15,0 0 0-15,0 0-2 16,0 8-10-16,4 14-3 16,2 15 15-16,-3 9 2 15,3 0 13-15,-6 0-1 16,3-2-6-16,0-5 5 16,2-3-8-16,3-9 6 15,-2-4-8-15,-1-10-1 16,-2-3-1-16,-3-3 2 15,3-5-3-15,-3-2 0 16,0 0-1-16,0 0-78 16,0 0-177-16</inkml:trace>
  <inkml:trace contextRef="#ctx0" brushRef="#br0" timeOffset="134">12809 9593 972 0,'0'0'99'0,"0"0"-73"16,0 0-24-16,0 0 12 15,0 0-14-15,-58 104 21 16,36-41 11-16,2-1-3 16,4 1-15-16,3-7 12 15,9-7-19-15,1-8-1 16,3-10-3-16,0-7 2 16,0-9-5-16,9-4 0 15,4-5 6-15,1-1 2 16,2-5-8-16,3 0-25 15,4-17-90-15,-1-13-118 16,-5-10-389-16</inkml:trace>
  <inkml:trace contextRef="#ctx0" brushRef="#br0" timeOffset="135">12308 9776 1015 0,'0'0'60'16,"0"0"-59"-16,0 0 4 16,0 0 49-16,141-11-11 15,-50 3-7-15,-4 3 16 16,-11-1-39-16,-19 3-10 16,-17 3-3-16,-14-3-3 15,-6 3-20-15,-8-4-68 0,-8-3-115 16,1-3-232-16</inkml:trace>
  <inkml:trace contextRef="#ctx0" brushRef="#br0" timeOffset="136">13212 9660 902 0,'0'0'91'0,"0"0"-91"16,0 0 0-16,0 0 0 15,0 0-3-15,0 0 3 16,-78 116 16-16,52-57 12 16,10-2-10-16,10 2 18 15,6-3-8-15,6-6-11 16,15-11 0-16,13-6-1 16,1-11-1-16,-1-8-7 0,-2-3-8 15,1-11-14-15,2 0-116 16,-2-12-181-16</inkml:trace>
  <inkml:trace contextRef="#ctx0" brushRef="#br0" timeOffset="137">13784 9740 780 0,'0'0'49'0,"0"0"-42"16,0 0-7-16,-104-11 33 15,65 22-10-15,2 6-13 16,7 2 9-16,12 1 3 16,9-1-18-16,9-2-1 15,0-2 6-15,6 6 1 0,24-1 14 16,4-1 12-16,2 1 2 15,-3-3-10-15,-13 0-8 16,-12 0-14-16,-8-1-6 16,0-1 4-16,-24-1 7 15,-18-1 2-15,-8-6-6 16,-4-3-5-16,8-1 0 16,8-3-4-16,8 0-12 15,7 0-121-15,7-14-148 16</inkml:trace>
  <inkml:trace contextRef="#ctx0" brushRef="#br0" timeOffset="138">13967 9554 783 0,'80'10'30'0,"-5"19"-1"16,-7 14 96-16,-19 6-48 16,-22 9-50-16,-15 5 2 0,-12 5-6 15,-18-1-12-15,-16-1 2 16,-8-8-6-16,2-11 0 15,4-10-7-15,6-10 4 16,5-8-2-16,5-7-1 16,4 2-1-16,7-13-71 15,3-1-132-15,6-7-268 16</inkml:trace>
  <inkml:trace contextRef="#ctx0" brushRef="#br0" timeOffset="139">14576 10043 881 0,'0'0'56'0,"145"-3"-10"16,-78 0 29-16,-19-3-39 16,-12 1-27-16,-14 2-9 15,-7 0-12-15,-3-1-54 16,-9-6-82-16,-3-6-167 16</inkml:trace>
  <inkml:trace contextRef="#ctx0" brushRef="#br0" timeOffset="140">14749 9841 1007 0,'0'0'30'16,"0"0"-25"-16,0 0 69 16,-1 83 17-16,1-38-40 15,4 5-24-15,14 0-6 16,6 3-1-16,-1-10-12 15,-2-7-7-15,-3-8 0 16,-7-6-1-16,-2-2-35 16,-6 0-60-16,-3-7-121 0,0-10-263 15</inkml:trace>
  <inkml:trace contextRef="#ctx0" brushRef="#br0" timeOffset="141">15440 9626 748 0,'0'0'45'0,"0"0"-38"16,0 0 47-16,0 0 23 15,0 0-25-15,-55 92-17 0,45-65-24 16,4 0-2-16,2 2 18 16,-1 5-5-16,4-1 23 15,0 4-5-15,1 5-9 16,0 0-10-16,0 0-9 15,0-4-3-15,5-6-4 16,4-4 0-16,4-6-5 16,1-8 1-16,3-3 5 15,4-9-6-15,2-2-47 16,3-14-135-16,-7-21-310 16</inkml:trace>
  <inkml:trace contextRef="#ctx0" brushRef="#br0" timeOffset="142">15216 9844 1029 0,'0'0'86'16,"0"0"-81"-16,0 0-5 16,118-22 0-16,-44 18 8 15,1 4-6-15,-14 0-2 16,-12 0-12-16,-13 0-28 15,-14 0-123-15,-5-3-210 16</inkml:trace>
  <inkml:trace contextRef="#ctx0" brushRef="#br0" timeOffset="143">16032 9679 1012 0,'0'0'0'0,"0"0"-2"16,-108-16 1-16,76 33 1 16,2 21 12-16,10 10 22 0,4 18 30 15,11 4-26-15,5 1-21 16,5-1-9-16,19-7 2 15,5-15-3-15,3-9 8 16,0-10-1-16,-5-3-1 16,-4-9-12-16,-4-8-2 15,-3-9-108-15,-3 0-286 16</inkml:trace>
  <inkml:trace contextRef="#ctx0" brushRef="#br0" timeOffset="144">16279 9878 1001 0,'0'0'72'0,"0"0"-72"16,0 0-22-16,0 0 16 15,0 0-4-15,8 103 10 16,-7-61 3-16,-1-5-1 15,0-8-1-15,2-12-1 16,-2-8-2-16,0-6 2 16,0-3 0-16,0 0 72 15,0-15 26-15,0-9-87 16,0-5-5-16,1 2-2 16,22 1-3-16,7 2-2 15,7 12-4-15,3 4 5 0,2 8 0 16,-5 0 0-16,-2 11-8 15,-9 8 6-15,-3 4 0 16,-10 2 2-16,-5-3 3 16,0-1 0-16,-6-6-3 15,-2-3 0-15,0 0 2 16,0-3-2-16,-12-2-25 16,2-4-152-16,4-3-225 15</inkml:trace>
  <inkml:trace contextRef="#ctx0" brushRef="#br0" timeOffset="145">16746 10050 1051 0,'0'0'142'0,"0"0"-136"15,117-10 11-15,-67 6 41 16,-6 1-22-16,-10 3-30 15,-8 0-6-15,2 0-2 16,-8 0-53-16,-5 0-90 16,-1 0-144-16</inkml:trace>
  <inkml:trace contextRef="#ctx0" brushRef="#br0" timeOffset="146">17477 9931 994 0,'0'0'0'15,"-104"-21"0"-15,42 21 9 16,9 0 26-16,15 7-32 15,13 15 1-15,18 3-1 16,7 5-1-16,26 2 0 16,18-2 21-16,9-2 11 0,-2-6-16 15,-8-2-11-15,-13-3 2 16,-15-6 2-16,-12-3-11 16,-3-2 0-16,-18 2 0 15,-23-2 13-15,-10 0-11 16,-6-4-2-16,8 1-6 15,12-1-58-15,13 1-110 16,13-3-304-16</inkml:trace>
  <inkml:trace contextRef="#ctx0" brushRef="#br0" timeOffset="147">17810 10135 1073 0,'0'0'140'0,"0"0"-125"16,0 0-14-16,125 0 57 16,-67 0-38-16,-3 8-4 15,-9-2-14-15,-11-4-2 16,-15-1-8-16,-13-1-27 0,-7 0-122 15,0-1-254 1</inkml:trace>
  <inkml:trace contextRef="#ctx0" brushRef="#br0" timeOffset="148">18210 10009 937 0,'0'0'147'15,"0"0"-112"-15,0 0-31 16,0 0 10-16,0 0 10 16,37 84 14-16,-30-42-4 15,1-1-28-15,-1-2-2 16,-2-3-4-16,-5 1 0 16,0-7 0-16,-11-8-76 0,-9-7-189 15,-1-13-567-15</inkml:trace>
  <inkml:trace contextRef="#ctx0" brushRef="#br0" timeOffset="149">18292 9670 817 0,'0'0'21'0,"0"0"-9"16,0 0 45-16,110 17-35 15,-67 24 20-15,-2 14-19 16,-4 9 26-16,-9 11 34 16,-7 0-23-16,-6-3-22 15,-12-6-16-15,-3-3-9 16,-8-10-8-16,-17-7-3 15,-6-10 2-15,-14-6-4 16,-4-7-7-16,-13-4-72 16,-3-10-135-16,7-9-473 15</inkml:trace>
  <inkml:trace contextRef="#ctx0" brushRef="#br0" timeOffset="150">13143 9107 583 0,'0'0'79'0,"0"0"-37"16,0 0 38-16,0 0-26 15,0 0-10-15,0 0-2 16,-30-45-2-16,21 39-6 16,-3-1 10-16,-7 0-25 15,-8 1-14-15,-6-1-3 0,-9 4-2 16,-4 3 1-16,-9 0 4 15,1 0-5-15,-4 3-1 16,3 7 0-16,9-1 1 16,13-1 0-16,7 1 1 15,13 5-1-15,1 1-7 16,2 2 6-16,2 0 1 16,2 3-4-16,4-4-1 15,-1-3 10-15,-1-2-6 16,4 2 1-16,-4-7 0 15,1 2 4-15,-1-2-4 16,2-3 20-16,-1 0-18 16,3-3 23-16,0 0-20 0,-3 3-4 15,-5 2 14-15,-2 1-12 16,1 0 7-16,3 1-6 16,3 2 4-16,3 1-7 15,0 3 4-15,0 3-5 16,0 1 0-16,0 7 7 15,3 1 9-15,4 6-5 16,4 12 26-16,-3 10-11 16,-1 13 3-16,-1 10-6 15,-6 10 1-15,2 6-6 16,5 0 8-16,1 1-5 16,3-7-15-16,7-11 14 0,0-14-17 15,6-9 5 1,-1-15-5-16,-1-10 0 0,-5-10-2 15,-2-5 4-15,-9-5 0 16,-1-4-1-16,-5 0-3 16,0-3-1-16,0 0 0 15,3 0 0-15,6 0-3 16,13 6 1-16,21-6 4 16,20 3 0-16,10-3-2 15,6 0-21-15,-8 0-47 16,-6 5-38-16,-14-2-103 15,-14-3-288-15</inkml:trace>
  <inkml:trace contextRef="#ctx0" brushRef="#br0" timeOffset="151">18019 9346 104 0,'0'0'554'15,"0"0"-487"-15,0 0-1 16,0 0 29-16,0 0-42 15,0 0-36-15,0 0-9 16,-49-27 17-16,49 27 16 16,0 0-18-16,0 0-19 15,0 0 6-15,11 0-5 16,17 0 7-16,14 0 13 16,11 0 4-16,5 5-11 15,4 0-18-15,3-4 5 0,-4 5 2 16,-5-3-7-16,-6-3 8 15,-9 0-7-15,-11 4 5 16,-10-4-2-16,-9 0-2 16,-4 0-1-16,-7 0-1 15,0 0 0-15,6 0 0 16,5 4 1-16,3-1-1 16,1 3-1-16,-3-2 1 15,-5-1 0-15,-4 2 0 16,0-4 0-16,-1 7 1 15,0-3-1-15,1 5 0 16,-1 3 0-16,1 4 0 16,-3 9 3-16,1 10 2 0,-1 5 26 15,3 7-18-15,-3 8 7 16,0 5 8-16,0 11-8 16,0 4-6-16,0 10 11 15,0 4-8-15,10 2-11 16,1 3 5-16,6-8-5 15,1-8-3-15,-3-11 4 16,2-14 4-16,-4-12 2 16,-6-11-5-16,-1-6-6 15,-3-8 0-15,-3-3 0 16,0-6-2-16,0-3 0 16,0-5-1-16,0 3 1 0,0-3 0 15,0 0 7 1,0 0-2-16,0 0-1 0,0 3-2 15,-19-2-1-15,-14 1 6 16,-12 1-4-16,-7-3 1 16,3 0-1-16,4 5-3 15,10-2 1-15,7 0-1 16,0 0 6-16,-4 0-4 16,-9-3-1-16,-9 0 1 15,-10-6 3-15,-9-11-5 16,-7-3-28-16,-9-3-81 15,8-6-209-15</inkml:trace>
  <inkml:trace contextRef="#ctx0" brushRef="#br0" timeOffset="152">20202 8465 582 0,'0'0'78'16,"0"0"-37"-16,0 0 47 15,0 0-35-15,0 0-22 16,0 0-13-16,0 0 4 16,18-24 19-16,-15 24 1 0,-3-2 7 15,0 2-23 1,0 0 7-16,0 0-2 0,0 0-19 16,0 0 6-16,1 6-18 15,3 14 0-15,2 5 0 16,-1 5 0-16,2 3 5 15,1-2-1-15,0-2-2 16,3-6 6-16,-4-3-7 16,-1-5-1-16,-2-5 1 15,-4-6-3-15,0-3 2 16,0-1 0-16,0 0 1 16,0 0 9-16,0 0-3 15,0 0 11-15,0 0 14 16,0-4-13-16,0-9-7 0,-1-10-12 15,1-10-1-15,0-5 1 16,10-6-13-16,17 0-24 16,3 8-3-16,-2 12 30 15,1 8 3-15,-9 13 7 16,0 3-5-16,-1 9 1 16,-1 18-6-16,0 7 10 15,0 5 8-15,-2 1-2 16,3-8 1-16,-3-6 1 15,-3-5-7-15,-2-8 3 16,-7-6 0-16,-1 0-4 16,-3-1 0-16,0 3-4 15,-1 3 3-15,-16 0-50 0,-2 5-48 16,2-4-42-16,2-7-80 16,12-6-444-16</inkml:trace>
  <inkml:trace contextRef="#ctx0" brushRef="#br0" timeOffset="153">20799 8610 615 0,'0'0'89'0,"0"0"-79"15,0 0 5-15,0 0 29 16,0 0-17-16,0 0 13 0,33 2-12 15,-4-2 17-15,6 0-16 16,-2 0-4-16,-4 0-12 16,-2 0-7-16,-10 0-6 15,-1 0-1-15,-8 0 0 16,-8 0-26-16,0 11-104 16,-24 2 26-16,-6 3-55 15,-3-3-344-15</inkml:trace>
  <inkml:trace contextRef="#ctx0" brushRef="#br0" timeOffset="154">20823 8738 409 0,'0'0'180'0,"0"0"-118"15,0 0 12-15,0 0 10 16,0 0-23-16,99 0-25 16,-69 0-13-16,-8 0-15 0,-6 0-8 15,-6 0-1-15,-4 0-29 16,1 0-71-16,-2 1-86 15,1-1-205-15</inkml:trace>
  <inkml:trace contextRef="#ctx0" brushRef="#br0" timeOffset="155">21501 8596 697 0,'0'0'37'0,"0"0"-37"16,0 0-2-16,0 0 2 16,0 0 0-16,-82-10 1 15,76 10-4-15,5 0 5 16,1 0-2-16,0 0 0 15,0 0 4-15,0 0 8 16,0 0 9-16,0 0 1 16,0 0-18-16,0 0-2 0,0 0 1 15,0 0-3 1,0 0-8-16,0 0 5 0,0 0-17 16,0 0-23-16,0 4-82 15,0-1-85-15</inkml:trace>
  <inkml:trace contextRef="#ctx0" brushRef="#br0" timeOffset="156">20594 8517 281 0,'0'0'51'0,"0"0"-8"16,0 0 9-16,0 0-30 15,0 0 22-15,0 0 36 16,-35-17-42-16,35 17 1 16,0 0 10-16,-3-3 19 15,0-4-54-15,-6 0 9 16,1-1-1-16,-4-2-20 15,-5 3 13-15,-7 0-11 16,-1 4 4-16,-8 3-8 16,-3 0 1-16,0 17 4 15,-3 5 3-15,2 8 13 0,7 0-2 16,12-3-2-16,12-5-6 16,6 2-11-16,8-2 3 15,21-3 4-15,13 1 23 16,10-2-22-16,2 1 3 15,-2 1-10-15,-2 0 9 16,-7 7-10-16,-12-1 1 16,-16 3-1-16,-10 5 0 15,-5-5 1-15,-13 4 3 16,-13-5 0-16,-9-9 7 16,-5-4 7-16,-2-5 2 15,3-6-4-15,7-4-9 0,8 0 3 16,6-5-9-1,11-19-2-15,7-10-4 0,0-14-191 16</inkml:trace>
  <inkml:trace contextRef="#ctx0" brushRef="#br0" timeOffset="157">21454 8613 669 0,'0'0'31'0,"0"0"-15"16,0 0-14-16,0 0-1 0,0 0 2 15,-81 0 30-15,68 2-11 16,1 9 6-16,2 5-16 16,2 1 2-16,2 2 24 15,1 5-30-15,5 3-3 16,0 0 1-16,3-1 3 16,17-3 10-16,7-3-17 15,11-7 46-15,9-4-13 16,5-6 4-16,1-3-4 15,-6 0 2-15,-11-8-4 16,-11-9-25-16,-13-7 20 16,-12-2-6-16,-6-8-22 15,-28 4 1-15,-14-3-1 0,-15 7 6 16,-1 6-6 0,3 11 0-16,9 1-7 0,14 8-2 15,11 0-11 1,13 8-65-16,12 8-32 0,2-4-58 15,23-3-250-15</inkml:trace>
  <inkml:trace contextRef="#ctx0" brushRef="#br0" timeOffset="158">23190 7757 166 0,'0'0'385'0,"0"0"-290"15,0 0-42-15,0 0 10 16,0 0-24-16,0 0-18 16,0-3-21-16,0 14 2 15,0 10 4-15,2 7 9 16,-2 5 49-16,0-1-9 16,0 3-18-16,0-4-17 15,0-2-1-15,0-5-9 16,0-4-2-16,0-6-6 15,2-7-2-15,0-4 1 0,-2 0-1 16,0-3 1-16,0 0-1 16,0 0 11-16,0 0 12 15,0 0 35-15,0-13-23 16,0-10-18-16,0-7-13 16,0-4-1-16,10 0-3 15,17 2-5-15,6 10-12 16,-3 9 3-16,-4 9 8 15,-4 4 5-15,-6 0-5 16,-5 20-1-16,-1 6 2 16,-4 8 3-16,-3 2 1 0,-2-3 1 15,0-4 0-15,1-5 1 16,1-5-1 0,3-2 4-16,0-5-8 0,0 5 4 15,0-3-3-15,0 0-97 16,0-6-109-16,6-7-228 15</inkml:trace>
  <inkml:trace contextRef="#ctx0" brushRef="#br0" timeOffset="159">23680 8020 932 0,'0'0'92'0,"0"0"-85"16,0 0 4-16,96-12-11 16,-50 10 0-16,-4 2 8 15,-5 0-8-15,-8 0-6 16,-10 0 3-16,-10 0-23 16,-9 0-151-16,0 0-182 15</inkml:trace>
  <inkml:trace contextRef="#ctx0" brushRef="#br0" timeOffset="160">24268 7885 269 0,'0'0'360'0,"-85"-3"-358"16,40 3-2-16,8 7 11 16,15 9 12-16,10 1-19 15,12 4 0-15,0 0 33 16,15 1 7-16,13 0 15 15,3-1-16-15,2-3-15 0,-6 3-1 16,-7-2-14-16,-9 1 3 16,-8-1-9-16,-3 1-7 15,-6-1 2-15,-20-5 11 16,-10 3 16-16,-3-7-22 16,0-2-7-16,4-1 4 15,5-2-4-15,4-5-19 16,6 3-57-16,9-3-67 15,11 0-161-15</inkml:trace>
  <inkml:trace contextRef="#ctx0" brushRef="#br0" timeOffset="161">24562 8151 809 0,'0'0'151'0,"0"0"-114"15,0 0 28-15,0 0-18 16,0 0-37-16,0 0-9 16,105-3-2-16,-71-2 2 15,-4 1 6-15,-6 0-7 16,-7-5-46-16,-9-6-125 15,-8-6-678-15</inkml:trace>
  <inkml:trace contextRef="#ctx0" brushRef="#br0" timeOffset="162">24892 7797 1005 0,'0'0'9'16,"0"0"-5"-16,0 0-8 16,90 75 8-16,-65-22 13 15,0 8 8-15,0-2-10 16,-1-3 3-16,-4-9-14 16,-3-9 0-16,-9-9 4 15,-8-4-8-15,0-5-44 16,-20-6-152-16,-5-6-575 15</inkml:trace>
  <inkml:trace contextRef="#ctx0" brushRef="#br0" timeOffset="163">23667 8567 124 0,'0'0'0'16,"0"0"114"-16,0 0 1 15,0 0-6-15,0 0-25 16,0 0 6-16,-20 0 0 15,20 0-3-15,0 0 7 0,0-2 7 16,0-1-50-16,0 3 9 16,0 0 5-16,0 0-51 15,0 0-12-15,0 2-2 16,0 18-9-16,0 8 9 16,2 6 1-16,4 1-1 15,2-1 0-15,-2-8 0 16,1 1 0-16,-1-13 0 15,-3-5 0-15,-2-6 0 16,-1-3 0-16,0 0 0 0,0 0 3 16,0 0-1-1,0 0 10-15,0-3 26 0,-4-11-24 16,-2-7-7-16,6-6-7 16,0-1 0-16,15-5-33 15,15 1-26-15,2 8-15 16,2 8 37-16,-5 13 23 15,-2 3 11-15,-8 13-3 16,-5 13 3-16,-5 7 3 16,-6 4 4-16,-3-1 5 15,0-6-6-15,0-1 28 16,0-8-19-16,2-4 9 16,0-8-10-16,0-3-7 15,-2-4 0-15,0-1-4 16,0-1-1-16,0 0-89 15,0 0-141-15</inkml:trace>
  <inkml:trace contextRef="#ctx0" brushRef="#br0" timeOffset="164">24133 8732 778 0,'0'0'116'0,"0"0"-113"16,0 0 16-16,0 0 55 0,98 7-51 15,-62-2-15 1,-2 0-8-16,-4 3 0 0,0 0-17 16,-5-5-154-16,-3-3-323 15</inkml:trace>
  <inkml:trace contextRef="#ctx0" brushRef="#br0" timeOffset="165">24525 8609 1021 0,'0'0'100'15,"0"0"-100"-15,0 0 0 0,31 87 19 16,-19-45 11-1,-1 2 2-15,0 0-6 0,1-3-15 16,2-2-2-16,-1-6-7 16,-1-8 0-16,-2-6 1 15,-7-2-3-15,-3-5-2 16,-3 1-125-16,-16-9-162 16</inkml:trace>
  <inkml:trace contextRef="#ctx0" brushRef="#br0" timeOffset="166">21422 9365 391 0,'0'0'161'16,"0"0"-95"-16,0 0-2 15,0 0-4-15,0 0-40 16,0 0 5-16,20 0 5 16,-20 0 14-16,0-2-12 15,0 2 0-15,0 0 11 16,0 0-6-16,0 0-12 15,0 0 10-15,0 0-15 16,0 0-12-16,0 0-1 16,0 0-7-16,0 0 19 0,0 0-19 15,0 0 6-15,0 0 3 16,0 0-9-16,0 17-2 16,0 12 2-16,0 10 10 15,0 14 14-15,-5 0-20 16,1 0 2-16,1-9-5 15,3-13-1-15,0-7 9 16,0-11-7-16,0-6 0 16,0-4-1-16,0-3 4 15,0 0 11-15,0 0 30 16,0 0-12-16,0 0 17 16,0-19-31-16,0-12-15 15,3-9 1-15,10-9-6 16,6-1-5-16,-2 2 4 15,-1 8-3-15,-5 10-1 0,-4 10 5 16,-2 10 0-16,-1 4 0 16,-2 5-1-16,-1 1 0 15,1 0-4-15,-1 14-10 16,1 9 4-16,-1 13 11 16,-1 4-1-16,0 2 1 15,0-1 0-15,0-8 0 16,0-4 0-16,0-9 0 15,0-7 1-15,0-7-2 16,0-3-8-16,0-3-43 16,0 0-69-16,0 0-51 15,-1 0-99-15</inkml:trace>
  <inkml:trace contextRef="#ctx0" brushRef="#br0" timeOffset="167">23761 9621 696 0,'0'0'33'15,"0"0"2"-15,0 0 73 16,0 0-22-16,0 0-29 16,0 0-43-16,0 0-14 15,0 0 0-15,0 10 0 16,2 5 1-16,6 7-1 16,-3 6 15-16,-4 2 6 15,-1 4 0-15,0-1 9 16,0-2-15-16,0-4-9 0,0-7 5 15,0-10-9 1,0-3-1-16,0-7 2 0,0 0 17 16,0 0 22-16,0 0 12 15,0 0-5-15,0-13-23 16,0-7-15-16,0-7-9 16,8-2-2-16,10-4-10 15,1 3 10-15,4 4-40 16,-4 9 23-16,-1 6 16 15,-2 9-8-15,-2 2 7 16,-2 0-14-16,4 17 10 16,-5 4 1-16,-3 4 4 15,-1 1-3-15,-1 1 3 16,-4-5 1-16,3-2 0 16,-1-7 3-16,-1-6-3 0,-1-1-2 15,-2 1 2-15,0 0-34 16,-10 0-116-16,-6-4-104 15,3-3-556-15</inkml:trace>
  <inkml:trace contextRef="#ctx0" brushRef="#br0" timeOffset="168">24151 9794 792 0,'0'0'149'0,"0"0"-142"15,0 0-6-15,105 0 43 16,-60 0 4-16,-3 0-28 16,-5 0-7-16,-14 0-13 15,-12 0 0-15,-9 0 0 16,-2 0-2-16,-8 0-63 15,-15 0-141-15,-6 0-248 16</inkml:trace>
  <inkml:trace contextRef="#ctx0" brushRef="#br0" timeOffset="169">24676 9729 314 0,'0'0'112'15,"0"0"-40"-15,0 0 12 16,0 0-28-16,0 0 0 16,0 0-12-16,0 0 4 15,20 0-34-15,-20 0 6 16,0 0-9-16,0 0-5 16,0 0 2-16,0 0-8 0,0 0-9 15,0 0 8 1,0 0-4-16,0 0 5 0,0 0 8 15,0 0-8-15,0 0 0 16,0 0-4-16,0 0 4 16,1 0 3-16,1 0-1 15,0 0 2-15,-2 0-4 16,0 0-5-16,0 0 5 16,0 0 4-16,0 0 2 15,-2 0-6-15,-1 0 11 16,3 0-9-16,0 0-1 15,0 0 15-15,0 0-6 0,0 0-5 16,10 0-5 0,3 0-4-16,-5 0 3 0,-1 0 1 15,-4 0 0-15,-2 0-4 16,-1 0 3-16,0 0-3 16,0 0 0-16,0 0 7 15,-9 7-3-15,2 0 14 16,1-5-12-16,3-2 6 15,0 1 21-15,3-1-6 16,0 0 9-16,0 0-9 16,0 0-12-16,0 0-1 15,0 0-6-15,0 0-1 16,0 0-6-16,0 0 2 16,0 0-3-16,6 0-8 15,0 0 9-15,-3 0 3 0,-2 0-8 16,0 0 5-1,-1 6 1-15,0-3-2 0,0-1-3 16,-7 1 7-16,-6-3 7 16,-2 0-6-16,-3 0-1 15,3-3 3-15,0-5-3 16,6-1 12-16,5-5-12 16,4-2 18-16,0-1-8 15,10-3-10-15,13 4-8 16,2 5 8-16,2 4 6 15,1 5-6-15,2 2 0 16,-3 2-2-16,-2 12-1 0,-4 10-3 16,-5 1-1-16,-7 9 7 15,-6-1 6-15,-3 4 7 16,0-1 9-16,-12 0 2 16,-13-4-8-16,-3-3 26 15,-2-7-31-15,0-3 6 16,3-10 8-16,8-1-9 15,7-6-3-15,6-1-10 16,4-1 3-16,2 0-2 16,0 0 0-16,0 0 7 15,3-3 8-15,14-5-19 16,8 0-7-16,5 7 6 16,3 1-1-16,-2 0 4 0,2 9-5 15,0 8 4-15,-2 3-1 16,-1-1 0-16,-6 1 0 15,-2-3 0-15,-7-3-2 16,-2-4 1-16,-5 2-60 16,-8-5-105-16,0-6-128 15</inkml:trace>
  <inkml:trace contextRef="#ctx0" brushRef="#br0" timeOffset="170">21396 11235 155 0,'0'0'68'16,"0"0"-68"-16,0 0-20 16,0 0-92-16</inkml:trace>
  <inkml:trace contextRef="#ctx0" brushRef="#br0" timeOffset="171">21503 11335 62 0,'0'0'102'15,"0"0"-102"-15,0 0-164 16</inkml:trace>
  <inkml:trace contextRef="#ctx0" brushRef="#br0" timeOffset="172">21503 11335 35 0,'-8'-37'49'0,"8"37"-49"15</inkml:trace>
  <inkml:trace contextRef="#ctx0" brushRef="#br0" timeOffset="173">21509 11298 28 0,'0'0'106'0,"0"0"-106"16,0 0-100-16</inkml:trace>
  <inkml:trace contextRef="#ctx0" brushRef="#br0" timeOffset="174">21335 11285 129 0,'0'0'417'0,"0"0"-417"16,0 0-12-16,0 0 10 15,0 0-1-15,0 0 3 16,-49-13 10-16,45 13 13 16,1 0 17-16,3 0 23 15,0 0-18-15,0 0-6 16,0 0-1-16,0 0 21 16,0 0 7-16,0-3-5 15,0 3 3-15,0 0 6 16,0 0 1-16,0 0-23 15,0 0-5-15,0 0-26 0,0 0-12 16,0 0-5 0,0 0-2-16,0 13-7 0,0 12 4 15,3 6 4-15,-1 6 2 16,-2 1-1-16,2 2 0 16,-2-3 3-16,0-4-3 15,0-6 0-15,0-8-10 16,0-9 10-16,0-7 4 15,-3 0-1-15,2-3 3 16,-5 0-1-16,2-10 22 16,1-19-9-16,3-14-16 15,4-13-2-15,25-8-2 16,12-1 0-16,6 15 2 16,0 14-11-16,-5 14 8 0,-7 18-2 15,-6 4-6-15,-5 6 8 16,-3 17 2-16,-8 11-3 15,-3 4 2-15,-3-1-6 16,-7 4 8-16,0-7 8 16,0-2-8-16,0-10-1 15,0-5-4-15,0-7 5 16,0-4-2-16,-6-3-66 16,-8-3-80-16,1 0-92 15</inkml:trace>
  <inkml:trace contextRef="#ctx0" brushRef="#br0" timeOffset="175">21751 11403 321 0,'0'0'151'15,"0"0"-138"-15,0 0 53 16,0 0 29-16,0 0-10 15,0 0 1-15,38 0-31 16,-26 0 9-16,-3 0-21 16,-4 0-7-16,1 0-14 15,-3 0-15-15,-3 0-7 0,0 0 0 16,0 0 1-16,0 0 5 16,0 0-5-16,0 0 3 15,-15 0-4-15,-6 2 9 16,-2 3-9-16,9-1-1 15,4-1 1-15,9-3 3 16,1 2-3-16,0-2-1 16,0 0-1-16,7 0 0 15,20 0 2-15,9-5-5 16,6-6 3-16,-2-2 2 16,-10 3 4-16,-10 5-3 15,-9 1-1-15,-8 1 1 16,-3 3 2-16,0 0-3 15,0 0-30-15,0 0-93 16,-7-4-193-16</inkml:trace>
  <inkml:trace contextRef="#ctx0" brushRef="#br0" timeOffset="176">22287 11311 263 0,'0'0'133'0,"0"0"-86"0,0 0 4 16,0 0 21 0,0 0-8-16,0 0-6 0,-43 17 14 15,43-17-6-15,0 0-17 16,0 0-36-16,0 0 4 16,0 0-11-16,0 0 1 15,0 0-3-15,0 0 12 16,0 0 2-16,0 0-5 15,0 0-1-15,0 0-11 16,0 0 3-16,-1 2 1 16,-5-2-4-16,3 5 4 15,0-5-5-15,3 2-1 0,0-2 1 16,0 0 7 0,0 0-6-16,0 0 17 0,0 0-18 15,0 0-5-15,6 0 5 16,6 0 0-16,0 0 0 15,-6 0 0-15,0 0 0 16,-3 0-4-16,-3 0 1 16,0 1 2-16,0 2 0 15,0 0 1-15,-3 4 0 16,-9-4 2-16,-5-2 3 16,2-1-3-16,-1 0 1 15,4-1 14-15,0-9 4 16,6-4 11-16,6-1 26 15,0-4-56-15,4-2 6 16,16-2-13-16,5 3 5 0,4 3-2 16,-3 8 2-16,3 3-1 15,2 6 5-15,0 0-3 16,1 6 4-16,-1 10-3 16,-6 8 13-16,-7 2-1 15,-8 10 1-15,-10 3-15 16,0 11 7-16,-20 4-3 15,-13-2-2-15,-8-5-1 16,-1-12-1-16,1-12 4 16,4-13 2-16,10-10-1 15,5 0 1-15,7 0 4 16,9-6 10-16,6-8-5 0,0-5-13 16,22 0-1-16,11-1-1 15,8 10-4-15,5 9 4 16,2 1 6-16,0 4-2 15,5 13 15-15,-4 5-11 16,2 1 7-16,-4-3-9 16,-6 0-5-16,-4-1-1 15,-10-2 6-15,-8-7-14 16,-8-1 0-16,-11-3-84 16,0-6-148-16,-16-3-663 15</inkml:trace>
  <inkml:trace contextRef="#ctx0" brushRef="#br0" timeOffset="177">24462 11262 474 0,'0'0'6'15,"0"0"-6"-15,0 0 0 16,0 0-1-16,0 0 1 15,0 0 70-15,-12-56-8 0,11 52-4 16,1 4-33-16,0-2 12 16,0-2-10-16,0 1-16 15,0 0 26-15,0-2 5 16,0 2 10-16,0 3-23 16,0 0-4-16,0-2 24 15,0-2 3-15,0 4-9 16,0-3-7-16,0 2 12 15,0 0-8-15,0-2-14 16,0 0 5-16,0 3-4 16,0 0-20-16,0 0-7 15,0 0-2-15,0 0-5 16,0 11 3-16,0 9 1 0,6 6-3 16,1 12 6-16,0-1 4 15,0 4-4-15,0-4 8 16,1 1 0-16,-2-8-4 15,-1-10 4-15,-3-10-8 16,-2-3 0-16,0-7 2 16,0 0 5-16,0 0 11 15,0 0 7-15,0 0 4 16,0-11 0-16,-2-7-9 16,-6-8-20-16,2-5 0 15,4-5-4-15,2-4 1 16,0-6-21-16,0-4 15 15,0 7-2-15,5 4 10 16,-1 13 0-16,2 9 2 0,-5 7 0 16,1 7-1-16,-2 3 2 15,0 0-2-15,1 0-11 16,2 20-5-16,-1 12 7 16,-1 14 8-16,-1 4 1 15,0 5 2-15,0-5-2 16,0-7 1-16,0-6-1 15,0-7 0-15,0-6 0 16,2-9 0-16,-1-1 0 16,-1-8 0-16,0 5-17 15,0-5-70-15,0 1-82 16,-6-7-130-16</inkml:trace>
  <inkml:trace contextRef="#ctx0" brushRef="#br0" timeOffset="178">21578 12101 166 0,'0'0'66'15,"0"0"-21"-15,0 0-13 16,0 0-32-16,0 0-22 16,0 0 12-16,-17 0 0 15,11-1-69-15</inkml:trace>
  <inkml:trace contextRef="#ctx0" brushRef="#br0" timeOffset="179">21215 12140 98 0,'0'0'348'16,"0"0"-269"-16,0 0-36 15,0 0 16-15,0 0 15 16,0 0 3-16,0-3-37 15,0 3 2-15,0 0-6 0,0 0 13 16,0 0-8-16,0 0-6 16,0 0-1-16,0 0 14 15,0 0-9-15,0 0-24 16,0 0-8-16,0 0-7 16,2 6 0-16,5 18 0 15,-1 5 5-15,0 5-5 16,-3 2 0-16,1 0 3 15,0-2-3-15,0-4 0 16,-1-8-1-16,-3-5 1 16,0-8 1-16,0-2 0 15,0-6-1-15,0-1 0 0,0 0 7 16,0 3-6 0,0-3 10-16,0 0 9 0,0-8 20 15,0-14-18-15,0-15-14 16,15-16-8-16,9 0-2 15,7-1-5-15,5 10 6 16,0 11 1-16,-2 13-16 16,0 13 5-16,-3 7 3 15,-2 0 4-15,-5 18-4 16,-5 11 8-16,-5 3 3 16,-4 5-1-16,-6 0-1 15,-2-2-1-15,-2-5 0 16,0-3 1-16,0-8-1 15,0-6-1-15,0-6 0 16,0-5 2-16,0-2-2 0,0 0-38 16,0 0-83-16,0 0-53 15,0-8-245-15</inkml:trace>
  <inkml:trace contextRef="#ctx0" brushRef="#br0" timeOffset="180">21851 12257 577 0,'0'0'159'0,"0"0"-137"15,0 0 25-15,0 0-15 16,0 0-7-16,0 0 2 16,62 0 22-16,-17-7-17 15,3-3-10-15,-4 3 18 16,-6 1-6-16,-12 2-12 15,-8 4-20-15,-13 0-1 0,-1 0-1 16,-4 0-7-16,0 0-5 16,0 0-7-1,0 0-54-15,-7 0-39 0,-5 3-163 16</inkml:trace>
  <inkml:trace contextRef="#ctx0" brushRef="#br0" timeOffset="181">22575 12085 545 0,'0'0'252'0,"0"0"-180"16,0 0 27-16,0 0-14 15,0 0-51-15,0 0-1 16,0-10-3-16,0 10-5 15,0 0-5-15,0 0-17 16,0 0-1-16,0 0 5 16,0 0-3-16,3 0-4 0,2 10-3 15,7 15 3 1,1 6 26-16,-2 12 24 0,-1 6-29 16,-2 0-3-16,-2 1-6 15,-1-4-6-15,0-7 2 16,-1-5-1-16,1-5-2 15,-4-8 9-15,2-6-2 16,-1-3 0-16,1-7-10 16,-1-2-1-16,-1-3 1 15,-1 0-1-15,0 0 2 16,0 0 3-16,0 0 5 16,0 0-10-16,0 0-1 15,0 0-1-15,2 0-33 16,-2-8-35-16,5-4-83 15,0 0-88-15,-4-3-178 0</inkml:trace>
  <inkml:trace contextRef="#ctx0" brushRef="#br0" timeOffset="182">24571 12058 466 0,'0'0'86'0,"0"0"-10"15,0 0 5-15,0 0-15 16,0 0-5-16,0 0 11 15,-11 0 0-15,7 0-14 16,1 0-13-16,0 0-27 16,-1-3-15-16,-4 2-3 15,-4-2 10-15,-3 3-11 0,-5 0 2 16,-7 0-2 0,-4 0 1-16,-8 14-8 0,-2 3 8 15,1 2-1-15,4 3 1 16,8 5 3-16,10-4 1 15,5 8 1-15,10-5-2 16,3-1-3-16,6-1 9 16,18-1-7-16,13-3 13 15,10-3-3-15,9-8 5 16,5-6-13-16,1-3 3 16,-2 0 3-16,-2-5 10 15,-8-12 2-15,-9 0 19 16,-11-2-17-16,-10-5 1 15,-10-2 6-15,-10 1-13 0,0-4-10 16,-5 0-1-16,-17 3 3 16,-2 4-4-1,-3 4-6-15,2 6-2 0,-3 8-7 16,4 1-20-16,-5 3-6 16,-1 0-36-16,1 7-12 15,-3 8-50-15,2 0-96 16,2-4-576-16</inkml:trace>
  <inkml:trace contextRef="#ctx0" brushRef="#br0" timeOffset="183">5615 12651 353 0,'0'0'166'16,"0"0"-130"-16,0 0-28 16,0 0 28-16,0 0 20 0,0 0-4 15,0 0-7-15,0 0-4 16,-6 3-16-16,6-3-7 16,0 2 1-16,0-2 0 15,0 0-7-15,0 0-8 16,0 0 2-16,19 0-4 15,5 0 1-15,4 0 7 16,2-7-9-16,3-3 4 16,-5 3-5-16,2 1-6 15,-8 0-25-15,4 6 1 16,-9 0-53-16,-1 0-60 16,-13 6-188-16</inkml:trace>
  <inkml:trace contextRef="#ctx0" brushRef="#br0" timeOffset="184">5743 12972 515 0,'0'0'114'16,"0"0"-78"-16,0 0-9 16,0 0 26-16,0 0 56 15,100-19-6-15,-55-4-35 16,-5 3-38-16,-9 7-21 15,-11 7 1-15,-7 3-10 16,-7 3-4-16,-3 0-26 16,1 0-64-16,4 3-24 15,-5 3-106-15</inkml:trace>
  <inkml:trace contextRef="#ctx0" brushRef="#br0" timeOffset="185">6837 12494 372 0,'0'0'354'15,"0"0"-351"-15,0 0 20 16,0 0-18-16,0 0 29 16,0 0-6-16,-46-22-3 0,39 22-1 15,-5 0-3-15,-4 0-11 16,-11 0-6-16,-9 12 2 16,-9 5 6-16,3 5-9 15,4 8 23-15,2 7 2 16,12 7-14-16,8 4-9 15,16 1 5-15,0-5-4 16,20-8-4-16,18-3 0 16,11-13-2-16,11-8 7 15,1-10-6-15,3-2 0 16,-7-4-1-16,-9-16-1 16,-5 0-78-16,-15-10-82 15,-11 1-353-15</inkml:trace>
  <inkml:trace contextRef="#ctx0" brushRef="#br0" timeOffset="186">7098 12528 742 0,'0'0'51'0,"0"0"-33"16,0 0-18-16,0 0-3 15,0 0 3-15,0 0 28 16,56 94-18-16,-32-48 5 0,1 1-4 16,1-4 9-1,-7-7-14-15,2-12 6 0,-9-8-9 16,-5-6-3 0,-4-7 7-16,-2-3-10 0,-1 0 6 15,0 0 33-15,0 0 29 16,0-3-16-16,-1-13-24 15,-9-11-21-15,-2-6-4 16,2-14-18-16,3-6-8 16,7 2-7-16,0 4-19 15,17 13 28-15,6 12 19 16,6 9 5-16,-2 12 4 16,-3 1-4-16,3 6-5 15,-2 18 4-15,2 6 1 16,-5 6 7-16,-2 0-5 0,-4 0-1 15,-4-6-1-15,-5-6 7 16,4 0-7-16,-5-12 0 16,-1-2 0-16,-1-1-2 15,1-4-19-15,0 0-57 16,-1-5-98-16,-2 0-233 16</inkml:trace>
  <inkml:trace contextRef="#ctx0" brushRef="#br0" timeOffset="187">7843 12600 746 0,'0'0'62'0,"0"0"-62"16,0 0 0-16,98 3 11 15,-39-10 23-15,8-13 20 16,3 4 3-16,-9 3-26 16,-7 2-31-16,-17 3-5 15,-12 6-49-15,-8-1-27 16,-8 1-18-16,-9-3-116 16</inkml:trace>
  <inkml:trace contextRef="#ctx0" brushRef="#br0" timeOffset="188">8000 12383 840 0,'0'0'65'16,"0"0"-30"-16,0 0 16 16,0 0-32-16,0 0-15 15,0 0 0-15,58 55-1 16,-22-12 26-16,2 12 1 15,-2 2-4-15,-3 1-12 16,-1-7 11-16,-3-2-21 16,-2-16 4-16,-9-9-7 15,0-5 5-15,-6-8-6 0,-6-5-2 16,-3-3 2-16,-3-3 0 16,0 0-14-16,0 0-28 15,5 0-3-15,3-9-37 16,3-8-69-16,-1-7-223 15</inkml:trace>
  <inkml:trace contextRef="#ctx0" brushRef="#br0" timeOffset="189">9366 12184 443 0,'0'0'126'0,"0"0"-115"15,0 0 13-15,0 0 0 16,0 0-20-16,0 0 2 15,7 20-2-15,0-18-2 0,3 1 20 16,-7-2 12-16,0-1-11 16,-3 0-13-16,0 3 1 15,0 0 12-15,0 2 2 16,0 0-14-16,0 2-11 16,-6 0 3-16,0 0-3 15,-2-4 0-15,-1-1 18 16,-1 1-5-16,-3-3 21 15,1 0-2-15,1 0-9 16,4 0-2-16,4 0 13 16,0 0-14-16,0-8-7 15,3-2-11-15,0-6-2 0,3-1 0 16,13 2-2-16,1-1-8 16,-1 6 10-16,-1 7-1 15,-3 0 1-15,-3 3 0 16,-6 0-6-16,0 0 4 15,0 6 2-15,-3 10-3 16,0-2 2-16,0 3 1 16,0 0 0-16,-6-4 12 15,-6-3-12-15,1-3 5 16,2-4 5-16,2-3-4 16,-4 0 15-16,2 0 5 15,-3-3-19-15,3-7-4 16,1-4 4-16,2-6-7 0,0-3 0 15,3 0-6-15,3-1-6 16,0 7 9-16,6 5 0 16,9 2 0-16,8 6 0 15,3 4 0-15,4 0 2 16,-4 12-3-16,6 16 8 16,-8 8-3-16,-6 14 11 15,-5 6 9-15,-7 6-6 16,-6 5 3-16,0-3-9 15,-9-9 1-15,-10-9-10 16,-2-10 5-16,-1-11 0 16,-2-8 19-16,0-8-11 0,-5-9-1 15,0 0-9 1,2-12-3-16,1-13-6 0,16-5-32 16,10 1 7-16,6-1 0 15,24 9 18-15,6 6 13 16,10 5 0-16,-1 6 0 15,7 4 26-15,-1 0 5 16,-2 0-5-16,-3 13-19 16,-7-2-5-16,-3 4-1 15,-11-4 0-15,-4 2-1 16,-12 1-30-16,-6-2-51 16,-3 2-82-16,-3-4-92 15</inkml:trace>
  <inkml:trace contextRef="#ctx0" brushRef="#br0" timeOffset="190">8993 13031 708 0,'0'0'70'16,"0"0"-57"-16,0 0-4 15,0 0 5-15,0 0 121 0,147-25-51 16,-46-12-49-16,15-5 13 16,2-2 7-16,-6 2-7 15,-13 12-20-15,-22 13-13 16,-22 10-15-16,-22 4-1 15,-13 3-9-15,-9 0-21 16,-6 13-55-16,-5 8-23 16,0-1-32-16,-11 3-35 15,-8-4-495-15</inkml:trace>
  <inkml:trace contextRef="#ctx0" brushRef="#br0" timeOffset="191">9620 13019 455 0,'0'0'350'0,"0"0"-309"15,0 0-36-15,0 0 16 16,0 0-21-16,0 0 0 15,13 79 19-15,2-35 18 16,5 2-20-16,1 3-4 16,1 1 1-16,-3-4 26 0,-6-10-21 15,1-9 2-15,-8-10-6 16,-3-11 8-16,-3-3-10 16,0-3 42-16,0 0 17 15,0-4-17-15,0-22-28 16,0-13-27-16,0-2-6 15,0-3 1-15,11 6-1 16,8 15 1-16,3 4 5 16,-2 10 0-16,5 4-4 15,-1 5 3-15,1 0 1 16,2 10-1-16,-6 7 2 16,3 5-1-16,-2-2 0 15,-5 0 1-15,-1-3-1 16,-7-3-1-16,1-4-1 15,-3 0 2-15,0-5-61 0,-4 0-48 16,0-3-41-16,4-2-15 16,-2 0-113-16</inkml:trace>
  <inkml:trace contextRef="#ctx0" brushRef="#br0" timeOffset="192">11380 12051 813 0,'0'0'97'15,"0"0"-68"-15,0 0 15 16,0 0 8-16,0 0-8 16,0 0-28-16,-55-6 0 15,13 6 1-15,-21 20-12 16,-13 9-2-16,-15 8-3 16,-10 3 6-16,-3 2-6 15,13-3-4-15,23-5 4 16,21-4 1-16,25-5 0 15,21-5 4-15,1-3-5 0,27-7-3 16,12-6 3-16,10-4 3 16,7 0-2-16,4-9 0 15,0-3 0-15,-5-1 0 16,-13 6-1-16,-9 7 0 16,-14 0 0-16,-10 0-4 15,-8 0-12-15,-1 4 12 16,0 13-2-16,-20 13 6 15,-10 6 2-15,-2 1 2 16,3-1 0-16,6-4 5 16,10-5-7-16,10-4 0 15,3-9-2-15,22-9 2 0,23-5 0 16,18-3-2 0,11-19 21-16,8-5-16 0,-4 4 5 15,-6 7 2-15,-10 1 3 16,-14 13-10-16,-18 2-10 15,-8 0-1-15,-14 0-30 16,-4 2-45-16,-4 15-24 16,-6 7-41-16,-24 2-97 15</inkml:trace>
  <inkml:trace contextRef="#ctx0" brushRef="#br0" timeOffset="193">11089 13023 747 0,'0'0'164'0,"0"0"-158"0,0 0 36 15,0 0 24-15,-100-4-54 16,73 21-12-16,0 2 0 16,5 4 1-16,4 0-1 15,12 1 1-15,6-4-1 16,0-3-5-16,21 0 4 15,11-5 2-15,9 1 13 16,5 1 13-16,-6-2-12 16,-11 9-1-16,-13-1-7 15,-13-1-7-15,-3 5 2 16,-14 1 2-16,-18 2-3 16,-12-4 6-16,-8-3-4 15,-1-4-2-15,2-3-1 16,5-9 0-16,7-1-32 15,9-3-59-15,14-10-94 0,10-17-365 16</inkml:trace>
  <inkml:trace contextRef="#ctx0" brushRef="#br0" timeOffset="194">11329 13061 1039 0,'0'0'55'16,"106"-42"-54"-16,-56 26 9 16,-12 10 8-16,-11 2-18 15,-15 4 2-15,-5 0-10 16,-7 16-3-16,0 11-24 15,-10 5-11-15,-10 1 11 16,1 0-22-16,3-5 15 16,6-6 13-16,6-5 20 15,2-5 4-15,2-4 5 16,0-3-1-16,3-5 2 16,17 0 2-16,-4 0 40 0,2-5 31 15,-4 1-12 1,-1-3-48-16,-6 5-11 0,1 2-3 15,0-1 0-15,2 1-29 16,-4 0-43-16,0 0-93 16,-2 0-140-16</inkml:trace>
  <inkml:trace contextRef="#ctx0" brushRef="#br0" timeOffset="195">11995 13023 855 0,'0'0'183'0,"0"0"-169"15,0 0 25-15,0 0-16 16,0 0-22-16,0 0 1 16,-53-31-2-16,40 31 0 15,1 14-3-15,-1 3 1 16,2 6 2-16,5 3 7 16,3 0-4-16,3 1 10 15,0-4-13-15,17 0 5 16,8-6-8-16,6-7 8 15,7-7-5-15,3-3 9 0,2-5-8 16,2-15 15-16,-6-5 4 16,-11-5-12-16,-11-2-7 15,-10-2 8-15,-7 2-4 16,-7 1-3-16,-23 2-2 16,-4 8-6-16,-5 12 2 15,0 9-5-15,-3 0-29 16,2 9-76-16,1 12-99 15,6-8-316-15</inkml:trace>
  <inkml:trace contextRef="#ctx0" brushRef="#br0" timeOffset="196">10376 11797 525 0,'0'0'9'0,"0"0"-7"16,0 0 16-16,0 0 38 15,0 0 23-15,0 0-5 16,-6-46-24-16,6 46-20 15,0 0-1-15,0 0-3 16,0 0-26-16,0 17-4 16,7 9 4-16,10 9 17 15,1 5 0-15,1 7-3 16,1-4 1-16,-3-4-5 16,-4-9-9-16,-6-10 0 15,-1-10-1-15,-6-6 2 0,0-2 0 16,0-2-2-16,0 0 16 15,0-6 51-15,-6-17-45 16,-7-14-21-16,5-9-1 16,8-6-4-16,0 1-9 15,8 9 12-15,17 15-8 16,0 18 4-16,5 6 4 16,0 3 0-16,-1 3 1 15,-1 16 8-15,-4 2-7 16,-1 7 1-16,-10-1-1 15,4 0 1-15,-8-1 0 16,-3-3-1-16,-3-3-1 16,-3-3-40-16,0-5-105 0,0-9-178 15</inkml:trace>
  <inkml:trace contextRef="#ctx0" brushRef="#br0" timeOffset="197">10835 11849 680 0,'0'0'49'0,"0"0"-49"15,81-13 15-15,-39-2 27 0,1 1-28 16,-11-2-14-1,-6 5-25-15,-12-5-169 0</inkml:trace>
  <inkml:trace contextRef="#ctx0" brushRef="#br0" timeOffset="198">11098 11582 960 0,'0'0'95'0,"0"0"-71"16,0 0-22-16,0 0-2 16,0 0 38-16,88 73 5 15,-50-23-9-15,2-1-2 0,-2 1-23 16,-5-4-5-16,-8-10-4 16,-5-9-4-16,-6-7 4 15,-3-6-2-15,1-5-8 16,-4-1-100-16,-8-8-111 15,0 0-399-15</inkml:trace>
  <inkml:trace contextRef="#ctx0" brushRef="#br0" timeOffset="199">12566 11860 579 0,'0'0'313'16,"0"0"-303"-1,0 0-7-15,0 0 4 0,0 0 22 16,0 0-11-16,-52-11-14 16,48 15-4-16,1 15 0 15,-5 14 17-15,0 12 31 16,-4 10 7-16,-5 8 27 16,4 10-36-16,6-1-24 15,4 0-3-15,3-11-7 16,3-12-4-16,17-13-5 15,9-7 1-15,4-12 9 16,1-10-9-16,3-4 5 0,2-3-9 16,-3-6-20-1,-10-17-65-15,-7-10-111 0,-12-9-225 16</inkml:trace>
  <inkml:trace contextRef="#ctx0" brushRef="#br0" timeOffset="200">12231 12151 964 0,'0'0'67'0,"0"0"-67"15,0 0-1-15,0 0 1 16,0 0 2-16,84-10 13 16,-26-1-12-16,2 2 6 0,-11 5-9 15,-10 4-20-15,-11 0-121 16,-7 0-12-16,-9 0-296 15</inkml:trace>
  <inkml:trace contextRef="#ctx0" brushRef="#br0" timeOffset="201">13289 11905 946 0,'0'0'106'16,"0"0"-104"-16,-93 1 2 15,53 19-2-15,3 6 0 16,7 11 19-16,1 5 8 15,9 12-3-15,8 2 0 16,9 7-8-16,3-2-12 16,0-4-4-16,18-8 6 15,7-8-4-15,6-9 0 16,7-9 6-16,-2-6-6 16,1-7-4-16,-2-10-17 15,1 0-132-15,2-24-201 0</inkml:trace>
  <inkml:trace contextRef="#ctx0" brushRef="#br0" timeOffset="202">13744 11998 1034 0,'0'0'36'0,"0"0"-33"15,0 0-4-15,-96-9 2 16,52 28 0-16,6 4 7 15,9 7 6-15,7-4-6 16,14 4-3-16,8-4-3 16,0 1 1-16,16-7-3 0,18 0 9 15,7 0 21-15,-5-3-7 16,-3 2-4-16,-11 1-8 16,-9 6-1-16,-11-2-7 15,-2 1-3 1,-11-1 6-16,-22-1 4 0,-7-6-4 15,-6-4 3-15,-1-7-2 16,2-3-7-16,3-3-1 16,5 0-62-16,8-6-77 15,7-21-61-15</inkml:trace>
  <inkml:trace contextRef="#ctx0" brushRef="#br0" timeOffset="203">13744 11797 863 0,'0'0'56'0,"164"-3"-16"15,-73 23 104-15,-5 12-39 16,-7 15-43-16,-11 10-17 15,-16 4-13-15,-16 3-24 16,-17 2 1-16,-16-1-1 16,-5 5-4-16,-34-7 0 0,-16 0-4 15,-10-7 0 1,-13-10-22-16,-12-3-7 0,-11-4-64 16,-2-5-41-16,11-9-62 15,19-14-437-15</inkml:trace>
  <inkml:trace contextRef="#ctx0" brushRef="#br0" timeOffset="204">6054 6624 64 0,'0'0'78'0,"0"0"-73"15,0 0-5-15,0 0 0 16,0 0 0-16</inkml:trace>
  <inkml:trace contextRef="#ctx0" brushRef="#br0" timeOffset="205">6054 6624 210 0,'-71'-6'26'16,"71"3"25"-16,0-5-51 15,3 5 0-15,5-4-1 16,2-2 1-16,-1 5 1 16,0-2 44-16,-3 1-30 15,0-1 12-15,4-2 3 16,-4 2 8-16,2-1-33 15,-2 3 1-15,-6 3 1 0,3-1 28 16,-3 2 6-16,0 0-8 16,0 0-27-16,0 0 15 15,0 0-2-15,0 0 2 16,0 0 7-16,0 0-8 16,0 0 10-16,0 0-14 15,0 0 11-15,0 0-1 16,0 0-12-16,3 0 6 15,-3 0 6-15,0-2 0 16,0 2-7-16,0 0-6 16,0 0-6-16,0 0-3 15,0 0-4-15,0 0 0 16,-3 0-1-16,-17 14 1 16,-11 9 0-16,-12 4 0 0,-6 7 0 15,-10 2 6-15,-3 4-6 16,-5-1 0-16,3 1 4 15,11-3-4-15,10-6 0 16,21-7 4-16,9-7-4 16,13-5-4-16,0-2 4 15,3-4-3-15,14-2 3 16,4-2 0-16,9-2 7 16,-3 0 1-16,4 0 7 15,-4 0-13-15,-5-6-2 16,-1 1 3-16,-12 4-3 0,-3 1 1 15,-6 0-2 1,0 0 4-16,0 0-6 0,0 0 3 16,0 0 0-16,0 0 0 15,0 0-2-15,6 0 4 16,6 0-2-16,8 0 0 16,14-4 3-16,4-4-1 15,7 3 0-15,-2 0 4 16,-2 5-6-16,-4 0 8 15,-4 0-7-15,-8 0-2 16,-4 8 2-16,-7-1-1 16,0 0 0-16,-10-3 0 15,-2-1 0-15,-2-3-1 16,0 0 2-16,0 0-2 0,0 0 2 16,0 0-2-16,0 0 5 15,0 0-4-15,0 0 0 16,0 5-38-16,0 3-24 15,-3 9-30-15,-16 9-8 16,-7-6-118-16</inkml:trace>
  <inkml:trace contextRef="#ctx0" brushRef="#br0" timeOffset="206">5521 9808 23 0,'0'0'584'0,"0"0"-522"0,0 0-47 16,0 0 3-16,0 0 5 15,0 0-1-15,3 0-14 16,1 0 1-16,-4 0-9 15,0 0 1-15,0 0 3 16,0 0 8-16,0 0 19 16,0 0-6-16,0 0 15 15,0 3-16-15,0-1-20 16,0 0-1-16,0 1 2 16,-4 7-3-16,-8 0 0 15,-4 4 18-15,2-2-10 16,-8 7 2-16,-5 0-9 0,-3 1 5 15,-7 2 1 1,-2 4-5-16,-10 7 0 0,1 0 16 16,-4 0-12-16,1 4 1 15,7-4-8-15,11-4 7 16,7-2 3-16,14 0-10 16,2-5 1-16,7-5 3 15,3 0-5-15,0-5 0 16,0-5-1-16,0-3 1 15,0-4 0-15,0 3 0 16,0-3-4-16,0 0 4 16,0 0 5-16,0 0-3 15,0 0 0-15,0 0-1 16,0 0 4-16,0 0-5 16,0 0 0-16,0 0 0 0,0 0-2 15,0 0 2-15,0 0-1 16,0 0 1-16,0 0 0 15,0 0 8-15,0 0-8 16,0 0-1-16,0 0 1 16,0 0 0-16,6 0-1 15,13 0-2-15,14 0 3 16,16-10 3-16,15-3-1 16,5 0-3-16,-2-1 1 15,-2 8-6-15,-3 2 5 0,-10 4 2 16,-6 0-2-1,-10 0 2-15,-6 0-1 0,-15 0 5 16,-5 0-4-16,-7 0-1 16,-3 0-5-16,0 0 5 15,0 4 4-15,0-4 6 16,0 0-3-16,0 0-7 16,-3 0 0-16,0 0-4 15,-1 0-1-15,4 0-7 16,0 0-2-16,-3 0-14 15,3 0-10-15,0 3-51 16,0 4-11-16,7 0 45 16,8-4-124-16,6-3-367 15</inkml:trace>
  <inkml:trace contextRef="#ctx0" brushRef="#br0" timeOffset="207">6879 10489 124 0,'0'0'0'0,"153"22"-5"16,-79-22-79-16</inkml:trace>
  <inkml:trace contextRef="#ctx0" brushRef="#br0" timeOffset="208">7302 10422 125 0,'0'0'32'0,"103"-84"-32"16</inkml:trace>
  <inkml:trace contextRef="#ctx0" brushRef="#br0" timeOffset="209">5998 12176 417 0,'0'0'98'0,"0"0"-25"15,0 0-3-15,0 0 1 16,0 0-21-16,0 0-25 16,0 0-2-16,-6 0-12 15,6 0-1-15,0 0-5 16,0 0 5-16,0 0-4 15,0 0-4-15,0 0 8 16,0 0 8-16,0 0 13 16,-3 0 1-16,3 0-4 15,0 0-2-15,-3 0 1 16,-4 3-5-16,-8 2 2 16,-6 1-24-16,-4 8 1 15,-8 5 3-15,-3 4-4 0,-3 0 2 16,-4 7-2-16,1-3 0 15,8-2-6-15,4-1 6 16,14-7 0-16,5-1 0 16,5-7-1-16,6 2-1 15,0-5 0-15,0 1 1 16,0-4-1-16,3 3 2 16,-3-5-2-16,3 3 5 15,-3-1-3-15,0-3 0 16,0 0 5-16,0 2-5 15,0-1-3-15,0 5 3 16,0 2-1-16,0-6 8 0,0 2-11 16,0-4 4-1,0 3 0-15,0-3 4 0,0 0-4 16,0 0 0-16,0 0-5 16,0 0 5-16,0 0 1 15,0 0 9-15,0 5-6 16,-3 0-2-16,-3 2-4 15,0-2 4-15,2 0-5 16,4-5 16-16,0 0-17 16,0 0 4-16,0 0-2 15,0 0 2-15,0 0 0 16,0 3 0-16,0-3-7 16,0 2 7-16,0 5 0 0,0-2 5 15,7 0-5 1,-1 2-5-16,1 0 5 0,7-4 0 15,-2 3 7-15,3-2-7 16,6-4 2-16,4 0 0 16,5 0 16-16,3 0-14 15,-5 0 11-15,-4 0-15 16,-6 0 0-16,0 0 6 16,-3 0-6-16,-2 0 1 15,4 0 0-15,2 0-1 16,1 0 4-16,2 0-2 15,-9-3 0-15,0-1-2 0,-2-2 0 16,-3 2 3 0,5 4-2-16,-3-3-2 0,4 3 2 15,-5 0-3-15,-5 0 2 16,-1 0-3-16,-3 0-2 16,0 0-5-16,0 0-20 15,0 0 0-15,0 0-37 16,0 0-3-16,0 7-21 15,-10 2-77-15,-7-5-524 16</inkml:trace>
  <inkml:trace contextRef="#ctx0" brushRef="#br0" timeOffset="210">16977 12176 292 0,'0'0'151'0,"0"0"-139"15,0 0-2-15,0 0 8 16,0 0 47-16,0 0-4 16,0 0-38-16,0 0 12 15,0 0-6-15,32-35-13 16,-32 35-1-16,0 0-12 16,0 0 0-16,0 0-2 0,0 0-1 15,0 0 0 1,0 0 11-16,0 0 12 0,0 0 19 15,0 0 8-15,0 0 17 16,0 0-23-16,0 0-12 16,0 0-21-16,0 0-1 15,0 0-8-15,0 0-2 16,0 0 0-16,0 2-1 16,0 18-4-16,1 10 5 15,4 4 1-15,-3 8-1 16,3 1 5-16,1 3-2 15,3-2-2-15,1-2 4 16,5 1 0-16,-3 3-3 16,1 4-1-16,-3 6 11 15,0 3 0-15,-4 1 9 0,0 0 0 16,1-4-3-16,-2 0 11 16,3 0-19-16,-4-1 1 15,2-4-3-15,3-1-1 16,0-1 8-16,1-6-11 15,4 3 1-15,-2-4 5 16,1-1-8-16,-2-2 8 16,-2 1 0-16,-5 2-3 15,4-1 3-15,-1-1 5 16,0 4-10-16,-2 0 7 0,4-4-3 16,-7 7-1-1,5 2-5-15,0 1 1 0,4-1 12 16,4 1-9-16,-3-4 4 15,1 3-9-15,-1 1-1 16,0 1 2-16,-6-1 6 16,-1 1-8-16,-1-2 8 15,-1-3-5-15,-2-2 4 16,1-8 1-16,1-4 4 16,-2-8-1-16,3-4-5 15,-2-4-2-15,1-4-3 16,-2 0 3-16,2 3-3 15,0-1 4-15,1 1-3 16,-1 6-3-16,0-4 5 16,-3-5-4-16,0 2 2 0,4-3-2 15,-2-5 1-15,0 2-1 16,1-3-1-16,-1-2 0 16,-1 1 0-16,2 1 1 15,-1 1 0-15,-1-1-1 16,1-1 1-16,-18-70-1473 94,16-96 1472-79,8 58 0 1,-2 0 0-16,-4 0 0 0,4 6 0 15,6 5 0-15,-9-1 0 16,0 0 0-16,1 2 0 16,1 2 0-16,-5 5 0 15,0-2 0-15,0 5 0 16,0 6 0-16,0 4 0 16,-5 2 0-16,4 5 0 15,1-2 0-15,0 3 0 16,0 0 0-16,2 5 0 15,16 6 0-15,-9-5 0 16,18 9 0-16,5 3 0 0,-4 6 0 16,-18 13 0-1,20 2 0-15,-28 11 0 0,16 4 0 16,-15-9 0-16,-3 12 0 16,0 3 0-16,3-2 0 15,3 6 0-15,-6-10 0 16,0 4 0-16,0 2 0 15,1-3 0-15,-1 7 0 16,5-2 0-16,-4 2 0 16,1 0 0-16,1 0 0 15,2 0 0-15,-2 2 0 16,-1 5 0-16,1-3 0 16,-3 2 0-16,0 1 0 15,0-4 0-15,0 0 0 0,0 0 0 16,0-3 0-16,0 0 0 15,0 0 0-15,0 0 0 16,0 0 0-16,0 0 0 16,0 0 0-16,-3 0 0 15,-7 0 0-15,-5 0 0 16,-11-6 0-16,-7-1 0 16,13-5 0-16,18 7 0 15,-1-4 0-15,3-14 0 16,-7-1 0-16,7-8 0 15,0-12 0-15,-3 16 0 16,-3 1 0-16,3-2 0 16,-5 1 0-16,-1-2 0 0,0 7 0 15,-1 13 0-15,0 1 0 16,-8 2 0-16,0 3 0 16,12-8 0-16,-2 5 0 15,-2 4 0-15,1 3 0 16,6 0 0-16,0 0 0 15,3 14 0-15,4-4 0 16,31 2 0-16,21 1 0 16,13 4 0-16,-18-1 0 15,-10-3 0-15,1 3 0 16,-5-2 0-16,-7 11 0 16,-19 3 0-16,-2 5 0 0,-3 13 0 15,3 4 0-15,3-13 0 16,-1-2 0-16,-3 2 0 15,-1 0 0-15,0-5 0 16,0-2 0-16,0-4 0 16,2 4 0-16,0 2 0 15,5-1 0-15,-5-1 0 16,0 0 0-16,1-5 0 16,-3-1 0-16,6-17 0 15,-5-1 0-15,-2-3 0 16,3 11 0-16,-3-5 0 15,3-1 0-15,-1 0 0 16,-5 0 0-16,0-4 0 16,-3 1 0-16,0 0 0 15,0-2 0-15,-3-1 0 0,-4-2 0 16,-2 0 0-16,4 0 0 16,0 0 0-16,1 0 0 15,-1 0 0-15,1 0 0 16,-3 0 0-16,1 0 0 15,-5 0 0-15,-2 0 0 16,1 0 0-16,-12-5 0 16,-1 0 0-16,-11 2 0 15,10 1 0-15,4 2 0 16,12-2 0-16,3 0 0 16,1-1 0-16,-6-1 0 15,2 3 0-15,4-4 0 0,2 2 0 16,4-5 0-1,-3 2 0-15,0 0 0 0,3-2 0 16,-6 2 0-16,1-4 0 16,1 3 0-16,1-1 0 15,0 0 0-15,0 4 0 16,0-1 0-16,0-2 0 16,1 4 0-16,0-4 0 15,2 4 0-15,0-4 0 16,0 0 0-16,0 2 0 15,5-3 0-15,4 4 0 16,5-5 0-16,-2 2 0 16,-9 4 0-16,1 0 0 0,-1-1 0 15,-1 0 0 1,-1-1 0-16,-1 2 0 0,0-2 0 16,0 2 0-16,0 1 0 15,0-2 0-15,-4 4 0 16,-5-3 0-16,-1-2 0 15,-1 2 0-15,2-2 0 16,-1 4 0-16,-7-5 0 16,12 4 0-16,-4-3 0 15,-1 2 0-15,4-1 0 16,2-1 0-16,-2-3 0 16,-3 1 0-16,6 2 0 0,0-3 0 15,1 6 0-15,2-2 0 16,0 4 0-16,3 0 0 15,5 0 0-15,1 0 0 16,-6 0 0-16,1 0 0 16,-4 0 0-16,0 0 0 15,0 0 0-15,0 0 0 16,-4-3 0-16,1-1 0 16,0 1 0-16,3 3 0 15,0-3 0-15,0 0 0 16,0 3 0-16,3-1 0 15,6 1 0-15,-3 0 0 16,-2 0 0-16,0 0 0 0,-3 0 0 16,-1 0 0-1,0 1 0-15,0-1 0 0,-1 0 476 16,1 0-373-16,0 0-71 16,0 0 2-16,0 0-28 15,0 0-6-15,0 0 20 16,-23 0 3-16,23 0-10 15,0 0-13-15,0 0-3 16,0 0-15-16,0 0-46 16,0 0 27-16,0 0 11 15,0 0-12-15,0 0 15 16,0 0-17-16,3 0 40 16,-3 0 2-16,0 0 4 15,0 0 1-15,0 0-5 0,0 0 5 16,0 0 14-16,0 0 49 15,0 0 3-15,0 0-15 16,0 0-17-16,0 0-15 16,0 0-14-16,0 0-11 15,0 0 0-15,0 0-1 16,3 0 7-16,-3 0-7 16,0 0-1-16,0 0-5 15,0 0 12-15,0 0-12 16,0 0 6-16,0 0-2 15,0 0 0-15,0 0-8 16,0 0-13-16,0 0-8 16,3 0-89-16,1 0-360 0</inkml:trace>
  <inkml:trace contextRef="#ctx0" brushRef="#br0" timeOffset="211">17700 12646 191 0,'0'0'46'16,"0"0"-32"-16,0 0-14 15,0 0 0-15,0 0 6 16,0 0-3-16,-6 3 0 15,6-3 23-15,0 0-26 16,0 0-41-16</inkml:trace>
  <inkml:trace contextRef="#ctx0" brushRef="#br0" timeOffset="212">17722 12620 153 0,'0'0'97'0,"0"0"-97"0,0 0-250 15</inkml:trace>
  <inkml:trace contextRef="#ctx0" brushRef="#br0" timeOffset="213">17722 12620 382 0,'97'-77'94'0,"-97"74"-8"16,0 0-13-16,0 3-14 0,0 0-29 16,0 0-2-1,0 0 9-15,0-1 4 0,0 1-14 16,0 0 13-16,0 0 2 16,0 0-12-16,0 0-19 15,0 0-11-15,0 0 3 16,0 0 4-16,0 0-7 15,0 0-1-15,0 0-2 16,0 0 3-16,0 0-3 16,0 0 3-16,0 0 0 15,0 0-11-15,0 0-30 16,0 0-10-16,0 0 1 16,-2 0-16-16,-2 1 6 15,1 5-10-15,3-2-48 0,-3-1-93 16</inkml:trace>
  <inkml:trace contextRef="#ctx0" brushRef="#br0" timeOffset="214">17851 12528 589 0,'0'0'92'16,"0"0"-10"-16,0 0-17 0,0 0-32 15,0 0-19-15,0 0-11 16,-8-12-2-16,8 12 6 16,0 0-7-16,0 0-2 15,0 0-3-15,0 0 5 16,0 0 0-16,0 17-2 16,0 14-2-16,0 14 4 15,3 14 17-15,2 8 6 16,1-1-17-16,0 0 5 15,4 0-3-15,-4-7-7 16,1-8 7-16,-3-12-4 16,-1-9-1-16,-1-14 7 15,-1-7-1-15,1-8 1 0,-2 3 14 16,0-4 36-16,0 0 16 16,0-5-24-16,0-23-9 15,0-9-42-15,0-12-2 16,4-2-7-16,4-1 6 15,4 3-10-15,6 2 5 16,6 3-2-16,4 10-14 16,5 6 14-16,7 6-1 15,-5 11 6-15,1 8-4 16,-1 3 7-16,-2 11-1 0,-7 25-4 16,-5 10 4-1,-12 9 2-15,-4 6 1 0,-5-5 0 16,0-6 5-16,0-11-4 15,0-10-2-15,0-5 2 16,1-12 2-16,2-4-2 16,-1-2-4-16,3-3-1 15,-3-3-34-15,-1 0-85 16,1-14-14-16,1-12-457 16</inkml:trace>
  <inkml:trace contextRef="#ctx0" brushRef="#br0" timeOffset="215">18841 12637 499 0,'0'0'84'0,"0"0"-51"16,0 0-18-16,0 0 50 15,0 0-16-15,0 0-21 16,3 0-1-16,-3 0-13 16,0 0 19-16,0 0-14 15,0 0 16-15,0 0-23 0,0 0-7 16,0 0 24-16,0 0-16 16,-13 0-4-16,-3 0-6 15,-3 0 3-15,-5 9-6 16,-5 7-8-16,-5 5 8 15,-6 5 0-15,-3 3 2 16,-1 1-2-16,7-4 2 16,12-2-2-16,7-1 0 15,9-6 1-15,9 3-1 16,0-5-7-16,9 2 7 0,16-5 1 16,9 2 5-1,7-8-8-15,8-6 7 0,1 0 14 16,-1 0 1-16,0 0-5 15,-15 0-3-15,-7 0 2 16,-13 0-14-16,-7 0 0 16,-3 0 0-16,-4 0-3 15,1 0-4-15,3 0 11 16,-4 0-4-16,3 2 0 16,-3 1-12-16,0 0-10 15,0 3-17-15,0-3-76 16,0 1-78-16</inkml:trace>
  <inkml:trace contextRef="#ctx0" brushRef="#br0" timeOffset="216">19039 12794 669 0,'0'0'65'15,"0"0"-27"-15,0 0-7 16,0 0 23-16,0 0-19 16,0 0-34-16,103-39 11 15,-51 30 3-15,3-2-7 16,-6 8-8-16,-4 3-1 15,-12 0-5-15,-9 0-44 16,-18 14-20-16,-6 2-107 16,-5-1-353-16</inkml:trace>
  <inkml:trace contextRef="#ctx0" brushRef="#br0" timeOffset="217">19139 12956 570 0,'0'0'136'16,"0"0"-110"-16,0 0 21 15,0 0-5-15,0 0-11 16,130-34 18-16,-75 20-4 16,-5 2-10-16,-12 4-15 15,-12 8-20-15,-8 0-4 16,-7 0-19-16,-4 0-57 0,-5 3-23 16,-2 3-80-1,0-6-425-15</inkml:trace>
  <inkml:trace contextRef="#ctx0" brushRef="#br0" timeOffset="218">19694 12656 850 0,'0'0'2'16,"0"0"0"-16,0 0 19 16,0 0 29-16,0 0-7 0,0 0-26 15,3-11-17-15,8 25-5 16,2 15 5-16,6 14 12 16,0 6 14-16,2 9-12 15,0 1 19-15,-5 3-25 16,2-5 16-16,-3-1-7 15,0-16-9-15,-3-5-5 16,-1-11-3-16,-1-8 5 16,-2-5-5-16,-2-2 3 15,1-6-8-15,0 0-10 16,-5-3-136-16,-2-5-319 16</inkml:trace>
  <inkml:trace contextRef="#ctx0" brushRef="#br0" timeOffset="219">18281 13554 230 0,'0'0'366'16,"0"0"-312"-16,0 0 20 15,0 0-5-15,0 0-17 16,0 0-19-16,1-9 13 16,-1 9-11-16,0 0-9 15,0 0-4-15,0 0-9 16,0 0-11-16,0 0-2 16,0 0 2-16,0 0-4 15,-8 19 0-15,-12 10 2 0,-7 15 10 16,-5 12 14-16,0 6 2 15,2 5-11-15,7-4 1 16,3-4 1-16,11-6-3 16,8-4-8-16,1-6-6 15,3-10-1-15,18-4 1 16,-1-4 1-16,7-6 0 16,3-5-1-16,3-5 0 15,1-6 4-15,-3-3-4 16,1 0-5-16,-2-3-34 15,-9-10-27-15,-1-7-88 16,-10 0-221-16</inkml:trace>
  <inkml:trace contextRef="#ctx0" brushRef="#br0" timeOffset="220">17938 13997 414 0,'0'0'146'0,"0"0"-141"15,82-3 79-15,-21-14 1 16,9-2-15-16,1-5-21 16,-9 7-2-16,-16 5-18 0,-14 4-29 15,-8 6-2-15,-10 2-37 16,-9 0-110-16,-5 0-411 15</inkml:trace>
  <inkml:trace contextRef="#ctx0" brushRef="#br0" timeOffset="221">19039 13614 181 0,'0'0'320'0,"0"0"-210"0,0 0-26 16,0 0-34-16,0 0 3 15,0 0-5-15,-21-14-37 16,15 11 16-16,-3 3 13 16,-6 0-16-16,-6 0-18 15,-8 17-3-15,-7 6-3 16,1 7 7-16,2 4 2 16,8 8-1-16,4 6 1 15,9 2-3-15,8 0 6 16,4 0 4-16,0-7-8 15,13-4-7-15,11-3 0 16,3-2 6-16,4-7-5 16,2-5-2-16,1-2 1 0,-2-7-2 15,-2-4-1-15,-4-5-9 16,1-4-34-16,-6 0-46 16,-3-6-117-16,-1-14-416 15</inkml:trace>
  <inkml:trace contextRef="#ctx0" brushRef="#br0" timeOffset="222">19298 13765 748 0,'0'0'102'0,"0"0"-36"16,0 0-10-16,0 0-24 15,0 0-16-15,0 0-16 16,-9-3-7-16,12 26-5 16,6 8 12-16,0 4-4 15,-3-3 8-15,-3-1-4 16,-1-4 0-16,-1-7 0 15,1-4-3-15,-2-9 3 16,0-2 0-16,0-5 3 0,0 0 13 16,0 0 23-16,0 0 20 15,0-2-11 1,-6-10-47-16,0-8-1 0,6-2-1 16,0-3-7-16,12 0-21 15,15 0-4-15,2 8 30 16,4 8-8-16,0 9 1 15,1 0 5-15,1 12 5 16,-4 12-3-16,-1 5 1 16,-5 4-2-16,-3-5 4 15,-2-2-1-15,-7-4 1 16,-5-7-1-16,-5 0 0 16,-3-5 1-16,0-6 0 15,0 5-2-15,0-9-45 0,-2 0-70 16,-11 0-98-16</inkml:trace>
  <inkml:trace contextRef="#ctx0" brushRef="#br0" timeOffset="223">19531 13491 715 0,'0'0'15'0,"0"0"-15"16,103 26 12-16,-50-2 52 15,4 13-14-15,-3 11-26 16,-9 16 7-16,-11 15-15 16,-5 3-5-16,-16 1 3 15,-7-11 3-15,-6-5-5 16,0-11-6-16,-2-6 8 16,-15-11 3-16,-6-2 2 0,-7-8-4 15,2-3-6 1,-5-6-2-16,8-3-7 0,2-3-4 15,6-4-39-15,4-5-65 16,4-5-64-16,1 0-451 16</inkml:trace>
  <inkml:trace contextRef="#ctx0" brushRef="#br0" timeOffset="224">20177 13967 632 0,'0'0'65'0,"0"0"-63"16,0 0 39-16,0 0 56 15,0 0-28-15,0 0-17 16,113-24-12-16,-66 15-14 16,9 2-22-16,4 4 7 15,-3-4-11-15,-8 7 0 16,-10 0 0-16,-10 0-5 0,-9 0-16 15,-16 8-55-15,-4 5-90 16,-15-4-312-16</inkml:trace>
  <inkml:trace contextRef="#ctx0" brushRef="#br0" timeOffset="225">20362 14090 750 0,'0'0'112'15,"0"0"-55"-15,0 0-50 0,0 0 6 16,0 0-2-16,0 0 57 16,104-4-24-1,-53-3-6-15,-2-2 0 0,-7 5-18 16,-11 4-16-16,-10-4-4 16,-10 4-5-16,-4 0-36 15,-7 0-79-15,0 0-100 16,-9 0-218-16</inkml:trace>
  <inkml:trace contextRef="#ctx0" brushRef="#br0" timeOffset="226">21290 13934 161 0,'0'0'330'0,"0"0"-255"15,0 0-13-15,0 0 24 16,0 0-13-16,0 0-18 16,15-4-26-16,-15 1 3 15,0 0-9-15,0-4 5 16,0 4-22-16,0-3 11 15,-3-2-9-15,-6 2-4 16,-2-3-1-16,-4 2 2 16,-1 0-5-16,-4 2 0 15,-2 0-3-15,0 2 3 16,1 0 0-16,-2 3 1 16,1 0-9-16,-2 0 15 15,-1 19-12-15,-2 7 7 0,-1 8-2 16,3 3 10-16,8-2-8 15,8-1-4-15,9-1 2 16,0-8-4-16,9-3 4 16,18-8 4-16,6-3-3 15,10-11 7-15,-1 0 21 16,5-3-6-16,-1-14 27 16,-5-3-20-16,-4-2-9 15,-9-2 1-15,-5 1-11 16,-11-7 3-16,-5-1-2 15,-7-10 0-15,0-5 9 16,-1-8-11-16,-10-4-9 0,1-5 2 16,-1 4-3-16,7 2 1 15,2-3 3-15,2 11-4 16,0 3-7-16,0 13 0 16,0 16 6-16,0 11 1 15,0 6 1-15,0 0-1 16,0 0-7-16,2 13-16 15,7 21 20-15,6 17 3 16,1 16-7-16,8 8 7 16,1 5 0-16,4-1 0 15,0-10 1-15,0-6-1 16,-2-16 3-16,-5-10-3 16,1-8 0-16,-4-9 0 15,-6-11 1-15,-2-6-1 0,-2 1 0 16,0-4-1-16,0 0 1 15,4-7 0-15,4-6-50 16,-1-3-153-16,-3 0-329 16</inkml:trace>
  <inkml:trace contextRef="#ctx0" brushRef="#br0" timeOffset="227">18502 15008 610 0,'0'0'107'15,"0"0"-46"-15,0 0-14 16,0 0-4-16,0 0 2 15,0 0-20-15,0 0-13 16,-21-7-12-16,20 10-3 16,-2 24 1-16,-5 15 2 15,0 8 6-15,3 0 12 16,5-2-4-16,0-7-8 16,7-12-4-16,12-5-2 15,1-7 0-15,1-12 0 0,-5-5 22 16,2 0 9-16,-1-12-7 15,-1-11-4-15,-3-10-11 16,1 5-4-16,-10 3 2 16,-2 8-5-16,1 10 0 15,-2 7-2-15,1 0-8 16,4 0-4-16,5 7 7 16,5 7 4-16,5-1 0 15,8-3-1-15,9-5 2 16,11-5 3-16,2 0 22 15,-1-9 13-15,-12-4-23 16,-13 1-14-16,-13-2 7 0,-10-3 33 16,-2-5 1-16,-7-7-33 15,-18-3-5-15,-2-3 0 16,-1 4 0-16,5-2 2 16,10 6-6-16,7 1-40 15,6-4-77-15,0 1-103 16,6-1-401-16</inkml:trace>
  <inkml:trace contextRef="#ctx0" brushRef="#br0" timeOffset="228">18990 14783 918 0,'0'0'96'0,"0"0"-96"16,0 0-7-16,23 89 1 15,-6-45 6-15,2 2 7 16,-1 3-3-16,-3-6 1 16,-4-4-1-16,-3-9-3 15,-2-7-2-15,-4-10 1 16,-1-6 0-16,-1-1 1 16,0-6 2-16,0 1 0 15,0-1 0-15,0 0 4 16,2 0 5-16,-2 0 4 15,3 0 11-15,6 0 20 0,9-11-25 16,5-1-16 0,4 2-6-16,2 7 0 0,-7 3-1 15,4 0 0-15,0 16 0 16,1 3-2-16,2-1 3 16,-4-7 3-16,2 0-3 15,-6-4-1-15,0-7 1 16,-5 0 4-16,-4-7 0 15,-3-15 32-15,-5-9-22 16,-4 1-7-16,0 1-7 16,0 5 0-16,-3 9 0 15,-1 8 2-15,4 7-1 16,0 0-1-16,0 0-1 0,4 9-10 16,16 8 10-1,6 6-1-15,2-2 4 0,2 1-4 16,-1-5-25-16,-5-4-93 15,-3-7-104-15,-6-6-121 16</inkml:trace>
  <inkml:trace contextRef="#ctx0" brushRef="#br0" timeOffset="229">19636 15034 981 0,'0'0'104'15,"0"0"-91"-15,0 0-13 16,0 0 0-16,91-3 4 15,-51 19 25-15,-5 7-16 16,-6 0-3-16,-8 1-10 0,-6-4 2 16,-8-7-2-16,-5-4 0 15,-2-6 7-15,0-3 2 16,0 0 61-16,0-3 4 16,-3-10-46-16,0-9-28 15,3-7-9-15,0-5-44 16,18-2-80-16,7 2-47 15,3 14-25-15,-1 7-56 16,-3 10 65-16,1 3 196 16,1 0 139-16,0 7-2 15,9-2 19-15,4-5-67 16,3 0 13-16,4 0-3 16,-4-6-28-16,-14 0-41 15,-9-2-14-15,-13 6-14 16,-6-2 33-16,0-7 20 0,-18 6-33 15,-14 2-19-15,-7 3-3 16,-5 8-3-16,7 12 3 16,10 5 7-16,14 1-7 15,11 0 0-15,2 4 1 16,23-7-1-16,12 0 0 16,7-3-1-16,0-3 1 15,-5-3-59-15,-4 2-148 16,-2-10-191-16</inkml:trace>
  <inkml:trace contextRef="#ctx0" brushRef="#br0" timeOffset="230">21191 14879 817 0,'0'0'64'16,"0"0"-9"-16,-108-16-20 15,68 16-22-15,2 19 5 16,7 7-16-16,9 7 18 16,9 3-19-16,10 1-1 15,3-4 0-15,2-2-10 16,15-9 10-16,6-6 0 15,-2-8 0-15,2-7 10 16,0-1-2-16,-3 0 29 0,-2-9-1 16,0-14 23-16,-2-7-30 15,-2-6-15-15,-5-12-5 16,-3-3-9 0,-6-8-4-16,0-3 2 0,-4-2 2 15,-11 5-3-15,3 5 3 16,0 11 1-16,3 17-1 15,5 13-2-15,1 10 2 16,3 3-3-16,0 6-8 16,0 24-1-16,4 14 3 15,11 5 9-15,2 7 5 16,5 0 8-16,2-3-9 16,4-4 6-16,3 1-1 15,1-11-6-15,-1-8 0 16,-4-5-2-16,-6-12-1 0,-6-1-14 15,-6-4-20-15,-9-1-32 16,0 1-54-16,-2-1-127 16</inkml:trace>
  <inkml:trace contextRef="#ctx0" brushRef="#br0" timeOffset="231">21569 14855 777 0,'0'0'125'0,"0"0"-120"15,0 0-5-15,86-26 3 16,-64 26 12-16,-7 12-13 0,-1 9 3 16,-5 5 12-16,-5 4 5 15,-2-1-8-15,-2-9-10 16,0-3 1-16,0-4 7 16,0-6-9-16,0 0-3 15,-6-7-8-15,-3 0-71 16,3-3 5-16,1-21-34 15,1-15-187-15</inkml:trace>
  <inkml:trace contextRef="#ctx0" brushRef="#br0" timeOffset="232">21658 14707 613 0,'0'0'60'0,"0"0"-60"16,0 0-259-16</inkml:trace>
  <inkml:trace contextRef="#ctx0" brushRef="#br0" timeOffset="233">21983 14696 461 0,'0'0'379'16,"0"0"-374"-16,-80-14-2 16,53 14 27-16,6 0-17 15,11 9 13-15,10 11-25 16,1 6 6-16,29 7 9 15,10 2 17-15,9 1 10 0,-3 2-6 16,-8-6 4-16,-14-2-22 16,-15-9-19-16,-9-1 0 15,0-4 7-15,-29 3 3 16,-11-2 2-16,-11-3-12 16,-2-1-5-16,2-4-53 15,2-3-54-15,1-6-96 16</inkml:trace>
  <inkml:trace contextRef="#ctx0" brushRef="#br0" timeOffset="234">19979 15773 702 0,'0'0'167'15,"0"0"-61"-15,0 0-48 0,0 0-22 16,0 0 2-16,0 0-7 15,-69-61-19-15,49 61-8 16,-6 0-5-16,-7 3 1 16,-2 18-1-16,0 6 0 15,8 4-7-15,6-1 7 16,12-2-4-16,9-3 2 16,0-6-10-16,21-4 1 15,9-7-10-15,4-8 19 16,5 0 2-16,-6-6 1 15,-6-13-3-15,-7-5 3 0,-6-3 7 16,-8-6-6-16,-6 0 5 16,0 7-6-16,0 6 0 15,0 10 6-15,0 5 13 16,0 5-5-16,0 0-14 16,12 13-6-16,6 9 1 15,10 4 5-15,0 1 8 16,2-1-8-16,1-3 3 15,2-4-3-15,2-5-2 16,4-12-6-16,-1-2-74 16,5-14-205-16</inkml:trace>
  <inkml:trace contextRef="#ctx0" brushRef="#br0" timeOffset="235">20735 15576 739 0,'0'0'259'0,"0"0"-237"16,0 0-17-16,0 0 11 15,0 0 1-15,-87-31 1 16,53 48-4-16,-8 11 14 16,3 10 2-16,10 2-16 15,5-1-11-15,16-2-3 16,8-4 0-16,3-6-1 0,22-11-3 15,8-6-17 1,9-7-13-16,3-3-154 0,1-3-200 16</inkml:trace>
  <inkml:trace contextRef="#ctx0" brushRef="#br0" timeOffset="236">21002 15609 805 0,'0'0'38'15,"0"0"-35"-15,-90 19-3 16,72 2 51-16,11 1-38 16,7 5-13-16,0-7 6 15,19 0-4-15,7-4 26 16,2-7 12-16,-1-4-12 16,-8-5-12-16,-4 0 11 15,-7-5 19-15,-7-7 35 16,-1-8-41-16,0 1-25 0,-8-2-8 15,-4 8-7-15,1 0-5 16,4 2-38-16,6 2-76 16,1 1-122-16,3-1-174 15</inkml:trace>
  <inkml:trace contextRef="#ctx0" brushRef="#br0" timeOffset="237">21002 15609 406 0,'115'-30'391'16,"-112"30"-345"-16,0 0-46 15,4 12-5-15,-1 9 5 0,3 1 7 16,3 6 27 0,1-3-5-16,-1 0-4 0,2-8-12 15,-7-5-10-15,-2-5-2 16,-4-4 3-16,-1-3 19 16,0 0 71-16,4-15 25 15,10-6-87-15,7-6-29 16,9 7-3-16,4 4 0 15,-3 6 0-15,-1 8 0 16,-7 2-1-16,0 0 1 16,-2 8-2-16,-4 9 1 15,-3-1-1-15,-4 1 2 16,-7 0-4-16,3-1-21 16,-2-6-95-16,2-7-48 15,3-3-146-15</inkml:trace>
  <inkml:trace contextRef="#ctx0" brushRef="#br0" timeOffset="238">21488 15545 575 0,'0'0'331'15,"0"0"-294"-15,0 0-37 16,0 0-2-16,0 0 2 16,0 0 1-16,106 78 15 15,-81-49-5-15,-10 3-10 16,-10-1-1-16,-5-1 0 0,-6-2 4 15,-12-7 5 1,-5-5 10-16,7-10 24 0,2-6 38 16,7 0-39-16,1 0-12 15,5-16-22-15,1-16-8 16,11-15-6-16,12-6-27 16,4-3-2-16,-6 3 24 15,-8 6 11-15,-1 10 0 16,-6 12 2-16,-2 9 0 15,1 12 36-15,2 4-35 16,7 0-3-16,5 17-2 16,4 3 2-16,1 7 1 15,-5 5 11-15,-4 1-4 16,-2 1 0-16,-7 1-4 16,-4-5-4-16,-2-4 0 15,0-5-2-15,0-5 2 16,-11-6-74-16,-5-6-26 0,4-4-75 15,-3-4-144-15</inkml:trace>
  <inkml:trace contextRef="#ctx0" brushRef="#br0" timeOffset="239">21712 15588 818 0,'0'0'178'16,"0"0"-150"-16,0 0-20 15,80-55-8-15,-44 44 0 16,-5 5 0-16,-5 3-15 15,-7 2-168-15,-4 1-238 16</inkml:trace>
  <inkml:trace contextRef="#ctx0" brushRef="#br0" timeOffset="240">21986 15507 749 0,'0'0'37'0,"0"0"-37"16,0 0-2-16,0 0 2 15,0 0 13-15,0 0 23 16,0 79 3-16,15-66 5 16,3 0-2-16,3-7 24 15,-3-6-7-15,0 0 27 16,-3 0-24-16,-2-15-42 16,-3-9 13-16,0 4-24 15,-3 0-9-15,-3 7 0 0,-2 6-1 16,2 7 4-16,1 0-6 15,2 0-7-15,5 3 6 16,0 14-9-16,0 3 8 16,-4 0-33-16,-3 0-94 15,-5-4-127-15</inkml:trace>
  <inkml:trace contextRef="#ctx0" brushRef="#br0" timeOffset="241">22207 15444 1009 0,'0'0'56'0,"0"0"-56"16,0 0-1-16,0 0 1 15,0 0 4-15,0 0 11 16,60 63-5-16,-50-44-9 16,-3-2 3-16,-4-8-3 15,-2-5-2-15,-1-4 2 16,2 0 6-16,0 0 65 15,7-14 0-15,7-6-65 16,2-2-7-16,5 5-3 16,-1 7 0-16,-4 7 3 15,2 3-9-15,0 0 9 16,0 0-5-16,3 13 5 16,-2-2-3-1,-3-3 3-15,-1-1 0 0,-6-4 3 16,-2-3 6-16,-3 0 26 0,-1-3-1 15,-2-16 12-15,-3-8-35 16,0-9-8-16,-12-4-3 16,-10 0 2-16,-2 1-2 15,3 3 1-15,9 15-3 16,6 8 2-16,6 8-7 16,0 5 6-16,14 0-13 15,15 18 8-15,4 6 2 16,0 9 3-16,-3 6-1 15,-6 2 0-15,-8 1-5 0,-10 1 4 16,-6-7-91-16,-25-12-137 16,-13-12-449-16</inkml:trace>
  <inkml:trace contextRef="#ctx0" brushRef="#br0" timeOffset="242">6408 14591 646 0,'0'0'111'0,"0"0"-105"16,0 0-5-16,0 0-1 15,0 0 0-15,0 0 0 16,0 0 3-16,-40-10 1 15,40 10 9-15,0 0-8 16,0 0 0-16,0 0 3 16,-3 0 15-16,-7 0 20 15,2 0 7-15,-14 0-49 16,-5 0 0-16,-12 14-1 16,-13 11-2-16,-6 12 0 15,-8 7 3-15,5 5-1 16,3-2 1-16,4-1 0 15,17-3 0-15,10-8 4 0,18-9-3 16,9-6-2 0,9-3 2-16,30-4-2 0,16-13 0 15,10 0 3-15,19-15 4 16,4-12-3-16,-3 0-1 16,-7 7 2-16,-20 8-10 15,-15 12-31-15,-22 0-17 16,-12 9-148-16,-9 16-175 15</inkml:trace>
  <inkml:trace contextRef="#ctx0" brushRef="#br0" timeOffset="243">6235 15262 769 0,'0'0'32'15,"0"0"-23"-15,108-21 5 16,-71 18-11-16,-9 3 0 16,-5 0-3-16,-1 7 0 15,-1 10-6-15,0 0-47 16,6-8-119-16</inkml:trace>
  <inkml:trace contextRef="#ctx0" brushRef="#br0" timeOffset="244">7454 14570 761 0,'0'0'83'15,"0"0"-75"-15,0 0 2 16,0 0-2-16,-111-12-7 16,79 26-1-16,-4 9 0 15,3 10 6-15,2 6 16 16,4 12-12-16,9 4-7 15,10 1 17-15,8-3-14 16,11-2-6-16,17-7 2 0,8-10 9 16,6-8-11-16,7-12-1 15,-4-8 0-15,4-6 1 16,-1 0-2-16,-5-10-35 16,-7-12-39-16,-7-9-101 15,-9-8-461-15</inkml:trace>
  <inkml:trace contextRef="#ctx0" brushRef="#br0" timeOffset="245">7584 14670 742 0,'0'0'58'16,"0"0"-57"-16,0 0-1 0,0 0-5 15,0 0 5-15,0 0 0 16,71 93 1-16,-48-54 5 15,2 0-1-15,-1-1 1 16,-8-5 1-16,-6-4-4 16,-4-9 2-16,-6-6 11 15,0-2-6-15,0-5 17 16,-4-3 1-16,-8-1 0 16,-4-3 2-16,2-4-2 15,1-22 3-15,7-15-16 16,6-7-15-16,0-12-7 15,16 1-18-15,17 7 6 16,0 15-5-16,2 13 11 0,-2 14 10 16,-1 10 2-1,-5 2-6-15,-2 20 6 0,-2 5 1 16,-4 5 0-16,-3-1 0 16,-2-5 1-16,-3-1 1 15,0-4-1-15,-8-1 0 16,1-3-1-16,-4 2-47 15,0-5-67-15,0-11-156 16</inkml:trace>
  <inkml:trace contextRef="#ctx0" brushRef="#br0" timeOffset="246">8325 14746 726 0,'0'0'42'0,"0"0"-13"16,130-59 36-16,-75 34 19 15,-10 8-53-15,-6 4-31 16,-10 9 0-16,-3 1-3 15,-3 3-3-15,3 0-40 0,-6 0-42 16,-4 0-96-16,-6 0-466 16</inkml:trace>
  <inkml:trace contextRef="#ctx0" brushRef="#br0" timeOffset="247">8555 14483 982 0,'0'0'48'16,"0"0"-48"-16,0 0-3 15,0 0-2-15,25 99 5 0,2-39 39 16,6 2 5-16,-2 0-16 16,2-3-18-16,-8-9-2 15,-1-7-8-15,-8-9 1 16,0-9-1-16,-6-5 9 15,0-9-9-15,-4-8-3 16,-3 0 3-16,0-3-31 16,-2 0-54-16,-1 0-64 15,2-16 36-15,-2-7-589 16</inkml:trace>
  <inkml:trace contextRef="#ctx0" brushRef="#br0" timeOffset="248">9532 14446 268 0,'0'0'122'16,"0"0"-58"-16,0 0 18 15,0 0-52-15,0 0-19 16,0 0-11-16,0 0-26 15,-9-4-42-15,3 8-242 16</inkml:trace>
  <inkml:trace contextRef="#ctx0" brushRef="#br0" timeOffset="249">9496 14436 500 0,'0'0'12'0,"0"0"0"15,0 0-12-15,0 0 0 16,0 0 0-16,0 0 2 16,-9-3-1-16,9 0-1 15,6 3 31-15,-3 0 7 16,0 0 33-16,-3 0-59 15,0 0 9-15,0 0 0 0,0 0-5 16,-3 12-9 0,-6 5 17-16,-3-4-24 0,1-2 1 15,8-8 2-15,2 0 2 16,1-3-2-16,0 0 5 16,-3 0 24-16,-3-6 32 15,-4-11-37-15,1-13-22 16,-1-10 0-16,5-9 7 15,5-7-12-15,0 10 2 16,2 5 0-16,14 16 11 16,3 12-6-16,11 12-4 15,-1 1 1-15,6 17 0 0,1 22 12 16,-6 15-3 0,-11 11-2-16,-9 5 7 0,-10 3-6 15,0-5 9-15,-7-4-21 16,-18-9 9-16,-2-14-5 15,-3-12-1-15,5-12 4 16,3-14 6-16,8-3 8 16,5 0-18-16,9-10 8 15,9-13-10-15,30-3-1 16,13 1-2-16,9 11 2 16,5 11 0-16,-9 3 1 15,-4 8 0-15,-5 12-1 0,-11 1 3 16,-4 1-2-1,-12-2-1-15,-3 0-1 0,-6-3-57 16,-5-9-148-16,-7-8-300 16</inkml:trace>
  <inkml:trace contextRef="#ctx0" brushRef="#br0" timeOffset="250">10243 14364 156 0,'0'0'467'16,"0"0"-453"-16,-80 115 70 0,44-55-1 16,-3 9-17-16,-1 7 25 15,-1 3-28-15,7 4-26 16,3-1-24-1,4-9-13-15,8-8 1 0,2-14 3 16,7-11-4-16,4-15-6 16,0-11 5-16,6-6-54 15,0-8-94-15,0-3-62 16,0-26-436-16</inkml:trace>
  <inkml:trace contextRef="#ctx0" brushRef="#br0" timeOffset="251">10176 14852 723 0,'0'0'54'15,"0"0"-54"-15,0 0 0 16,0 0 43-16,58 106 19 16,-39-67-17-16,4 1-34 15,-4-4 3-15,-2-6-6 16,-9-9 0-16,0-8-7 15,-5-7 2-15,-3-5-3 16,0-1 9-16,0 0 45 16,-3-1 5-16,-13-16-46 15,-6-3-6-15,11-13-7 0,5-6-15 16,6-4-2 0,6 4 16-16,13 12-7 0,3 10 4 15,6 11 4-15,0 6-12 16,-1 14 11-16,-1 11-1 15,0 9 2-15,-4-1 2 16,-5 0 2-16,-1-4-7 16,-7-4 4-16,-3-4-1 15,-2-4 0-15,0-4 0 16,-4-2-28-16,0-6-122 16,0-5-67-16</inkml:trace>
  <inkml:trace contextRef="#ctx0" brushRef="#br0" timeOffset="252">10907 14070 731 0,'0'0'17'15,"0"0"-9"-15,0 0 15 16,0 0 25-16,0 0-13 15,0 0-20-15,-18-4-14 16,15 34 0-16,0 16 11 16,0 10 28-16,0 14-13 15,3 2 27-15,0-2-21 0,0-4 2 16,0-6-4 0,15-14-22-16,6-8-4 0,1-11-5 15,1-10 0-15,2-7 1 16,-1-2-1-16,-2-8 0 15,-5 0-4-15,-1-3-37 16,-7-17-66-16,-8-9-188 16</inkml:trace>
  <inkml:trace contextRef="#ctx0" brushRef="#br0" timeOffset="253">10699 14526 461 0,'0'0'278'16,"0"0"-278"-16,0 0-35 16,96-84 35-16,-56 62 14 15,2 2 2-15,-3 6-13 16,-3 7-3-16,-10 2-123 16</inkml:trace>
  <inkml:trace contextRef="#ctx0" brushRef="#br0" timeOffset="254">11405 14245 529 0,'0'0'48'16,"0"0"-46"-16,-25 71-2 16,25-37 24-16,0 5 23 15,20-6-16-15,9 0-26 16,4-5 3-16,9-11 2 16,-1-8-6-16,4-9 19 15,1 0 26-15,-3-20-15 16,-6-3 8-16,-7-6-1 0,-13-3-14 15,-16 3-9-15,-1-3-12 16,-33 4-6-16,-12 6-3 16,-13 3-6-16,2 12 9 15,4 1 0-15,10 6 4 16,6 0-4-16,14 13-4 16,1 2-79-16,5-1-100 15,10-4-477-15</inkml:trace>
  <inkml:trace contextRef="#ctx0" brushRef="#br0" timeOffset="255">11405 14245 829 0</inkml:trace>
  <inkml:trace contextRef="#ctx0" brushRef="#br0" timeOffset="256">11405 14245 829 0,'-119'-70'0'0,"89"90"0"0,9 14-1 0,6 7 1 16,13 16 17-16,2 2 17 16,20 7 8-16,22 4-11 15,7-8-3-15,2-6-27 16,4-9-1-16,-6-16 2 16,-4-12 4-16,-2-10-6 15,-1-9-11-15,-3-9-65 16,-2-27-132-16</inkml:trace>
  <inkml:trace contextRef="#ctx0" brushRef="#br0" timeOffset="257">11722 14079 877 0,'0'0'2'16,"107"-36"3"-16,-33 32 16 15,4 4 52-15,-2 11-12 16,-18 29-1-16,-13 16-38 16,-17 16 2-16,-10 10-3 15,-18 1-5-15,0-3-7 16,-18-11-6-16,-7-14 0 0,-2-12-3 16,2-9-1-16,-5-10-68 15,0-11-127-15,-1-13-430 16</inkml:trace>
  <inkml:trace contextRef="#ctx0" brushRef="#br0" timeOffset="258">12835 14463 651 0,'0'0'71'15,"0"0"-30"-15,108-4 26 16,-66 0-46-16,1 4-9 15,-6 0-11-15,-3 0-2 16,1 0-50-16,-9 0-87 16,-4-5-157-16</inkml:trace>
  <inkml:trace contextRef="#ctx0" brushRef="#br0" timeOffset="259">12883 14275 829 0,'0'0'16'15,"0"0"-16"-15,0 0 0 16,0 0 15-16,40 111 41 16,-20-55-3-16,-2 4 0 0,2 3-29 15,0-7-1 1,-7-6 9-16,4-10-19 0,-5-14-8 15,1-6 4-15,-7-7-9 16,-2-7 2-16,-1-2-2 16,-3-4-8-16,0 0-64 15,0-4-81-15,0-15-202 16</inkml:trace>
  <inkml:trace contextRef="#ctx0" brushRef="#br0" timeOffset="260">13533 14062 768 0,'0'0'0'16,"0"0"-7"-16,0 0 7 15,0 0 0-15,0 0 11 16,0 0-2-16,11 38-1 15,-14-33 14-15,-8-1-7 16,4-1-15-16,2 0 3 16,5-3-1-16,0 0-2 15,0 0-5-15,0 0-9 16,0 0 8-16,0 0 0 0,0 0 6 16,0 0-5-16,0 2 5 15,-3 7 2-15,-9 4 2 16,1-1-4-16,-9-1 0 15,4-2 3-15,0-5-3 16,2-4 0-16,0 0 2 16,5-4 9-16,4-13-8 15,2-3 1-15,3-5-4 16,3 2-4-16,13 3 2 16,6 4 2-16,2 5-1 15,1 8-6-15,1 3 7 16,-4 3 8-16,-2 20-4 0,-10 15-1 15,-5 7 6-15,-5 8-1 16,-3 1-7-16,-18 1 7 16,-5-12-7-16,3-13 1 15,1-10 3-15,12-10 16 16,7-7 15 0,3 1-22-16,9 1-14 0,20 0-1 15,10 1 1-15,4 0 27 16,-2 1-10-16,-2-1-9 15,-5 5-7-15,-5-5 1 16,-8 0-2-16,-5-2-22 16,-5-4-90-16,-8 0-236 15</inkml:trace>
  <inkml:trace contextRef="#ctx0" brushRef="#br0" timeOffset="261">13987 14026 516 0,'0'0'423'0,"0"0"-414"15,0 0-7-15,0 0 0 16,0 0 16-16,3 125 51 16,-34-51 5-16,-11 11-35 15,-13 5-9-15,-3-1-4 16,5 0-26-16,5-10 6 15,8-10-12-15,5-9 11 0,2-10-6 16,7-7 1 0,10-10-1-16,4-4-27 0,8-8-74 15,4-12-89-15,0-9-158 16</inkml:trace>
  <inkml:trace contextRef="#ctx0" brushRef="#br0" timeOffset="262">13955 14608 847 0,'0'0'34'15,"0"0"-34"-15,0 0-12 16,0 0 5-16,0 0 7 0,0 0 15 16,26 80 25-16,-17-45-11 15,6-1 5-15,-5-1-11 16,-1-4-18-16,0-7-5 15,-1-8 6-15,-5-6-5 16,-3-2 1-16,0-6 1 16,0 0 10-16,0-7 71 15,0-16-59-15,0-7-24 16,0-6-2-16,19 0 3 16,14 6-6-16,9 7-1 15,1 10 5-15,-3 13-4 16,-5 0 4-16,-1 13 1 0,-11 10 0 15,0 0 1-15,-8 4-2 16,-4-1 0-16,-1-2 5 16,-4-2-3-16,-6-8-2 15,3-2-3-15,-3-4-8 16,0-5-132-16,-20-3-301 16</inkml:trace>
  <inkml:trace contextRef="#ctx0" brushRef="#br0" timeOffset="263">14634 13868 700 0,'0'0'67'0,"0"0"-45"15,0 0-17-15,0 0 10 16,0 0-3-16,0 0-12 16,0 12 1-16,0 16 21 15,-4 11 28-15,-5 5 27 16,-4 15-32-16,4 3 9 16,-1 8-43-16,7-1-1 15,3-6 3-15,0-11-13 16,20-8-1-16,1-15 1 0,9-5 2 15,3-12 0-15,3-4 3 16,-1-8-5-16,-2 0-32 16,-8-4-84-16,-11-20-213 15</inkml:trace>
  <inkml:trace contextRef="#ctx0" brushRef="#br0" timeOffset="264">14375 14238 915 0,'0'0'0'15,"0"0"-5"-15,0 0 0 0,119-50 3 16,-47 28 2-16,-1 2 0 16,-5 8 0-16,-14 4-7 15,-13 7-212-15</inkml:trace>
  <inkml:trace contextRef="#ctx0" brushRef="#br0" timeOffset="265">15112 13900 775 0,'0'0'46'16,"0"0"-45"-16,-100 87 13 16,79-34 16-16,9 10-21 15,12 5 19-15,0 4-7 16,9-4-6-16,15-5-11 15,3-12 3-15,7-7-1 16,2-11-12-16,3-10 6 16,-7-12-52-16,2-11-54 15,-5 0-280-15</inkml:trace>
  <inkml:trace contextRef="#ctx0" brushRef="#br0" timeOffset="266">15337 14112 993 0,'0'0'0'16,"0"0"-3"-16,0 0-1 15,0 0-1-15,0 0-3 16,0 0 8-16,42 80 1 16,-22-47 0-16,0 4 9 0,1-2-9 15,-5-2-1 1,-4-2-2-16,-4-3-24 0,-8-9-72 15,0-5-46-15,-3-6-70 16,-11-8-172-16</inkml:trace>
  <inkml:trace contextRef="#ctx0" brushRef="#br0" timeOffset="267">15668 14112 917 0,'0'0'95'15,"0"0"-95"-15,0 0 0 0,0 0 7 16,64 83 7-16,-37-54 9 16,-5-1-9-16,1 0-9 15,-9 2-2-15,-3-3-3 16,-8 0 0-16,-3-2-35 15,0-9-107-15,-5-8-227 16</inkml:trace>
  <inkml:trace contextRef="#ctx0" brushRef="#br0" timeOffset="268">15334 13970 902 0,'0'0'37'0,"0"0"-34"15,0 0-3-15,129 11 0 16,-61 9 31-16,11 9 16 16,-6 0-6-16,-4 15 28 15,-13 7-31-15,-11 10-32 16,-24 8-3-16,-14 4 2 0,-7-5-4 15,-19-1 6-15,-8-14-4 16,-1-11-3-16,1-8 11 16,6-8-2-16,-2-3 4 15,6-6-12-15,8-3-1 16,3-4-27-16,2-8-62 16,3-2-84-16,-2-2-80 15</inkml:trace>
  <inkml:trace contextRef="#ctx0" brushRef="#br0" timeOffset="269">13975 15608 688 0,'0'0'150'16,"0"0"-109"-16,0 0 43 15,0 0-23-15,0 0-39 16,0 0-14-16,-2 4-8 0,14-4 0 16,27 0-3-16,22-4 3 15,18-9 0-15,18-3 0 16,8-1 1-16,-5 5-1 15,-12 4 0-15,-17 2-25 16,-13 6-84-16,-15 0 4 16,-17-3-126-16</inkml:trace>
  <inkml:trace contextRef="#ctx0" brushRef="#br0" timeOffset="270">14213 15255 1050 0,'0'0'69'15,"0"0"-67"-15,0 0-2 16,0 0-9-16,29 96 9 16,1-34 6-16,2 8 10 15,0-3-1-15,-2-5-7 16,-11-3-3-16,-1-6-5 15,-7-9 1-15,-4-8-1 16,-4-13 2-16,0-6-2 16,-3-8 0-16,0-3-1 0,0-3-21 15,4-2-75 1,2-1-76-16,3 0 18 0,5-11-211 16</inkml:trace>
  <inkml:trace contextRef="#ctx0" brushRef="#br0" timeOffset="271">15577 15268 1026 0,'0'0'0'16,"0"0"-19"-16,-108 2-29 16,58 26 45-16,-3 3 3 15,-3 11 2-15,1 0 18 16,10-1 26-16,3-1-35 16,18-5 0-16,15-5-11 15,9-10-4-15,13-4 1 16,15-6 6-16,12-7 0 15,3-3-3-15,2 0-1 16,-3-5 1-16,-9 0 0 16,-13 2 3-16,-9 3-3 15,-11 0-1-15,0 4-2 16,-22 20 1-16,-17 5 2 0,-8 3 0 16,0-1 7-16,2-1 4 15,11-2 10-15,16-4 10 16,18-1-21-16,0-3-8 15,39-3 0-15,23-8 8 16,19-9 21-16,19 0-12 16,5-9-12-16,1-8-6 15,-8 0 5-15,-15 4 9 16,-17 3-13-16,-13 4-1 16,-12 5-2-16,-16-2-8 15,-10 3-48-15,-12 0-21 16,-3 0-115-16,-15 7 43 0,-13 0-201 15</inkml:trace>
  <inkml:trace contextRef="#ctx0" brushRef="#br0" timeOffset="272">14876 15383 156 0,'0'0'96'0,"0"0"16"16,0 0-6-16,0 0-35 15,0 0-66-15,0 0-5 16,0 4 0-16,12-8 49 16,-3-1 33-16,-2 4-21 15,-2 1-10-15,-3 0-28 16,-2 0-6-16,0 0-10 0,0 0 3 15,0 0-9-15,0 0 9 16,-2 0-10-16,-6 10 3 16,2 0-3-16,0-7 0 15,5 1 1-15,-2-1-1 16,3-3 5-16,0 0-3 16,0 0 18-16,0 0-15 15,0 0 22-15,0 0-7 16,0 0-12-16,0 0-4 15,0 0-4-15,0 0-1 16,0 0 1-16,0 6 0 16,-3 6-4-16,-12 7 2 15,-5-2 4-15,-4-1-2 16,1-3 4-16,0-9-2 16,4-1-2-16,3-3 3 0,-4 0 5 15,6-13-6-15,6-8 13 16,8-9 6-16,0-5-21 15,4 0-1-15,17 6 1 16,2 3 1-16,3 13-1 16,1 6 1-16,2 7 2 15,-6 0-2-15,-4 24 0 16,-3 11 3-16,-10 12 4 16,-6 6 4-16,0 9 1 15,-22 0-4-15,-8-1-8 0,-11-9 1 16,2-12-1-16,5-13 2 15,9-15 4-15,9-5-6 16,6-4 4-16,7-3-3 16,3 0 7-16,3 0-9 15,20-10-1-15,10 5-1 16,1 2 2-16,2 3 0 16,-3 6 3-16,-11 8-1 15,2 5-1-15,-9 0-1 16,-3 1 0-16,-3-3 2 15,-6-1-2-15,-3-3-21 16,0-6-86-16,-3-7-100 16,-8 0-548-16</inkml:trace>
  <inkml:trace contextRef="#ctx0" brushRef="#br0" timeOffset="273">15200 15539 780 0,'0'0'40'16,"0"0"-39"-16,-32 76 47 16,-4-32 53-16,-6 9-45 15,-4 3 17-15,1 6-3 16,-1-1-28-16,2 6-8 0,2-3-22 15,8-8-7-15,1-6-5 16,6-16 1-16,6-6 2 16,7-12-3-16,9-6-1 15,5-6-17-15,0-4-44 16,0 0-21-16,0 0-39 16,9-4-45-16,4-13-38 15</inkml:trace>
  <inkml:trace contextRef="#ctx0" brushRef="#br0" timeOffset="274">14973 16015 786 0,'0'0'89'16,"0"0"-86"-16,0 0 16 0,0 0 25 15,0 0-24-15,0 0 5 16,15 53 30-16,-4-23-29 15,2 0-14-15,-4-1-7 16,1-4-3-16,0-5-2 16,1-2 0-16,1-9 1 15,-7-1-1-15,0-5 3 16,-5-3 0-16,2 0 1 16,-2 0 38-16,0 0 34 15,1 0-23-15,1 0-10 16,9-14-19-16,8-10-15 15,6 1-9-15,9 1-9 0,-2 6 3 16,-2 12-13 0,-2 4 18-16,-6 0-13 0,-1 14 4 15,-6 12 8-15,-5 1-4 16,4 2 2-16,-8-3 1 16,-3-6 3-16,-2-6 0 15,1-2-10-15,1-2-28 16,0-8-33-16,-1-2-45 15,3 0-134-15,-1-5-89 16</inkml:trace>
  <inkml:trace contextRef="#ctx0" brushRef="#br0" timeOffset="275">15854 16027 521 0,'0'0'95'15,"0"0"-25"-15,0 0-52 16,0 0-7-16,0 0-1 16,0 0-9-16,8-1 0 15,-5 1 1-15,-3 0 21 0,0 0 21 16,0 0 12-1,0 0-6-15,0 0 7 0,0 0-11 16,0 0-3-16,0 0-7 16,0 0-20-16,0 0-16 15,0 0 9-15,0 0-9 16,0 0 3-16,-3 0 0 16,-9 0 2-16,-8 0-5 15,0 10 0-15,0 5 0 16,2 2-1-16,5-4 2 15,6 1-9-15,4-2 16 16,3 1-19-16,0-2 4 16,22-5 7-16,8 2 2 15,5-5-2-15,7 0 0 16,0 0 0-16,-5 3 2 0,-8 1-2 16,-9 3 0-16,-8 0 1 15,-9-3-1-15,-3 5 4 16,0 5-1-16,-15 0 4 15,-11 2 12-15,-6 1 5 16,-1-6-21-16,3-2-3 16,5-5 2-16,7-4-4 15,3-3-3-15,6 0-37 16,9 0-28-16,0-20-105 16,4-2-233-16</inkml:trace>
  <inkml:trace contextRef="#ctx0" brushRef="#br0" timeOffset="276">16311 16006 191 0,'0'0'550'16,"0"0"-515"-16,0 0-28 16,0 0 27-16,0 0 17 15,123-34-8-15,-78 24-4 16,-10 3-21-16,-8 4-13 16,-13 3-5-16,-11 0-14 15,-3 17-20-15,-14 6 7 16,-12 4 11-16,-10 0 6 15,7 2 10-15,7-10 12 16,8-6 17-16,8-5-3 16,6-3-16-16,0-1-10 15,13 0 3-15,16-4 18 16,8 0 12-16,-5-5-15 0,1-3-17 16,-7-3-1-16,-12-2-112 15,0-3-260-15</inkml:trace>
  <inkml:trace contextRef="#ctx0" brushRef="#br0" timeOffset="277">16860 15816 460 0,'0'0'143'16,"0"0"-143"-16,0 0-22 16,0 0 21-16,0 0 0 15,0 0 1-15,-24 7 13 16,22-6 1-16,1-1 8 15,-4 3 89-15,1-3-16 16,-3 3-37-16,1 0 6 16,-2 1-49-16,1 2-4 15,2 1-4-15,-2 2-3 16,1-2-4-16,3 1 9 16,3-2 1-16,-3-3-10 15,3 2 0-15,0-5 3 16,0 0-3-16,0 0 1 15,0 0-1-15,0 0 0 0,0 0-4 16,0 0-26-16,0 0-6 16,0 0 6-16,0 0 8 15,0 0-6-15,0 0-96 16</inkml:trace>
  <inkml:trace contextRef="#ctx0" brushRef="#br0" timeOffset="278">16926 15830 162 0,'4'3'616'0,"-4"1"-599"16,0 2-15-16,0 1 5 15,-2 4 11-15,-9-2 10 16,-1 0-4-16,-4 0 2 0,2-1-2 15,-1-1 5-15,-6-4-12 16,3 2 5-16,-7-3 17 16,7-2-17-16,1 0-11 15,5 0 3-15,8-5 9 16,4-4-17-16,0-10-6 16,16-2-6-16,10 2 2 15,1-1-3-15,-2 10 6 16,-1 4 1-16,-2 6-2 15,5 0-9-15,-6 0 11 16,0 19 9-16,-6 8-9 16,-4 3-5-16,-5 9 5 0,-6 1 0 15,0 6-1 1,-4-5 1-16,-18-3 2 16,-5-4 2-16,-1-15 0 0,-5-6 24 15,4-9 18-15,7-4-5 16,5 0-11-16,9 0-16 15,8 0 6-15,0-6-5 16,21-9-5-16,18 0-10 16,10 1 1-16,3 8-5 15,-6 6-3-15,-7 0 7 16,-5 3-3-16,-3 7 4 16,-6 2-2-16,-6-1 1 15,-6 3-11-15,-7-2-6 0,-6 0-72 16,0-2-126-1,-12-5-148-15</inkml:trace>
  <inkml:trace contextRef="#ctx0" brushRef="#br0" timeOffset="279">15343 14941 455 0,'0'0'74'0,"0"0"-26"16,0 0 5-16,0 0 63 16,0 0-57-16,0 0-31 15,3-29-25-15,1 29 13 16,1 0 10-16,0 0-16 16,1 0-1-16,0 10-8 15,4 9 3-15,3 7 7 16,-1 8 2-16,1 2 6 15,4 0-18-15,-8-3-2 16,2-6 3-16,-3-7-4 0,-4-11 2 16,0-5 0-16,-1 0 0 15,-3-4 0-15,0 0 24 16,0 0 48-16,0 0-12 16,0-17-30-16,-7-10-24 15,1-6-5-15,6-3-2 16,0-1-1-16,5 8-13 15,13 5 8-15,3 7-3 16,3 12-2-16,5 5 12 16,1 5-1-16,-1 17-7 15,-4 10 7-15,-5 1 1 16,-6-2 0-16,-3-2 0 16,-4-3 1-16,-4-5 0 15,-3-3-1-15,0-4 0 16,0 0-2-16,-8-8-66 0,-5-6-125 15,-1 0-377-15</inkml:trace>
  <inkml:trace contextRef="#ctx0" brushRef="#br0" timeOffset="280">15820 15014 70 0,'0'0'738'0,"0"0"-707"15,82 0-5-15,-37-6 68 16,0-5-13-16,-5 5-41 16,-9 3-20-16,-5 3-18 0,-6 0-2 15,-3 0-17 1,-7 3-131-16,-8-3-159 0</inkml:trace>
  <inkml:trace contextRef="#ctx0" brushRef="#br0" timeOffset="281">16161 14866 879 0,'0'0'135'15,"0"0"-117"-15,0 0-18 16,0 0-1-16,0 0 1 16,66 92 48-16,-44-49-23 15,-3 0-10-15,0-4-11 16,-6-2-2-16,1-7-1 0,-7-7-1 15,-2 0-12-15,-5-6-70 16,0-9-124-16</inkml:trace>
  <inkml:trace contextRef="#ctx0" brushRef="#br0" timeOffset="282">16549 14961 198 0,'0'0'25'16,"0"0"60"-16,0 0 47 16,0 0-21-16,0 0-40 15,0 0-24-15,0 0-26 16,0 1 27-16,0 2 0 15,0 3-37-15,0 2-11 16,0 4 23-16,0 8 18 0,0 3 18 16,0 4-10-1,0 7-5-15,0 8-4 0,0 3 9 16,0 6-26-16,6 4 5 16,4-2-27-16,6 0 1 15,-3-6-2-15,5-8 0 16,2-10 5-16,0-12-5 15,3-10-1-15,0-7-1 16,-1 0 0-16,1-21-9 16,-4-11-48-16,-3-12-139 15,-10-5-121-15</inkml:trace>
  <inkml:trace contextRef="#ctx0" brushRef="#br0" timeOffset="283">16424 15291 629 0,'0'0'33'0,"0"0"-25"16,0 0-3-16,0 0-1 15,0 0 23-15,87 31 15 16,-34-45-37-16,-2 1-5 16,-9-3-159-16</inkml:trace>
  <inkml:trace contextRef="#ctx0" brushRef="#br0" timeOffset="284">17047 14911 306 0,'0'0'520'16,"0"0"-486"-16,0 0-30 16,0 0 9-16,0 0 4 15,-40 120 34-15,29-58-4 16,4 7-18-16,7 1 0 16,0-4-19-16,10-10-6 15,10-10-4-15,6-12 3 16,0-7-6-16,0-11 3 15,-6-6-2-15,2-7-56 0,-5-3-145 16</inkml:trace>
  <inkml:trace contextRef="#ctx0" brushRef="#br0" timeOffset="285">17398 15011 723 0,'0'0'22'0,"0"0"-13"16,0 0-9-1,-100 33 38-15,85-11-12 0,8 5-7 16,7 3-10-16,0-7-7 16,12-3-2-16,14 1 0 15,3-9 24-15,1 2 26 16,-7-1-9-16,-4-1-18 15,-12 1-14-15,-3 1 10 16,-4 6-6-16,-5 0 21 16,-20 4 14-16,-9-2-12 15,-1 1-32-15,-4-6-4 16,6-1 0-16,5-7-10 16,7-1-79-16,10-8-83 15,7-4-264-15</inkml:trace>
  <inkml:trace contextRef="#ctx0" brushRef="#br0" timeOffset="286">17367 14872 781 0,'0'0'7'15,"80"0"-7"-15,-19 3 14 16,7 23 50-16,5 9 23 16,-6 6-8-16,-8 13 5 0,-15-2-46 15,-14 2-17 1,-14 2-3-16,-16 2-11 0,-8 3-1 16,-33-2-4-16,-22-3-2 15,-21 0-28-15,-17-10-53 16,-17-6-105-16,-8-14-588 15</inkml:trace>
  <inkml:trace contextRef="#ctx0" brushRef="#br0" timeOffset="287">7879 16237 28 0,'0'0'10'0,"0"0"36"15,0 0 20-15,0 0 23 0,0 0-11 16,0 0-35-16,0 0-21 15,-3 0-22-15,3 0-10 16,0 0-43-16,0 0-43 16</inkml:trace>
  <inkml:trace contextRef="#ctx0" brushRef="#br0" timeOffset="288">8011 16187 332 0,'0'0'120'0,"0"0"-78"16,0 0-12-16,0 0 0 16,0 0-24-16,0 0-6 15,0 0 1-15,0 0-1 16,0 0 0-16,-2 0 0 15,2 0 0-15,0 0-1 16,0 0-4-16,0 0-8 16,0 0 11-16,0 0 2 15,0 0-6-15,0 0 6 0,0 0 0 16,0 0-2-16,0 0 1 16,-3 0 1-16,3 0-2 15,-3 0-36-15,0 0-17 16,3 3 2-16,-3-3-26 15,3 0 60-15,-3 0 19 16,-1 0 34-16,0 0 53 16,-1 0 2-16,0-3-56 15,-1 0 1-15,0 0-4 16,0 1 6-16,-1 2 0 0,-3 0 12 16,6 0-11-1,-2 0-14-15,-4 0 10 16,0 0-14-16,-2 0 3 0,1 0-6 15,2 0-7-15,-3 0 10 16,2 0 17-16,-4 0 10 16,-5 5-15-16,-8 7-16 15,-7 8-3-15,-2 13-9 16,-3 8 1-16,6 8 3 16,5 11 10-16,10-6 4 15,15-3-3-15,3-6-17 16,33-11-1-16,19-11-2 15,8-12 2-15,16-8 14 16,3-3-14-16,-4-5-8 16,2-12-4-16,-13-3-25 0,-7-2-60 15,-12-4-69 1,-14-7-312-16</inkml:trace>
  <inkml:trace contextRef="#ctx0" brushRef="#br0" timeOffset="289">8325 16165 575 0,'0'0'121'0,"0"0"-121"16,0 0-17-16,0 0 17 16,0 0 11-16,91 81 17 0,-57-44 23 15,-1-1-25 1,0 3-4-16,-8-2-8 0,-4-4-14 15,-6-9 4-15,-8-9-6 16,-4-5 3-16,-1-7-1 16,-2-3 8-16,0 1 3 15,0-1 25-15,0 0 21 16,0 0 5-16,-2-4-25 16,-8-11-35-16,-3-5-3 15,-2-8 1-15,7-8-1 16,6-1-11-16,2 3-28 15,10 10 11-15,12 7 18 16,1 11-4-16,6 6 8 0,1 9 2 16,-5 15 1-1,1 5 0-15,-6 7 4 0,0 0 0 16,-5-2 0-16,1-1 1 16,-2-10-3-16,-2-4 0 15,1-11-60-15,-2-8-106 16,-2-3-262-16</inkml:trace>
  <inkml:trace contextRef="#ctx0" brushRef="#br0" timeOffset="290">9049 16307 607 0,'0'0'127'16,"0"0"-94"-16,123-38 2 15,-75 19 6-15,-2 6-25 16,-16 5-16-16,-5 2-17 16,-5 3-4-16,-4-1-28 15,-4-1-157-15</inkml:trace>
  <inkml:trace contextRef="#ctx0" brushRef="#br0" timeOffset="291">9086 16068 785 0,'0'0'42'0,"0"0"-40"16,0 0-2-16,0 0-1 15,53 73 1-15,-14-27 10 16,-1 0 45-16,2 4-21 16,-3-1-12-16,-8-3-7 15,-5-3-10-15,-3-11 1 16,-4-5-2-16,-8-10-4 16,0-6 0-16,-6-8-1 0,-1-2 1 15,0-1-54 1,-2-4 0-16,0-27 2 0,0-13-518 15</inkml:trace>
  <inkml:trace contextRef="#ctx0" brushRef="#br0" timeOffset="292">9672 15816 594 0,'0'0'115'0,"0"0"-115"16,0 0 0-16,0 0 0 15,0 0 92-15,0 0-34 16,58 53 25-16,-34-26-44 15,-1 13-11-15,2 3-7 16,-6 12-6-16,-6 2 10 16,1-5-7-16,-8-5-9 15,-6-11-9-15,0-3-2 16,0-6 2-16,-3-11 4 16,-6-3-4-16,-6-6 8 15,3-7-4-15,-5 0 6 16,1 0-10-16,2-15-6 0,6-4-21 15,8 0 17-15,0-1 1 16,3 4 4-16,13 3 0 16,7 2 1-16,2 3 4 15,5 6 2-15,0 2-2 16,-1-3-4-16,3 3 4 16,-7-2 2-16,-1-1-1 15,-12 2 5-15,-1-2 0 16,-8 0-4-16,-3-2 14 15,0-9 32-15,0-3-26 16,0-7-22-16,0 7-1 16,7 4-4-16,-1 4 3 0,-3 9 0 15,6 0-8-15,3 6 0 16,10 16 5-16,-1 13 5 16,3 1 4-1,-2 3-4-15,-2-6-5 0,-4-3 5 16,-6-6 6-16,-1-7-6 15,-4-3 0-15,-2 0 0 16,-3-4 0-16,3-6 0 16,-3 2-6-16,3-6 2 15,-3 0-53-15,6 0-19 16,4 0-71-16,5-14-65 16</inkml:trace>
  <inkml:trace contextRef="#ctx0" brushRef="#br0" timeOffset="293">10701 16007 101 0,'0'0'577'16,"0"0"-571"-16,-85-2 0 15,51 2 68-15,-2 7-24 16,6 6-3-16,8-1-11 16,5 9-18-16,8 2-4 15,9 0-10-15,0 4-6 0,15-4 3 16,9-5-1-16,2-3 0 16,-1-6 0-16,5-6 0 15,-4-3 6-15,0 0 8 16,-4-3 1-16,-2-11 25 15,-7-1-20-15,-7-4-14 16,-3-6 26-16,-3-7-32 16,0-8 9-16,-6 1-9 15,-16-4-7-15,-5-6-2 16,-5 3-5-16,6 5-23 0,6 15 26 16,8 9 11-1,8 11 25-15,4 6-21 16,0 0-4-16,17 20-12 0,9 9 12 15,7 7 2-15,-4 8 7 16,3 5 0-16,-2 4-5 16,-4-3-3-16,-2-2-1 15,-6-7-7-15,2-5 7 16,-8-10 6-16,-3-2-6 16,1-5-31-16,-1-5-83 15,2-1-94-15,-5-9-389 16</inkml:trace>
  <inkml:trace contextRef="#ctx0" brushRef="#br0" timeOffset="294">10238 16771 731 0,'0'0'81'0,"0"0"-64"16,0 0 2-16,0 0 1 0,0 0-5 15,0 0 10-15,110-48 46 16,-32 12-32-16,17-8-6 16,12-6-18-16,-1 6-8 15,-12 9-2-15,-19 15-5 16,-20 17-37-16,-19 3-42 16,-14 0 0-16,-11 17-9 15,-9 2-156-15</inkml:trace>
  <inkml:trace contextRef="#ctx0" brushRef="#br0" timeOffset="295">10790 16665 829 0,'0'0'186'16,"0"0"-163"-16,0 0-23 15,0 0 0-15,0 0-5 16,0 0-7-16,-1 30 12 16,22-2-7-16,0 11 6 15,3 0 1-15,-6 0-1 16,-2-5 1-16,-2-1 0 0,-4-13 8 16,-4-3-8-1,-3-13 1-15,-3 1 7 16,0-5 3-16,0 0 0 15,0 0 59-15,0-5 5 0,0-16-38 16,0-9-37-16,6-10-20 16,15 1-13-16,3 4 20 15,4 14 13-15,-8 10 1 16,2 11-1-16,-3 0-4 16,1 12 3-16,-1 19 1 15,-3 5 7-15,1 3-1 16,-4 0-4-16,-4-3 3 15,-2-10-4-15,-1-4-2 16,-2-5 0-16,-3-3-11 16,-1-4-67-16,0-7-115 0,0-3-126 15</inkml:trace>
  <inkml:trace contextRef="#ctx0" brushRef="#br0" timeOffset="296">11501 16445 745 0,'0'0'118'0,"0"0"-109"0,0 0-4 16,0 0 9-16,0 0-12 15,0 0 8-15,80-3 35 16,-33 3-10-16,11 0 1 16,7-4-36-16,-3-6 5 15,0 3 1-15,-11 0-6 16,-11 1-41-16,-6 2-36 16,-10-6-43-16,-15 1-249 15</inkml:trace>
  <inkml:trace contextRef="#ctx0" brushRef="#br0" timeOffset="297">11702 16160 928 0,'0'0'34'15,"0"0"-34"-15,0 0-9 16,0 0 6-16,0 0 3 15,59 126 43-15,-27-57 21 16,-3 1-8-16,1-1-5 16,-1-4-48-16,-9-12 7 15,-1-7 1-15,-6-9-3 16,-4-11-6-16,-2-9-1 16,-1-7 2-16,-1-6-3 15,-3-3 0-15,2-1-11 0,-4 0-45 16,0 0-11-16,0 0-14 15,-9-12-185-15</inkml:trace>
  <inkml:trace contextRef="#ctx0" brushRef="#br0" timeOffset="298">12698 15945 602 0,'0'0'102'16,"0"0"-73"-16,0 0-24 15,0 0-5-15,0 0 1 16,0 0 9-16,0 0-10 16,-83 71 8-16,62-61-3 15,6-5 2-15,2-2-7 16,3 0-1-16,7-3 1 15,2 0 3-15,1 0 7 16,3-11 3-16,15 1-4 16,0 1-9-16,-2 7 2 15,-5 2-2-15,-5 0 0 0,-3 7-2 16,0 7 2-16,-3 5-1 16,0 1-3-16,-6 2 4 15,-6-5 2-15,-5-3 0 16,1-4 2-16,-5-5 14 15,3-1-11-15,2-4-2 16,2 0-1-16,3-6 7 16,7-14 4-16,4-7-15 15,0 1-4-15,12 2-7 16,10 5 7-16,5 6 4 0,2 6 0 16,1 7 0-1,-2 0 0-15,-1 11 0 0,-5 12-4 16,-2 12 4-1,-4 5 7-15,-9 13 6 0,-5 1 12 16,-2 5-3-16,-9 0-19 16,-16-3 12-16,-8-10-8 15,-2-10 10-15,2-12 9 16,7-14 5-16,5-3-5 16,9-7-4-16,5 0-15 15,7-8-5-15,0-8-2 16,10 2-7-16,20-1 4 15,9 8 2-15,6 7 1 16,1 0-3-16,-1 5 1 0,-6 12 0 16,-3 4-3-16,-4-4 5 15,-9-1 0-15,-4 0 0 16,-5 3-3-16,-8-2-99 16,-6-7-149-16</inkml:trace>
  <inkml:trace contextRef="#ctx0" brushRef="#br0" timeOffset="299">12644 16785 395 0,'0'0'515'0,"0"0"-475"15,0 0-40-15,0 0 0 16,0 0 4-16,86-13 33 15,-30-7 4-15,9-3-11 16,9-2-19-16,-4 6 2 16,-8 7-12-16,-14 9-1 0,-12 3-45 15,-7 0-20-15,-15 3-32 16,-8 9-93-16,-6-2-340 16</inkml:trace>
  <inkml:trace contextRef="#ctx0" brushRef="#br0" timeOffset="300">12934 16874 220 0,'0'0'755'0,"0"0"-683"15,0 0-64-15,0 0 3 0,0 0-8 16,0 0-6-16,-13 24-16 16,21 2 19-16,6 0 1 15,-2 4 10-15,-1-5-11 16,-2 3 0-16,1-8 7 16,-7 0 3-16,4-2-5 15,-7-8-2-15,3-5 2 16,-3-3-4-16,0-2 3 15,0 0 16-15,0 0 41 16,0-5-8-16,0-16-36 16,0-8-17-16,10-8-11 0,22-4-26 15,4 5 22 1,1 6 2-16,-3 15-3 0,-8 7 12 16,-4 8-8-16,-1 11 5 15,-6 16 7-15,-2 10 2 16,-5 1 15-16,1 5-12 15,-6-4 1-15,1-8-2 16,-4-3-3-16,0-11 0 16,0-5-2-16,3-10-19 15,-3-2-206-15,0-23-342 16</inkml:trace>
  <inkml:trace contextRef="#ctx0" brushRef="#br0" timeOffset="301">13991 16165 893 0,'0'0'36'16,"0"0"-36"-16,0 0-23 15,0 0 23-15,0 0 11 16,0 0 7-16,-103 31-17 15,51 13 1-15,-4 11 20 16,8-1-12-16,6-4 3 16,16-8-4-16,10-11 1 0,12-10 2 15,4-6-10 1,0-6 0-16,19-6 1 0,12-3 4 16,7 0 5-16,4 0-1 15,1-9-11-15,-11 6 3 16,-6-2 1-16,-8 5-4 15,-6 0-2-15,-12 5-4 16,0 17 4-16,-12 7 4 16,-13 7-2-16,-7 5 0 15,0-4 0-15,8-6 5 16,8-4 10-16,6-7 10 16,10-3-8-16,1-3-17 0,29-2 7 15,17-5-1-15,12-7-4 16,12 0 7-16,-9-10-7 15,-7-2 3-15,-13 4-5 16,-15 8-13-16,-11-3-45 16,-7 3-6-16,-7 0-62 15,-2 0-19-15,0 0-70 16</inkml:trace>
  <inkml:trace contextRef="#ctx0" brushRef="#br0" timeOffset="302">14495 16404 816 0,'0'0'91'16,"0"0"-65"-16,0 0-16 0,0 0 11 15,0 0-7-15,0 0-5 16,-58-63 5-16,58 63-13 15,0 0-1-15,0 0-6 16,9 20 0-16,5 10 6 16,-2 12 19-16,2 7 6 15,2 9 8-15,-1-3-13 16,1-5-5-16,5-5-14 16,-5-12-2-16,3-8 2 15,0-8 2-15,-3-3-2 16,-3-11 1-16,-2-2-2 15,-8-1-27-15,0-1-49 0,-3-19-27 16,0-11-215 0</inkml:trace>
  <inkml:trace contextRef="#ctx0" brushRef="#br0" timeOffset="303">14326 16603 795 0,'0'0'95'0,"0"0"-95"15,0 0-7-15,0 0 7 16,0 0 16-16,111-15 2 16,-63 6-4-16,-3 0-14 15,-2 3-42-15,-8-2-199 16</inkml:trace>
  <inkml:trace contextRef="#ctx0" brushRef="#br0" timeOffset="304">14944 16455 787 0,'0'0'126'16,"0"0"-79"-16,0 0 3 16,0 0-18-16,0 0-24 0,0 0-2 15,-26-2-3-15,15 26 2 16,-1 10-4-16,2 9 18 16,4 3 4-16,3-1 23 15,3-5-33-15,0-2-12 16,9-6 4-16,6-4-5 15,6-3 0-15,2-13-2 16,9-5-24-16,-1-7-60 16,3 0-145-16,-2-19-390 15</inkml:trace>
  <inkml:trace contextRef="#ctx0" brushRef="#br0" timeOffset="305">15280 16504 607 0,'0'0'77'15,"0"0"-68"-15,-97 36 67 16,79-17-29-16,13-5-29 16,5 3-15-16,8-1 2 15,21-5-5-15,3-2 2 16,7-6-2-16,0 0 11 15,-6 2-10-15,-8 1 0 16,-8 7 40-16,-9 1-26 0,-3 8 10 16,-5 5 15-16,-7 2-1 15,-15 2-11-15,-7-5-4 16,-6-1-13-16,-2-6-2 16,2-2-7-16,8-9-2 15,7-4-4-15,6-4-42 16,9-7-86-16,5-23-419 15</inkml:trace>
  <inkml:trace contextRef="#ctx0" brushRef="#br0" timeOffset="306">15454 16355 808 0,'0'0'97'16,"83"0"-75"-16,-31 10 75 16,-6 10-23-16,-7 6-59 15,-3 4-14-15,-8 3 4 16,-1 5 12-16,-11 6-4 16,-6 3-12-16,-10-1 9 15,-8 4-10-15,-23-4 1 16,-17 3-1-16,-17 1-14 15,-17-6-64-15,-7-5-196 16</inkml:trace>
  <inkml:trace contextRef="#ctx0" brushRef="#br0" timeOffset="307">13999 17256 287 0,'0'0'176'15,"0"0"-152"-15,0 0-23 16,0 0-1-16,0 0 0 16,0 0 21-16,0 0 17 15,0 0-4-15,0 0-2 16,0 0 62-16,0 0-12 15,-3 0-19-15,3 0 17 16,-8 0-39-16,5 0-21 16,0 0-15-16,2 0 0 0,1 0 4 15,0 0-5-15,0 0-4 16,0 0 1-16,0 0-2 16,0 0 2-16,0-2-2 15,0 2-2-15,3 0-4 16,3 0 7-16,0 0-4 15,-6 0 4-15,0 0 0 16,0 0 7-16,0 0-7 16,0 0-7-16,0 0 7 15,0 0 10-15,0 0-10 16,0 0 0-16,0 0 1 0,0 0 0 16,0 0-1-1,0 0-9-15,0 0 9 0,0 0-2 16,0 0 8-16,0 0-6 15,0 0 3-15,0 0-3 16,0 0-4-16,0 0 4 16,0 0 12-16,0 0-12 15,0 0 24-15,-6 0-21 16,0-3 4-16,3-4-3 16,1-8-4-16,2 1-10 15,0-6 1-15,5-4 9 16,13 5-1-16,-2 2-2 15,3 5-6-15,-1 7 9 16,2 5-2-16,1 0 0 0,-6 10 0 16,2 16 2-16,-1 10 1 15,-8 8 5-15,-6-1-1 16,-2 3 1-16,-6-6-3 16,-16-4 0-16,1-7-1 15,-9-8 5-15,2-8-3 16,-4-6 18-16,2-6-17 15,7-1-2-15,6 0 7 16,14-9-8-16,3-3-2 16,11-1 2-16,18 0-1 15,12 3-1-15,5 8-11 16,4 2 11-16,1 0 0 16,-2 0 6-16,-7 3-6 0,-7 6-2 15,-5 1-6-15,-14-2-25 16,-9 0-89-16,-7-6-56 15,0-2-414-15</inkml:trace>
  <inkml:trace contextRef="#ctx0" brushRef="#br0" timeOffset="308">13378 15938 374 0,'0'0'71'16,"0"0"-51"-16,0 0-10 0,0 0 35 15,0 0 34-15,0 0-42 16,-23-81-4-16,17 74 13 16,1 0-5-16,3 1-13 15,1 2 12-15,1 4 9 16,0 0-34-16,0 0-15 15,0 0 0-15,3 14-4 16,15 8 13-16,-2 9 3 16,7 9 8-16,-7 6-16 15,3-1 3-15,-2-1-5 16,-5-4-2-16,-2-7 2 16,-2-11-1-16,-2-10-1 15,-3-4 0-15,-3-7 6 0,0-1-4 16,0 0 26-16,-11-12 10 15,-4-16-33-15,2-8-5 16,0-11 0-16,2-9-35 16,3 2-24-16,3 2 10 15,5 15 29-15,0 12 19 16,5 14 1-16,14 5-2 16,0 6 7-16,3 0-8 15,0 10 6-15,-2 12-3 16,4 2 4-16,-8 6-4 15,1-1 3-15,-2 4 0 16,-8-6-2-16,-3-3 2 0,-2-2-3 16,-2 0 1-16,0-1 2 15,-5-1-1-15,-6-3-4 16,-1 0-19-16,-2-5-57 16,7-9-186-16</inkml:trace>
  <inkml:trace contextRef="#ctx0" brushRef="#br0" timeOffset="309">13625 16048 663 0,'0'0'89'16,"0"0"-89"-16,0 0 8 0,0 0 33 15,0 0-22-15,98 0-12 16,-80 0-7-16,1-3-6 16,-2 2 3-16,-1 1-36 15,-5-6-101-15,2 2-225 16</inkml:trace>
  <inkml:trace contextRef="#ctx0" brushRef="#br0" timeOffset="310">13945 15852 574 0,'0'0'207'0,"0"0"-137"15,0 0 6-15,0 0 10 16,0 0-58-16,0 0-27 16,-6 1-1-16,6 16-11 15,11 12 11-15,1 8 14 16,1 6 5-16,-1 3 4 16,3-3-20-16,-5-7 6 15,-1-9 4-15,0-8-8 16,-4-4-5-16,1-8 3 15,-3-2-3-15,0-3 0 16,-3-2-25-16,0 0-27 0,0-7-86 16,0-17-177-16</inkml:trace>
  <inkml:trace contextRef="#ctx0" brushRef="#br0" timeOffset="311">6508 16441 664 0,'0'0'6'15,"0"0"6"-15,0 0 15 16,0 0-17-16,0 0 5 16,0 0 5-16,0 0-5 15,0 0-8-15,-28-25-7 16,28 25 0-16,0 0-8 0,0 0 8 16,0 0 0-16,0 0-6 15,0 0 15-15,0 0-2 16,0 0-4-16,0 0 10 15,-4 0 6-15,4 0 4 16,0 0 4-16,0 0-9 16,-2 0 11-16,-7 0-3 15,-3 5 6-15,-13 12-10 16,-11 7-22-16,-9 15 0 16,-4 7 2-16,3 0-2 15,1 4-6-15,9-8 6 16,9-4 0-16,11-8 1 0,7-4-3 15,9-14-1-15,0 2 2 16,16-6 1-16,20-3 0 16,9-5 1-16,13 0 7 15,8-7-3-15,-5-6 4 16,-7-2-18-16,-7 4 9 16,-11 2-1-16,-3 4-39 15,-5 5 16-15,-1 0-28 16,-5 0-26-16,-5 13-91 15,-11 7-245-15</inkml:trace>
  <inkml:trace contextRef="#ctx0" brushRef="#br0" timeOffset="312">6411 17229 358 0,'0'0'122'0,"0"0"-83"16,0 0 12-16,0 0 60 16,0 0-28-16,105 15-18 15,-45-32 0-15,8 7 7 16,-8 0-47-16,-5 10-24 16,-16 0-1-16,-8 0-8 15,-4 11-22-15,-6 2-56 0,-5-3-103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1-17T04:03:00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6635 3430 205 0,'0'0'185'16,"0"0"-115"-16,0 0-8 0,0 0 2 15,0 0-18-15,0 0-8 16,0-11-12-16,0 11 7 16,0-2-7-16,0 2 7 15,0 0-5-15,0 0-10 16,0 0-5-16,3 0 0 15,-3 0 4-15,0 0-16 16,3 5 1-16,0 12 18 16,4 12-9-16,1 6 24 15,-2 5-30-15,0 1 25 16,-3-4-10-16,-3 1-9 16,2-5-3-16,3-1-7 0,-2-6 4 15,0-5-3-15,0-7 3 16,-3-3-4-16,0-7-2 15,0-4 2-15,0 0 3 16,0 0 0-16,0 0 4 16,0 0 10-16,0-12 5 15,0-8 14-15,-3-10-15 16,-8-12-16-16,3-9-5 16,-4-6 4-16,7-4-5 15,5-2-9-15,0 0 7 16,23 5 1-16,17 7-11 15,2 11 3-15,13 12 8 16,3 13-7-16,5 8 8 0,-5 7 3 16,-7 10-3-1,-11 17-2-15,-15 9-5 0,-14 5-3 16,-11 1 13-16,-11 0-10 16,-31-5 10-16,-15-10-8 15,-6-7 6-15,-4-9-1 16,4-6 0-16,5-2-41 15,16-1-72-15,9-2 22 16,14 0-42-16,13-7-179 16</inkml:trace>
  <inkml:trace contextRef="#ctx0" brushRef="#br0" timeOffset="1">7302 3631 545 0,'0'0'36'0,"0"0"-29"16,22 73 41-16,-13-40 33 16,0 1-21-16,0-7-40 15,-1-4 0-15,-1-7-1 16,-1-7 0-16,-3-3-9 15,1-3-7-15,-4-3 1 16,0 0-4-16,0 0-32 16,0-9-76-16,-4-12-93 15</inkml:trace>
  <inkml:trace contextRef="#ctx0" brushRef="#br0" timeOffset="2">7359 3584 693 0,'0'0'68'0,"0"0"-62"16,0 0 3-16,0 0-9 15,0 0-46-15,0 0-112 16</inkml:trace>
  <inkml:trace contextRef="#ctx0" brushRef="#br0" timeOffset="3">7648 3655 512 0,'0'0'33'16,"0"0"-24"-16,58 77 48 15,-34-46 10-15,1 0-28 16,1-5-23-16,-7-4-3 16,8-8-1-16,-5-4 15 15,-1-7 10-15,-6-3-2 16,-9 0 7-16,6-13 46 16,-6-11-7-16,0-6-45 15,0-6-26-15,1 2 7 0,2 4-5 16,-3 2-12-16,6 6-3 15,3 2-33-15,2 3-128 16,5 4-131-16</inkml:trace>
  <inkml:trace contextRef="#ctx0" brushRef="#br0" timeOffset="4">8285 3629 758 0,'0'0'64'16,"0"0"-53"-16,0 0 18 16,0 0-2-16,0 0-27 0,0 0-3 15,-12 72-3 1,9-34 3-16,3-6-1 0,0-7 4 16,9-10-1-16,13-9 1 15,2-6 45-15,1 0-8 16,-5 0 5-16,-4-9 4 15,-7-8-5-15,-8-7-19 16,-1-2-2-16,0-2 5 16,-13 2-17-16,-7 3-5 15,0 5-3-15,-1 4-22 16,2 3-47-16,5 5-77 16,4-3-46-16,7 1-358 0</inkml:trace>
  <inkml:trace contextRef="#ctx0" brushRef="#br0" timeOffset="5">8714 3478 607 0,'0'0'78'0,"0"0"-77"16,0 0 1-16,0 0 31 0,-7 81 24 16,1-41-21-16,3 3 2 15,3 0 4-15,0 2-17 16,0-8-14-16,3-4 25 16,10-9-8-16,0-7 0 15,7-3 1-15,-1-6-15 16,4-5-6-16,0-3-8 15,-1 0-21-15,-1-3-118 16,-5-19-68-16</inkml:trace>
  <inkml:trace contextRef="#ctx0" brushRef="#br0" timeOffset="6">8634 3621 237 0,'0'0'742'0,"0"0"-675"15,0 0-67-15,0 0-1 16,113-17 1-16,-55 8 21 16,-1 2-21-16,-4 3-1 15,-15 0-44-15,-6-1-81 16,-17-2-76-16</inkml:trace>
  <inkml:trace contextRef="#ctx0" brushRef="#br0" timeOffset="7">3325 3396 415 0,'0'0'139'16,"0"0"-125"-16,0 0-14 15,0 0 1-15,0 0 33 16,0 0-2-16,11-1-7 16,-8-2-5-16,-3-1 16 0,4 3-25 15,-4-2 12-15,0 3 5 16,0-3-2-16,0-1-1 15,-7-1-21-15,-10 0-6 16,-2 2 10-16,-8 1-10 16,2 2 2-16,-1 0 0 15,7 0-9-15,1 0 14 16,9 0-5-16,3 0 2 16,-1 0-2-16,7 2-2 15,-2 4-1-15,2 1-1 16,0 0-2-16,0 4 5 15,0 0 1-15,0 3 9 16,0 5-9-16,2 9 18 0,5 11-16 16,-1 11 7-16,0 12 17 15,-3 10-6-15,4 9 8 16,-2 3-2-16,-2-5-5 16,3-7-3-16,3-13 4 15,4-12-12-15,-1-9 0 16,3-13-3-16,-3-9-6 15,-6-8 7-15,4-5-7 16,-7-3-2-16,-1 0 1 16,1 0 0-16,-3 0 1 15,0 0-1-15,0 0 10 16,2-3-16-16,5 1 6 16,9 2 0-16,17-2 7 15,11-2 22-15,15-4-22 0,2 2-7 16,-7 3-38-16,-9 2-48 15,-7 1-42-15,-11-2-133 16</inkml:trace>
  <inkml:trace contextRef="#ctx0" brushRef="#br0" timeOffset="8">5803 3487 61 0,'0'0'355'15,"0"0"-293"-15,0 0-42 16,0 0-16-16,0 0 36 16,0 0 14-16,67-16-2 0,-58 15-15 15,-6 1 2-15,-3 0 12 16,0 0 1-16,0 0-1 16,0 0-7-16,0 0-20 15,6 0-11-15,7 0-13 16,10-2 0-16,12 1 3 15,7 0-1-15,1 1-2 16,-1 0-2-16,-9 0 2 16,-8 0-1-16,-8 0 8 15,-10 0-14-15,-4 0 6 16,-3 0 1-16,0 0-3 16,0 0 0-16,0 0 1 0,0 0 2 15,0 1-5-15,0 19 3 16,0 10 2-16,0 12-2 15,0 8 6-15,0 5 2 16,0 8 13-16,3 1-5 16,6-2 1-16,-3-1 0 15,0-11 15-15,-3-6-16 16,-3-10-7-16,0-9-3 16,0-8 0-16,0-9 11 15,0-4-12-15,-12-1 17 16,0-3 4-16,-4 0 3 15,-4 0-13-15,-2 0 3 16,-2-3-13-16,-4-5 4 0,1-1-3 16,6 1-5-1,-1-1-20-15,11 2 11 0,-2 2-34 16,3-3-2-16,9-2-54 16,1-6-125-16</inkml:trace>
  <inkml:trace contextRef="#ctx0" brushRef="#br0" timeOffset="9">9828 3548 554 0,'0'0'32'15,"0"0"-26"-15,0 0 5 0,0 0 51 16,0 0-46-16,0 0-12 16,0 0 7-16,-1-11-7 15,1 11 8-15,0 0-1 16,0 0-5-16,-2-3 5 15,-2 0 7-15,-8-1 24 16,-1 0-40-16,-1 1-1 16,0-4 2-16,6 3 7 15,-1 0 10-15,0 1-8 16,3 1-10-16,0-3 2 16,-3 1-4-16,-4 0-2 15,2 0 2-15,0 1 3 16,0-1-3-16,4 3-2 0,2-1 2 15,-1 2 4-15,6-2-4 16,-6 2 0-16,3 0 0 16,3-1 3-16,-3-1-1 15,-4-2 2-15,-1 2-4 16,-8-4-5-16,-4 3 3 16,-2-1 0-16,-2 1 2 15,8-1 5-15,-4 4-5 16,4 0 6-16,1-3-6 15,1 3 6-15,4 0 6 16,1 0-8-16,-2 0 3 16,-4 0-6-16,0 0 2 15,1 0 2-15,-3 3-4 16,4 2-2-16,0-1 2 0,4 1-1 16,3-2 6-16,3 0 5 15,-2-2-9-15,2 0-2 16,1 1 0-16,2-2 0 15,-1 2-1-15,-4 3-11 16,3 2 12-16,-1 1 0 16,0 4 6-16,0-3-6 15,3 2 14-15,-3 3-10 16,0 3-3-16,-3 12 21 16,2 7 10-16,-7 18-18 0,2 8-2 15,-4 4 29 1,-2 3-28-16,0-6 6 0,9-5 6 15,0-11-18-15,3-8 0 16,3-11 0-16,0-13-7 16,0-5 7-16,0-7 0 15,0-3 7-15,3 0-10 16,-1 0-4-16,2 0 1 16,0-1-1-16,16-8 3 15,11-2 8-15,18-3-5 16,7 0-2-16,1 3-2 15,-4 3-2-15,-17 1-3 16,-8 4-9-16,-10 2-4 16,-12 0-15-16,-6 1-16 0,0 0-50 15,-10 0-32-15,-10-2-145 16</inkml:trace>
  <inkml:trace contextRef="#ctx0" brushRef="#br0" timeOffset="10">12006 3612 285 0,'0'0'93'16,"0"0"-74"-16,101 0 11 15,-60 0 75-15,-12 0-48 16,-8 0 2-16,-7 0-14 16,-8 0-27-16,1 0 10 0,1 0-4 15,7 0-12 1,0 0-11-16,4 0 4 0,5 0 6 15,-4 0-11-15,2 0 0 16,-6 4-1-16,-6-2 2 16,-3 1-2-16,-4-3 2 15,-3 0 8-15,0 0 2 16,4 0 7-16,-4 3-6 16,0-3 5-16,0 2 5 15,3 4-14-15,0 7-5 16,2 8 4-16,0 13 2 15,1 9-1-15,-1 10 6 16,-1 7 1-16,4 8 7 16,4 4 12-16,-2 0-7 15,6-6-9-15,1-15-2 0,-5-15-14 16,-3-19 0-16,-6-11 12 16,-3-6-11-16,0 0 5 15,-8-3 17 1,-23-11 32-16,-13-4-52 0,-8-2 6 15,-1-1-5-15,3-1-5 16,0 5 2-16,-2 1-6 16,1 3 13-16,5 4-11 15,4 0 1-15,5 2-39 16,9-1 5-16,5 3-25 16,4-2-18-16,2 0-10 15,7-6-153-15</inkml:trace>
  <inkml:trace contextRef="#ctx0" brushRef="#br0" timeOffset="11">4241 3537 494 0,'0'0'124'16,"0"0"-107"-16,0 0 3 16,0 0 41-16,0 0 0 15,0 0-24-15,21-20-11 16,-21 20-9-16,0 0-1 15,0 0-6-15,0 0 0 16,0 0-6-16,0 0-4 16,0 3 10-16,0 19-10 15,0 16 0-15,-12 11 2 16,-6 7 13-16,-1 0-13 16,-5-4-1-16,2-6-1 15,5-5 1-15,4-9-2 0,8-10 1 16,5-6 0-1,0-7 8-15,9-5-7 0,24-4 0 16,16 0-1-16,12-4 3 16,0-10 9-16,-9 3-4 15,-12 3-8-15,-11 6 1 16,-14 1-1-16,-7 1-10 16,-8 0-45-16,0 0-64 15,-8 5-29-15,-7 1-58 16</inkml:trace>
  <inkml:trace contextRef="#ctx0" brushRef="#br0" timeOffset="12">4648 3830 648 0,'0'0'32'15,"0"0"-32"-15,0 0-9 16,0 0 9-16,114 1 17 16,-73-8 2-16,-2-1-19 15,-9-1-1-15,-5-1 1 16,-8-4 2-16,-11-2 17 16,-2-1-6-16,-4-1 4 0,0-1-17 15,-13 2 37 1,-1 5-23-16,1 5-9 0,1 6 0 15,0 1 6-15,-3 8-4 16,-4 18-7-16,1 7 1 16,-1 7-1-16,14 1 0 15,5-5 2-15,0-4-2 16,3-6 1-16,16-6 5 16,-2-5-2-16,-1-4-4 15,5-4 7-15,-6-7-7 16,7 0-13-16,-2-15-77 15,2-16-273-15</inkml:trace>
  <inkml:trace contextRef="#ctx0" brushRef="#br0" timeOffset="13">5264 3671 704 0,'0'0'121'0,"0"0"-107"15,0 0-13-15,0 0-1 16,39-90 5-16,-36 69-2 16,-3 0-3-16,0-1-8 15,0 5-8-15,-9 4 16 16,-7 4 1-16,2 4-1 16,2 5-5-16,-2 0 3 15,6 19-4-15,-1 20-1 0,-3 14 7 16,6 12 8-1,3 3 7-15,0-6-15 0,0-6 16 16,0-9-13-16,-1-6-3 16,-2-8 0-16,-5-2 0 15,-2-8 1-15,-2-3 3 16,-3-5-3-16,3-8-1 16,9-2 0-16,3-5 0 15,3 0 3-15,0-15-3 16,9-10-6-16,12-4 6 15,6-6 0-15,7 3-5 16,-4 0 5-16,-4 2 0 0,2 2 3 16,-3 2 0-1,-1 1-3-15,0 1 2 0,4 2-1 16,-4-2 2-16,3 4-3 16,0-2 2-16,-2 4-10 15,-1 3 8-15,-6 4 0 16,-5 3 0-16,-9 6 0 15,-1 0 0-15,1 2 1 16,-4 0-1-16,0 0 0 16,3 0-14-16,-3 0-6 15,0 0 6-15,0 0-11 16,0 0 17-16,0 0 6 16,0 0 0-16,0 0 4 0,0 0-2 15,0 0 17 1,0 0-11-16,0 0-5 0,0 0-1 15,0 0-8-15,0 0 7 16,0 0 1-16,0 0 8 16,0 0 11-16,0 0-6 15,0 0-13-15,-3 20 0 16,-8 10-2-16,-2 12 8 16,1 3 11-16,-1 3-6 15,5-2-1-15,5-2-10 16,3-5 3-16,0-6 9 15,0-8-7-15,0-11-5 16,3-6 0-16,4-4 0 16,4-2 6-16,1-2-17 0,7-8-13 15,5-15-25-15,-9-13-217 16</inkml:trace>
  <inkml:trace contextRef="#ctx0" brushRef="#br0" timeOffset="14">5358 3762 574 0,'0'0'221'15,"0"0"-210"-15,0 0-7 16,0 0-4-16,82-21 0 16,-23 4 9-16,6 3-8 15,-14 3-2-15,-11 3-31 0,-10-2-78 16,-13-1-166-16</inkml:trace>
  <inkml:trace contextRef="#ctx0" brushRef="#br0" timeOffset="15">9939 3824 383 0,'0'0'206'0,"0"0"-156"16,0 0-17-16,0 0 21 15,0 0 7-15,0 0-14 16,-14 0-6-16,14 0-18 16,0 0-13-16,0 0 10 15,0 0-15-15,0 0-1 16,0 0 0-16,0 0-4 15,-1 14-2-15,-2 11 2 16,-2 8 1-16,1 2 1 16,-2 1-2-16,-1-5-1 15,1-9 1-15,0-5 5 16,1-7-5-16,0-5-3 16,1-3 3-16,-6-2 4 15,-2 0-3-15,-2-2 12 16,-2-13-8-16,7-8-3 15,6-7 2-15,3-12-4 0,3-4 8 16,19-4 3-16,13 2-8 16,5 9-2-16,-1 7 5 15,3 10-6-15,-5 8-6 16,-2 5 6-16,-7 7 9 16,-8 2-9-16,-3 0-13 15,-11 2 1-15,-6 16 3 16,0 6 7-16,-27 7-9 15,-7 2 11-15,-2-4 3 16,3-4-3-16,8-7-2 16,7-3 2-16,6-5 0 0,6-3 1 15,3 1-2-15,3 1 2 16,0 6-2-16,0 3 0 16,6 3 1-16,9 4 0 15,3-3 0-15,1-1 1 16,-3-4 1-16,7-3 0 15,-7-5 7-15,4-2 11 16,-4-3-6-16,-4-1-14 16,-2-3-2-16,-2 0-27 15,-2 0-55-15,-3-11-77 16,3-9-248-16</inkml:trace>
  <inkml:trace contextRef="#ctx0" brushRef="#br0" timeOffset="16">10331 3873 650 0,'0'0'154'15,"0"0"-144"-15,0 0-7 16,0 0 16-16,0 0 31 16,46 80-28-16,-43-55-15 15,-3-2 13-15,0-1-20 16,0-3 1-16,0 1-1 15,-4-8 0-15,-2-1-25 16,0-8-48-16,3-3-80 0,0 0-99 16</inkml:trace>
  <inkml:trace contextRef="#ctx0" brushRef="#br0" timeOffset="17">10397 3883 241 0,'0'0'0'16</inkml:trace>
  <inkml:trace contextRef="#ctx0" brushRef="#br0" timeOffset="18">10537 3945 465 0,'0'0'93'0,"0"0"-63"0,-86 76 5 16,70-45-3-16,15-1-14 15,1-5 8-15,17-5-1 16,15-7 15-16,8-7 14 16,6-6-10-16,-1-3 18 15,-2-17-22-15,-8-8-22 16,-13-5-15-16,-5-4 14 15,-14 0-11-15,-3-1-6 16,0 6-21-16,-12 10 21 16,-3 8-7-16,9 7-2 0,3 7 8 15,3 7-7-15,-3 20-1 16,-3 14 7-16,-1 8 4 16,1 9-5-16,-5 2 3 15,-2 3 0-15,-2-2 0 16,-3-6 2-16,0-6-2 15,-1-6 0-15,-5-4 0 16,-5-8 1-16,0-9-1 16,-4-6 0-16,4-6 9 15,12-7-5-15,5-3-3 16,6 0 25-16,6-12-1 16,0-7-10-16,18-6-14 15,16-6 6-15,8-3-3 0,3-1-4 16,4-2 7-16,0 0-7 15,-4-7 5-15,-2-2 3 16,-1-5-8-16,1-2-6 16,2-4 1-16,-5 0 1 15,0 4 1-15,-7 10 3 16,-6 9 0-16,-9 14 6 16,-7 6-5-16,-5 7-1 15,-3 4-3-15,1 3 2 16,-4 0-1-16,0 20-11 15,0 15-3-15,-7 15 15 16,-13 7-1-16,-10 5 2 0,2-2 0 16,1-7 0-1,6-9 1-15,4-9-1 0,7-10 0 16,3-8 0-16,5-8 0 16,-2-5 3-16,4-2-1 15,0-2 2-15,0-3-2 16,4-21 3-16,17-12-5 15,6-4-27-15,9-3-4 16,-2 7-24-16,3 10 16 16,-1 9 28-16,-6 9-8 15,-5 8 19-15,-5 0 0 16,-7 10 9-16,-4 10 11 16,0 5 3-16,-3 0-18 0,6-1 2 15,0-5 9 1,7-4-10-16,5-7 27 0,2-4 4 15,4-4-13 1,-2 0-13-16,0-12 0 0,-4-9 6 16,-8-4-6-16,1-6-8 15,-10-8 9-15,-1-3-10 16,0-3 2-16,0-1-4 16,5 5 1-16,2 2-1 15,-1 4 0-15,-5 9-5 16,-1 9 0-16,-3 11 5 15,0 4 0-15,1 2-2 16,-1 20-8-16,4 17-2 16,-7 12 11-16,0 3 0 0,-3 3 1 15,-13-3 4 1,2-6-1-16,2-7 6 0,1-9-7 16,2-10-2-1,2-5 4-15,-2-5-4 0,-1-4-18 16,-8-6-49-16,3 0-62 15,-5-6-96-15</inkml:trace>
  <inkml:trace contextRef="#ctx0" brushRef="#br0" timeOffset="19">11238 3946 717 0,'0'0'75'15,"0"0"-75"-15,112-29 2 0,-37 18 20 16,4 1-18-16,-11-1-4 16,-17-2-44-16,-11-3-179 15</inkml:trace>
  <inkml:trace contextRef="#ctx0" brushRef="#br0" timeOffset="20">5358 4543 89 0,'0'0'110'15,"0"0"-96"-15,0 0 18 16,0 0 25-16,0 0-17 16,0 0-27-16,0 0 2 15,0 0 13-15,0 0 2 16,0 0-4-16,0 0 9 15,0 0 5-15,0 0-10 16,0 0-6-16,0 0-5 16,0 0 16-16,0 0 5 0,0 0-36 15,0 0 15-15,0 0-3 16,0 0 20-16,0 0-17 16,0-1 11-16,0-2-1 15,0 0-11-15,0 0-10 16,0-1 5-16,0 1-10 15,-3 0 0-15,-3-2 2 16,3 1 8-16,-4 1-10 16,-2-1-2-16,3 1 1 15,-4 0-1-15,2 2-2 16,-1-2-6-16,-3 1 7 16,2-1 9-16,0 3-9 15,3-3 0-15,-3 2 2 16,1 1 2-16,0-1-4 0,-3 1 1 15,3 0-1 1,-3 0-7-16,2 0 7 0,-4 0 9 16,-2 0-9-16,-2 0-3 15,-1 0 1-15,5 0 2 16,-2 2 1-16,-1 4 0 16,1-1-1-16,4 2-1 15,-3 0 1-15,3 3-1 16,2 2 2-16,1 2-4 15,3-4 3-15,1 3-1 16,2 0 1-16,3 1 0 16,0 2 0-16,0-1-1 0,0 0 1 15,0-2 0-15,3-1-1 16,8 0 3-16,5-4-1 16,2 1-1-16,3-4 0 15,1 0 9-15,5-2-9 16,-2-1 5-16,4-2 2 15,-2 1-4-15,-5 3 2 16,2 3-5-16,-4 1 0 16,-3 0-1-16,1 3 3 15,-6 3-2-15,-3 0 9 16,-1 0-6-16,-1 0-3 16,-1-3 1-16,-6-1 0 15,3 0-1-15,-3-6 4 0,0 1-2 16,0-2 1-1,0-1-1-15,0-2 0 0,0 5 4 16,-19 2 7-16,-7 6-2 16,-18-2 13-16,-3 0-23 15,-2-4 1-15,3-3 2 16,10-3 1-16,11-1 0 16,5 0-10-16,10-1 0 15,10-14-41-15,0-9-57 16,4-9-247-16</inkml:trace>
  <inkml:trace contextRef="#ctx0" brushRef="#br0" timeOffset="21">4605 5378 417 0,'0'0'35'16,"0"0"-35"-16,0 0 0 15,0 0 1-15,0 0 19 16,0 0 7-16,79 7-5 16,-70-14 16-16,0-1 31 0,-2 1 3 15,-7-4 22-15,0 0-38 16,0-1-24-1,0 1-10-15,0 1 1 0,0 2-5 16,-7 2-12-16,-6 5 4 16,-9 1-10-16,-4 0-4 15,-10 14-6-15,-6 13 10 16,2 5 0-16,6 4 5 16,7-2-4-16,9 2-1 15,10-4 0-15,8 1 5 16,0-5-5-16,20-2-9 15,10-7 9-15,11-8 2 16,-2-8 3-16,6-3-3 16,-2-3 2-16,-4-15 7 15,-6-4-10-15,-8-8-1 0,-7-5-1 16,-6-11 1-16,-4-8 0 16,-4-3-5-16,-4-2-36 15,0 8 26-15,0 10 2 16,-4 12 13-16,2 13 0 15,2 7 1-15,0 7 11 16,-3 2-10-16,3 0-1 16,0 6-1-16,0 15-5 15,0 13 3-15,0 10 2 16,0 4 1-16,9 5 8 16,1-2-17-16,1-4 8 15,1-5 0-15,7-9 0 16,2-7 1-16,3-9 4 0,10-10-1 15,8-7-4 1,0 0-6-16,7-10 4 0,-7-10 0 16,-8 3 2-16,-10-3 8 15,-11-2-8-15,-10 0-1 16,-3-3 1-16,0 3 2 16,-6 1 5-16,-11 2 2 15,0 6-3-15,2 6-3 16,3 3-3-16,5 4 4 15,1 0-4-15,0 13-6 16,2 10 4-16,4 10 2 16,0 0 2-16,20-7-2 0,1-4 0 15,5-8 9-15,4-6-9 16,2-8-1-16,-3 0-2 16,-2 0-32-16,-4-15-185 15</inkml:trace>
  <inkml:trace contextRef="#ctx0" brushRef="#br0" timeOffset="22">5324 5311 840 0,'0'0'116'0,"0"0"-110"15,0 0-6-15,0 0-3 0,0 0 3 16,31 78 0-1,-15-48 1-15,1-4 0 0,-5-4-1 16,-3-5-1-16,-3-3 1 16,-6-8 0-16,0-1 2 15,0-3-4-15,0-2 3 16,0 0-1-16,-3 0 1 16,-6 0 6-16,6 0 5 15,0-5 10-15,3-10 2 16,0-9-13-16,8-9-11 15,17-1-13-15,8 3 5 16,3 6-19-16,-1 10 14 16,-5 6 6-16,-5 9 5 15,-8 0-2-15,-4 9-24 0,-7 11 5 16,-3 1 6-16,0-2 17 16,-3-4-4-16,0-5 9 15,0-5-5-15,0-5 2 16,0 0 2-16,0 0 29 15,0-3 6-15,0-9-39 16,8-6-5-16,5 2 5 16,2 2-1-16,-2 7-8 15,-2 4 8-15,-2 3-7 16,1 0 5-16,-4 7 2 16,4 8 1-16,0-1 0 15,0-4-1-15,2-2 1 16,-6-4 1-16,3-4 8 0,3 0-6 15,-4 0 12-15,2-9-7 16,0-11-5-16,-4-5 1 16,-5 0-4-16,-1 0-23 15,0 9 2-15,0 6 19 16,0 7 2-16,0 1 23 16,0 2-8-16,0 0-15 15,0 10 1-15,0 10-5 16,0 3 8-16,0 4 0 15,11-6 8-15,1-1-12 16,0-4 0-16,3-6-2 16,3-2-43-16,-3-8-102 0,4 0-192 15</inkml:trace>
  <inkml:trace contextRef="#ctx0" brushRef="#br0" timeOffset="23">6040 5254 827 0,'0'0'67'16,"0"0"-67"-16,0 0 0 16,0 0 3-16,0 0 18 15,0 95-13-15,0-72-4 16,0-5 3-16,-3-5-6 16,3-7 2-16,0-4-2 0,0-2 6 15,-3 0-2-15,3-2 5 16,0-15-7-1,0-3-3-15,13-3-13 0,7 3 13 16,-4 8-6-16,-3 3 3 16,1 8 1-16,-5 1 2 15,0 0-4-15,1 15 12 16,-4 7-7-16,4 3 9 16,1 1-9-16,1 0 2 15,0-5 1-15,3-7-1 16,-3-5-3-16,4-4-1 15,-5-5-8-15,-2 0 4 16,1-17 5-16,-1-11 5 16,-2-5-2-16,4-10-3 15,-8-6-6-15,-3-2-3 0,0-2-23 16,0 6 27-16,-18 7 5 16,6 10 1-16,5 14 35 15,4 9-12-15,3 5-2 16,0 2-20-16,0 2-2 15,0 17-4-15,16 10 4 16,5 12 0-16,-9 4 0 16,4 6 13-16,-2 1 3 15,-8-3-8-15,0-2 3 16,-2-11-6-16,-1-6-4 16,-3-10-1-16,0-11-8 15,0-2-19-15,0-7-54 16,0 0-51-16,0-12-98 0</inkml:trace>
  <inkml:trace contextRef="#ctx0" brushRef="#br0" timeOffset="24">6281 5267 775 0,'0'0'0'16,"0"0"10"-16,0 0-4 15,0 0 0-15,117-54-2 16,-71 40-8-16,-4 2 5 15,-6-1-1-15,-8 1 2 16,-4 0 3-16,-8 3-5 16,-7 0 4-16,-6 1-1 0,-3 2 12 15,0 2-5-15,0 1 7 16,0 3 0-16,-6 0-16 16,3 0 0-16,3 18-1 15,0 10 0-15,0 8 10 16,7 1 19-16,13 4 16 15,1-4-5-15,-3-1-21 16,-6-5-1-16,-7-6-9 16,-5-4-7-16,0-3 7 15,-11-2-8-15,-16-4 2 16,-8-1-1-16,0-7-4 16,-1-2-50-16,-1-2-52 0,4 0-96 15,9-6-174-15</inkml:trace>
  <inkml:trace contextRef="#ctx0" brushRef="#br0" timeOffset="25">8061 4541 539 0,'0'0'62'0,"0"0"-60"16,0 0 32-16,0 0 29 15,0 0-39-15,0 0-22 16,-6-8 10-16,6 8-9 0,0 0-3 15,-3-2 24-15,3 0-4 16,0-1-2-16,-3 1 0 16,3-1-2-16,-3 0-6 15,-2-1 3-15,5 4-8 16,0-2 9-16,0 1-11 16,-2 1 5-16,2 0-8 15,0 0 3-15,0 0 0 16,0 0-1-16,0 0-1 15,-5 0 2-15,-4 0 6 16,-10 3-9-16,-8 16 0 16,-11 4 1-16,0 5 20 0,2 1-19 15,-1 0 0-15,7-8-2 16,11-5-1-16,7-4 1 16,9-7 7-16,3-3-5 15,0-2-4-15,0 0-2 16,19 0 4-16,7-12 3 15,9-9 8-15,0-4-11 16,-1-4-1-16,-1 0-11 16,-5 2 7-16,-4 1-9 15,-5 8 14-15,-10 5 0 16,-5 3 0-16,3 5 1 16,-7 0 2-16,2 5 2 0,-2-3-5 15,0 3-2-15,0 0-5 16,0 0-3-16,0 0 0 15,0 3 6-15,0 6-12 16,0 2 15-16,0 2 1 16,0 0 0-16,0 8 0 15,0 4 2-15,0 4 4 16,0 7 7-16,0 8 6 16,-2 4-17-16,-3 2 15 15,2-3 3-15,1 0-18 16,1-5 15-16,1-10-6 15,0-4-11-15,0-9 7 16,0-5 1-16,0-3 0 16,0-5-6-16,1 0-1 15,1-1 2-15,-1 1-4 0,-1-3 2 16,0 0 2-16,0-1 7 16,2-2-17-16,-2 1 16 15,0-1-9-15,0 0 0 16,0 0-7-16,0 0 3 15,0 0 8-15,0 0-3 16,0 0 1-16,0 0-2 16,-6 0-17-16,-11-3 14 15,3 3-19-15,-7 0 18 16,-4 0-1-16,-1 0 5 0,-1 0-1 16,2 3 1-1,1 2-4-15,2 0 4 0,6-1 0 16,2 0 1-16,5-1-1 15,0 0 0-15,6-1-1 16,0 1 3-16,3-2-4 16,0 1 2-16,0-2 0 15,0 1 0-15,0-1 1 16,0 0 5-16,0 0-3 16,0 2-6-16,0-2 0 15,0 1 1-15,18 1 2 16,12-1 16-16,13-1-12 15,8 0 4-15,10 0 8 0,2 0-14 16,-2 0-1 0,0-3 31-16,-12 0-15 0,-10 2-14 15,-12-1 7-15,-11 1 1 16,-10 1-9-16,-3 0-2 16,-1-3 1-16,-2 3 4 15,0 0-3-15,0-2 11 16,0 2 6-16,0-2-18 15,0 2 1-15,0 0 7 16,0 0-9-16,0 0 0 16,0 0-5-16,0 0-6 15,0 0-4-15,0 0-1 16,0 0-10-16,-2 0-22 16,-7 4-33-16,2 0-60 0,-2-4-179 15</inkml:trace>
  <inkml:trace contextRef="#ctx0" brushRef="#br0" timeOffset="26">9150 4771 10 0,'0'0'7'16,"0"0"40"-16,0 0 5 15,0 0-26-15,0 0 0 16,0 0 19-16,0 0 16 16,0 0 3-16,0 0-20 15,3-5 2-15,-3 5 8 16,0 0 18-16,0 0-27 15,0 0 6-15,0 0-8 0,0 0 17 16,0 0-5-16,0 0-15 16,0 0-7-16,0 0-9 15,0 0-18-15,0 0 7 16,0 0-2-16,0 0-1 16,0 0 2-16,0 0 2 15,0 0 4-15,0 0-5 16,0 0-5-16,0 0 4 15,0-3-6-15,0 3-1 16,0 0-3-16,0 0 0 16,0 0-2-16,0 3-4 15,9 14-4-15,1 7 4 0,2 7 4 16,2 1 4-16,-1 2-4 16,-4 1 1-16,2-4 1 15,-1-1-2-15,-1-4 0 16,-6-6 2-16,4-5-2 15,-7-5 1-15,0-3 2 16,0-4-5-16,0-3 3 16,0 0-1-16,0 0 0 15,0 0 7-15,0 0-2 16,0-10 5-16,0-12-9 16,0-10-2-16,9-9 1 15,11-5-4-15,7-6-4 16,11 2-11-16,1 7 9 15,0 12 8-15,-10 9 0 16,0 15-4-16,-2 7 4 0,-2 12 1 16,1 22-4-16,0 12 10 15,-9 9 1-15,-1 5 6 16,-5 0-9-16,2-4 3 16,-1-9-5-16,-3-13 3 15,-3-11-3-15,-3-13-1 16,-3-6 3-16,0-3 1 15,0-1 8-15,0 0-12 16,3-7-7-16,-1-15-124 16,4-12-480-16</inkml:trace>
  <inkml:trace contextRef="#ctx0" brushRef="#br0" timeOffset="27">9945 4970 435 0,'0'0'365'0,"0"0"-344"16,0 0-18-16,0 0 27 16,0 0 15-16,82 0-3 15,-31 0-13-15,1-3 28 16,-9 0-4-16,-11-2-48 15,-13 5-1-15,-9 0-2 16,-6 0 3-16,-2 0-5 16,-2 0-1-16,0 0-42 15,0 0-29-15,-3 0-28 0,0 0-236 16</inkml:trace>
  <inkml:trace contextRef="#ctx0" brushRef="#br0" timeOffset="28">10939 4757 538 0,'0'0'309'16,"0"0"-290"-16,0 0-14 15,0 0 23-15,0 0 0 16,0 0-28-16,-53-58 0 15,25 57 0-15,-5 1 0 16,-6 0-1-16,-1 2 2 16,1 10-3-16,1 3 3 0,9-1-1 15,5-3 0 1,12 0 7-16,6-3-7 16,2 1 2-16,4 0-4 0,7 1 4 15,20 1 9-15,11 0 14 16,15-1 6-16,-2 0-27 15,1 4 11-15,-7 1-14 16,-12 1 3-16,-14 6-4 16,-13 2-1-16,-6 0-3 15,-22-1 4-15,-17-2 3 16,-12-4 5-16,-5-8 3 16,3-6 8-16,8-3 16 15,10 0 0-15,12 0-6 16,7-7-20-16,10-3-6 15,6-4-3-15,0-5-31 0,9-3-125 16,13-5-165-16</inkml:trace>
  <inkml:trace contextRef="#ctx0" brushRef="#br0" timeOffset="29">11292 4973 690 0,'0'0'32'0,"0"0"9"16,0 0 73-16,0 0-37 15,91-4-50-15,-57 1-13 16,4-1 4-16,-2 4-10 16,-4 0-5-16,-10 0-3 15,-8 0 0-15,-4 0 0 16,-10 0-2-16,3 0-19 15,-3 0-50-15,0 0-46 16,0 0-220-16</inkml:trace>
  <inkml:trace contextRef="#ctx0" brushRef="#br0" timeOffset="30">11857 4627 595 0,'0'0'44'15,"0"0"-35"-15,0 0 100 16,0 0-7-16,0 0-62 16,0 0-23-16,-8-14-7 15,8 14-3-15,0 3-2 16,8 12-3-16,7 11 9 15,3 10 7-15,-1 6 10 16,2 8 18-16,-3-2-21 16,-1-3-4-16,-3-3 6 15,0-3-25-15,-6-6 11 0,1-5-12 16,-4-8 4-16,-2-6-5 16,1-7 2-16,-2-1 1 15,0-6 6-15,0 1-7 16,1-1 5-16,-1 0 3 15,0 0-7-15,2 0 7 16,-2 0-4-16,1 0-6 16,1 0-15-16,-1 0-7 15,3-1-32-15,-1-7-11 16,0-2-35-16,0-5-96 16</inkml:trace>
  <inkml:trace contextRef="#ctx0" brushRef="#br0" timeOffset="31">13973 4134 142 0,'0'0'166'0,"0"0"-79"16,0 0 26-1,0 0-12-15,0 0-29 0,0 0-29 16,0 0-36-16,2-20-4 16,-2 19 7-16,0 1 13 15,0 0-11-15,0 0-11 16,0 0 27-16,0 0-9 16,0 0-1-16,0 0-9 15,0 0 29-15,0 0-22 16,0 0 14-16,0 0-1 15,0 0-7-15,0 0 11 16,0 0-10-16,-2 0-10 16,2 0 5-16,0 0-10 0,0 0 1 15,0 0-5 1,0 0-2-16,0 0-2 0,-1 4-6 16,-9 13 4-16,-2 15 4 15,-11 12 5-15,4 12-7 16,-7 6 21-16,6 7 10 15,3-5-10-15,5-1-7 16,8-8-2-16,4-10-9 16,0-6 5-16,13-4 7 15,16-9-7-15,8-7-5 16,8-3 21-16,1-9-19 16,-4-2-5-16,-4-5-1 15,-5 0-59-15,-7-5-48 16,-9-15-56-16,-8-10-139 0</inkml:trace>
  <inkml:trace contextRef="#ctx0" brushRef="#br0" timeOffset="32">13699 4511 722 0,'0'0'75'16,"0"0"-75"-16,85-41 0 15,-31 32 6-15,5 1 21 16,3 4-22-16,-13 1-5 16,-7 3-33-16,-17-1-98 15,-15-3-255-15</inkml:trace>
  <inkml:trace contextRef="#ctx0" brushRef="#br0" timeOffset="33">14801 4296 508 0,'0'0'169'0,"0"0"-124"16,0 0 25-16,0 0 24 0,0 0-40 15,0 0 1-15,-1-54-31 16,-4 50-19-16,4 4-4 15,-5 0-1-15,-11 0-1 16,-6 12-4-16,-9 12 5 16,-4 8 3-16,1 9-1 15,3 6-2-15,8 4 9 16,11-1 4-16,13-4-5 16,0-3-2-16,20-4 10 15,11-5-1-15,3-8-3 0,5-4 2 16,-6-7-14-1,-1-6-6-15,-2-8-93 0,-6-1-163 16</inkml:trace>
  <inkml:trace contextRef="#ctx0" brushRef="#br0" timeOffset="34">14953 4459 437 0,'0'0'375'16,"0"0"-375"-16,0 0-12 0,0 0 12 15,0 0 21 1,94 98-8-16,-72-59-10 0,-6-5-3 16,-6-7-1-16,-2-10-4 15,-8-8-5-15,0-7 7 16,0-2 3-16,-5-6 54 15,-8-14-24-15,-3-6-20 16,8-3 3-16,8-1-5 16,0 4 7-16,15 4-1 15,21 5 3-15,10 9-11 16,6 7-6-16,-2 1 2 16,0 6-2-16,-7 12 10 15,-8 3 0-15,-10 1 2 16,-7 1-11-16,-8-3 5 0,-5-2-5 15,-5-3-1-15,0-3 0 16,0-2 0-16,-15-1-34 16,-11-8-93-16,3-1-269 15</inkml:trace>
  <inkml:trace contextRef="#ctx0" brushRef="#br0" timeOffset="35">15288 4284 596 0,'0'0'68'0,"110"0"-67"0,-32 4 13 15,3 13 67-15,-2 8-16 16,-11 9-33-16,-13 7 14 15,-19 3-14-15,-19 2 20 16,-15 0-30-16,-2 2-10 16,-26-4-3-16,-7 1-1 15,-6-10-1-15,3-7 2 16,1-6-9-16,3-5 3 16,-4-4-3-16,3-1-70 15,4-10-146-15</inkml:trace>
  <inkml:trace contextRef="#ctx0" brushRef="#br0" timeOffset="36">16226 4628 669 0,'0'0'125'16,"0"0"-117"-16,0 0 65 15,0 0 24-15,82 0-52 16,-14 0-15-16,13 0 7 16,-3 0 2-16,-13 0-25 15,-16 0-13-15,-11 0 5 16,-13 0-4-16,-7 0-2 15,-9 0-7-15,-6 0-43 16,-3 0-23-16,0 0-42 16,-11-4-115-16</inkml:trace>
  <inkml:trace contextRef="#ctx0" brushRef="#br0" timeOffset="37">17464 4282 524 0,'0'0'32'0,"0"0"-29"15,0 0 61-15,0 0 25 16,0 0-28-16,0 0 8 16,19-38-2-16,-19 35-9 15,0-3-12-15,0 5-6 16,0 1-6-16,0 0-17 16,0 0-4-16,0 0-13 15,-1 15-8-15,-17 16-3 0,-9 14 11 16,2 13 15-1,1 4-6-15,9 2 9 0,9-6-7 16,6-7 6-16,0-6-16 16,6-6-1-16,12-6 1 15,6-2-1-15,-2-9 10 16,5-6-1-16,1-9-9 16,2-7-47-16,0 0-85 15,-4-24-128-15</inkml:trace>
  <inkml:trace contextRef="#ctx0" brushRef="#br0" timeOffset="38">17303 4524 878 0,'0'0'84'15,"0"0"-80"-15,115-29-4 16,-66 22 15-16,3 5-9 15,-3 2-6-15,2 0-36 16,-3-2-178-16</inkml:trace>
  <inkml:trace contextRef="#ctx0" brushRef="#br0" timeOffset="39">17873 4560 760 0,'0'0'138'15,"0"0"-133"-15,0 0 27 16,0 75 57-16,0-51-52 16,0 2-36-16,0-4 3 15,0-2 1-15,0-4-1 16,0-4-3-16,6-4-1 16,-5-8-17-16,2 0-33 15,-3-5 5-15,0-19 31 16,0-7-133-16,0-6 26 15,1 3 84-15,2 3 14 16,0 7 23-16,2 6 0 16,-4 5-5-16,1 2 2 15,-1 0-77-15</inkml:trace>
  <inkml:trace contextRef="#ctx0" brushRef="#br0" timeOffset="40">18181 4550 164 0,'0'0'633'0,"0"0"-609"15,0 0-10-15,0 0 80 16,0 0-53-16,0 0-25 16,81 90-5-16,-72-62-7 15,1 0 0-15,-2-6-3 0,-2-5-1 16,-3-9 2-16,-2-2 9 15,-1-6-11-15,0 0 3 16,0 0 46-16,0-3 9 16,0-11-9-16,0-6-39 15,0-6-9-15,12-3-1 16,18 0-19-16,9 5-12 16,-1 10-5-16,2 8 7 15,-5 6 10-15,-2 2 8 16,-10 15 7-16,-4 4-3 15,-10 1-7-15,-3-2-37 16,-4-4 41-16,0-7 6 16,-2-5 4-16,0-4 0 15,0 0 2-15,0 0 13 16,4-16 24-16,7-4-39 0,8 1-4 16,3 4-1-1,3 7 5-15,-3 7-3 0,-4 1 1 16,-5 0 1-16,-1 8 2 15,-2 8-2-15,0 1 3 16,3 0 2-16,-1-3-4 16,6-2 0-16,-2-5 16 15,13-6 17-15,-1-1 0 16,5-1-18-16,3-18-9 16,-7-1 7-16,0-5-13 15,-6-1-1-15,-5 1-20 16,-10 6 1-16,-4 6 18 0,-4 6 2 15,0 7 5-15,0 0-5 16,0 4-4-16,-9 18 1 16,-1 9 3-16,9 1 0 15,1 0 0-15,16-4 30 16,17-8 0-16,2-3 1 16,3-7-16-16,-1-5-14 15,-6-5-2-15,-5 0-29 16,-1-16-120-16,-4-14-579 15</inkml:trace>
  <inkml:trace contextRef="#ctx0" brushRef="#br0" timeOffset="41">20062 4534 708 0,'0'0'100'16,"0"0"-89"-1,0 0 16-15,0 0 0 16,0 0-23-16,-104-20 9 0,71 45-5 16,-2 8 35-16,9 2-5 15,8 1-4-15,13 0-20 16,5-3-3-16,6-7-6 16,20-1-3-16,7-8-2 15,4-5-55-15,3-8-210 16</inkml:trace>
  <inkml:trace contextRef="#ctx0" brushRef="#br0" timeOffset="42">20149 4572 699 0,'0'0'4'0,"0"0"5"16,0 0 34-16,-72 106-15 15,78-72-11-15,25-4 5 16,11-6 20-16,6-12 14 16,-6-7-10-16,-8-5-28 15,-10 0 12-15,-14-17 14 16,-9-12-5-16,-1-8-35 16,-10-1 1-16,-15 3-5 15,-1 4 0-15,3 9-31 16,3 5-62-16,14 2-155 0</inkml:trace>
  <inkml:trace contextRef="#ctx0" brushRef="#br0" timeOffset="43">20453 4574 419 0,'0'0'521'0,"0"0"-508"15,0 0-10-15,0 0 0 16,0 0 8-16,30 85-3 16,-19-53-2-16,2-2-4 15,-4-8 7-15,-2-7 9 0,-3-7-5 16,-4-5-9 0,0-3 1-16,0 0 10 0,0 0 29 15,0-1 4-15,0-9-10 16,0-2-32-16,0-2-6 15,9 0-2-15,16 3-5 16,7 4 0-16,-2 6-2 16,-2 1 9-16,-4 0-1 15,-8 11-1-15,-2 0-2 16,-7 2-4-16,-4-1 6 16,-1-6 2-16,1 0 8 15,-3-6-8-15,1 0 2 0,-1 0-1 16,5 0 8-16,5-12 17 15,8-5-18 1,12 0-8-16,7 5-8 16,2 7 8-16,-5 5 8 0,-7 0-8 15,-9 7-6-15,-3 9 4 16,-4 3-1-16,-8 2 0 16,-3 1 0-16,0-2 0 15,0 1 5-15,-10-8-5 16,-7 0-67-16,2-10-187 15</inkml:trace>
  <inkml:trace contextRef="#ctx0" brushRef="#br0" timeOffset="44">21153 4621 847 0,'0'0'95'15,"0"0"-87"-15,0 0-8 16,77 104 33-16,-53-52-6 16,-8-2-13-16,-4 0 7 15,-8-5-14-15,-2-5 1 16,-2-6-6-16,2-7 3 16,-1-8 3-16,-1-11 2 15,0-5-9-15,0-3 7 16,0 0 37-16,0-5 4 0,0-20 13 15,0-6-58-15,0-8 8 16,5-10-12-16,5-5-3 16,6-1 3-16,10 2 6 15,5 11-6-15,4 16-5 16,3 11-6-16,-2 13 0 16,-11 2 7-16,-8 2-5 15,-16 18 1-15,-1 8-1 16,-33 0 4-16,-16 3 1 15,-6-8-22-15,4-5-68 16,13-11-69-16,19-4-245 16</inkml:trace>
  <inkml:trace contextRef="#ctx0" brushRef="#br0" timeOffset="45">21768 4431 909 0,'0'0'3'16,"0"0"6"-16,0 0-9 16,0 0 3-16,0 0 3 15,0 93 7-15,-4-41 4 0,0 4-3 16,4 0-8-16,0-10 12 15,16-6-10-15,9-10 3 16,6-10 24 0,2-6-4-16,0-9 6 0,-3-5-2 15,-2 0-14-15,-4-19-6 16,-4-9-10-16,-4-5-5 16,-6 2-10-16,-6 6-4 15,-1 9 11-15,-3 11 2 16,0 5 1-16,0 0-3 15,0 9-7-15,0 13 3 16,0 7-1-16,-2 3 8 16,2-3 8-16,0-3-5 15,0-4-3-15,0-3-9 16,2-11-184-16,5-6-530 0</inkml:trace>
  <inkml:trace contextRef="#ctx0" brushRef="#br0" timeOffset="46">22189 4766 1102 0,'0'0'49'16,"0"0"-44"-16,0 0 26 16,0 0-27-16,112-31-1 0,-58 31-6 15,-11 7-12 1,-10 6-11-16,-14 0 20 0,-11 1 4 15,-8 3-7-15,0 5-3 16,-20 2 0-16,-8 3 9 16,2-3 0-16,9-3 3 15,8-6 1-15,9-5-1 16,0-5 0-16,0-3 0 16,16-2 10-16,8 0 23 15,6-15 13-15,7-6-25 16,-3-8-15-16,4 0-1 15,-3-7-4-15,0 0-1 16,-5 7 0-16,-10 9-5 16,-8 8 4-16,-7 11-2 15,-3 1 0-15,-2 0 0 0,0 18-26 16,-5 11 16 0,-7 7 9-16,6-2 4 0,2-5 0 15,4-2 3-15,4-10 2 16,11-6-3-16,9-8-2 15,3-3 1-15,3 0 10 16,5-12-4-16,-5-14-7 16,-2-1-1-16,-4-5-2 15,-6 0-2-15,-2 8-12 16,-6 9 16-16,-3 7 1 16,-5 8 5-16,-2 0-5 15,0 12-20-15,0 14 6 0,0 8 14 16,0-2 5-16,0-3 2 15,0-7 4-15,0-4-11 16,0-8 7 0,0-6-4-16,0-4-3 0,0 0-95 15,0-11-167-15</inkml:trace>
  <inkml:trace contextRef="#ctx0" brushRef="#br0" timeOffset="47">23261 4425 862 0,'0'0'46'0,"0"0"-37"16,2 92 79-16,-2-49-15 15,0 4-38-15,-2 5-19 16,-4-4-7-16,2-4-7 16,1-8 3-16,2-12-1 15,-2-7-4-15,-10-4-10 16,-4-7-127-16,-5-6-140 0</inkml:trace>
  <inkml:trace contextRef="#ctx0" brushRef="#br0" timeOffset="48">23053 4754 900 0,'0'0'18'0,"0"0"-9"15,98-66 17-15,-53 46-12 16,0 1-14-16,4 0-20 15,-4 2-50-15,-4 3-24 16,-10 7 4-16,-9 7 31 16,-11 0 47-16,-9 15 12 15,-2 15 16-15,-2 8 40 0,-9 4 4 16,4 0-11-16,7-8-25 16,0-6-1-16,10-11 42 15,15-12-16-15,8-5 15 16,7-5-2-16,0-22-49 15,-2-4-4-15,-6-3-8 16,-2 0-1-16,-4 8-44 16,-3 11 22-16,0 15 3 15,-2 0 0-15,-2 29 17 16,-4 9-4-16,-5 6 12 16,-8 1-10-16,-2-1 7 15,-3-4-3-15,-20-9 4 0,-8-4-2 16,-9-10 4-1,-9-7-6-15,0-3 1 16,1-4-3-16,2-3 2 16,11 0-109-16,13-17-280 0</inkml:trace>
  <inkml:trace contextRef="#ctx0" brushRef="#br0" timeOffset="49">24618 4848 643 0,'0'0'0'16,"0"0"0"-16,-63 84 3 15,57-57 25-15,6 0-13 16,9-8 28-16,18-7 16 16,6-7-4-16,2-5-21 15,-4 0-12-15,-5-19-22 16,-9-6 0-16,-10-4-5 0,-7-3-46 15,-3 1 30-15,-11 6 7 16,4 7 14-16,4 5 41 16,4 7 35-16,2 6 24 15,0 0-34-15,0 0-44 16,2-3 8-16,17-5 2 16,6-6-29-16,5-3 3 15,0-4-6-15,-2-5 7 16,-4-2-11-16,0-8 11 15,-4 2-5-15,-5-4-2 16,-4-2 3-16,-8 4-6 16,-3 5 3-16,0 7-9 15,0 14 5-15,0 6 4 16,0 4 0-16,0 9-13 16,7 20-3-16,16 18 15 0,12 10 1 15,8 10 8-15,3 4 11 16,-8-5-6-16,-12-6-4 15,-16-12-3-15,-10-11-2 16,-7-9-4-16,-33-9 4 16,-20-6-4-16,-5-8 0 15,3-3-2-15,18-2 2 16,21 0-1-16,21 0 1 16,2-9 11-16,32-15 54 15,21-2-57-15,11-5-7 0,3-2-1 16,-4 2-2-1,-11 1-58-15,-12 1-58 0,-7-1-220 16</inkml:trace>
  <inkml:trace contextRef="#ctx0" brushRef="#br0" timeOffset="50">14927 5249 599 0,'0'0'75'16,"0"0"-52"-16,0 0 111 15,0 0-28-15,0 0-59 16,0 0-3-16,32-42 0 16,-35 36 5-16,-19 1-36 15,-14 3-11-15,-13 2 0 16,-12 2 2-16,-5 18-2 0,11 5-2 15,10 3-8-15,15 0 8 16,17-1-2-16,13-2 2 16,6-2-1-16,28-5-11 15,15-2 12-15,8 1 10 16,-6-4-10-16,-10 1 3 16,-16-5-8-16,-15-1 5 15,-10 0-9-15,0-1 1 16,-22 2 8-16,-14 0 1 15,-10 2 7-15,1-5-8 0,6 0 2 16,12-1-4 0,12-2-37-16,15-3-48 15,0 0-95-15,29-3-247 0</inkml:trace>
  <inkml:trace contextRef="#ctx0" brushRef="#br0" timeOffset="51">15317 5439 666 0,'0'0'6'0,"-1"86"0"16,28-50 11-16,18-8 12 15,8-14 24-15,5-13-18 0,-1-1-1 16,-12-13 13-1,-17-10-21-15,-16-7 15 0,-12 0 14 16,-10-2-13 0,-20 4-27-16,-1 5 1 0,-4 4-16 15,1 8-15-15,6 2-54 16,1 6-71-16,4 0-157 16</inkml:trace>
  <inkml:trace contextRef="#ctx0" brushRef="#br0" timeOffset="52">15749 5370 854 0,'0'0'47'0,"0"0"-45"16,0 0 32-16,31 86 8 15,-16-51-15-15,-3-5-21 16,1-3-1-16,-6-8-2 15,-2-8 1-15,-2-5 3 16,-2-4-7-16,-1-2 0 16,0 0 2-16,0 0 47 15,3-2 26-15,8-18 0 16,4-14-33-16,9-10-38 16,-1-6-4-16,6-1 0 15,0 0-16-15,1 8-58 16,-2 11-36-16,-3 11-87 0,2 8-360 15</inkml:trace>
  <inkml:trace contextRef="#ctx0" brushRef="#br0" timeOffset="53">16290 5241 210 0,'0'0'714'0,"0"0"-684"16,0 0-27-16,0 0 0 15,31 77 79-15,-12-39-23 16,0 1-22-16,-4 4-22 16,-1-5-6-16,-7-1-4 15,-7-8-4-15,0-7-1 0,0-5-54 16,-23-9-58 0,-9-8-48-16,-4 0-318 0</inkml:trace>
  <inkml:trace contextRef="#ctx0" brushRef="#br0" timeOffset="54">16284 5399 732 0,'0'0'93'0,"83"-26"-87"16,-29 14 18-16,3 1 101 16,-4 5-72-16,-7 1-33 15,-11 4-12-15,-12 1 6 0,-3 0-8 16,-7 0-1-16,-6 0-1 15,-1 11-4-15,-3 3 3 16,-3 9 9 0,0 3-11-16,0 4 10 0,0-2-8 15,-3-4-3-15,3-5 6 16,0-4-5-16,0-6 0 16,0-1 2-16,0-8-2 15,0 0 1-15,0 0-2 16,0 0 0-16,0-20 0 15,0-7-11-15,7-10-103 16,3-3-117-16,4 4-289 16</inkml:trace>
  <inkml:trace contextRef="#ctx0" brushRef="#br0" timeOffset="55">16892 5316 618 0,'0'0'39'0,"0"0"-26"15,0 0 59-15,65 76-12 16,-56-48-18-1,2 0-8-15,-5-1-13 0,-2-7-19 16,-2-9 8-16,-2-4-2 16,0-7 9-16,0 0 6 15,-2 0 66-15,-6-15-26 16,5-5-39-16,3-5-6 16,13-3 1-16,20 7-18 15,5 6 8-15,3 8-9 16,-3 7 21-16,-7 0-10 0,-6 1 1 15,-4 11-7-15,-7 7-5 16,-7 1 0-16,-2-1 1 16,-3 2 1-16,1-4-2 15,3-4-54-15,6-4-101 16,14-6-141-16</inkml:trace>
  <inkml:trace contextRef="#ctx0" brushRef="#br0" timeOffset="56">17674 5421 712 0,'0'0'79'0,"0"0"-78"15,-90-31 85-15,58 31-15 0,-3 0-46 16,10 10-3-16,7 14-22 16,8 5 11-16,7 2-4 15,3-4-7-15,3-7 1 16,13-6 16-16,10-9 31 15,2-5 9-15,2 0-28 16,-1-8 2-16,-3-13-11 16,-2-1-11-16,-9-3-5 15,-3-1-2-15,-7 2-1 16,-5 2-1-16,0 2-2 16,0 6 1-16,-6 5 1 15,1 6-2-15,5 3 1 0,0 0-4 16,0 5-8-16,1 14 6 15,14 7 3-15,2 6 4 16,3 2 5-16,0 2 9 16,-7-4-5-16,-3-1-7 15,-7-2 3-15,-3 0-5 16,0-2-4-16,0-4 4 16,-11 0-1-16,-4-1 4 15,-9-5 4-15,-8-4-6 16,0-2-2-16,-1-8-3 15,3-3-8-15,3 0-5 16,0-3-58-16,7-19-86 16,7-8-421-16</inkml:trace>
  <inkml:trace contextRef="#ctx0" brushRef="#br0" timeOffset="57">18395 5386 870 0,'0'0'149'16,"0"0"-133"-16,0 0-11 15,0 0 34-15,0 0-23 16,0 0-16-16,0 56 1 15,0-19 2-15,0 4 1 16,0-2 4-16,0-10-3 16,0-8-4-16,0-10 0 15,0-10 1-15,0-1 3 16,0 0 6-16,0-9 48 16,0-17-8-16,4-9-50 15,8 0-2-15,13-2-1 0,16 3-2 16,8 12-19-1,6 8-1-15,-4 14 9 0,-9 0 13 16,-8 15-5-16,-12 11 7 16,-9 8 7-16,-3 2 8 15,-10-2-1-15,0 1-2 16,0-7 1-16,0-8-6 16,-3-6-4-16,-1-5 3 15,3-6-6-15,1-3-61 16,0 0-215-16</inkml:trace>
  <inkml:trace contextRef="#ctx0" brushRef="#br0" timeOffset="58">19536 5668 561 0,'0'0'45'0,"0"0"-43"0,0 0 98 16,0 0-68-16,68-75 4 15,-65 53-6-15,-3 1 4 16,0 1 27-16,-4 4-10 16,-13 6-19-16,-5 5-26 15,-6 5 2-15,-7 0-8 16,-1 17 3-16,-1 9-3 16,9 6 9-16,11 0-7 15,16 1 0-15,2-4 5 16,32-2-2-16,13-6 26 15,10-1-3-15,2-4-26 16,5-6 0-16,-7-9 10 16,-7-1-6-16,-11-8-1 15,-8-14 34-15,-8-12-3 0,-7-8-16 16,-3-12-19-16,-12-7 2 16,0-7-6-16,0 0-1 15,0 12 2-15,0 16-7 16,0 16 9-16,0 12 0 15,0 12 4-15,0 0-4 16,0 17-11-16,0 16-2 16,0 15 13-16,0 9 0 15,0 8 23-15,0 0-17 16,0-1-6-16,0-5 0 16,4-5 4-16,23-6 1 15,9-10-5-15,13-6 4 16,2-11-3-16,-2-10 9 0,-4-11-4 15,-8-5-2-15,-6-26-3 16,-7-11 4-16,-3-12-3 16,-6-4-2-16,-9-1 0 15,-6-7 8-15,0 3-8 16,0 0-1-16,0 13 1 16,0 13 0-16,-2 13-7 15,2 10 7-15,0 11 12 16,0 3-12-16,5 3 0 15,9 19-3-15,6 14-4 16,-5 11 7-16,-4 10 5 0,-4 1-5 16,-1 2 1-1,0-3 0-15,1-7-1 0,-5-3 2 16,-2-10-2-16,0-12-3 16,0-9-27-16,0-13-78 15,-9-3-84-15,-3-14-165 16</inkml:trace>
  <inkml:trace contextRef="#ctx0" brushRef="#br0" timeOffset="59">20254 5640 752 0,'0'0'73'16,"0"0"-55"-16,0 0 27 16,123-40 9-16,-71 33-33 15,-1-2-14-15,-1-4-2 16,-11-1 5-16,-12-1-9 0,-13-4-1 15,-7 2 4-15,-7 2-4 16,-2 2 0-16,-12 5 6 16,4 5-6-16,4 3 0 15,6 15 0-15,0 16 8 16,11 7-6-16,17 9 37 16,4 1 10-16,-4-4-12 15,-7-4-5-15,-12-8-9 16,-9-10-12-16,0-7-5 15,-25-6 11-15,-13-6 4 16,-6-3 6-16,2 0-17 16,6 0-10-16,7-2 0 15,9-3-62-15,8-3-89 0,12-6-257 16</inkml:trace>
  <inkml:trace contextRef="#ctx0" brushRef="#br0" timeOffset="60">21377 5632 644 0,'0'0'56'15,"0"0"-49"-15,0 0 41 16,0 0-18-16,0 0-28 16,0 0 0-16,-20 89 87 15,17-39-34-15,3 1-20 16,7-2 4-16,16-5-20 0,5-13 1 16,8-11 13-16,0-11 17 15,0-9-14-15,-5 0 5 16,-6-16-18-16,-4-15-10 15,-7-11-9-15,-3-5-8 16,-5-3 4-16,0 2-20 16,0 11-4-16,-2 12 21 15,2 12 2-15,-3 8 2 16,-1 5 1-16,0 0-2 16,5 12-10-16,2 11 0 15,3 5 10-15,1 1 1 16,-1-3 1-16,-1-1-2 15,1-8 0-15,-1-6 3 0,-3-4 4 16,0-7-2-16,0-3 0 16,-2-17 30-16,0-10-29 15,-4 2-2-15,-2 5-8 16,0 4-1-16,0 12 4 16,0 5-2-16,0 2-2 15,21 3-2-15,14 23-7 16,12 9 12-16,4 7 4 15,-7-5 2-15,-18-6 0 16,-12-5-4-16,-14-11 2 0,-1-3-2 16,-33-5 0-1,-15-6 22-15,-7-1-15 0,0 0-7 16,8-6 0-16,6-1-9 16,11-2-77-16,13-4-159 15</inkml:trace>
  <inkml:trace contextRef="#ctx0" brushRef="#br0" timeOffset="61">22074 5770 843 0,'0'0'17'16,"0"0"20"-16,-13 99 68 0,13-68-26 15,0 0-34-15,0-9-15 16,0-8-25-16,0-6-3 16,0-8-2-16,0 0-5 15,-6-11-166-15</inkml:trace>
  <inkml:trace contextRef="#ctx0" brushRef="#br0" timeOffset="62">22226 5713 941 0,'0'0'30'0,"0"0"-27"16,0 0-3-16,53 100 20 0,-37-63-5 16,-1-1 9-16,-2-7-5 15,-5-12-2-15,-4-7-12 16,-2-7 0-16,-2-3-4 15,0 0 30-15,0-11 29 16,0-12-29-16,0-7-29 16,19 5 0-16,11 1-2 15,10 8-7-15,5 11 4 16,-6 5 3-16,-8 2 0 16,-9 15-1-16,-8 7-4 15,-6 2 1-15,-8-1 3 16,0-1-2-16,-2-3 3 15,-10-1-2-15,-3-3-22 0,2-1-197 16,8-8-371-16</inkml:trace>
  <inkml:trace contextRef="#ctx0" brushRef="#br0" timeOffset="63">22836 5811 525 0,'0'0'135'15,"0"0"-128"-15,-117 63 40 0,90-32 4 16,11 0-18-16,16-3-29 16,2-5-2-16,21-6 5 15,10-7 41-15,0-8-15 16,-1-2-13-16,-5-9 28 15,-4-11-26-15,-3-4 9 16,-8-2 0-16,-3 0 9 16,-3 6-24-16,-3 0-14 15,-2 10-2-15,1 9 11 16,-2 1-11-16,3 0 0 16,2 11-2-16,-1 15-8 15,1 11 8-15,3 7 2 16,-5 3-1-16,0 1 1 0,-3 2 0 15,0-2 0-15,0 2 21 16,0-5-6-16,-7-7 21 16,-3-6-1-16,-2-11-10 15,-12-8-11-15,-8-6 0 16,-10-7 3-16,-5 0 2 16,3-10-11-16,15 0 8 15,11 3 4-15,18-2 37 16,3-2 18-16,34-5-38 15,14-3-37-15,13-2 0 16,-3 2-8-16,-10 2-70 16,-12 1-58-16,-8 2-85 15</inkml:trace>
  <inkml:trace contextRef="#ctx0" brushRef="#br0" timeOffset="64">23670 5581 406 0,'0'0'236'0,"0"0"-228"16,0 0 14-16,0 0 66 15,-86-34-40-15,68 29-9 16,2 3-25-16,-1 2 9 16,-4 0 5-16,-1 0-22 15,-9 14-4-15,-7 13 14 16,-2 9-4-16,-2 8 4 15,6 8-8-15,13 5-2 16,13 1-2-16,10-5-4 0,15-7 5 16,22-17 0-1,12-10 57-15,7-8-10 0,1-11-16 16,-5 0-15-16,-7-20 12 16,-12-14-9-16,-8-10-17 15,-13-12-5-15,-12-5-2 16,-2-3-14-16,-28 8 4 15,-5 9 10-15,-4 14-1 16,2 12-11-16,4 13-29 16,0 8-30-16,8 8-45 15,2 18-63-15,8 8-93 16</inkml:trace>
  <inkml:trace contextRef="#ctx0" brushRef="#br0" timeOffset="65">23363 5900 35 0,'0'0'655'16,"0"0"-573"-16,0 0 66 16,0 0-41-16,-52-82-37 15,52 68 15-15,4 6-42 16,20 6-42-16,11 2 3 16,3 7-2-16,-2 17-4 15,-5 8 0-15,-2 2 2 16,-3 3 0-16,-2-4-2 15,-4 1 1-15,1-7 1 0,-3-3-1 16,1-7 2 0,-2-3-2-16,0-5-8 0,-1-8-127 15,1-1-133 1</inkml:trace>
  <inkml:trace contextRef="#ctx0" brushRef="#br0" timeOffset="66">23853 5917 940 0,'0'0'145'16,"0"0"-145"-16,0 0-11 16,0 0 10-16,-7 75 2 15,14-50 5-15,16-3-6 0,7-5 13 16,4-6 10-16,-1-8-5 15,-5-3-9-15,-5-8-8 16,-7-18 13 0,-3-4-12-16,-5-6 1 0,-3 0-3 15,-4 7-17-15,-1 5 11 16,3 14 5-16,-1 3 1 16,0 7-1-16,-1 2-3 15,6 18-12-15,0 11 11 16,4 2 5-16,4 1-1 15,3-6 1-15,1-4-3 16,2-5 11-16,-2-7-11 16,-1-6 6-16,-6-6 6 15,-2 0-8-15,-2-11 19 0,-3-9-14 16,-2-1-6-16,-2 3 0 16,-1 5 4-16,0 6-4 15,0 7 13-15,2 0 10 16,1 0-23-16,5 14-3 15,3 10 3-15,5 5 15 16,0-2-4-16,1-3 0 16,-5-5-4-16,-4-8-6 15,-5-7-1-15,-3-4 0 16,0 0-1-16,0-15-6 16,-10-13-158-16,-10-8-234 15</inkml:trace>
  <inkml:trace contextRef="#ctx0" brushRef="#br0" timeOffset="67">24232 5789 889 0,'0'0'163'16,"0"0"-132"-16,0 0-9 15,0 0 1-15,0 0-23 16,0 0-228-16,27 16-301 16</inkml:trace>
  <inkml:trace contextRef="#ctx0" brushRef="#br0" timeOffset="68">24716 5898 909 0,'0'0'34'16,"0"0"-10"-16,-100-32 88 16,60 32-68-16,0 15-33 15,5 15-6-15,8 9 4 16,14-2-7-16,13 2-1 15,1-3 9-15,26-5-6 16,9-6 23-16,2-5-26 16,0-9 3-16,-1-8 6 15,-1-3-10-15,-3-6-103 16,-3-17-287-16</inkml:trace>
  <inkml:trace contextRef="#ctx0" brushRef="#br0" timeOffset="69">24847 5692 848 0,'0'0'100'16,"0"0"-100"-16,5 79 0 16,6-25 20-16,0 7 17 15,1 0 0-15,3-4-19 16,1-11 1-16,2-12-3 15,-6-11-9-15,-1-10 2 16,-6-10 10-16,-3-3-17 0,1-3 9 16,0-21 51-16,-2-10-62 15,-1-11-28-15,0-2-35 16,0-3-41-16,0 1 51 16,6 6 33-16,4 16 7 15,0 12 13-15,3 15 51 16,0 2-46-16,0 26-5 15,-2 12 3-15,-3 7 23 16,-2 6 2-16,0-2 3 16,4-8-9-16,4-4-1 15,3-10-7-15,2-7-14 16,-2-10 11-16,-2-10-11 16,-4-2-40-16,-8-12-170 15</inkml:trace>
  <inkml:trace contextRef="#ctx0" brushRef="#br0" timeOffset="70">23909 6234 382 0,'0'0'410'0,"0"0"-396"16,-103-2-9-16,68 2 66 15,0 12-16-15,1 7-26 16,4 6 8-16,7 3 0 16,10 3-11-16,13 0-7 15,0 0-18-15,17 0 14 0,12-1 9 16,1-5-11-1,-6-5 9-15,-7-7-17 0,-9-7-1 16,-6-3-3-16,-2-3 1 16,-5 0 2-16,-18-1 3 15,-9-10-5-15,1-2 13 16,8 4-13-16,10-2-4 16,13-2-36-16,4 0-97 15,28-6-183-15</inkml:trace>
  <inkml:trace contextRef="#ctx0" brushRef="#br0" timeOffset="71">24154 6395 552 0,'0'0'103'16,"0"0"-39"-16,-107 33 60 15,88-9-68-15,10 3-27 16,9 3-17-16,5-5-4 15,24-5 2-15,7-6 34 16,-1-8 7-16,-2-5-11 16,-11-1-24-16,-9-1 27 15,-7-15 26-15,-6-10-17 16,0 0-46-16,-13-2 15 16,-4 3-6-16,0 5-15 15,4 6-49-15,5 3-65 16,8 5-130-16,0 4-181 0</inkml:trace>
  <inkml:trace contextRef="#ctx0" brushRef="#br0" timeOffset="72">24298 6449 379 0,'0'0'338'16,"0"0"-267"-16,0 0 54 16,102 43-11-16,-82-26-38 15,-7 3-32-15,-8 0-30 16,-3-1-13-16,-2 1 15 15,0-10-13-15,0-4-3 16,0-3 7-16,0-3 46 16,0 0 2-16,0-3 13 0,0-13-3 15,10-8-55 1,9-6-10-16,4-4-1 0,4 0-24 16,0 1-88-16,3 3-129 15,-4 4-322-15</inkml:trace>
  <inkml:trace contextRef="#ctx0" brushRef="#br0" timeOffset="73">24777 6355 838 0,'0'0'247'0,"0"0"-247"15,0 0 5-15,0 0 82 0,0 107-13 16,12-69-30-16,0 3-1 15,3-4-24-15,-4-1-9 16,0-9-1-16,-8-3-9 16,-3-13-44-16,-12-11-124 15,-16 0-262-15</inkml:trace>
  <inkml:trace contextRef="#ctx0" brushRef="#br0" timeOffset="74">24695 6503 859 0,'0'0'279'15,"116"-24"-271"-15,-46 17-7 16,-5 2 32-16,-10 0-29 0,-13 5-4 16,-12-3-108-16,-13-3-213 15</inkml:trace>
  <inkml:trace contextRef="#ctx0" brushRef="#br0" timeOffset="75">3094 6665 553 0,'0'0'142'15,"0"0"-87"-15,0 0 8 16,0 0-14-16,0 0-14 0,0 0-16 15,0 0-11-15,4 0-3 16,-4 0-2-16,0 0 8 16,0 0-11-16,0 12 3 15,0 10-3-15,-4 17 0 16,-5 13 21-16,-3 14 14 16,-1 12-9-16,2 9-12 15,2 5 18-15,1-1-30 16,8-7 21-16,0-18-11 15,20-9-7-15,10-15-5 16,6-12 0-16,7-13 2 16,2-7 2-16,4-10 3 0,-4 0 6 15,-6-15-13-15,-7-14-70 16,-12-9-60-16,-18-10-134 16</inkml:trace>
  <inkml:trace contextRef="#ctx0" brushRef="#br0" timeOffset="76">2891 7238 772 0,'0'0'126'16,"0"0"-126"-16,0 0-1 0,78-89 1 15,-26 50 8-15,3-1-3 16,-10 4-3-16,-5 6 1 15,-6 4-3-15,-4 6-41 16,-3 7-21-16,-6 4-51 16,-1 1-156-1</inkml:trace>
  <inkml:trace contextRef="#ctx0" brushRef="#br0" timeOffset="77">3901 6676 674 0,'0'0'104'0,"0"0"-101"15,0 0-3-15,-86 86 0 16,78-33 4-16,5 17 16 16,3 15 26-16,11 9-5 15,17 1-6-15,6-13-10 16,9-18-7-16,-1-15-8 0,3-17 1 15,-6-11 0-15,4-14-11 16,-4-7 7-16,4-1-7 16,-4-23-59-16,-2-15-173 15</inkml:trace>
  <inkml:trace contextRef="#ctx0" brushRef="#br0" timeOffset="78">4293 6863 902 0,'0'0'90'16,"0"0"-90"-16,0 0-44 16,0 0 42-16,54 94-2 15,-30-31 8-15,0-2-3 16,-2-10 2-16,-3-13-2 15,-8-15-1-15,-2-9 0 16,-6-8 3-16,0-3 2 16,-3-3-2-16,0 0 5 15,0 0 36-15,0 0 7 16,0-17-14-16,0-9-37 16,4-15 0-16,12-3-19 0,13 1 14 15,1 2-1 1,4 18 2-16,-1 7 3 15,0 9 1-15,-3 7-12 0,-5 4 3 16,2 18 0-16,-2 12 7 16,-4 1-2-16,-6-4 4 15,-3-6 0-15,-5-7 1 16,-2-5-3-16,-2-4 4 16,-3-9-4-16,0 0-60 15,0 0-94-15,-8-6-105 16</inkml:trace>
  <inkml:trace contextRef="#ctx0" brushRef="#br0" timeOffset="79">4622 6657 117 0,'0'0'663'0,"0"0"-658"16,135-16-4-16,-56 16 55 16,2 12 51-16,1 23-40 15,-5 17-26-15,-14 15-30 16,-18 12-7-16,-17 13 12 16,-16 0 5-16,-12-8-8 15,0-10-1-15,-18-17-10 0,-1-14 1 16,-1-7 5-16,-2-3-7 15,1-10-2-15,3-2 1 16,-5-9-27-16,3-8-33 16,-5-4-73-16,-1-1-100 15,7-24-256-15</inkml:trace>
  <inkml:trace contextRef="#ctx0" brushRef="#br0" timeOffset="80">5681 6936 699 0,'0'0'169'0,"0"0"-166"16,0 0 8-16,0 0 35 16,116-20 19-16,-58 6-40 15,0 1 12-15,-4 2-13 16,-20 8-22-16,-13 1-2 16,-12 2-10-16,-9 0-39 15,-7 9-117-15,-23 11 43 16,-8 3-206-16</inkml:trace>
  <inkml:trace contextRef="#ctx0" brushRef="#br0" timeOffset="81">5746 7123 401 0,'0'0'0'0,"0"0"-282"15,0 0 244-15</inkml:trace>
  <inkml:trace contextRef="#ctx0" brushRef="#br0" timeOffset="82">5746 7123 693 0,'42'60'111'16,"-33"-60"-95"-16,10 0 88 16,11 0 13-16,18-1-20 15,11-11-29-15,4-2-1 16,-2-2-28-16,-3 5-11 16,-16 5-24-16,-12 3 1 15,-12 3-8-15,-8 0 3 16,-5 0-36-16,-5 0-34 15,0 0-39-15,0 0-85 16,-11 0-354-16</inkml:trace>
  <inkml:trace contextRef="#ctx0" brushRef="#br0" timeOffset="83">9078 6436 139 0,'0'0'83'0,"0"0"-68"16,0 0 11-16,0 0 41 15,0 0-52-15,0 0-15 16,0 0 0-16,0 0 11 16,0 0-2-16,-4 0 23 15,4 0-9-15,0 0-10 16,0 0-6-16,0 0 2 15,0 0 0-15,0 0 0 16,0 0-8-16,-3 0 5 16,3 0-6-16,0 0-1 15,0 0 1-15,0 1-4 16,0-1-31-16,-3 2-10 0,3-2-29 16,0 0-62-16</inkml:trace>
  <inkml:trace contextRef="#ctx0" brushRef="#br0" timeOffset="84">9090 6428 217 0,'0'0'148'0,"0"0"-132"16,0 0 17-16,0 0 45 15,0 0-9-15,0 0-29 16,-2 0-5-16,2 0 4 16,0 0 11-16,0 0-2 15,0 0-12-15,0 0-7 16,0 0-5-16,0 0-3 16,0 0 1-16,0 0-7 15,0 0 8-15,0 0 11 16,-2 0-3-16,2 0 13 15,0 0-5-15,0 0 10 16,-2 0-17-16,2 0-17 0,0 0-6 16,0 0-7-16,0 0-2 15,0 0 0-15,-3 0-3 16,0 9 3-16,-7 7 0 16,-2 3-1-16,-3 1 3 15,3 5-2-15,-2 3 9 16,-2 2-5-16,0 10 1 15,1 2 7-15,-2 5-1 16,4 3-6-16,0-1 14 16,7-3-8-16,2-3-2 15,4-1 2-15,4-6-11 16,21-3 1-16,11-5 3 0,10-11 5 16,9-8-5-16,-1-9 2 15,1 0 0-15,-8-3-6 16,-8-4 5-16,-7-6-5 15,-8 3-40-15,-10-3-2 16,0-4-25-16,-5-3-77 16,-5-1-121-16</inkml:trace>
  <inkml:trace contextRef="#ctx0" brushRef="#br0" timeOffset="85">8694 6859 742 0,'0'0'115'0,"89"-46"-113"16,-22 26-1-16,2 1 31 0,2 8-15 16,-16 5-17-16,-6 3-20 15,-11 3-93-15,-14 0-114 16</inkml:trace>
  <inkml:trace contextRef="#ctx0" brushRef="#br0" timeOffset="86">10094 6488 311 0,'0'0'58'16,"0"0"-4"-16,0 0 34 16,0 0-30-16,0 0-37 15,0 0 16-15,-19-12 10 16,19 11 0-16,0 1-6 15,0-3 5-15,0 3-4 16,0-2-11-16,-3-2-5 16,-4 0-15-16,-2 1-10 15,-2-3 9-15,-1 3-6 16,-5-2 1-16,1 2-1 16,-3 3 5-16,-5-2-1 15,3 2 2-15,-3 0-9 16,1 0 9-16,0 0 14 15,2 5-4-15,-6 12-7 0,0 7-4 16,-1 5 7-16,-2 9 13 16,5 1 10-16,8 4-4 15,7-1-4-15,7 1-12 16,3-4-4-16,11-2-3 16,18-5-11-16,4-4 12 15,-1-2-13-15,3-4 2 16,-8-5 10-16,-3-2-12 15,-6-4-27-15,-9-2-63 16,1-7-29-16,-1-2-96 16,-3 0-412-16</inkml:trace>
  <inkml:trace contextRef="#ctx0" brushRef="#br0" timeOffset="87">10722 6561 423 0,'0'0'293'15,"0"0"-280"-15,0 0-1 0,0 0 84 16,0 0-36-16,0 0-48 16,-14-29-5-16,5 28-5 15,-1-1 1-15,-7 1 0 16,-2-1-3-16,3 1 0 15,-9-2 5-15,1 3-5 16,-5 0-1-16,-1 0 1 16,1 0 0-16,-3 3-2 15,2 4 2-15,4 4-1 16,0 2 1-16,4-1-1 16,-2 4 1-16,9-2 0 15,-1 3 5-15,10-4-5 16,6 2 0-16,0-2-4 15,0-2 6-15,9 1-2 0,13 0 2 16,11 0 5-16,12-2 15 16,11 0 1-16,13-1-1 15,2 2-11-15,-3 6 3 16,-19 0-7-16,-21-3 1 16,-14 2-8-16,-14-1-5 15,-10 1 5-15,-25-1 6 16,-15 1-5-16,-8-7 6 15,-1 2-3-15,-2-5-3 16,4-4 2-16,7 0-1 16,7-2-2-16,11 0-5 15,13 0-43-15,11-4-92 16,8-13-267-16</inkml:trace>
  <inkml:trace contextRef="#ctx0" brushRef="#br0" timeOffset="88">10751 6459 428 0,'0'0'124'0,"0"0"-39"16,0 0-1-16,0 0-11 16,0 0-21-16,0 0-5 15,2-6-15-15,12 6-8 16,2-1 4-16,5 1-7 16,9 0-6-16,3 0-14 15,7 1 5-15,2 13 0 16,-2 8 9-16,6 6-1 15,-3 6 18-15,-3 5 4 16,-5 6-1-16,-8-1-18 16,-9 6-12-16,-7-2 17 15,-6-3-9-15,-5 1 5 16,0-5-4-16,-8-3-4 0,-9-4 8 16,-1-4-6-16,0-7-1 15,-1 2-7-15,2-5-4 16,1-1 4-16,-1-4-11 15,5 1 6-15,2-6-1 16,-3-3-46-16,0-4-33 16,3-3-58-16,3 0-145 15</inkml:trace>
  <inkml:trace contextRef="#ctx0" brushRef="#br0" timeOffset="89">11569 6875 461 0,'0'0'217'0,"0"0"-214"15,0 0 43-15,0 0 63 16,0 0-66-16,0 0-17 15,-4 0-16-15,4 0 13 16,0 0 1-16,0 0 3 16,7 0 9-16,11 0 3 15,13-2-6-15,8-2 3 16,9-2-18-16,5 2 1 0,5-2-5 16,4 2-9-16,-4-1 5 15,-10 0 1-15,-5 1-10 16,-10 1-1-16,-8 0 0 15,-6 1-2-15,-5-3-2 16,-5 1-27-16,-3-1-25 16,0 0-21-16,0-3-81 15,-6-2-276-15</inkml:trace>
  <inkml:trace contextRef="#ctx0" brushRef="#br0" timeOffset="90">11799 6615 559 0,'0'0'58'0,"0"0"-4"15,0 0 61-15,0 0-28 16,0 0-68-16,0 0-2 16,-12-8-13-16,12 8 2 15,0 19 7-15,0 5 34 0,6 8-6 16,6 9 13 0,4 3-14-16,8 7-12 0,-3 6 10 15,6 1-25-15,-3-7-11 16,-5-2 5-16,-8-12 3 15,-1-11-10-15,-5-7 0 16,-1-5-4-16,-1-7 4 16,-3-4-2-16,0-3 2 15,0 0 2-15,0 0 2 16,0 0-4-16,0-7-54 16,0-5-148-16,0-9-485 15</inkml:trace>
  <inkml:trace contextRef="#ctx0" brushRef="#br0" timeOffset="91">12830 6553 309 0,'0'0'56'0,"0"0"12"15,0 0 33-15,0 0-31 16,0 0-21-16,0 0 4 16,0 0-7-16,0 0-18 15,2-31-11-15,-2 31-8 16,0 0-6-16,0-2-3 15,0 2 0-15,0 0 0 16,0 0 0-16,0 0 3 0,0 0-3 16,0 0 0-16,0-3-4 15,0 1-2-15,0-1 6 16,0 0-4-16,0 2 4 16,0 1 0-16,0-2 4 15,0 2-2-15,0-1 3 16,0 1 5-16,0-2 17 15,0 2-4-15,0 0 8 16,0 0 2-16,0 0-4 16,0 0-5-16,0 0-6 15,0 0-2-15,0 0-7 16,0 0 10-16,0 0-8 16,0 0-9-16,0 0 7 15,0 0 9-15,0 0-18 16,0 9 2-16,0 11-2 0,-6 7 4 15,0 9 23-15,2 3-3 16,4 1-1-16,0-1-9 16,0 5-11-16,0-8 3 15,4-4 6-15,8-5-12 16,5-4 7-16,-4-6 4 16,2-3-11-16,2-1 3 15,-1-5 2-15,0 1-5 16,4-4 1-16,-4 1-1 15,7 0 2-15,-4-2-2 16,-3-3-1-16,-2-1-46 16,-5 0-50-16,-6 0-52 0,-3 0-85 15,0-20-365-15</inkml:trace>
  <inkml:trace contextRef="#ctx0" brushRef="#br0" timeOffset="92">12547 6803 791 0,'0'0'126'16,"0"0"-122"-16,0 0-4 15,0 0 10-15,113-36 6 16,-48 26-12-16,-7 3 2 0,-9 0-4 15,-13 4-2-15,-7 0 0 16,-13-1-34-16,-6 4-48 16,-5-1-64-16,-5-2-132 15</inkml:trace>
  <inkml:trace contextRef="#ctx0" brushRef="#br0" timeOffset="93">13553 6489 704 0,'0'0'93'15,"0"0"-84"-15,0 0 33 16,0 0 34-16,0 0-34 0,0 0-15 15,0-27-5-15,0 27 7 16,0-1-14-16,-3-1 7 16,-6 0-6-16,-3 2-14 15,-5 0 1-15,-3 0 0 16,-4 2 3-16,-1 14-3 16,-2 5 3-16,6 5 3 15,0 3 9-15,9 4-13 16,5 1 15-16,4 1-11 15,3-1 3-15,3-1-11 0,16-4 9 16,5-1 1 0,7-8 12-16,2-4 0 0,3-1-17 15,-1-5-1-15,-2-3 0 16,-4-3-5-16,-7-4-8 16,-5 0-61-16,-4 0-64 15,-4 0-37-15,-1-17-172 16</inkml:trace>
  <inkml:trace contextRef="#ctx0" brushRef="#br0" timeOffset="94">13723 6595 630 0,'0'0'51'15,"0"0"-42"-15,0 0 88 0,0 0-30 16,0 0-56-16,0 0-11 16,15 23 0-16,-11 0 25 15,2 1 3-15,1-1 3 16,-2 0-2-16,-1-4-16 16,0-6 12-16,-1 1-3 15,3-8-12-15,-6-2-4 16,3-2-1-16,-3-1-5 15,0-1 2-15,0 0 10 16,0 0 9-16,0 0 15 0,0 0 6 16,0-13-20-16,4-4-22 15,2-5 0-15,3 0-12 16,9 3-36 0,-3 5 33-16,5 3-3 0,3 5 8 15,-4 6 7-15,4 0 0 16,-3 4 0-16,-2 11 1 15,-4 6-6-15,-8 0 8 16,0 2 13-16,-5-1 2 16,1-4 3-16,-1-5-13 15,1-6 1-15,-1-4-5 16,1-3 1-16,-2 3-1 16,0-3 0-16,0 0-1 15,0 0-73-15,6-3-180 0</inkml:trace>
  <inkml:trace contextRef="#ctx0" brushRef="#br0" timeOffset="95">14163 6766 692 0,'0'0'39'0,"0"0"-36"16,0 0 56-16,0 0 18 16,121-3-28-16,-72 0 2 15,-10 0-13-15,-16 0-15 16,-7-1-16-16,-13 1-7 0,-3 2 3 15,0 1-6-15,0-3-6 16,0 3-47-16,0 0-53 16,-3 0-93-16,-1 0-336 15</inkml:trace>
  <inkml:trace contextRef="#ctx0" brushRef="#br0" timeOffset="96">15007 6607 567 0,'0'0'110'16,"0"0"-110"-16,0 0 40 15,0 0 19-15,0 0-17 16,0 0-31-16,-12-39 10 15,8 36 1-15,-5-1 3 16,-4-1-17-16,-1-2 4 16,-3 5-9-16,-3 0 13 0,-3 0 2 15,0 2-13-15,0 0-1 16,-3 0 0-16,3 0 0 16,-1 4 0-16,3 7-4 15,2-1 2-15,-1 6-2 16,7-2 0-16,0 5 2 15,3-1-9-15,3 0 6 16,2 0 1-16,5 1 1 16,0-2-1-16,0-3 0 15,19-2 9-15,10 1-1 16,13-2 18-16,7 1 12 16,5 1-35-16,-6-2 12 15,-11 1-11-15,-14 0-6 16,-13-2 2-16,-10 1-6 0,-3 0 5 15,-27 1 1-15,-16-1 1 16,-7-5-1-16,0-6-2 16,4 0 2-16,10 0 7 15,10 0-7-15,6 0-2 16,7 0 2-16,3-10-38 16,9-3-117-16,4-7-592 15</inkml:trace>
  <inkml:trace contextRef="#ctx0" brushRef="#br0" timeOffset="97">15280 6803 383 0,'0'0'232'16,"0"0"-161"-16,0 0 4 16,0 0 11-16,0 0-33 15,0 0-5-15,0 0-7 0,0 0 8 16,0 0 2-16,0 0 12 15,0 0-35-15,8 0-10 16,14 0-1-16,17 0 14 16,7 0-19-16,-4-1-7 15,-3-4 0-15,-7 1-5 16,-6 2-10-16,-6 1-43 16,-4-3-72-16,-6 0-47 15,-4-1-204-15</inkml:trace>
  <inkml:trace contextRef="#ctx0" brushRef="#br0" timeOffset="98">15672 6592 447 0,'0'0'79'0,"0"0"-64"16,0 0 86-16,0 0-40 15,0 0-26-15,0 0 20 16,2 20 27-16,7-4-6 16,1 4-26-16,4 5 0 15,-2 4-6-15,1 2-18 16,4 3 4-16,-1 2-5 15,-1-1-5-15,3-4-3 0,-6-1-6 16,-2-10-2 0,-4-3-7-16,-2-8 2 0,-2-6-1 15,-2-1-1-15,0-2 5 16,0 0-7-16,0 0 4 16,0 0-1-16,0 0-3 15,0 0-12-15,0-5-74 16,0-6-85-16,-3-6-97 15</inkml:trace>
  <inkml:trace contextRef="#ctx0" brushRef="#br0" timeOffset="99">15570 6361 420 0,'0'0'281'0,"0"0"-255"16,0 0 11-1,0 0 38-15,0 0-17 0,0 0-24 16,25-18-9 0,5 18-19-16,3 0 2 0,6 0 24 15,8 10-2-15,10 14-8 16,4 10-1-16,3 14 4 15,-1 13 0-15,-5 7-1 16,-8 9 11-16,-9 1 6 16,-14-3-27-16,-15-4 14 15,-12-7-13-15,0-6-13 16,-17-12 6-16,-4-11-4 0,-3-7 12 16,-4-9-9-16,-2-2 8 15,-6-7-6-15,1-3-3 16,-8-3-6-16,-5-4-21 15,-1 0-81-15,-2 0-225 16</inkml:trace>
  <inkml:trace contextRef="#ctx0" brushRef="#br0" timeOffset="100">6340 6829 143 0,'0'0'161'0,"0"0"-125"16,0 0-33-16,0 0 19 15,0 0 22-15,0 0-14 16,0 0 7-16,0 0-4 16,0 0 18-16,0 0-1 15,0 0-24-15,0 0-16 16,0 0-7-16,0 0-3 0,0 0 0 15,0 0 9-15,0 0 4 16,0 0 8-16,0 0 6 16,0 0-7-16,0-1 4 15,0 1 4-15,0-1-8 16,0 1-5-16,0 0-3 16,0 0 16-16,0 0-16 15,0 0 19-15,0 0-14 16,0 0-5-16,0 0-10 15,0 0 3-15,0 0-5 16,0 0 0-16,0 0 9 16,0 0-4-16,0 0 3 15,0 0 16-15,0 0-7 16,0-2-4-16,0 2-4 0,0 0 1 16,0 0-8-16,0 0 1 15,0 0-3-15,0 0-13 16,0 0-25-16,0 0-34 15,0 0-22-15,0 0 3 16,0 0 38-16,0 0-10 16,0 0-4-16,0 0 13 15,3 0-20-15,4 0-257 16</inkml:trace>
  <inkml:trace contextRef="#ctx0" brushRef="#br0" timeOffset="101">6772 6774 385 0,'0'0'141'0,"0"0"-113"16,0 0-8-16,0 0 71 15,0 0-29-15,0 0-32 0,0-15 0 16,0 13-1-16,0 2-15 16,0-3 11-16,-7 1 0 15,1-1 6-15,0-3-17 16,-5 5-4-16,1-3 5 15,-2-1-2-15,-2 5-8 16,-2 0-2-16,-3 0-5 16,-4 0 2-16,1 0 0 15,-4 0 8-15,0 0-7 16,-2 10-2-16,4 4-1 16,1 6 2-16,4 5 10 15,2 2-8-15,9 3 4 16,8 8-1-16,0-1 0 15,0-4 0-15,19 4 0 0,-1-7-5 16,-1-3 1-16,-1-4-3 16,-3-4 0-16,-7-2 2 15,-6-8 4-15,2 2-2 16,-2-2-1-16,7-4-2 16,5 1 1-16,9-1 0 15,16-2 4-15,11-1 26 16,16-2-1-16,-1 4-19 15,-5 0-9-15,-9 0 0 16,-19 4-1-16,-11-5-6 16,-7 2-55-16,-8-4-51 15,-2-1-135-15</inkml:trace>
  <inkml:trace contextRef="#ctx0" brushRef="#br0" timeOffset="102">7148 6873 726 0,'0'0'55'0,"0"0"-51"16,0 0 7-16,0 0 40 15,0 0-38-15,0 0-12 16,-3-20-1-16,3 20 10 15,0 0 20-15,0-1 6 16,-3-2 9-16,3 0-22 16,-3 1-14-16,3-3-1 15,-7 5 5-15,3-3-10 16,2-1 1-16,-4-1-3 16,-1-2-1-16,2-1 2 0,3-1 1 15,2-1 5-15,0 3 2 16,0 1 6-16,0 3-9 15,0 0 3-15,0 3 3 16,0 0-8-16,0 0 9 16,0 0-7-16,0 0-6 15,0 0-1-15,0 14-9 16,4 10 7-16,6 3 2 16,-4 12 1-16,0 0 0 15,1 0-1-15,-1-8 0 0,0-1 0 16,-3-9 2-1,0-2-2-15,2-5 0 0,-1-1 1 16,-4-4-1 0,3 1-1-16,-3-4-1 0,3-2 3 15,-3-2-1-15,0-2 0 16,0 0 5-16,0 0-4 16,0 0-1-16,0 0 3 15,0 0 5-15,3 0-3 16,-3 0 2-16,3-12 16 15,3-13-7-15,7-8-12 16,4-10-8-16,2-2-1 16,7 2-28-16,-1 7 11 15,5 10 15-15,-2 9-7 16,2 4-4-16,0 6 15 0,-3 4-4 16,-2 3 5-16,-6 0 1 15,-5 6-7-15,-5 15 4 16,1 12-3-16,-4 9 5 15,-3 2 2-15,0 2 2 16,-3-2-2-16,0-10 1 16,0-7-1-16,0-7 0 15,0-3 0-15,0-3 0 16,0-1 4-16,0-7 10 16,0 0-13-16,0-3 0 15,0-1-1-15,0-2 6 16,0 0-5-16,0 0 3 0,0 0 2 15,0 0 4-15,0 0-4 16,0 0-6-16,0 0-1 16,0 0-1-16,0 0-23 15,0 0-55-15,0 0-25 16,0-2-95-16,0-7-389 16</inkml:trace>
  <inkml:trace contextRef="#ctx0" brushRef="#br0" timeOffset="103">7763 6958 233 0,'0'0'171'0,"0"0"-93"16,0 0 43-16,0 0-34 0,0 0-33 15,0 0-23-15,0 0-6 16,0 0-24-16,0 0 7 16,0 0 17-16,0 0-11 15,0 0 1-15,0 0 3 16,0 0 3-16,0 0-13 16,0 0 0-16,0 0 2 15,0 0-3-15,0 0-4 16,0 0-1-16,0 0-1 15,0 0-1-15,6 4 0 16,16-2 8-16,14-2 9 16,16 0 6-16,9 0-2 15,5-11-7-15,-5 0-9 0,-9 3-4 16,-10 1 1-16,-15 1-1 16,-8 2-1-16,-9-2 0 15,-3 4-2-15,0-1 2 16,-5 1-2-16,-2 2-5 15,0 0-40-15,0 0-36 16,-9 0-60-16,-12 0-169 16</inkml:trace>
  <inkml:trace contextRef="#ctx0" brushRef="#br0" timeOffset="104">7876 6802 572 0,'0'0'125'0,"0"0"-90"15,0 0 76-15,0 0-41 16,0 0-40-16,0 0-10 15,0-35-3-15,0 31 13 16,0 4-8-16,0-1-9 16,0 1 2-16,0 0-2 15,0 0-12-15,0 0-1 16,0 0-2-16,0 12-8 0,3 14 10 16,3 13 9-16,4 11 2 15,1 3 18-15,-6 0 9 16,2-3-12-16,0-5-9 15,-1-6-7-15,-3-2 1 16,0-4 1-16,-3-5-12 16,0-7 4-16,0-6 0 15,0-4 1-15,0-3-2 16,0-5 0-16,0 0-3 16,0-3 1-16,0 3 1 15,0-3 3-15,0 1-5 16,0 1-8-16,0-2-67 0,0 0-40 15,-3 0-129-15</inkml:trace>
  <inkml:trace contextRef="#ctx0" brushRef="#br0" timeOffset="105">9107 6221 289 0,'0'0'120'15,"0"0"-116"-15,0 0-1 16,0 0 29-16,0 0-8 15,0 0-15-15,-6 8 16 0,1-8 20 16,0 0-9-16,0 0-7 16,-3 0-9-16,-5 0-7 15,-7 3 0-15,4-3-2 16,-3 2 1-16,2 1 7 16,1 0 0-16,4-1-1 15,-3 5-11-15,3-2-5 16,-4 2 2-16,2 3 0 15,-2 2 7-15,1 5 6 16,-5 4 6-16,1 2-23 16,-4 0 28-16,3 5-13 15,0-1 14-15,7 1 0 16,1 3-22-16,2 0 14 0,-1 3-10 16,2 2 14-16,-1 3-20 15,1 3 12-15,0-1 0 16,-3 4-9-16,6 3 0 15,3 1 8-15,3 4 0 16,0 1-2-16,18-3-5 16,10 2 4-16,10-4-5 15,15-2 21-15,-2-5-10 16,9-2-5-16,-5-4-4 16,-3-5-10-16,-4-5 1 15,-2-5 4-15,-1-6-5 16,4-5 0-16,0-3-11 0,-4-5-106 15,-7-2-176-15</inkml:trace>
  <inkml:trace contextRef="#ctx0" brushRef="#br0" timeOffset="106">15648 6278 94 0,'0'0'78'0,"0"0"-31"15,0 0 28-15,0 0-5 16,0 0-39-16,0 0 2 0,-23 0-18 16,19-1-4-16,2-1-6 15,2 2 23-15,0 0 44 16,0 0-20-16,0 0-26 15,0 0 10-15,0 0-5 16,0 0 5-16,0 0-4 16,0 0-12-16,0 0 5 15,0 0-5-15,0 0 6 16,0 0-5-16,0 0 2 16,7 0-12-16,12 0 1 15,7 0-9-15,7 8-1 16,-2 4 4-16,2 0-6 0,3 5-4 15,-2 0 4-15,-1-1 0 16,-3-3 1-16,-5 1 0 16,-3-3 0-16,-4 0-1 15,-1-4 0-15,-7 3 0 16,0-1 0-16,-4 1-1 16,2 5-1-16,3 3 2 15,-1 5-4-15,0 1 3 16,5 1 1-16,-1 1 0 15,0-1 0-15,1-2 4 16,-2-1-1-16,0 0-3 16,-2-3 0-16,0 0-2 15,3-1 2-15,-5 1 0 0,1 3 1 16,-1 2 0 0,-2 3-2-16,0 5 0 0,-7 1 1 15,0 5 2-15,0-1 5 16,0-3-6-16,-5 2-2 15,-3-5 1-15,-1 1 0 16,-6-1 8-16,0-2 7 16,-2 2-13-16,-1-4 9 15,1-2-6-15,2 3 0 16,4-3 4-16,1 1-7 16,3-1 0-16,-3 0 9 15,5 0-7-15,-4-5-3 16,-2 5 2-16,-4-4 3 0,-3-3 9 15,-7 1 10-15,-4-5-4 16,-3-2 8-16,1 0-11 16,3-4-13-16,2-1-2 15,6 0 6-15,6 0-9 16,5-4 1-16,5 0-1 16,1 0 0-16,-3-2 0 15,-3-1 9-15,-5 0-9 16,-1 0 6-16,-3-1 0 15,2-8-6-15,-2-5-79 16,11-5-177-16</inkml:trace>
  <inkml:trace contextRef="#ctx0" brushRef="#br0" timeOffset="107">8461 6648 81 0,'0'0'60'16,"0"0"-60"-16,0 0 1 15,0 0 2-15,0 0 11 16,0 0-14-16,0 0 0 16,0 0-3-16,0 0-5 15,19-5-8-15,-16 5-31 16,0 0-38-16,0 0 85 15,-3 0 0-15,1 0 62 16,1 0-8-16,-1 0-16 16,1 0-3-16,-2 0 13 0,0 0 21 15,1 0-10-15,-1 0-10 16,0 0-18-16,0 0-10 16,0 0-1-16,0 0-1 15,0 0 2-15,0 0-13 16,0 0-4-16,2 0 2 15,-2 0-2-15,0 0-3 16,0 0 6-16,0 0 0 16,0 0 10-16,0 0 2 15,0 0-9-15,0 0-5 16,0 0 8-16,0 0-9 16,0 0 11-16,0 0-1 0,0 0 7 15,0 0 5-15,0 0 0 16,0 0-2-16,0 0 6 15,0 0-12-15,0 0 3 16,0 0-10-16,0 0-4 16,0 0 4-16,0 0 8 15,0 0-5-15,0 0-13 16,0 0 12-16,0 0 6 16,0 0 1-16,0 0-2 15,0 0 4-15,0 0-17 16,0 0 22-16,0 0-25 15,0 0 7-15,0 0-7 0,0 0 3 16,-5 0 3-16,1 0-2 16,-5-2-9-1,-4 2 6-15,-6 0-5 0,-4 0 4 16,-3 0-2-16,0 2 1 16,3 5 0-16,1 0 3 15,6-1-7-15,7 1 3 16,1 0-2-16,2 3-2 15,2-3 3-15,-2 1 1 16,6-3-1-16,-3 1-1 16,3-1-3-16,0 0 4 15,0-1-1-15,0-1 2 16,0 0-2-16,0 4 2 0,3-4 0 16,3-3 1-1,-2 3 3-15,-4-3-4 0,0 0-2 16,0 0 2-16,0 0 3 15,0 0-2-15,0 0 2 16,0 0-3-16,3 0 1 16,-3 0 0-16,0 0-1 15,0 0 0-15,0 0 0 16,0 0 0-16,0 0 4 16,0 0-4-16,0 0 0 15,0 0 0-15,0 1 0 16,0-1 6-16,0 0-1 15,0 0 6-15,0 0-6 16,0 0-1-16,0 0-1 0,0 0-1 16,0 0 2-16,0 0-1 15,0 0-3-15,0 0 0 16,0 0 0-16,0 0 1 16,0 0-1-16,0 0 3 15,0 0-3-15,0 0-1 16,0 0 1-16,0 0 4 15,0 0-2-15,0 0-1 16,0 0-1-16,0 0-7 16,0 0 7-16,0 0 0 15,0 0-3-15,0 2 0 16,0-2-1-16,0 0 3 16,0 0 1-16,-3 1 3 0,-1 1 0 15,1 0-3-15,3-2 0 16,0 0 0-16,0 0 4 15,0 0 5-15,0 0-9 16,0 0 1-16,0 0-3 16,-3 3 2-16,-6-1 0 15,-2 2 0-15,-5 2 5 16,4-1-4-16,0-5 2 16,9 3 0-16,1-3-3 15,2 0 0-15,0 0-2 16,0 0-2-16,0 0 3 15,0 0-13-15,6 0 11 0,14 0 3 16,0 3 2-16,9-1-1 16,1-1 0-16,4 4 4 15,9 0-5 1,3-2 0-16,1 0 0 0,-2 0 0 16,-11-2 0-16,-12 3 0 15,-8-1 0-15,-14-3-1 16,0 2 4-16,0-1-8 15,-21 3 10-15,-10 1 0 16,-11 5-5-16,-5-3 1 16,6 0 2-16,8 0-1 15,1-4 0-15,12 0-2 16,5-1 0-16,3-2 0 16,7 4 0-16,3-1 0 15,2 2-8-15,0 0 5 0,-2 6 2 16,2-1 0-16,-3 0-1 15,3-3-2-15,0-1 4 16,0 3-4 0,0-4-12-16,0 3 2 0,3-4 3 15,1 4 4-15,3-6-3 16,3 4 4-16,1-3 1 16,2 4 5-16,1-3 1 15,6 0-1-15,-1 1 0 16,7 2 0-16,4-2-1 15,-2 0 1-15,-1 2 5 16,-5-4-1-16,-5 3-4 0,-4-2-4 16,-11 0 4-16,2-1 0 15,-4-3-5-15,0 3 5 16,0 1-1-16,-6 5 1 16,-4-3 4-16,7-2 5 15,3-2-4-15,0 0-5 16,0-1 0-16,3 1 1 15,16-2 1-15,4 0 0 16,2 0 19-16,-10 0-19 16,-3 0 0-16,-9 0-2 15,-3 0 7-15,0 0-7 16,0 0 0-16,0 0 0 16,0 0 4-16,0 0 1 0,0 0-10 15,0 3-13-15,-3 4-64 16,-14 3-62-16,-8-1 7 15,2 1-234-15</inkml:trace>
  <inkml:trace contextRef="#ctx0" brushRef="#br0" timeOffset="108">8643 7414 389 0,'0'0'25'16,"0"0"-12"-16,0 0 59 16,0 0 14-16,0 0-55 15,0 0 17-15,0 0-12 16,0 3 12-16,0-3-5 16,0 0-12-16,0 0 2 15,0 0-14-15,0 0-5 16,0 0-9-16,0 0 1 15,0 0-6-15,0 0 0 0,-3 0 0 16,-5 0-1-16,2 0 1 16,-4 0-1-16,1 0-2 15,-4 0 1-15,3 0 2 16,3 0 0-16,4 0 0 16,-3 0-1-16,0 0 1 15,-4 10-1-15,-3 2 2 16,-1 5-1-16,-1 5 1 15,0 6 20-15,6 5-3 16,6-2-8-16,3 3-1 16,0-3-8-16,7-4-1 15,16-4 0-15,5-4 0 16,11-8 3-16,7-8 6 16,5-3-6-16,1 0 8 15,-6-11-8-15,-9-6 0 0,-8 1-1 16,-15-4-2-16,-6 6 0 15,-8-3 1-15,0 0 3 16,-10 3 10-16,-9-2-6 16,0 3-4-16,-1-1 4 15,5 4-7-15,-3 0-1 16,0 1-1-16,-6 3 1 16,2 2 0-16,-5 4-5 15,2 0 2-15,2 4-7 16,1 10-22-16,2 3-18 15,7-3-56-15,7-1-125 16</inkml:trace>
  <inkml:trace contextRef="#ctx0" brushRef="#br0" timeOffset="109">8370 6006 48 0,'0'0'51'16,"0"0"-8"-16,0 0-18 16,0 0-3-16,0 0-13 15,0 0-8-15,0 0-1 0,-10 3 0 16,6 2 2-16,1-2 8 15,3 0-9-15,0-2 22 16,0-1 47-16,0 0-35 16,0 0 21-16,0 0-24 15,0 1 14-15,0-1 11 16,0 0 4-16,0 0-5 16,0 0-29-16,0 0 21 15,0 0-17-15,0 0 0 16,0 0 10-16,0 0-8 15,0 0-11-15,0 0-6 0,0 0 2 16,0 0-6 0,0 2-7-16,0-2 0 0,0 2-5 15,0 8-5-15,0 4 5 16,3 9-4-16,0 5 9 16,-2 6-5-16,-1 2 2 15,0 3-2-15,0-3 0 16,0 0-2-16,0-5 2 15,3-1 3-15,1-6-2 16,-1 0-1-16,0-9 0 16,0-4-1-16,-3-5 5 15,0-1-7-15,0-5 6 16,0 0-3-16,0 0 21 0,0 0 34 16,0-3 17-1,0-11-23-15,-6-10-44 0,3-2-3 16,-1-8-1-16,4-1-2 15,0-5-4-15,17-4-2 16,5 4-4-16,9 4-6 16,3 11-3-16,6 10 10 15,-5 7 6-15,3 8-4 16,-5 0 7-16,-10 5-7 16,-3 16 5-16,-12 10-15 15,-4 10 14-15,-4 6 4 16,0-1 0-16,-6-4 1 0,-3-6-1 15,5-10 0 1,1-9 0-16,0-5 0 0,3-7 0 16,0-2 0-16,0-3 1 15,0 0-1-15,0 0-1 16,3-5-54-16,10-11-119 16,-4-12-501-16</inkml:trace>
  <inkml:trace contextRef="#ctx0" brushRef="#br0" timeOffset="110">8820 6148 294 0,'0'0'95'16,"0"0"-95"-16,0 0 0 0,0 0 44 16,0 0-11-1,0 0-4-15,0 4 30 0,0-4 21 16,0 0-13-16,0 0-19 15,0 0-4-15,0 0-31 16,0 0 8-16,0 0-4 16,0 0 2-16,0 0-17 15,0 0-1-15,0 0-1 16,8 0 0-16,5 0 0 16,1 0 5-16,8 0-11 15,0 0 12-15,4 0-4 16,-3-4-2-16,6 1 0 15,-4-2 24-15,2-3-13 16,0 3 12-16,1-1-15 0,-8 1 4 16,-8-1-5-16,-2 5-3 15,-7-1 1-15,-3 1-5 16,0 1 6 0,0 0 3-16,0 0-6 0,0 0-2 15,0 0-1-15,0 0-4 16,0 0-6-16,-6 0 1 15,-1 0-24-15,5 0-31 16,2 0-45-16,0 1-59 16,-3-1-195-16</inkml:trace>
  <inkml:trace contextRef="#ctx0" brushRef="#br0" timeOffset="111">9275 5911 554 0,'0'0'56'16,"0"0"-10"-16,0 0 52 15,0 0-35-15,0 0 1 0,0 0-23 16,1-8-1-16,-1 8-19 16,0-3-7-16,0 3 3 15,0 0-10-15,0 0-3 16,0 0 0-16,0 0-4 16,0 0 0-16,0 0 4 15,0 0-4-15,0 0 0 16,5 5-3-16,3 12 0 15,5 10 3-15,1 8 23 16,5 7 15-16,3 8-6 16,-3-3-17-16,7-1 4 15,-7-10-10-15,-3-4 6 16,-2-12-10-16,-10-9 0 0,-2-5-3 16,-2-6 2-16,0 0-3 15,0 0 13-15,0 0 8 16,0 0-8-16,0 0-14 15,0-13-3-15,3-7-254 16</inkml:trace>
  <inkml:trace contextRef="#ctx0" brushRef="#br0" timeOffset="112">8285 7565 287 0,'0'0'172'15,"0"0"-156"-15,0 0-10 0,0 0 14 16,0 0-7-16,0 0-8 15,0 0 24-15,4-2 16 16,-4 2-8-16,0-1 18 16,0-2 0-16,0 3-20 15,0 0-6-15,0 0-2 16,0-1-20-16,0 1 19 16,0-2-18-16,0-1-2 15,-4-2 4-15,-5 0-9 16,-2 1 2-16,-2 4-3 15,-2 0-3-15,-6 0 3 0,3 0 5 16,-5 0-5-16,9 6-2 16,-1 5 2-16,6 3 0 15,4-2-4-15,5 2 4 16,0-2 0-16,0-2 0 16,20 0 2-16,-1-3 9 15,4 3-5-15,-5-4 19 16,-2 0-21-16,-11 2-1 15,-5 1-1-15,0 5 3 16,0-2-5-16,-17 3 10 16,-11 2 0-16,-8 0 5 15,0-5-4-15,4-4-2 16,9-3-4-16,8-4-2 0,4-1 5 16,5 0-4-1,5 0-4-15,1-4 0 0,0-13-72 16,4-5-155-16</inkml:trace>
  <inkml:trace contextRef="#ctx0" brushRef="#br0" timeOffset="113">8467 7645 545 0,'0'0'157'0,"0"0"-157"15,0 0-10-15,0 0 10 16,0 0 3-16,0 0 6 16,122 0 4-16,-84 0 11 15,-9-2-18-15,-21 2-3 16,-1 0-1-16,-7 0 9 16,0 0 11-16,-25 0-9 15,-11 5-10-15,-10 8-3 16,-2 0 0-16,3 3 0 0,11-3 0 15,16-1 0-15,4-3 2 16,10-4-1-16,4 1 0 16,0-4-1-16,0-1-5 15,18-1 5-15,-4 0 10 16,4 0 35-16,-2 0-7 16,-6-1-10-16,-4-1-11 15,3-1-8-15,3 0-9 16,0 2 4-16,0 0-6 15,-4 1 2-15,0 0-2 0,0 0-97 16,-5 0-96-16,-3 0-215 16</inkml:trace>
  <inkml:trace contextRef="#ctx0" brushRef="#br0" timeOffset="114">8351 7664 539 0,'0'0'163'0,"0"0"-163"16,0 0 65-16,0 0 23 0,0 0-36 15,93-26-16-15,-51 13 3 16,-3 3-15-16,-9 3-11 15,-11 3-11-15,-13 3-1 16,-5 1-1-16,-1 0-5 16,-10 0-25-16,-23 7-69 15,-6 4-105-15,3 0-480 16</inkml:trace>
  <inkml:trace contextRef="#ctx0" brushRef="#br0" timeOffset="115">8301 7793 434 0,'0'0'159'0,"0"0"-159"16,0 0-8-16,0 0-5 15,0 0-90-15,0 0-188 16</inkml:trace>
  <inkml:trace contextRef="#ctx0" brushRef="#br0" timeOffset="116">8768 7989 478 0,'0'0'130'0,"0"0"-115"0,0 0 17 16,0 0 29-16,0 0-23 16,0 0-28-16,0 0-2 15,15 0 0-15,-13 0-8 16,2 0 3-16,-4 0 1 16,0 0 0-16,3 0 2 15,0 0 3-15,7 0-6 16,0 0 18-16,6 0-4 15,8 0-14-15,6 0 7 16,4 0 0-16,5 0-9 0,-1 0 10 16,4 0 0-1,1-3 6-15,-1 0 3 0,4-1-5 16,1 0 2-16,6 1 3 16,0-4 4-16,0 3-15 15,1 1-8-15,-5 1 11 16,2 0-5-16,4 2-7 15,1 0 4-15,1 0-1 16,3 0-1-16,1 0-2 16,-6 0 2-16,1 7 7 15,-1-4-9-15,-3-2 1 16,2 4 7-16,3-5 3 16,5 0-8-16,-1 0 10 15,0 0 0-15,2 0-8 16,1 0-2-16,-1 0 14 0,7-1-11 15,1-3 5-15,4 1-9 16,-2 2 2-16,3 0 1 16,3 1-5-16,2 0 1 15,3 0-4-15,7 0 5 16,2 0-2-16,6 0 5 16,-4 4-5-16,-8 2 1 15,-13-4-1-15,-5 1 0 16,-5 1-3-16,-3-1 3 15,5-2 0-15,2-1 0 16,7 0 1-16,4 3-1 16,0 2 2-16,-1-1 1 0,-2 4-2 15,-7-3 0-15,-4-1 3 16,-4 2 13-16,-5 1-12 16,1 0-5-16,2 3 1 15,-1-1 1-15,3 4 1 16,9-3-3-16,0 3 2 15,6-2-2-15,-8 1 0 16,0-4 5-16,-9 0-3 16,-4-3 3-16,-5 0-3 15,0-1 6-15,-1-1-2 16,3 2 0-16,3 0-3 16,-3-1 2-16,1-1-3 15,-3 5-2-15,-3-6 1 16,-3 4 0-16,-1-3 5 15,-4 3-6-15,0-4-2 0,7 1 2 16,-1 1 0-16,7-1 8 16,-2-1-1-16,1 2-6 15,2-1-1-15,1 1 5 16,2 0-4-16,2-2 0 16,-6 3-1-16,5-2 0 15,-4-1 3-15,-1-2-1 16,-3 0-2-16,-8 0 0 15,-1 0 0-15,2 0 2 16,1 0-2-16,-2 0 0 0,-2 0 0 16,1-2-1-1,-8-1 1-15,1-2-2 0,-2 5 2 16,3-2 7-16,-3 1-6 16,0 1 0-16,1-3-1 15,-3 3-1-15,-3 0-2 16,-10 0 5-16,0 0-3 15,1 0 1-15,-1 0 0 16,7 0 1-16,-3-3 0 16,5 3-1-16,-5 0 4 15,-2 0-1-15,-4 0 14 16,-4 0-6-16,2 0 1 16,-5 0-6-16,0 0 1 0,-1 0 0 15,4 0 1 1,6 0-1-16,10 0-3 0,7 0-4 15,1 0 3-15,3 0-2 16,-1 0 0-16,-14 0 0 16,-3 0 1-16,-10 0-1 15,-4 0 3-15,-5 0 0 16,0 0-3-16,0 0 1 16,0 0-2-16,0 0 0 15,0 0-22-15,-3 0-48 16,-8 3-11-16,-4 3-69 15,1 4-20-15,2-7-48 16,2 0-188-16</inkml:trace>
  <inkml:trace contextRef="#ctx0" brushRef="#br0" timeOffset="117">11159 8283 628 0,'0'0'53'16,"0"0"-44"-16,0 0 26 16,0 0 34-16,0 0-25 15,0 0-11-15,0 0 5 16,0-29-17-16,0 24 6 16,0-1-17-16,0-1 38 15,0 4-33-15,0 1 24 16,0-3-6-16,0 5-3 15,0 0-7-15,0 0 13 16,0 0-19-16,0 0 3 0,0 0-12 16,0 0 4-1,0 0 1-15,0 0-13 0,0 0-1 16,0 10-2-16,-3 11-4 16,0 11 7-16,0 4 5 15,0 4 0-15,0 1-5 16,3 0 8-16,0-3 1 15,0-3-2-15,0-4-7 16,0-6 7-16,0-5-5 16,0-3-2-16,0-4 1 15,0-3-2-15,0-4-1 16,0-2 1-16,0-4 2 0,0 0 3 16,0 0-1-16,0 0-3 15,0 0 12-15,0 0-6 16,0 0 12-16,0 0 23 15,0-10-15-15,0-11-21 16,6-5-1-16,6-7-3 16,6-6-1-16,3 3-9 15,6 2-12-15,-4 7 15 16,3 2-7-16,0 8-12 16,3 0 19-16,-4 8-16 15,1 6 4-15,4 3 11 16,-4 0-2-16,0 6 3 15,-6 11 3-15,-4 8-2 16,-6 5-2-16,-7 1 7 16,-3 6-6-16,0-4-3 0,0-1 9 15,0-8 11-15,0-2-11 16,0-6 0-16,9-2 5 16,7-1-4-16,4-2 3 15,3-2 5-15,6-2 0 16,-6-1-3-16,3-2-1 15,0-2-4-15,-1-2 3 16,5 0 1-16,-7 0-5 16,3-9-4-16,-11-5-24 15,-3 0-92-15,0-7-242 16</inkml:trace>
  <inkml:trace contextRef="#ctx0" brushRef="#br0" timeOffset="118">5033 10350 829 0,'0'0'158'0,"0"0"-128"16,0 0-21-16,0 0 64 15,0 0-19-15,0 0-30 16,0 0-8-16,-15 0-14 15,30-7-2-15,25-8 1 16,20-2 1-16,10-3 13 16,2 0-11-16,-8 6-2 0,-9 5 0 15,-16 1-2 1,-9 5-21-16,-11 3-44 0,-10 0-48 16,-9 4-46-16,0 16-18 15,-31 9-33-15</inkml:trace>
  <inkml:trace contextRef="#ctx0" brushRef="#br0" timeOffset="119">5180 10542 406 0,'0'0'176'0,"0"0"-112"15,0 0 29-15,0 0 76 16,0 0-34-16,114 26-25 16,-50-33-54-16,8-12-6 0,-6-1-13 15,-4 3-14-15,-18 5-16 16,-12 5-7-16,-14-1-13 15,-6 8-44 1,-6 0-116-16,-6 0-150 0</inkml:trace>
  <inkml:trace contextRef="#ctx0" brushRef="#br0" timeOffset="120">6704 9983 764 0,'0'0'47'16,"0"0"-31"0,0 0 5-16,0 0 21 0,0 0-11 15,-91-59-22-15,61 59 7 16,-7 0-5-16,-1 3-8 15,-11 14 20-15,1 9 14 16,-1 10-14-16,4 5 14 16,9 5 12-16,17 4-23 15,9 0-7-15,10-2-10 16,16-2-5-16,23-5 3 16,13-9-5-16,6-6 11 15,1-9-13-15,-6-3 2 16,-8-8-5-16,-9-2-36 15,-8-4-95-15,-4 0-104 0,1-5-193 16</inkml:trace>
  <inkml:trace contextRef="#ctx0" brushRef="#br0" timeOffset="121">7035 10079 916 0,'0'0'106'0,"0"0"-99"16,0 0-6-16,0 0-1 15,0 0-4-15,0 0 4 16,29 72 28-16,-15-35-8 0,-2-1-15 16,4 1 0-16,-2-4-2 15,-2-8-2-15,-2-6 0 16,-4-10 0-16,-3-3 3 15,-3-6 1-15,0 0 30 16,0 0 30-16,0 0-4 16,0-15-11-16,-9-4-31 15,-5-6-15-15,6-8 1 16,5-4-5-16,3-2-1 16,19-2-4-16,26 0-11 15,13 5-8-15,11 12 1 16,-8 12 7-16,-6 7 15 0,-13 5 1 15,-12 10-2-15,-8 11 0 16,-4 8 0-16,-9 3 2 16,-6 2 4-16,-3-1 6 15,0-3 1-15,0-8-9 16,0-5 3-16,0-6-3 16,0-5-2-16,0 1-7 15,0-4 1-15,0 3-91 16,0-6-145-16,0 0-260 15</inkml:trace>
  <inkml:trace contextRef="#ctx0" brushRef="#br0" timeOffset="122">8140 10288 500 0,'0'0'360'0,"0"0"-340"16,0 0-16-16,0 0 48 0,0 0-28 16,0 0-23-16,91-14 17 15,-19 14 13-15,14 0-8 16,2 0 8-16,-7 0 7 15,-16-4-12-15,-20 2-26 16,-15-5 0-16,-14 3-67 16,-10-4-33-16,-6-6-150 15</inkml:trace>
  <inkml:trace contextRef="#ctx0" brushRef="#br0" timeOffset="123">8413 9905 969 0,'0'0'51'15,"0"0"15"-15,0 0 18 16,0 0-69-16,0 0-11 16,0 0 9-16,58 126 20 15,-40-64 2-15,3 4-19 16,1-1-8-16,1-4 0 15,3-8-1-15,0-11-3 16,-7-7-2-16,-2-11 4 16,-4-7-6-16,-7-4-2 15,0-6 2-15,-3 0 0 0,-2-1-5 16,-1-3 0-16,0-2-21 16,2 1-15-16,-2-2-32 15,0 0-74-15,0 0-131 16</inkml:trace>
  <inkml:trace contextRef="#ctx0" brushRef="#br0" timeOffset="124">9542 9670 794 0,'0'0'72'0,"0"0"-52"16,0 0-14-16,0 0 48 15,0 0-41-15,0 0-12 16,0 0 0-16,6-17 1 16,-2 17 10-16,-1 0 15 15,-3 0 5-15,0 0-11 16,0 0-8-16,0 0-5 15,0 0 5-15,0 3-12 16,0 14 4-16,2 9 0 16,-2 15 24-16,0 5-13 15,0 0 5-15,0-3-13 16,0-7-2-16,0-6 2 16,5-7-8-16,-1-6 1 0,-4-8-1 15,2 1 3-15,2-4-1 16,-4-3-2-16,0-1 0 15,0 1-25-15,0-3-90 16,-4 0-114-16,-16 0-215 16</inkml:trace>
  <inkml:trace contextRef="#ctx0" brushRef="#br0" timeOffset="125">8864 10461 660 0,'0'0'175'0,"0"0"-151"16,0 0 0-16,110-17 77 15,-36-4-30-15,17-5-44 16,11-2 2-16,1 6 0 16,-2 3-8-16,-17 5-9 15,-23 4-11-15,-15 3-1 16,-19 7-14-16,-15 0-57 0,-6 0-39 16,-6 0-71-16,0 0-110 15</inkml:trace>
  <inkml:trace contextRef="#ctx0" brushRef="#br0" timeOffset="126">9335 10486 779 0,'0'0'190'16,"0"0"-157"-16,0 0 30 15,0 0 20-15,0 0-66 16,0 0-17-16,37 22 0 15,-19 12 4-15,-3 9 10 16,-1 3-9-16,2 0 1 16,-3-2 3-16,-4-8-3 15,1-10-4-15,1-6-1 0,-8-10 0 16,0-4 0 0,-3-3 1-16,0-3-1 0,0 0 6 15,0 0 12-15,0 0 13 16,0 0-6-16,0 0-10 15,6-19-12-15,8-5-4 16,14-8 0-16,15-5 0 16,5 4 0-16,7 10-17 15,1 7-3-15,-7 9 17 16,-8 7-1-16,-11 0 4 16,-15 12-7-16,-5 13 4 15,-10 5 0-15,0 4 3 0,0 1 9 16,0-3-4-1,-3-9 10-15,0-6-10 16,1-7-2-16,2-6-2 16,0-4-1-16,0 0-3 0,8 0-60 15,12-11-135-15,-3-15-448 16</inkml:trace>
  <inkml:trace contextRef="#ctx0" brushRef="#br0" timeOffset="127">11429 9892 810 0,'0'0'29'16,"0"0"-29"-16,-81-34 50 16,55 30 7-16,-1 1-29 15,3 3-8-15,-9 0-9 16,-11 1 6-16,-10 15-13 0,-14 4 10 15,-6 3 0-15,-8 5 0 16,0 2 1-16,12-2 2 16,10-2 2-16,18-6 5 15,20-3-14-15,16-3-10 16,6-2-4-16,21 1 4 16,28 0 1-16,23-7 7 15,13 1-4-15,9-7-2 16,-3 1 3-16,-10-1-3 15,-16 3 0-15,-19 0 3 16,-25-3-5-16,-9 3-1 16,-12-3-8-16,0 8 8 15,-24 5-8-15,-25 7 9 16,-15 5-1-16,-8 3 6 16,4-3-2-16,17 2 0 0,18-1-1 15,10-3 1-15,16 0-3 16,7-2-1-16,3 1-1 15,33-4 2-15,18-5 2 16,22-7 16-16,9-4-11 16,9-2 0-16,0 0 35 15,-6 0-1-15,-17-2-11 16,-25-1-17-16,-18 3-12 16,-14-3-2-16,-8 3 1 15,-5 0-10-15,-1-2-35 0,0 2-42 16,-11 0-75-16,-22 0-148 15</inkml:trace>
  <inkml:trace contextRef="#ctx0" brushRef="#br0" timeOffset="128">11127 10846 831 0,'0'0'84'0,"0"0"-84"15,0 0-4-15,-95-43 4 16,76 39 14-16,4 4-2 16,0 0-10-16,3 3 9 15,-1 8 0-15,0 2-11 16,6 4 2-16,1-2 6 16,4 2 0-16,2-1-7 15,0 1 0-15,8 0 9 0,9 0 8 16,1 2 8-1,3 1-3-15,-2 0 8 0,-3-3 5 16,-5-5-19-16,-5-5-16 16,-3-1 2-16,-3-2 2 15,0-4-4-15,-23 3 2 16,-20 1 10-16,-12-1 3 16,-2 0-13-16,2-3 3 15,11 0 3-15,12 4-4 16,11-4-2-16,9 0-3 15,7 0 0-15,5 0-46 16,0 0-123-16,17-17-216 16</inkml:trace>
  <inkml:trace contextRef="#ctx0" brushRef="#br0" timeOffset="129">11553 10909 996 0,'0'0'192'0,"0"0"-171"16,0 0-19-16,0 0 53 16,91-21-24-16,-80 18-27 15,0 3-4-15,-2 0-1 16,-5 0-11-16,-2 3-41 16,-2 11-11-16,-3 3-13 15,-20 6 15-15,-9 3 21 16,-6 3-13-16,6-5-1 15,4-2 34-15,7-5 19 16,11-7 2-16,9 0 19 16,1-6 29-16,21-1 29 15,18-3 15-15,10 0-26 16,2-7-41-16,-5-3 3 16,-7 0-23-16,-8 4-5 0,-4-1-11 15,-7-3-82-15,-1 1-93 16,-7-1-369-16</inkml:trace>
  <inkml:trace contextRef="#ctx0" brushRef="#br0" timeOffset="130">12198 10902 960 0,'0'0'34'0,"0"0"-32"16,0 0-2-16,0 0 12 16,-87-37-12-16,62 41-1 15,8 18-2-15,5 1-8 16,2 7 2-16,10 3 9 16,0-2-3-16,19-3 2 15,10-4 1-15,12-8 5 16,8-5 7-16,4-11-1 15,6 0 25-15,-5-3-4 16,-6-14 24-16,-11-3-8 16,-12-6-21-16,-11-6 0 15,-14-5-18-15,0-1-5 16,-17 2 0-16,-18 4-4 0,-7 5 0 16,-3 7-8-16,2 10 1 15,4 7-20-15,7 3-57 16,2 0-95-16,4 13-103 15</inkml:trace>
  <inkml:trace contextRef="#ctx0" brushRef="#br0" timeOffset="131">10526 9218 747 0,'0'0'59'16,"0"0"-52"-16,0 0 24 15,0 0 3-15,0 0-10 16,0 0-16-16,0 0-6 16,35 2 1-16,-28 25 1 0,-1 8 7 15,-5 7 15-15,-1 6 1 16,0 5-13-16,0-3-3 15,0 0-6-15,0-11-2 16,0-10 2-16,0-12-5 16,0-9-1-16,0-2 1 15,0-6 0-15,0 0 20 16,0 0 68-16,0-7-27 16,0-23-36-16,7-13-15 15,5-7-10-15,8-5-20 0,6 5-19 16,-4 10-12-1,8 10 33-15,-3 14 16 0,-4 12-8 16,5 4 4-16,-8 4 6 16,3 19 0-16,-8 7-4 15,-8 3-2-15,-1 6 4 16,-6-2 2-16,0-1 0 16,0-12 3-16,0-5-3 15,0-2-2-15,-4-8 1 16,-2 2-1-16,0-2 0 15,-3-2-76-15,-2 0-108 16,7-7-131-16</inkml:trace>
  <inkml:trace contextRef="#ctx0" brushRef="#br0" timeOffset="132">11147 9523 793 0,'0'0'136'0,"0"0"-132"16,0 0-2-16,0 0 32 15,91-34-22-15,-64 31-4 16,0 3-7-16,0 0 0 16,-8 0 10-16,-9 0-11 15,-7 0-1-15,-3 0 1 16,0 0 3-16,-16 0 2 15,-16 0 0-15,0 0-3 16,-1 0-2-16,7 0 0 16,12 3 0-16,5-3 5 15,3 0-2-15,6 2-3 16,0-2 0-16,0 0 1 16,0 0 3-16,0 0 1 0,0 0-4 15,3 0-1-15,17 0 2 16,9-5 7-16,-2-3-7 15,3 2 1-15,-8 3-3 16,-7 3 0-16,-9-4 4 16,-3 4-4-16,-3 0-28 15,0 0-28-15,-6 0-117 16</inkml:trace>
  <inkml:trace contextRef="#ctx0" brushRef="#br0" timeOffset="133">11666 9257 978 0,'0'0'66'0,"0"0"-53"16,0 0 31-16,0 0 22 15,0 0-44-15,0 0-6 16,0 0-16-16,0-33 0 15,0 33-2-15,0 0-2 16,0 0 4-16,0 0-5 16,0 0 5-16,0 0 0 15,0-1 0-15,0-4 21 16,0 0 8-16,4-4-22 16,-1 3-5-16,0-1 1 15,0 1-2-15,-1 5-1 16,-1-2 0-16,3-1 0 0,-4 4 0 15,0 0 0-15,0 0-2 16,0 8-10-16,4 14-3 16,2 15 15-16,-3 9 2 15,3 0 13-15,-6 0-1 16,3-2-6-16,0-5 5 16,2-3-8-16,3-9 6 15,-2-4-8-15,-1-10-1 16,-2-3-1-16,-3-3 2 15,3-5-3-15,-3-2 0 16,0 0-1-16,0 0-78 16,0 0-177-16</inkml:trace>
  <inkml:trace contextRef="#ctx0" brushRef="#br0" timeOffset="134">12809 9593 972 0,'0'0'99'0,"0"0"-73"16,0 0-24-16,0 0 12 15,0 0-14-15,-58 104 21 16,36-41 11-16,2-1-3 16,4 1-15-16,3-7 12 15,9-7-19-15,1-8-1 16,3-10-3-16,0-7 2 16,0-9-5-16,9-4 0 15,4-5 6-15,1-1 2 16,2-5-8-16,3 0-25 15,4-17-90-15,-1-13-118 16,-5-10-389-16</inkml:trace>
  <inkml:trace contextRef="#ctx0" brushRef="#br0" timeOffset="135">12308 9776 1015 0,'0'0'60'16,"0"0"-59"-16,0 0 4 16,0 0 49-16,141-11-11 15,-50 3-7-15,-4 3 16 16,-11-1-39-16,-19 3-10 16,-17 3-3-16,-14-3-3 15,-6 3-20-15,-8-4-68 0,-8-3-115 16,1-3-232-16</inkml:trace>
  <inkml:trace contextRef="#ctx0" brushRef="#br0" timeOffset="136">13212 9660 902 0,'0'0'91'0,"0"0"-91"16,0 0 0-16,0 0 0 15,0 0-3-15,0 0 3 16,-78 116 16-16,52-57 12 16,10-2-10-16,10 2 18 15,6-3-8-15,6-6-11 16,15-11 0-16,13-6-1 16,1-11-1-16,-1-8-7 0,-2-3-8 15,1-11-14-15,2 0-116 16,-2-12-181-16</inkml:trace>
  <inkml:trace contextRef="#ctx0" brushRef="#br0" timeOffset="137">13784 9740 780 0,'0'0'49'0,"0"0"-42"16,0 0-7-16,-104-11 33 15,65 22-10-15,2 6-13 16,7 2 9-16,12 1 3 16,9-1-18-16,9-2-1 15,0-2 6-15,6 6 1 0,24-1 14 16,4-1 12-16,2 1 2 15,-3-3-10-15,-13 0-8 16,-12 0-14-16,-8-1-6 16,0-1 4-16,-24-1 7 15,-18-1 2-15,-8-6-6 16,-4-3-5-16,8-1 0 16,8-3-4-16,8 0-12 15,7 0-121-15,7-14-148 16</inkml:trace>
  <inkml:trace contextRef="#ctx0" brushRef="#br0" timeOffset="138">13967 9554 783 0,'80'10'30'0,"-5"19"-1"16,-7 14 96-16,-19 6-48 16,-22 9-50-16,-15 5 2 0,-12 5-6 15,-18-1-12-15,-16-1 2 16,-8-8-6-16,2-11 0 15,4-10-7-15,6-10 4 16,5-8-2-16,5-7-1 16,4 2-1-16,7-13-71 15,3-1-132-15,6-7-268 16</inkml:trace>
  <inkml:trace contextRef="#ctx0" brushRef="#br0" timeOffset="139">14576 10043 881 0,'0'0'56'0,"145"-3"-10"16,-78 0 29-16,-19-3-39 16,-12 1-27-16,-14 2-9 15,-7 0-12-15,-3-1-54 16,-9-6-82-16,-3-6-167 16</inkml:trace>
  <inkml:trace contextRef="#ctx0" brushRef="#br0" timeOffset="140">14749 9841 1007 0,'0'0'30'16,"0"0"-25"-16,0 0 69 16,-1 83 17-16,1-38-40 15,4 5-24-15,14 0-6 16,6 3-1-16,-1-10-12 15,-2-7-7-15,-3-8 0 16,-7-6-1-16,-2-2-35 16,-6 0-60-16,-3-7-121 0,0-10-263 15</inkml:trace>
  <inkml:trace contextRef="#ctx0" brushRef="#br0" timeOffset="141">15440 9626 748 0,'0'0'45'0,"0"0"-38"16,0 0 47-16,0 0 23 15,0 0-25-15,-55 92-17 0,45-65-24 16,4 0-2-16,2 2 18 16,-1 5-5-16,4-1 23 15,0 4-5-15,1 5-9 16,0 0-10-16,0 0-9 15,0-4-3-15,5-6-4 16,4-4 0-16,4-6-5 16,1-8 1-16,3-3 5 15,4-9-6-15,2-2-47 16,3-14-135-16,-7-21-310 16</inkml:trace>
  <inkml:trace contextRef="#ctx0" brushRef="#br0" timeOffset="142">15216 9844 1029 0,'0'0'86'16,"0"0"-81"-16,0 0-5 16,118-22 0-16,-44 18 8 15,1 4-6-15,-14 0-2 16,-12 0-12-16,-13 0-28 15,-14 0-123-15,-5-3-210 16</inkml:trace>
  <inkml:trace contextRef="#ctx0" brushRef="#br0" timeOffset="143">16032 9679 1012 0,'0'0'0'0,"0"0"-2"16,-108-16 1-16,76 33 1 16,2 21 12-16,10 10 22 0,4 18 30 15,11 4-26-15,5 1-21 16,5-1-9-16,19-7 2 15,5-15-3-15,3-9 8 16,0-10-1-16,-5-3-1 16,-4-9-12-16,-4-8-2 15,-3-9-108-15,-3 0-286 16</inkml:trace>
  <inkml:trace contextRef="#ctx0" brushRef="#br0" timeOffset="144">16279 9878 1001 0,'0'0'72'0,"0"0"-72"16,0 0-22-16,0 0 16 15,0 0-4-15,8 103 10 16,-7-61 3-16,-1-5-1 15,0-8-1-15,2-12-1 16,-2-8-2-16,0-6 2 16,0-3 0-16,0 0 72 15,0-15 26-15,0-9-87 16,0-5-5-16,1 2-2 16,22 1-3-16,7 2-2 15,7 12-4-15,3 4 5 0,2 8 0 16,-5 0 0-16,-2 11-8 15,-9 8 6-15,-3 4 0 16,-10 2 2-16,-5-3 3 16,0-1 0-16,-6-6-3 15,-2-3 0-15,0 0 2 16,0-3-2-16,-12-2-25 16,2-4-152-16,4-3-225 15</inkml:trace>
  <inkml:trace contextRef="#ctx0" brushRef="#br0" timeOffset="145">16746 10050 1051 0,'0'0'142'0,"0"0"-136"15,117-10 11-15,-67 6 41 16,-6 1-22-16,-10 3-30 15,-8 0-6-15,2 0-2 16,-8 0-53-16,-5 0-90 16,-1 0-144-16</inkml:trace>
  <inkml:trace contextRef="#ctx0" brushRef="#br0" timeOffset="146">17477 9931 994 0,'0'0'0'15,"-104"-21"0"-15,42 21 9 16,9 0 26-16,15 7-32 15,13 15 1-15,18 3-1 16,7 5-1-16,26 2 0 16,18-2 21-16,9-2 11 0,-2-6-16 15,-8-2-11-15,-13-3 2 16,-15-6 2-16,-12-3-11 16,-3-2 0-16,-18 2 0 15,-23-2 13-15,-10 0-11 16,-6-4-2-16,8 1-6 15,12-1-58-15,13 1-110 16,13-3-304-16</inkml:trace>
  <inkml:trace contextRef="#ctx0" brushRef="#br0" timeOffset="147">17810 10135 1073 0,'0'0'140'0,"0"0"-125"16,0 0-14-16,125 0 57 16,-67 0-38-16,-3 8-4 15,-9-2-14-15,-11-4-2 16,-15-1-8-16,-13-1-27 0,-7 0-122 15,0-1-254 1</inkml:trace>
  <inkml:trace contextRef="#ctx0" brushRef="#br0" timeOffset="148">18210 10009 937 0,'0'0'147'15,"0"0"-112"-15,0 0-31 16,0 0 10-16,0 0 10 16,37 84 14-16,-30-42-4 15,1-1-28-15,-1-2-2 16,-2-3-4-16,-5 1 0 16,0-7 0-16,-11-8-76 0,-9-7-189 15,-1-13-567-15</inkml:trace>
  <inkml:trace contextRef="#ctx0" brushRef="#br0" timeOffset="149">18292 9670 817 0,'0'0'21'0,"0"0"-9"16,0 0 45-16,110 17-35 15,-67 24 20-15,-2 14-19 16,-4 9 26-16,-9 11 34 16,-7 0-23-16,-6-3-22 15,-12-6-16-15,-3-3-9 16,-8-10-8-16,-17-7-3 15,-6-10 2-15,-14-6-4 16,-4-7-7-16,-13-4-72 16,-3-10-135-16,7-9-473 15</inkml:trace>
  <inkml:trace contextRef="#ctx0" brushRef="#br0" timeOffset="150">13143 9107 583 0,'0'0'79'0,"0"0"-37"16,0 0 38-16,0 0-26 15,0 0-10-15,0 0-2 16,-30-45-2-16,21 39-6 16,-3-1 10-16,-7 0-25 15,-8 1-14-15,-6-1-3 0,-9 4-2 16,-4 3 1-16,-9 0 4 15,1 0-5-15,-4 3-1 16,3 7 0-16,9-1 1 16,13-1 0-16,7 1 1 15,13 5-1-15,1 1-7 16,2 2 6-16,2 0 1 16,2 3-4-16,4-4-1 15,-1-3 10-15,-1-2-6 16,4 2 1-16,-4-7 0 15,1 2 4-15,-1-2-4 16,2-3 20-16,-1 0-18 16,3-3 23-16,0 0-20 0,-3 3-4 15,-5 2 14-15,-2 1-12 16,1 0 7-16,3 1-6 16,3 2 4-16,3 1-7 15,0 3 4-15,0 3-5 16,0 1 0-16,0 7 7 15,3 1 9-15,4 6-5 16,4 12 26-16,-3 10-11 16,-1 13 3-16,-1 10-6 15,-6 10 1-15,2 6-6 16,5 0 8-16,1 1-5 16,3-7-15-16,7-11 14 0,0-14-17 15,6-9 5 1,-1-15-5-16,-1-10 0 0,-5-10-2 15,-2-5 4-15,-9-5 0 16,-1-4-1-16,-5 0-3 16,0-3-1-16,0 0 0 15,3 0 0-15,6 0-3 16,13 6 1-16,21-6 4 16,20 3 0-16,10-3-2 15,6 0-21-15,-8 0-47 16,-6 5-38-16,-14-2-103 15,-14-3-288-15</inkml:trace>
  <inkml:trace contextRef="#ctx0" brushRef="#br0" timeOffset="151">18019 9346 104 0,'0'0'554'15,"0"0"-487"-15,0 0-1 16,0 0 29-16,0 0-42 15,0 0-36-15,0 0-9 16,-49-27 17-16,49 27 16 16,0 0-18-16,0 0-19 15,0 0 6-15,11 0-5 16,17 0 7-16,14 0 13 16,11 0 4-16,5 5-11 15,4 0-18-15,3-4 5 0,-4 5 2 16,-5-3-7-16,-6-3 8 15,-9 0-7-15,-11 4 5 16,-10-4-2-16,-9 0-2 16,-4 0-1-16,-7 0-1 15,0 0 0-15,6 0 0 16,5 4 1-16,3-1-1 16,1 3-1-16,-3-2 1 15,-5-1 0-15,-4 2 0 16,0-4 0-16,-1 7 1 15,0-3-1-15,1 5 0 16,-1 3 0-16,1 4 0 16,-3 9 3-16,1 10 2 0,-1 5 26 15,3 7-18-15,-3 8 7 16,0 5 8-16,0 11-8 16,0 4-6-16,0 10 11 15,0 4-8-15,10 2-11 16,1 3 5-16,6-8-5 15,1-8-3-15,-3-11 4 16,2-14 4-16,-4-12 2 16,-6-11-5-16,-1-6-6 15,-3-8 0-15,-3-3 0 16,0-6-2-16,0-3 0 16,0-5-1-16,0 3 1 0,0-3 0 15,0 0 7 1,0 0-2-16,0 0-1 0,0 3-2 15,-19-2-1-15,-14 1 6 16,-12 1-4-16,-7-3 1 16,3 0-1-16,4 5-3 15,10-2 1-15,7 0-1 16,0 0 6-16,-4 0-4 16,-9-3-1-16,-9 0 1 15,-10-6 3-15,-9-11-5 16,-7-3-28-16,-9-3-81 15,8-6-209-15</inkml:trace>
  <inkml:trace contextRef="#ctx0" brushRef="#br0" timeOffset="152">20202 8465 582 0,'0'0'78'16,"0"0"-37"-16,0 0 47 15,0 0-35-15,0 0-22 16,0 0-13-16,0 0 4 16,18-24 19-16,-15 24 1 0,-3-2 7 15,0 2-23 1,0 0 7-16,0 0-2 0,0 0-19 16,0 0 6-16,1 6-18 15,3 14 0-15,2 5 0 16,-1 5 0-16,2 3 5 15,1-2-1-15,0-2-2 16,3-6 6-16,-4-3-7 16,-1-5-1-16,-2-5 1 15,-4-6-3-15,0-3 2 16,0-1 0-16,0 0 1 16,0 0 9-16,0 0-3 15,0 0 11-15,0 0 14 16,0-4-13-16,0-9-7 0,-1-10-12 15,1-10-1-15,0-5 1 16,10-6-13-16,17 0-24 16,3 8-3-16,-2 12 30 15,1 8 3-15,-9 13 7 16,0 3-5-16,-1 9 1 16,-1 18-6-16,0 7 10 15,0 5 8-15,-2 1-2 16,3-8 1-16,-3-6 1 15,-3-5-7-15,-2-8 3 16,-7-6 0-16,-1 0-4 16,-3-1 0-16,0 3-4 15,-1 3 3-15,-16 0-50 0,-2 5-48 16,2-4-42-16,2-7-80 16,12-6-444-16</inkml:trace>
  <inkml:trace contextRef="#ctx0" brushRef="#br0" timeOffset="153">20799 8610 615 0,'0'0'89'0,"0"0"-79"15,0 0 5-15,0 0 29 16,0 0-17-16,0 0 13 0,33 2-12 15,-4-2 17-15,6 0-16 16,-2 0-4-16,-4 0-12 16,-2 0-7-16,-10 0-6 15,-1 0-1-15,-8 0 0 16,-8 0-26-16,0 11-104 16,-24 2 26-16,-6 3-55 15,-3-3-344-15</inkml:trace>
  <inkml:trace contextRef="#ctx0" brushRef="#br0" timeOffset="154">20823 8738 409 0,'0'0'180'0,"0"0"-118"15,0 0 12-15,0 0 10 16,0 0-23-16,99 0-25 16,-69 0-13-16,-8 0-15 0,-6 0-8 15,-6 0-1-15,-4 0-29 16,1 0-71-16,-2 1-86 15,1-1-205-15</inkml:trace>
  <inkml:trace contextRef="#ctx0" brushRef="#br0" timeOffset="155">21501 8596 697 0,'0'0'37'0,"0"0"-37"16,0 0-2-16,0 0 2 16,0 0 0-16,-82-10 1 15,76 10-4-15,5 0 5 16,1 0-2-16,0 0 0 15,0 0 4-15,0 0 8 16,0 0 9-16,0 0 1 16,0 0-18-16,0 0-2 0,0 0 1 15,0 0-3 1,0 0-8-16,0 0 5 0,0 0-17 16,0 0-23-16,0 4-82 15,0-1-85-15</inkml:trace>
  <inkml:trace contextRef="#ctx0" brushRef="#br0" timeOffset="156">20594 8517 281 0,'0'0'51'0,"0"0"-8"16,0 0 9-16,0 0-30 15,0 0 22-15,0 0 36 16,-35-17-42-16,35 17 1 16,0 0 10-16,-3-3 19 15,0-4-54-15,-6 0 9 16,1-1-1-16,-4-2-20 15,-5 3 13-15,-7 0-11 16,-1 4 4-16,-8 3-8 16,-3 0 1-16,0 17 4 15,-3 5 3-15,2 8 13 0,7 0-2 16,12-3-2-16,12-5-6 16,6 2-11-16,8-2 3 15,21-3 4-15,13 1 23 16,10-2-22-16,2 1 3 15,-2 1-10-15,-2 0 9 16,-7 7-10-16,-12-1 1 16,-16 3-1-16,-10 5 0 15,-5-5 1-15,-13 4 3 16,-13-5 0-16,-9-9 7 16,-5-4 7-16,-2-5 2 15,3-6-4-15,7-4-9 0,8 0 3 16,6-5-9-1,11-19-2-15,7-10-4 0,0-14-191 16</inkml:trace>
  <inkml:trace contextRef="#ctx0" brushRef="#br0" timeOffset="157">21454 8613 669 0,'0'0'31'0,"0"0"-15"16,0 0-14-16,0 0-1 0,0 0 2 15,-81 0 30-15,68 2-11 16,1 9 6-16,2 5-16 16,2 1 2-16,2 2 24 15,1 5-30-15,5 3-3 16,0 0 1-16,3-1 3 16,17-3 10-16,7-3-17 15,11-7 46-15,9-4-13 16,5-6 4-16,1-3-4 15,-6 0 2-15,-11-8-4 16,-11-9-25-16,-13-7 20 16,-12-2-6-16,-6-8-22 15,-28 4 1-15,-14-3-1 0,-15 7 6 16,-1 6-6 0,3 11 0-16,9 1-7 0,14 8-2 15,11 0-11 1,13 8-65-16,12 8-32 0,2-4-58 15,23-3-250-15</inkml:trace>
  <inkml:trace contextRef="#ctx0" brushRef="#br0" timeOffset="158">23190 7757 166 0,'0'0'385'0,"0"0"-290"15,0 0-42-15,0 0 10 16,0 0-24-16,0 0-18 16,0-3-21-16,0 14 2 15,0 10 4-15,2 7 9 16,-2 5 49-16,0-1-9 16,0 3-18-16,0-4-17 15,0-2-1-15,0-5-9 16,0-4-2-16,0-6-6 15,2-7-2-15,0-4 1 0,-2 0-1 16,0-3 1-16,0 0-1 16,0 0 11-16,0 0 12 15,0 0 35-15,0-13-23 16,0-10-18-16,0-7-13 16,0-4-1-16,10 0-3 15,17 2-5-15,6 10-12 16,-3 9 3-16,-4 9 8 15,-4 4 5-15,-6 0-5 16,-5 20-1-16,-1 6 2 16,-4 8 3-16,-3 2 1 0,-2-3 1 15,0-4 0-15,1-5 1 16,1-5-1 0,3-2 4-16,0-5-8 0,0 5 4 15,0-3-3-15,0 0-97 16,0-6-109-16,6-7-228 15</inkml:trace>
  <inkml:trace contextRef="#ctx0" brushRef="#br0" timeOffset="159">23680 8020 932 0,'0'0'92'0,"0"0"-85"16,0 0 4-16,96-12-11 16,-50 10 0-16,-4 2 8 15,-5 0-8-15,-8 0-6 16,-10 0 3-16,-10 0-23 16,-9 0-151-16,0 0-182 15</inkml:trace>
  <inkml:trace contextRef="#ctx0" brushRef="#br0" timeOffset="160">24268 7885 269 0,'0'0'360'0,"-85"-3"-358"16,40 3-2-16,8 7 11 16,15 9 12-16,10 1-19 15,12 4 0-15,0 0 33 16,15 1 7-16,13 0 15 15,3-1-16-15,2-3-15 0,-6 3-1 16,-7-2-14-16,-9 1 3 16,-8-1-9-16,-3 1-7 15,-6-1 2-15,-20-5 11 16,-10 3 16-16,-3-7-22 16,0-2-7-16,4-1 4 15,5-2-4-15,4-5-19 16,6 3-57-16,9-3-67 15,11 0-161-15</inkml:trace>
  <inkml:trace contextRef="#ctx0" brushRef="#br0" timeOffset="161">24562 8151 809 0,'0'0'151'0,"0"0"-114"15,0 0 28-15,0 0-18 16,0 0-37-16,0 0-9 16,105-3-2-16,-71-2 2 15,-4 1 6-15,-6 0-7 16,-7-5-46-16,-9-6-125 15,-8-6-678-15</inkml:trace>
  <inkml:trace contextRef="#ctx0" brushRef="#br0" timeOffset="162">24892 7797 1005 0,'0'0'9'16,"0"0"-5"-16,0 0-8 16,90 75 8-16,-65-22 13 15,0 8 8-15,0-2-10 16,-1-3 3-16,-4-9-14 16,-3-9 0-16,-9-9 4 15,-8-4-8-15,0-5-44 16,-20-6-152-16,-5-6-575 15</inkml:trace>
  <inkml:trace contextRef="#ctx0" brushRef="#br0" timeOffset="163">23667 8567 124 0,'0'0'0'16,"0"0"114"-16,0 0 1 15,0 0-6-15,0 0-25 16,0 0 6-16,-20 0 0 15,20 0-3-15,0 0 7 0,0-2 7 16,0-1-50-16,0 3 9 16,0 0 5-16,0 0-51 15,0 0-12-15,0 2-2 16,0 18-9-16,0 8 9 16,2 6 1-16,4 1-1 15,2-1 0-15,-2-8 0 16,1 1 0-16,-1-13 0 15,-3-5 0-15,-2-6 0 16,-1-3 0-16,0 0 0 0,0 0 3 16,0 0-1-1,0 0 10-15,0-3 26 0,-4-11-24 16,-2-7-7-16,6-6-7 16,0-1 0-16,15-5-33 15,15 1-26-15,2 8-15 16,2 8 37-16,-5 13 23 15,-2 3 11-15,-8 13-3 16,-5 13 3-16,-5 7 3 16,-6 4 4-16,-3-1 5 15,0-6-6-15,0-1 28 16,0-8-19-16,2-4 9 16,0-8-10-16,0-3-7 15,-2-4 0-15,0-1-4 16,0-1-1-16,0 0-89 15,0 0-141-15</inkml:trace>
  <inkml:trace contextRef="#ctx0" brushRef="#br0" timeOffset="164">24133 8732 778 0,'0'0'116'0,"0"0"-113"16,0 0 16-16,0 0 55 0,98 7-51 15,-62-2-15 1,-2 0-8-16,-4 3 0 0,0 0-17 16,-5-5-154-16,-3-3-323 15</inkml:trace>
  <inkml:trace contextRef="#ctx0" brushRef="#br0" timeOffset="165">24525 8609 1021 0,'0'0'100'15,"0"0"-100"-15,0 0 0 0,31 87 19 16,-19-45 11-1,-1 2 2-15,0 0-6 0,1-3-15 16,2-2-2-16,-1-6-7 16,-1-8 0-16,-2-6 1 15,-7-2-3-15,-3-5-2 16,-3 1-125-16,-16-9-162 16</inkml:trace>
  <inkml:trace contextRef="#ctx0" brushRef="#br0" timeOffset="166">21422 9365 391 0,'0'0'161'16,"0"0"-95"-16,0 0-2 15,0 0-4-15,0 0-40 16,0 0 5-16,20 0 5 16,-20 0 14-16,0-2-12 15,0 2 0-15,0 0 11 16,0 0-6-16,0 0-12 15,0 0 10-15,0 0-15 16,0 0-12-16,0 0-1 16,0 0-7-16,0 0 19 0,0 0-19 15,0 0 6-15,0 0 3 16,0 0-9-16,0 17-2 16,0 12 2-16,0 10 10 15,0 14 14-15,-5 0-20 16,1 0 2-16,1-9-5 15,3-13-1-15,0-7 9 16,0-11-7-16,0-6 0 16,0-4-1-16,0-3 4 15,0 0 11-15,0 0 30 16,0 0-12-16,0 0 17 16,0-19-31-16,0-12-15 15,3-9 1-15,10-9-6 16,6-1-5-16,-2 2 4 15,-1 8-3-15,-5 10-1 0,-4 10 5 16,-2 10 0-16,-1 4 0 16,-2 5-1-16,-1 1 0 15,1 0-4-15,-1 14-10 16,1 9 4-16,-1 13 11 16,-1 4-1-16,0 2 1 15,0-1 0-15,0-8 0 16,0-4 0-16,0-9 0 15,0-7 1-15,0-7-2 16,0-3-8-16,0-3-43 16,0 0-69-16,0 0-51 15,-1 0-99-15</inkml:trace>
  <inkml:trace contextRef="#ctx0" brushRef="#br0" timeOffset="167">23761 9621 696 0,'0'0'33'15,"0"0"2"-15,0 0 73 16,0 0-22-16,0 0-29 16,0 0-43-16,0 0-14 15,0 0 0-15,0 10 0 16,2 5 1-16,6 7-1 16,-3 6 15-16,-4 2 6 15,-1 4 0-15,0-1 9 16,0-2-15-16,0-4-9 0,0-7 5 15,0-10-9 1,0-3-1-16,0-7 2 0,0 0 17 16,0 0 22-16,0 0 12 15,0 0-5-15,0-13-23 16,0-7-15-16,0-7-9 16,8-2-2-16,10-4-10 15,1 3 10-15,4 4-40 16,-4 9 23-16,-1 6 16 15,-2 9-8-15,-2 2 7 16,-2 0-14-16,4 17 10 16,-5 4 1-16,-3 4 4 15,-1 1-3-15,-1 1 3 16,-4-5 1-16,3-2 0 16,-1-7 3-16,-1-6-3 0,-1-1-2 15,-2 1 2-15,0 0-34 16,-10 0-116-16,-6-4-104 15,3-3-556-15</inkml:trace>
  <inkml:trace contextRef="#ctx0" brushRef="#br0" timeOffset="168">24151 9794 792 0,'0'0'149'0,"0"0"-142"15,0 0-6-15,105 0 43 16,-60 0 4-16,-3 0-28 16,-5 0-7-16,-14 0-13 15,-12 0 0-15,-9 0 0 16,-2 0-2-16,-8 0-63 15,-15 0-141-15,-6 0-248 16</inkml:trace>
  <inkml:trace contextRef="#ctx0" brushRef="#br0" timeOffset="169">24676 9729 314 0,'0'0'112'15,"0"0"-40"-15,0 0 12 16,0 0-28-16,0 0 0 16,0 0-12-16,0 0 4 15,20 0-34-15,-20 0 6 16,0 0-9-16,0 0-5 16,0 0 2-16,0 0-8 0,0 0-9 15,0 0 8 1,0 0-4-16,0 0 5 0,0 0 8 15,0 0-8-15,0 0 0 16,0 0-4-16,0 0 4 16,1 0 3-16,1 0-1 15,0 0 2-15,-2 0-4 16,0 0-5-16,0 0 5 16,0 0 4-16,0 0 2 15,-2 0-6-15,-1 0 11 16,3 0-9-16,0 0-1 15,0 0 15-15,0 0-6 0,0 0-5 16,10 0-5 0,3 0-4-16,-5 0 3 0,-1 0 1 15,-4 0 0-15,-2 0-4 16,-1 0 3-16,0 0-3 16,0 0 0-16,0 0 7 15,-9 7-3-15,2 0 14 16,1-5-12-16,3-2 6 15,0 1 21-15,3-1-6 16,0 0 9-16,0 0-9 16,0 0-12-16,0 0-1 15,0 0-6-15,0 0-1 16,0 0-6-16,0 0 2 16,0 0-3-16,6 0-8 15,0 0 9-15,-3 0 3 0,-2 0-8 16,0 0 5-1,-1 6 1-15,0-3-2 0,0-1-3 16,-7 1 7-16,-6-3 7 16,-2 0-6-16,-3 0-1 15,3-3 3-15,0-5-3 16,6-1 12-16,5-5-12 16,4-2 18-16,0-1-8 15,10-3-10-15,13 4-8 16,2 5 8-16,2 4 6 15,1 5-6-15,2 2 0 16,-3 2-2-16,-2 12-1 0,-4 10-3 16,-5 1-1-16,-7 9 7 15,-6-1 6-15,-3 4 7 16,0-1 9-16,-12 0 2 16,-13-4-8-16,-3-3 26 15,-2-7-31-15,0-3 6 16,3-10 8-16,8-1-9 15,7-6-3-15,6-1-10 16,4-1 3-16,2 0-2 16,0 0 0-16,0 0 7 15,3-3 8-15,14-5-19 16,8 0-7-16,5 7 6 16,3 1-1-16,-2 0 4 0,2 9-5 15,0 8 4-15,-2 3-1 16,-1-1 0-16,-6 1 0 15,-2-3 0-15,-7-3-2 16,-2-4 1-16,-5 2-60 16,-8-5-105-16,0-6-128 15</inkml:trace>
  <inkml:trace contextRef="#ctx0" brushRef="#br0" timeOffset="170">21396 11235 155 0,'0'0'68'16,"0"0"-68"-16,0 0-20 16,0 0-92-16</inkml:trace>
  <inkml:trace contextRef="#ctx0" brushRef="#br0" timeOffset="171">21503 11335 62 0,'0'0'102'15,"0"0"-102"-15,0 0-164 16</inkml:trace>
  <inkml:trace contextRef="#ctx0" brushRef="#br0" timeOffset="172">21503 11335 35 0,'-8'-37'49'0,"8"37"-49"15</inkml:trace>
  <inkml:trace contextRef="#ctx0" brushRef="#br0" timeOffset="173">21509 11298 28 0,'0'0'106'0,"0"0"-106"16,0 0-100-16</inkml:trace>
  <inkml:trace contextRef="#ctx0" brushRef="#br0" timeOffset="174">21335 11285 129 0,'0'0'417'0,"0"0"-417"16,0 0-12-16,0 0 10 15,0 0-1-15,0 0 3 16,-49-13 10-16,45 13 13 16,1 0 17-16,3 0 23 15,0 0-18-15,0 0-6 16,0 0-1-16,0 0 21 16,0 0 7-16,0-3-5 15,0 3 3-15,0 0 6 16,0 0 1-16,0 0-23 15,0 0-5-15,0 0-26 0,0 0-12 16,0 0-5 0,0 0-2-16,0 13-7 0,0 12 4 15,3 6 4-15,-1 6 2 16,-2 1-1-16,2 2 0 16,-2-3 3-16,0-4-3 15,0-6 0-15,0-8-10 16,0-9 10-16,0-7 4 15,-3 0-1-15,2-3 3 16,-5 0-1-16,2-10 22 16,1-19-9-16,3-14-16 15,4-13-2-15,25-8-2 16,12-1 0-16,6 15 2 16,0 14-11-16,-5 14 8 0,-7 18-2 15,-6 4-6-15,-5 6 8 16,-3 17 2-16,-8 11-3 15,-3 4 2-15,-3-1-6 16,-7 4 8-16,0-7 8 16,0-2-8-16,0-10-1 15,0-5-4-15,0-7 5 16,0-4-2-16,-6-3-66 16,-8-3-80-16,1 0-92 15</inkml:trace>
  <inkml:trace contextRef="#ctx0" brushRef="#br0" timeOffset="175">21751 11403 321 0,'0'0'151'15,"0"0"-138"-15,0 0 53 16,0 0 29-16,0 0-10 15,0 0 1-15,38 0-31 16,-26 0 9-16,-3 0-21 16,-4 0-7-16,1 0-14 15,-3 0-15-15,-3 0-7 0,0 0 0 16,0 0 1-16,0 0 5 16,0 0-5-16,0 0 3 15,-15 0-4-15,-6 2 9 16,-2 3-9-16,9-1-1 15,4-1 1-15,9-3 3 16,1 2-3-16,0-2-1 16,0 0-1-16,7 0 0 15,20 0 2-15,9-5-5 16,6-6 3-16,-2-2 2 16,-10 3 4-16,-10 5-3 15,-9 1-1-15,-8 1 1 16,-3 3 2-16,0 0-3 15,0 0-30-15,0 0-93 16,-7-4-193-16</inkml:trace>
  <inkml:trace contextRef="#ctx0" brushRef="#br0" timeOffset="176">22287 11311 263 0,'0'0'133'0,"0"0"-86"0,0 0 4 16,0 0 21 0,0 0-8-16,0 0-6 0,-43 17 14 15,43-17-6-15,0 0-17 16,0 0-36-16,0 0 4 16,0 0-11-16,0 0 1 15,0 0-3-15,0 0 12 16,0 0 2-16,0 0-5 15,0 0-1-15,0 0-11 16,0 0 3-16,-1 2 1 16,-5-2-4-16,3 5 4 15,0-5-5-15,3 2-1 0,0-2 1 16,0 0 7 0,0 0-6-16,0 0 17 0,0 0-18 15,0 0-5-15,6 0 5 16,6 0 0-16,0 0 0 15,-6 0 0-15,0 0 0 16,-3 0-4-16,-3 0 1 16,0 1 2-16,0 2 0 15,0 0 1-15,-3 4 0 16,-9-4 2-16,-5-2 3 16,2-1-3-16,-1 0 1 15,4-1 14-15,0-9 4 16,6-4 11-16,6-1 26 15,0-4-56-15,4-2 6 16,16-2-13-16,5 3 5 0,4 3-2 16,-3 8 2-16,3 3-1 15,2 6 5-15,0 0-3 16,1 6 4-16,-1 10-3 16,-6 8 13-16,-7 2-1 15,-8 10 1-15,-10 3-15 16,0 11 7-16,-20 4-3 15,-13-2-2-15,-8-5-1 16,-1-12-1-16,1-12 4 16,4-13 2-16,10-10-1 15,5 0 1-15,7 0 4 16,9-6 10-16,6-8-5 0,0-5-13 16,22 0-1-16,11-1-1 15,8 10-4-15,5 9 4 16,2 1 6-16,0 4-2 15,5 13 15-15,-4 5-11 16,2 1 7-16,-4-3-9 16,-6 0-5-16,-4-1-1 15,-10-2 6-15,-8-7-14 16,-8-1 0-16,-11-3-84 16,0-6-148-16,-16-3-663 15</inkml:trace>
  <inkml:trace contextRef="#ctx0" brushRef="#br0" timeOffset="177">24462 11262 474 0,'0'0'6'15,"0"0"-6"-15,0 0 0 16,0 0-1-16,0 0 1 15,0 0 70-15,-12-56-8 0,11 52-4 16,1 4-33-16,0-2 12 16,0-2-10-16,0 1-16 15,0 0 26-15,0-2 5 16,0 2 10-16,0 3-23 16,0 0-4-16,0-2 24 15,0-2 3-15,0 4-9 16,0-3-7-16,0 2 12 15,0 0-8-15,0-2-14 16,0 0 5-16,0 3-4 16,0 0-20-16,0 0-7 15,0 0-2-15,0 0-5 16,0 11 3-16,0 9 1 0,6 6-3 16,1 12 6-16,0-1 4 15,0 4-4-15,0-4 8 16,1 1 0-16,-2-8-4 15,-1-10 4-15,-3-10-8 16,-2-3 0-16,0-7 2 16,0 0 5-16,0 0 11 15,0 0 7-15,0 0 4 16,0-11 0-16,-2-7-9 16,-6-8-20-16,2-5 0 15,4-5-4-15,2-4 1 16,0-6-21-16,0-4 15 15,0 7-2-15,5 4 10 16,-1 13 0-16,2 9 2 0,-5 7 0 16,1 7-1-16,-2 3 2 15,0 0-2-15,1 0-11 16,2 20-5-16,-1 12 7 16,-1 14 8-16,-1 4 1 15,0 5 2-15,0-5-2 16,0-7 1-16,0-6-1 15,0-7 0-15,0-6 0 16,2-9 0-16,-1-1 0 16,-1-8 0-16,0 5-17 15,0-5-70-15,0 1-82 16,-6-7-130-16</inkml:trace>
  <inkml:trace contextRef="#ctx0" brushRef="#br0" timeOffset="178">21578 12101 166 0,'0'0'66'15,"0"0"-21"-15,0 0-13 16,0 0-32-16,0 0-22 16,0 0 12-16,-17 0 0 15,11-1-69-15</inkml:trace>
  <inkml:trace contextRef="#ctx0" brushRef="#br0" timeOffset="179">21215 12140 98 0,'0'0'348'16,"0"0"-269"-16,0 0-36 15,0 0 16-15,0 0 15 16,0 0 3-16,0-3-37 15,0 3 2-15,0 0-6 0,0 0 13 16,0 0-8-16,0 0-6 16,0 0-1-16,0 0 14 15,0 0-9-15,0 0-24 16,0 0-8-16,0 0-7 16,2 6 0-16,5 18 0 15,-1 5 5-15,0 5-5 16,-3 2 0-16,1 0 3 15,0-2-3-15,0-4 0 16,-1-8-1-16,-3-5 1 16,0-8 1-16,0-2 0 15,0-6-1-15,0-1 0 0,0 0 7 16,0 3-6 0,0-3 10-16,0 0 9 0,0-8 20 15,0-14-18-15,0-15-14 16,15-16-8-16,9 0-2 15,7-1-5-15,5 10 6 16,0 11 1-16,-2 13-16 16,0 13 5-16,-3 7 3 15,-2 0 4-15,-5 18-4 16,-5 11 8-16,-5 3 3 16,-4 5-1-16,-6 0-1 15,-2-2-1-15,-2-5 0 16,0-3 1-16,0-8-1 15,0-6-1-15,0-6 0 16,0-5 2-16,0-2-2 0,0 0-38 16,0 0-83-16,0 0-53 15,0-8-245-15</inkml:trace>
  <inkml:trace contextRef="#ctx0" brushRef="#br0" timeOffset="180">21851 12257 577 0,'0'0'159'0,"0"0"-137"15,0 0 25-15,0 0-15 16,0 0-7-16,0 0 2 16,62 0 22-16,-17-7-17 15,3-3-10-15,-4 3 18 16,-6 1-6-16,-12 2-12 15,-8 4-20-15,-13 0-1 0,-1 0-1 16,-4 0-7-16,0 0-5 16,0 0-7-1,0 0-54-15,-7 0-39 0,-5 3-163 16</inkml:trace>
  <inkml:trace contextRef="#ctx0" brushRef="#br0" timeOffset="181">22575 12085 545 0,'0'0'252'0,"0"0"-180"16,0 0 27-16,0 0-14 15,0 0-51-15,0 0-1 16,0-10-3-16,0 10-5 15,0 0-5-15,0 0-17 16,0 0-1-16,0 0 5 16,0 0-3-16,3 0-4 0,2 10-3 15,7 15 3 1,1 6 26-16,-2 12 24 0,-1 6-29 16,-2 0-3-16,-2 1-6 15,-1-4-6-15,0-7 2 16,-1-5-1-16,1-5-2 15,-4-8 9-15,2-6-2 16,-1-3 0-16,1-7-10 16,-1-2-1-16,-1-3 1 15,-1 0-1-15,0 0 2 16,0 0 3-16,0 0 5 16,0 0-10-16,0 0-1 15,0 0-1-15,2 0-33 16,-2-8-35-16,5-4-83 15,0 0-88-15,-4-3-178 0</inkml:trace>
  <inkml:trace contextRef="#ctx0" brushRef="#br0" timeOffset="182">24571 12058 466 0,'0'0'86'0,"0"0"-10"15,0 0 5-15,0 0-15 16,0 0-5-16,0 0 11 15,-11 0 0-15,7 0-14 16,1 0-13-16,0 0-27 16,-1-3-15-16,-4 2-3 15,-4-2 10-15,-3 3-11 0,-5 0 2 16,-7 0-2 0,-4 0 1-16,-8 14-8 0,-2 3 8 15,1 2-1-15,4 3 1 16,8 5 3-16,10-4 1 15,5 8 1-15,10-5-2 16,3-1-3-16,6-1 9 16,18-1-7-16,13-3 13 15,10-3-3-15,9-8 5 16,5-6-13-16,1-3 3 16,-2 0 3-16,-2-5 10 15,-8-12 2-15,-9 0 19 16,-11-2-17-16,-10-5 1 15,-10-2 6-15,-10 1-13 0,0-4-10 16,-5 0-1-16,-17 3 3 16,-2 4-4-1,-3 4-6-15,2 6-2 0,-3 8-7 16,4 1-20-16,-5 3-6 16,-1 0-36-16,1 7-12 15,-3 8-50-15,2 0-96 16,2-4-576-16</inkml:trace>
  <inkml:trace contextRef="#ctx0" brushRef="#br0" timeOffset="183">5615 12651 353 0,'0'0'166'16,"0"0"-130"-16,0 0-28 16,0 0 28-16,0 0 20 0,0 0-4 15,0 0-7-15,0 0-4 16,-6 3-16-16,6-3-7 16,0 2 1-16,0-2 0 15,0 0-7-15,0 0-8 16,0 0 2-16,19 0-4 15,5 0 1-15,4 0 7 16,2-7-9-16,3-3 4 16,-5 3-5-16,2 1-6 15,-8 0-25-15,4 6 1 16,-9 0-53-16,-1 0-60 16,-13 6-188-16</inkml:trace>
  <inkml:trace contextRef="#ctx0" brushRef="#br0" timeOffset="184">5743 12972 515 0,'0'0'114'16,"0"0"-78"-16,0 0-9 16,0 0 26-16,0 0 56 15,100-19-6-15,-55-4-35 16,-5 3-38-16,-9 7-21 15,-11 7 1-15,-7 3-10 16,-7 3-4-16,-3 0-26 16,1 0-64-16,4 3-24 15,-5 3-106-15</inkml:trace>
  <inkml:trace contextRef="#ctx0" brushRef="#br0" timeOffset="185">6837 12494 372 0,'0'0'354'15,"0"0"-351"-15,0 0 20 16,0 0-18-16,0 0 29 16,0 0-6-16,-46-22-3 0,39 22-1 15,-5 0-3-15,-4 0-11 16,-11 0-6-16,-9 12 2 16,-9 5 6-16,3 5-9 15,4 8 23-15,2 7 2 16,12 7-14-16,8 4-9 15,16 1 5-15,0-5-4 16,20-8-4-16,18-3 0 16,11-13-2-16,11-8 7 15,1-10-6-15,3-2 0 16,-7-4-1-16,-9-16-1 16,-5 0-78-16,-15-10-82 15,-11 1-353-15</inkml:trace>
  <inkml:trace contextRef="#ctx0" brushRef="#br0" timeOffset="186">7098 12528 742 0,'0'0'51'0,"0"0"-33"16,0 0-18-16,0 0-3 15,0 0 3-15,0 0 28 16,56 94-18-16,-32-48 5 0,1 1-4 16,1-4 9-1,-7-7-14-15,2-12 6 0,-9-8-9 16,-5-6-3 0,-4-7 7-16,-2-3-10 0,-1 0 6 15,0 0 33-15,0 0 29 16,0-3-16-16,-1-13-24 15,-9-11-21-15,-2-6-4 16,2-14-18-16,3-6-8 16,7 2-7-16,0 4-19 15,17 13 28-15,6 12 19 16,6 9 5-16,-2 12 4 16,-3 1-4-16,3 6-5 15,-2 18 4-15,2 6 1 16,-5 6 7-16,-2 0-5 0,-4 0-1 15,-4-6-1-15,-5-6 7 16,4 0-7-16,-5-12 0 16,-1-2 0-16,-1-1-2 15,1-4-19-15,0 0-57 16,-1-5-98-16,-2 0-233 16</inkml:trace>
  <inkml:trace contextRef="#ctx0" brushRef="#br0" timeOffset="187">7843 12600 746 0,'0'0'62'0,"0"0"-62"16,0 0 0-16,98 3 11 15,-39-10 23-15,8-13 20 16,3 4 3-16,-9 3-26 16,-7 2-31-16,-17 3-5 15,-12 6-49-15,-8-1-27 16,-8 1-18-16,-9-3-116 16</inkml:trace>
  <inkml:trace contextRef="#ctx0" brushRef="#br0" timeOffset="188">8000 12383 840 0,'0'0'65'16,"0"0"-30"-16,0 0 16 16,0 0-32-16,0 0-15 15,0 0 0-15,58 55-1 16,-22-12 26-16,2 12 1 15,-2 2-4-15,-3 1-12 16,-1-7 11-16,-3-2-21 16,-2-16 4-16,-9-9-7 15,0-5 5-15,-6-8-6 0,-6-5-2 16,-3-3 2-16,-3-3 0 16,0 0-14-16,0 0-28 15,5 0-3-15,3-9-37 16,3-8-69-16,-1-7-223 15</inkml:trace>
  <inkml:trace contextRef="#ctx0" brushRef="#br0" timeOffset="189">9366 12184 443 0,'0'0'126'0,"0"0"-115"15,0 0 13-15,0 0 0 16,0 0-20-16,0 0 2 15,7 20-2-15,0-18-2 0,3 1 20 16,-7-2 12-16,0-1-11 16,-3 0-13-16,0 3 1 15,0 0 12-15,0 2 2 16,0 0-14-16,0 2-11 16,-6 0 3-16,0 0-3 15,-2-4 0-15,-1-1 18 16,-1 1-5-16,-3-3 21 15,1 0-2-15,1 0-9 16,4 0-2-16,4 0 13 16,0 0-14-16,0-8-7 15,3-2-11-15,0-6-2 0,3-1 0 16,13 2-2-16,1-1-8 16,-1 6 10-16,-1 7-1 15,-3 0 1-15,-3 3 0 16,-6 0-6-16,0 0 4 15,0 6 2-15,-3 10-3 16,0-2 2-16,0 3 1 16,0 0 0-16,-6-4 12 15,-6-3-12-15,1-3 5 16,2-4 5-16,2-3-4 16,-4 0 15-16,2 0 5 15,-3-3-19-15,3-7-4 16,1-4 4-16,2-6-7 0,0-3 0 15,3 0-6-15,3-1-6 16,0 7 9-16,6 5 0 16,9 2 0-16,8 6 0 15,3 4 0-15,4 0 2 16,-4 12-3-16,6 16 8 16,-8 8-3-16,-6 14 11 15,-5 6 9-15,-7 6-6 16,-6 5 3-16,0-3-9 15,-9-9 1-15,-10-9-10 16,-2-10 5-16,-1-11 0 16,-2-8 19-16,0-8-11 0,-5-9-1 15,0 0-9 1,2-12-3-16,1-13-6 0,16-5-32 16,10 1 7-16,6-1 0 15,24 9 18-15,6 6 13 16,10 5 0-16,-1 6 0 15,7 4 26-15,-1 0 5 16,-2 0-5-16,-3 13-19 16,-7-2-5-16,-3 4-1 15,-11-4 0-15,-4 2-1 16,-12 1-30-16,-6-2-51 16,-3 2-82-16,-3-4-92 15</inkml:trace>
  <inkml:trace contextRef="#ctx0" brushRef="#br0" timeOffset="190">8993 13031 708 0,'0'0'70'16,"0"0"-57"-16,0 0-4 15,0 0 5-15,0 0 121 0,147-25-51 16,-46-12-49-16,15-5 13 16,2-2 7-16,-6 2-7 15,-13 12-20-15,-22 13-13 16,-22 10-15-16,-22 4-1 15,-13 3-9-15,-9 0-21 16,-6 13-55-16,-5 8-23 16,0-1-32-16,-11 3-35 15,-8-4-495-15</inkml:trace>
  <inkml:trace contextRef="#ctx0" brushRef="#br0" timeOffset="191">9620 13019 455 0,'0'0'350'0,"0"0"-309"15,0 0-36-15,0 0 16 16,0 0-21-16,0 0 0 15,13 79 19-15,2-35 18 16,5 2-20-16,1 3-4 16,1 1 1-16,-3-4 26 0,-6-10-21 15,1-9 2-15,-8-10-6 16,-3-11 8-16,-3-3-10 16,0-3 42-16,0 0 17 15,0-4-17-15,0-22-28 16,0-13-27-16,0-2-6 15,0-3 1-15,11 6-1 16,8 15 1-16,3 4 5 16,-2 10 0-16,5 4-4 15,-1 5 3-15,1 0 1 16,2 10-1-16,-6 7 2 16,3 5-1-16,-2-2 0 15,-5 0 1-15,-1-3-1 16,-7-3-1-16,1-4-1 15,-3 0 2-15,0-5-61 0,-4 0-48 16,0-3-41-16,4-2-15 16,-2 0-113-16</inkml:trace>
  <inkml:trace contextRef="#ctx0" brushRef="#br0" timeOffset="192">11380 12051 813 0,'0'0'97'15,"0"0"-68"-15,0 0 15 16,0 0 8-16,0 0-8 16,0 0-28-16,-55-6 0 15,13 6 1-15,-21 20-12 16,-13 9-2-16,-15 8-3 16,-10 3 6-16,-3 2-6 15,13-3-4-15,23-5 4 16,21-4 1-16,25-5 0 15,21-5 4-15,1-3-5 0,27-7-3 16,12-6 3-16,10-4 3 16,7 0-2-16,4-9 0 15,0-3 0-15,-5-1 0 16,-13 6-1-16,-9 7 0 16,-14 0 0-16,-10 0-4 15,-8 0-12-15,-1 4 12 16,0 13-2-16,-20 13 6 15,-10 6 2-15,-2 1 2 16,3-1 0-16,6-4 5 16,10-5-7-16,10-4 0 15,3-9-2-15,22-9 2 0,23-5 0 16,18-3-2 0,11-19 21-16,8-5-16 0,-4 4 5 15,-6 7 2-15,-10 1 3 16,-14 13-10-16,-18 2-10 15,-8 0-1-15,-14 0-30 16,-4 2-45-16,-4 15-24 16,-6 7-41-16,-24 2-97 15</inkml:trace>
  <inkml:trace contextRef="#ctx0" brushRef="#br0" timeOffset="193">11089 13023 747 0,'0'0'164'0,"0"0"-158"0,0 0 36 15,0 0 24-15,-100-4-54 16,73 21-12-16,0 2 0 16,5 4 1-16,4 0-1 15,12 1 1-15,6-4-1 16,0-3-5-16,21 0 4 15,11-5 2-15,9 1 13 16,5 1 13-16,-6-2-12 16,-11 9-1-16,-13-1-7 15,-13-1-7-15,-3 5 2 16,-14 1 2-16,-18 2-3 16,-12-4 6-16,-8-3-4 15,-1-4-2-15,2-3-1 16,5-9 0-16,7-1-32 15,9-3-59-15,14-10-94 0,10-17-365 16</inkml:trace>
  <inkml:trace contextRef="#ctx0" brushRef="#br0" timeOffset="194">11329 13061 1039 0,'0'0'55'16,"106"-42"-54"-16,-56 26 9 16,-12 10 8-16,-11 2-18 15,-15 4 2-15,-5 0-10 16,-7 16-3-16,0 11-24 15,-10 5-11-15,-10 1 11 16,1 0-22-16,3-5 15 16,6-6 13-16,6-5 20 15,2-5 4-15,2-4 5 16,0-3-1-16,3-5 2 16,17 0 2-16,-4 0 40 0,2-5 31 15,-4 1-12 1,-1-3-48-16,-6 5-11 0,1 2-3 15,0-1 0-15,2 1-29 16,-4 0-43-16,0 0-93 16,-2 0-140-16</inkml:trace>
  <inkml:trace contextRef="#ctx0" brushRef="#br0" timeOffset="195">11995 13023 855 0,'0'0'183'0,"0"0"-169"15,0 0 25-15,0 0-16 16,0 0-22-16,0 0 1 16,-53-31-2-16,40 31 0 15,1 14-3-15,-1 3 1 16,2 6 2-16,5 3 7 16,3 0-4-16,3 1 10 15,0-4-13-15,17 0 5 16,8-6-8-16,6-7 8 15,7-7-5-15,3-3 9 0,2-5-8 16,2-15 15-16,-6-5 4 16,-11-5-12-16,-11-2-7 15,-10-2 8-15,-7 2-4 16,-7 1-3-16,-23 2-2 16,-4 8-6-16,-5 12 2 15,0 9-5-15,-3 0-29 16,2 9-76-16,1 12-99 15,6-8-316-15</inkml:trace>
  <inkml:trace contextRef="#ctx0" brushRef="#br0" timeOffset="196">10376 11797 525 0,'0'0'9'0,"0"0"-7"16,0 0 16-16,0 0 38 15,0 0 23-15,0 0-5 16,-6-46-24-16,6 46-20 15,0 0-1-15,0 0-3 16,0 0-26-16,0 17-4 16,7 9 4-16,10 9 17 15,1 5 0-15,1 7-3 16,1-4 1-16,-3-4-5 16,-4-9-9-16,-6-10 0 15,-1-10-1-15,-6-6 2 0,0-2 0 16,0-2-2-16,0 0 16 15,0-6 51-15,-6-17-45 16,-7-14-21-16,5-9-1 16,8-6-4-16,0 1-9 15,8 9 12-15,17 15-8 16,0 18 4-16,5 6 4 16,0 3 0-16,-1 3 1 15,-1 16 8-15,-4 2-7 16,-1 7 1-16,-10-1-1 15,4 0 1-15,-8-1 0 16,-3-3-1-16,-3-3-1 16,-3-3-40-16,0-5-105 0,0-9-178 15</inkml:trace>
  <inkml:trace contextRef="#ctx0" brushRef="#br0" timeOffset="197">10835 11849 680 0,'0'0'49'0,"0"0"-49"15,81-13 15-15,-39-2 27 0,1 1-28 16,-11-2-14-1,-6 5-25-15,-12-5-169 0</inkml:trace>
  <inkml:trace contextRef="#ctx0" brushRef="#br0" timeOffset="198">11098 11582 960 0,'0'0'95'0,"0"0"-71"16,0 0-22-16,0 0-2 16,0 0 38-16,88 73 5 15,-50-23-9-15,2-1-2 0,-2 1-23 16,-5-4-5-16,-8-10-4 16,-5-9-4-16,-6-7 4 15,-3-6-2-15,1-5-8 16,-4-1-100-16,-8-8-111 15,0 0-399-15</inkml:trace>
  <inkml:trace contextRef="#ctx0" brushRef="#br0" timeOffset="199">12566 11860 579 0,'0'0'313'16,"0"0"-303"-1,0 0-7-15,0 0 4 0,0 0 22 16,0 0-11-16,-52-11-14 16,48 15-4-16,1 15 0 15,-5 14 17-15,0 12 31 16,-4 10 7-16,-5 8 27 16,4 10-36-16,6-1-24 15,4 0-3-15,3-11-7 16,3-12-4-16,17-13-5 15,9-7 1-15,4-12 9 16,1-10-9-16,3-4 5 0,2-3-9 16,-3-6-20-1,-10-17-65-15,-7-10-111 0,-12-9-225 16</inkml:trace>
  <inkml:trace contextRef="#ctx0" brushRef="#br0" timeOffset="200">12231 12151 964 0,'0'0'67'0,"0"0"-67"15,0 0-1-15,0 0 1 16,0 0 2-16,84-10 13 16,-26-1-12-16,2 2 6 0,-11 5-9 15,-10 4-20-15,-11 0-121 16,-7 0-12-16,-9 0-296 15</inkml:trace>
  <inkml:trace contextRef="#ctx0" brushRef="#br0" timeOffset="201">13289 11905 946 0,'0'0'106'16,"0"0"-104"-16,-93 1 2 15,53 19-2-15,3 6 0 16,7 11 19-16,1 5 8 15,9 12-3-15,8 2 0 16,9 7-8-16,3-2-12 16,0-4-4-16,18-8 6 15,7-8-4-15,6-9 0 16,7-9 6-16,-2-6-6 16,1-7-4-16,-2-10-17 15,1 0-132-15,2-24-201 0</inkml:trace>
  <inkml:trace contextRef="#ctx0" brushRef="#br0" timeOffset="202">13744 11998 1034 0,'0'0'36'0,"0"0"-33"15,0 0-4-15,-96-9 2 16,52 28 0-16,6 4 7 15,9 7 6-15,7-4-6 16,14 4-3-16,8-4-3 16,0 1 1-16,16-7-3 0,18 0 9 15,7 0 21-15,-5-3-7 16,-3 2-4-16,-11 1-8 16,-9 6-1-16,-11-2-7 15,-2 1-3 1,-11-1 6-16,-22-1 4 0,-7-6-4 15,-6-4 3-15,-1-7-2 16,2-3-7-16,3-3-1 16,5 0-62-16,8-6-77 15,7-21-61-15</inkml:trace>
  <inkml:trace contextRef="#ctx0" brushRef="#br0" timeOffset="203">13744 11797 863 0,'0'0'56'0,"164"-3"-16"15,-73 23 104-15,-5 12-39 16,-7 15-43-16,-11 10-17 15,-16 4-13-15,-16 3-24 16,-17 2 1-16,-16-1-1 16,-5 5-4-16,-34-7 0 0,-16 0-4 15,-10-7 0 1,-13-10-22-16,-12-3-7 0,-11-4-64 16,-2-5-41-16,11-9-62 15,19-14-437-15</inkml:trace>
  <inkml:trace contextRef="#ctx0" brushRef="#br0" timeOffset="204">6054 6624 64 0,'0'0'78'0,"0"0"-73"15,0 0-5-15,0 0 0 16,0 0 0-16</inkml:trace>
  <inkml:trace contextRef="#ctx0" brushRef="#br0" timeOffset="205">6054 6624 210 0,'-71'-6'26'16,"71"3"25"-16,0-5-51 15,3 5 0-15,5-4-1 16,2-2 1-16,-1 5 1 16,0-2 44-16,-3 1-30 15,0-1 12-15,4-2 3 16,-4 2 8-16,2-1-33 15,-2 3 1-15,-6 3 1 0,3-1 28 16,-3 2 6-16,0 0-8 16,0 0-27-16,0 0 15 15,0 0-2-15,0 0 2 16,0 0 7-16,0 0-8 16,0 0 10-16,0 0-14 15,0 0 11-15,0 0-1 16,0 0-12-16,3 0 6 15,-3 0 6-15,0-2 0 16,0 2-7-16,0 0-6 16,0 0-6-16,0 0-3 15,0 0-4-15,0 0 0 16,-3 0-1-16,-17 14 1 16,-11 9 0-16,-12 4 0 0,-6 7 0 15,-10 2 6-15,-3 4-6 16,-5-1 0-16,3 1 4 15,11-3-4-15,10-6 0 16,21-7 4-16,9-7-4 16,13-5-4-16,0-2 4 15,3-4-3-15,14-2 3 16,4-2 0-16,9-2 7 16,-3 0 1-16,4 0 7 15,-4 0-13-15,-5-6-2 16,-1 1 3-16,-12 4-3 0,-3 1 1 15,-6 0-2 1,0 0 4-16,0 0-6 0,0 0 3 16,0 0 0-16,0 0 0 15,0 0-2-15,6 0 4 16,6 0-2-16,8 0 0 16,14-4 3-16,4-4-1 15,7 3 0-15,-2 0 4 16,-2 5-6-16,-4 0 8 15,-4 0-7-15,-8 0-2 16,-4 8 2-16,-7-1-1 16,0 0 0-16,-10-3 0 15,-2-1 0-15,-2-3-1 16,0 0 2-16,0 0-2 0,0 0 2 16,0 0-2-16,0 0 5 15,0 0-4-15,0 0 0 16,0 5-38-16,0 3-24 15,-3 9-30-15,-16 9-8 16,-7-6-118-16</inkml:trace>
  <inkml:trace contextRef="#ctx0" brushRef="#br0" timeOffset="206">5521 9808 23 0,'0'0'584'0,"0"0"-522"0,0 0-47 16,0 0 3-16,0 0 5 15,0 0-1-15,3 0-14 16,1 0 1-16,-4 0-9 15,0 0 1-15,0 0 3 16,0 0 8-16,0 0 19 16,0 0-6-16,0 0 15 15,0 3-16-15,0-1-20 16,0 0-1-16,0 1 2 16,-4 7-3-16,-8 0 0 15,-4 4 18-15,2-2-10 16,-8 7 2-16,-5 0-9 0,-3 1 5 15,-7 2 1 1,-2 4-5-16,-10 7 0 0,1 0 16 16,-4 0-12-16,1 4 1 15,7-4-8-15,11-4 7 16,7-2 3-16,14 0-10 16,2-5 1-16,7-5 3 15,3 0-5-15,0-5 0 16,0-5-1-16,0-3 1 15,0-4 0-15,0 3 0 16,0-3-4-16,0 0 4 16,0 0 5-16,0 0-3 15,0 0 0-15,0 0-1 16,0 0 4-16,0 0-5 16,0 0 0-16,0 0 0 0,0 0-2 15,0 0 2-15,0 0-1 16,0 0 1-16,0 0 0 15,0 0 8-15,0 0-8 16,0 0-1-16,0 0 1 16,0 0 0-16,6 0-1 15,13 0-2-15,14 0 3 16,16-10 3-16,15-3-1 16,5 0-3-16,-2-1 1 15,-2 8-6-15,-3 2 5 0,-10 4 2 16,-6 0-2-1,-10 0 2-15,-6 0-1 0,-15 0 5 16,-5 0-4-16,-7 0-1 16,-3 0-5-16,0 0 5 15,0 4 4-15,0-4 6 16,0 0-3-16,0 0-7 16,-3 0 0-16,0 0-4 15,-1 0-1-15,4 0-7 16,0 0-2-16,-3 0-14 15,3 0-10-15,0 3-51 16,0 4-11-16,7 0 45 16,8-4-124-16,6-3-367 15</inkml:trace>
  <inkml:trace contextRef="#ctx0" brushRef="#br0" timeOffset="207">6879 10489 124 0,'0'0'0'0,"153"22"-5"16,-79-22-79-16</inkml:trace>
  <inkml:trace contextRef="#ctx0" brushRef="#br0" timeOffset="208">7302 10422 125 0,'0'0'32'0,"103"-84"-32"16</inkml:trace>
  <inkml:trace contextRef="#ctx0" brushRef="#br0" timeOffset="209">5998 12176 417 0,'0'0'98'0,"0"0"-25"15,0 0-3-15,0 0 1 16,0 0-21-16,0 0-25 16,0 0-2-16,-6 0-12 15,6 0-1-15,0 0-5 16,0 0 5-16,0 0-4 15,0 0-4-15,0 0 8 16,0 0 8-16,0 0 13 16,-3 0 1-16,3 0-4 15,0 0-2-15,-3 0 1 16,-4 3-5-16,-8 2 2 16,-6 1-24-16,-4 8 1 15,-8 5 3-15,-3 4-4 0,-3 0 2 16,-4 7-2-16,1-3 0 15,8-2-6-15,4-1 6 16,14-7 0-16,5-1 0 16,5-7-1-16,6 2-1 15,0-5 0-15,0 1 1 16,0-4-1-16,3 3 2 16,-3-5-2-16,3 3 5 15,-3-1-3-15,0-3 0 16,0 0 5-16,0 2-5 15,0-1-3-15,0 5 3 16,0 2-1-16,0-6 8 0,0 2-11 16,0-4 4-1,0 3 0-15,0-3 4 0,0 0-4 16,0 0 0-16,0 0-5 16,0 0 5-16,0 0 1 15,0 0 9-15,0 5-6 16,-3 0-2-16,-3 2-4 15,0-2 4-15,2 0-5 16,4-5 16-16,0 0-17 16,0 0 4-16,0 0-2 15,0 0 2-15,0 0 0 16,0 3 0-16,0-3-7 16,0 2 7-16,0 5 0 0,0-2 5 15,7 0-5 1,-1 2-5-16,1 0 5 0,7-4 0 15,-2 3 7-15,3-2-7 16,6-4 2-16,4 0 0 16,5 0 16-16,3 0-14 15,-5 0 11-15,-4 0-15 16,-6 0 0-16,0 0 6 16,-3 0-6-16,-2 0 1 15,4 0 0-15,2 0-1 16,1 0 4-16,2 0-2 15,-9-3 0-15,0-1-2 0,-2-2 0 16,-3 2 3 0,5 4-2-16,-3-3-2 0,4 3 2 15,-5 0-3-15,-5 0 2 16,-1 0-3-16,-3 0-2 16,0 0-5-16,0 0-20 15,0 0 0-15,0 0-37 16,0 0-3-16,0 7-21 15,-10 2-77-15,-7-5-524 16</inkml:trace>
  <inkml:trace contextRef="#ctx0" brushRef="#br0" timeOffset="210">16977 12176 292 0,'0'0'151'0,"0"0"-139"15,0 0-2-15,0 0 8 16,0 0 47-16,0 0-4 16,0 0-38-16,0 0 12 15,0 0-6-15,32-35-13 16,-32 35-1-16,0 0-12 16,0 0 0-16,0 0-2 0,0 0-1 15,0 0 0 1,0 0 11-16,0 0 12 0,0 0 19 15,0 0 8-15,0 0 17 16,0 0-23-16,0 0-12 16,0 0-21-16,0 0-1 15,0 0-8-15,0 0-2 16,0 0 0-16,0 2-1 16,0 18-4-16,1 10 5 15,4 4 1-15,-3 8-1 16,3 1 5-16,1 3-2 15,3-2-2-15,1-2 4 16,5 1 0-16,-3 3-3 16,1 4-1-16,-3 6 11 15,0 3 0-15,-4 1 9 0,0 0 0 16,1-4-3-16,-2 0 11 16,3 0-19-16,-4-1 1 15,2-4-3-15,3-1-1 16,0-1 8-16,1-6-11 15,4 3 1-15,-2-4 5 16,1-1-8-16,-2-2 8 16,-2 1 0-16,-5 2-3 15,4-1 3-15,-1-1 5 16,0 4-10-16,-2 0 7 0,4-4-3 16,-7 7-1-1,5 2-5-15,0 1 1 0,4-1 12 16,4 1-9-16,-3-4 4 15,1 3-9-15,-1 1-1 16,0 1 2-16,-6-1 6 16,-1 1-8-16,-1-2 8 15,-1-3-5-15,-2-2 4 16,1-8 1-16,1-4 4 16,-2-8-1-16,3-4-5 15,-2-4-2-15,1-4-3 16,-2 0 3-16,2 3-3 15,0-1 4-15,1 1-3 16,-1 6-3-16,0-4 5 16,-3-5-4-16,0 2 2 0,4-3-2 15,-2-5 1-15,0 2-1 16,1-3-1-16,-1-2 0 16,-1 1 0-16,2 1 1 15,-1 1 0-15,-1-1-1 16,1-1 1-16,-18-70-1473 94,16-96 1472-79,8 58 0 1,-2 0 0-16,-4 0 0 0,4 6 0 15,6 5 0-15,-9-1 0 16,0 0 0-16,1 2 0 16,1 2 0-16,-5 5 0 15,0-2 0-15,0 5 0 16,0 6 0-16,0 4 0 16,-5 2 0-16,4 5 0 15,1-2 0-15,0 3 0 16,0 0 0-16,2 5 0 15,16 6 0-15,-9-5 0 16,18 9 0-16,5 3 0 0,-4 6 0 16,-18 13 0-1,20 2 0-15,-28 11 0 0,16 4 0 16,-15-9 0-16,-3 12 0 16,0 3 0-16,3-2 0 15,3 6 0-15,-6-10 0 16,0 4 0-16,0 2 0 15,1-3 0-15,-1 7 0 16,5-2 0-16,-4 2 0 16,1 0 0-16,1 0 0 15,2 0 0-15,-2 2 0 16,-1 5 0-16,1-3 0 16,-3 2 0-16,0 1 0 15,0-4 0-15,0 0 0 0,0 0 0 16,0-3 0-16,0 0 0 15,0 0 0-15,0 0 0 16,0 0 0-16,0 0 0 16,0 0 0-16,-3 0 0 15,-7 0 0-15,-5 0 0 16,-11-6 0-16,-7-1 0 16,13-5 0-16,18 7 0 15,-1-4 0-15,3-14 0 16,-7-1 0-16,7-8 0 15,0-12 0-15,-3 16 0 16,-3 1 0-16,3-2 0 16,-5 1 0-16,-1-2 0 0,0 7 0 15,-1 13 0-15,0 1 0 16,-8 2 0-16,0 3 0 16,12-8 0-16,-2 5 0 15,-2 4 0-15,1 3 0 16,6 0 0-16,0 0 0 15,3 14 0-15,4-4 0 16,31 2 0-16,21 1 0 16,13 4 0-16,-18-1 0 15,-10-3 0-15,1 3 0 16,-5-2 0-16,-7 11 0 16,-19 3 0-16,-2 5 0 0,-3 13 0 15,3 4 0-15,3-13 0 16,-1-2 0-16,-3 2 0 15,-1 0 0-15,0-5 0 16,0-2 0-16,0-4 0 16,2 4 0-16,0 2 0 15,5-1 0-15,-5-1 0 16,0 0 0-16,1-5 0 16,-3-1 0-16,6-17 0 15,-5-1 0-15,-2-3 0 16,3 11 0-16,-3-5 0 15,3-1 0-15,-1 0 0 16,-5 0 0-16,0-4 0 16,-3 1 0-16,0 0 0 15,0-2 0-15,-3-1 0 0,-4-2 0 16,-2 0 0-16,4 0 0 16,0 0 0-16,1 0 0 15,-1 0 0-15,1 0 0 16,-3 0 0-16,1 0 0 15,-5 0 0-15,-2 0 0 16,1 0 0-16,-12-5 0 16,-1 0 0-16,-11 2 0 15,10 1 0-15,4 2 0 16,12-2 0-16,3 0 0 16,1-1 0-16,-6-1 0 15,2 3 0-15,4-4 0 0,2 2 0 16,4-5 0-1,-3 2 0-15,0 0 0 0,3-2 0 16,-6 2 0-16,1-4 0 16,1 3 0-16,1-1 0 15,0 0 0-15,0 4 0 16,0-1 0-16,0-2 0 16,1 4 0-16,0-4 0 15,2 4 0-15,0-4 0 16,0 0 0-16,0 2 0 15,5-3 0-15,4 4 0 16,5-5 0-16,-2 2 0 16,-9 4 0-16,1 0 0 0,-1-1 0 15,-1 0 0 1,-1-1 0-16,-1 2 0 0,0-2 0 16,0 2 0-16,0 1 0 15,0-2 0-15,-4 4 0 16,-5-3 0-16,-1-2 0 15,-1 2 0-15,2-2 0 16,-1 4 0-16,-7-5 0 16,12 4 0-16,-4-3 0 15,-1 2 0-15,4-1 0 16,2-1 0-16,-2-3 0 16,-3 1 0-16,6 2 0 0,0-3 0 15,1 6 0-15,2-2 0 16,0 4 0-16,3 0 0 15,5 0 0-15,1 0 0 16,-6 0 0-16,1 0 0 16,-4 0 0-16,0 0 0 15,0 0 0-15,0 0 0 16,-4-3 0-16,1-1 0 16,0 1 0-16,3 3 0 15,0-3 0-15,0 0 0 16,0 3 0-16,3-1 0 15,6 1 0-15,-3 0 0 16,-2 0 0-16,0 0 0 0,-3 0 0 16,-1 0 0-1,0 1 0-15,0-1 0 0,-1 0 476 16,1 0-373-16,0 0-71 16,0 0 2-16,0 0-28 15,0 0-6-15,0 0 20 16,-23 0 3-16,23 0-10 15,0 0-13-15,0 0-3 16,0 0-15-16,0 0-46 16,0 0 27-16,0 0 11 15,0 0-12-15,0 0 15 16,0 0-17-16,3 0 40 16,-3 0 2-16,0 0 4 15,0 0 1-15,0 0-5 0,0 0 5 16,0 0 14-16,0 0 49 15,0 0 3-15,0 0-15 16,0 0-17-16,0 0-15 16,0 0-14-16,0 0-11 15,0 0 0-15,0 0-1 16,3 0 7-16,-3 0-7 16,0 0-1-16,0 0-5 15,0 0 12-15,0 0-12 16,0 0 6-16,0 0-2 15,0 0 0-15,0 0-8 16,0 0-13-16,0 0-8 16,3 0-89-16,1 0-360 0</inkml:trace>
  <inkml:trace contextRef="#ctx0" brushRef="#br0" timeOffset="211">17700 12646 191 0,'0'0'46'16,"0"0"-32"-16,0 0-14 15,0 0 0-15,0 0 6 16,0 0-3-16,-6 3 0 15,6-3 23-15,0 0-26 16,0 0-41-16</inkml:trace>
  <inkml:trace contextRef="#ctx0" brushRef="#br0" timeOffset="212">17722 12620 153 0,'0'0'97'0,"0"0"-97"0,0 0-250 15</inkml:trace>
  <inkml:trace contextRef="#ctx0" brushRef="#br0" timeOffset="213">17722 12620 382 0,'97'-77'94'0,"-97"74"-8"16,0 0-13-16,0 3-14 0,0 0-29 16,0 0-2-1,0 0 9-15,0-1 4 0,0 1-14 16,0 0 13-16,0 0 2 16,0 0-12-16,0 0-19 15,0 0-11-15,0 0 3 16,0 0 4-16,0 0-7 15,0 0-1-15,0 0-2 16,0 0 3-16,0 0-3 16,0 0 3-16,0 0 0 15,0 0-11-15,0 0-30 16,0 0-10-16,0 0 1 16,-2 0-16-16,-2 1 6 15,1 5-10-15,3-2-48 0,-3-1-93 16</inkml:trace>
  <inkml:trace contextRef="#ctx0" brushRef="#br0" timeOffset="214">17851 12528 589 0,'0'0'92'16,"0"0"-10"-16,0 0-17 0,0 0-32 15,0 0-19-15,0 0-11 16,-8-12-2-16,8 12 6 16,0 0-7-16,0 0-2 15,0 0-3-15,0 0 5 16,0 0 0-16,0 17-2 16,0 14-2-16,0 14 4 15,3 14 17-15,2 8 6 16,1-1-17-16,0 0 5 15,4 0-3-15,-4-7-7 16,1-8 7-16,-3-12-4 16,-1-9-1-16,-1-14 7 15,-1-7-1-15,1-8 1 0,-2 3 14 16,0-4 36-16,0 0 16 16,0-5-24-16,0-23-9 15,0-9-42-15,0-12-2 16,4-2-7-16,4-1 6 15,4 3-10-15,6 2 5 16,6 3-2-16,4 10-14 16,5 6 14-16,7 6-1 15,-5 11 6-15,1 8-4 16,-1 3 7-16,-2 11-1 0,-7 25-4 16,-5 10 4-1,-12 9 2-15,-4 6 1 0,-5-5 0 16,0-6 5-16,0-11-4 15,0-10-2-15,0-5 2 16,1-12 2-16,2-4-2 16,-1-2-4-16,3-3-1 15,-3-3-34-15,-1 0-85 16,1-14-14-16,1-12-457 16</inkml:trace>
  <inkml:trace contextRef="#ctx0" brushRef="#br0" timeOffset="215">18841 12637 499 0,'0'0'84'0,"0"0"-51"16,0 0-18-16,0 0 50 15,0 0-16-15,0 0-21 16,3 0-1-16,-3 0-13 16,0 0 19-16,0 0-14 15,0 0 16-15,0 0-23 0,0 0-7 16,0 0 24-16,0 0-16 16,-13 0-4-16,-3 0-6 15,-3 0 3-15,-5 9-6 16,-5 7-8-16,-5 5 8 15,-6 5 0-15,-3 3 2 16,-1 1-2-16,7-4 2 16,12-2-2-16,7-1 0 15,9-6 1-15,9 3-1 16,0-5-7-16,9 2 7 0,16-5 1 16,9 2 5-1,7-8-8-15,8-6 7 0,1 0 14 16,-1 0 1-16,0 0-5 15,-15 0-3-15,-7 0 2 16,-13 0-14-16,-7 0 0 16,-3 0 0-16,-4 0-3 15,1 0-4-15,3 0 11 16,-4 0-4-16,3 2 0 16,-3 1-12-16,0 0-10 15,0 3-17-15,0-3-76 16,0 1-78-16</inkml:trace>
  <inkml:trace contextRef="#ctx0" brushRef="#br0" timeOffset="216">19039 12794 669 0,'0'0'65'15,"0"0"-27"-15,0 0-7 16,0 0 23-16,0 0-19 16,0 0-34-16,103-39 11 15,-51 30 3-15,3-2-7 16,-6 8-8-16,-4 3-1 15,-12 0-5-15,-9 0-44 16,-18 14-20-16,-6 2-107 16,-5-1-353-16</inkml:trace>
  <inkml:trace contextRef="#ctx0" brushRef="#br0" timeOffset="217">19139 12956 570 0,'0'0'136'16,"0"0"-110"-16,0 0 21 15,0 0-5-15,0 0-11 16,130-34 18-16,-75 20-4 16,-5 2-10-16,-12 4-15 15,-12 8-20-15,-8 0-4 16,-7 0-19-16,-4 0-57 0,-5 3-23 16,-2 3-80-1,0-6-425-15</inkml:trace>
  <inkml:trace contextRef="#ctx0" brushRef="#br0" timeOffset="218">19694 12656 850 0,'0'0'2'16,"0"0"0"-16,0 0 19 16,0 0 29-16,0 0-7 0,0 0-26 15,3-11-17-15,8 25-5 16,2 15 5-16,6 14 12 16,0 6 14-16,2 9-12 15,0 1 19-15,-5 3-25 16,2-5 16-16,-3-1-7 15,0-16-9-15,-3-5-5 16,-1-11-3-16,-1-8 5 16,-2-5-5-16,-2-2 3 15,1-6-8-15,0 0-10 16,-5-3-136-16,-2-5-319 16</inkml:trace>
  <inkml:trace contextRef="#ctx0" brushRef="#br0" timeOffset="219">18281 13554 230 0,'0'0'366'16,"0"0"-312"-16,0 0 20 15,0 0-5-15,0 0-17 16,0 0-19-16,1-9 13 16,-1 9-11-16,0 0-9 15,0 0-4-15,0 0-9 16,0 0-11-16,0 0-2 16,0 0 2-16,0 0-4 15,-8 19 0-15,-12 10 2 0,-7 15 10 16,-5 12 14-16,0 6 2 15,2 5-11-15,7-4 1 16,3-4 1-16,11-6-3 16,8-4-8-16,1-6-6 15,3-10-1-15,18-4 1 16,-1-4 1-16,7-6 0 16,3-5-1-16,3-5 0 15,1-6 4-15,-3-3-4 16,1 0-5-16,-2-3-34 15,-9-10-27-15,-1-7-88 16,-10 0-221-16</inkml:trace>
  <inkml:trace contextRef="#ctx0" brushRef="#br0" timeOffset="220">17938 13997 414 0,'0'0'146'0,"0"0"-141"15,82-3 79-15,-21-14 1 16,9-2-15-16,1-5-21 16,-9 7-2-16,-16 5-18 0,-14 4-29 15,-8 6-2-15,-10 2-37 16,-9 0-110-16,-5 0-411 15</inkml:trace>
  <inkml:trace contextRef="#ctx0" brushRef="#br0" timeOffset="221">19039 13614 181 0,'0'0'320'0,"0"0"-210"0,0 0-26 16,0 0-34-16,0 0 3 15,0 0-5-15,-21-14-37 16,15 11 16-16,-3 3 13 16,-6 0-16-16,-6 0-18 15,-8 17-3-15,-7 6-3 16,1 7 7-16,2 4 2 16,8 8-1-16,4 6 1 15,9 2-3-15,8 0 6 16,4 0 4-16,0-7-8 15,13-4-7-15,11-3 0 16,3-2 6-16,4-7-5 16,2-5-2-16,1-2 1 0,-2-7-2 15,-2-4-1-15,-4-5-9 16,1-4-34-16,-6 0-46 16,-3-6-117-16,-1-14-416 15</inkml:trace>
  <inkml:trace contextRef="#ctx0" brushRef="#br0" timeOffset="222">19298 13765 748 0,'0'0'102'0,"0"0"-36"16,0 0-10-16,0 0-24 15,0 0-16-15,0 0-16 16,-9-3-7-16,12 26-5 16,6 8 12-16,0 4-4 15,-3-3 8-15,-3-1-4 16,-1-4 0-16,-1-7 0 15,1-4-3-15,-2-9 3 16,0-2 0-16,0-5 3 0,0 0 13 16,0 0 23-16,0 0 20 15,0-2-11 1,-6-10-47-16,0-8-1 0,6-2-1 16,0-3-7-16,12 0-21 15,15 0-4-15,2 8 30 16,4 8-8-16,0 9 1 15,1 0 5-15,1 12 5 16,-4 12-3-16,-1 5 1 16,-5 4-2-16,-3-5 4 15,-2-2-1-15,-7-4 1 16,-5-7-1-16,-5 0 0 16,-3-5 1-16,0-6 0 15,0 5-2-15,0-9-45 0,-2 0-70 16,-11 0-98-16</inkml:trace>
  <inkml:trace contextRef="#ctx0" brushRef="#br0" timeOffset="223">19531 13491 715 0,'0'0'15'0,"0"0"-15"16,103 26 12-16,-50-2 52 15,4 13-14-15,-3 11-26 16,-9 16 7-16,-11 15-15 16,-5 3-5-16,-16 1 3 15,-7-11 3-15,-6-5-5 16,0-11-6-16,-2-6 8 16,-15-11 3-16,-6-2 2 0,-7-8-4 15,2-3-6 1,-5-6-2-16,8-3-7 0,2-3-4 15,6-4-39-15,4-5-65 16,4-5-64-16,1 0-451 16</inkml:trace>
  <inkml:trace contextRef="#ctx0" brushRef="#br0" timeOffset="224">20177 13967 632 0,'0'0'65'0,"0"0"-63"16,0 0 39-16,0 0 56 15,0 0-28-15,0 0-17 16,113-24-12-16,-66 15-14 16,9 2-22-16,4 4 7 15,-3-4-11-15,-8 7 0 16,-10 0 0-16,-10 0-5 0,-9 0-16 15,-16 8-55-15,-4 5-90 16,-15-4-312-16</inkml:trace>
  <inkml:trace contextRef="#ctx0" brushRef="#br0" timeOffset="225">20362 14090 750 0,'0'0'112'15,"0"0"-55"-15,0 0-50 0,0 0 6 16,0 0-2-16,0 0 57 16,104-4-24-1,-53-3-6-15,-2-2 0 0,-7 5-18 16,-11 4-16-16,-10-4-4 16,-10 4-5-16,-4 0-36 15,-7 0-79-15,0 0-100 16,-9 0-218-16</inkml:trace>
  <inkml:trace contextRef="#ctx0" brushRef="#br0" timeOffset="226">21290 13934 161 0,'0'0'330'0,"0"0"-255"15,0 0-13-15,0 0 24 16,0 0-13-16,0 0-18 16,15-4-26-16,-15 1 3 15,0 0-9-15,0-4 5 16,0 4-22-16,0-3 11 15,-3-2-9-15,-6 2-4 16,-2-3-1-16,-4 2 2 16,-1 0-5-16,-4 2 0 15,-2 0-3-15,0 2 3 16,1 0 0-16,-2 3 1 16,1 0-9-16,-2 0 15 15,-1 19-12-15,-2 7 7 0,-1 8-2 16,3 3 10-16,8-2-8 15,8-1-4-15,9-1 2 16,0-8-4-16,9-3 4 16,18-8 4-16,6-3-3 15,10-11 7-15,-1 0 21 16,5-3-6-16,-1-14 27 16,-5-3-20-16,-4-2-9 15,-9-2 1-15,-5 1-11 16,-11-7 3-16,-5-1-2 15,-7-10 0-15,0-5 9 16,-1-8-11-16,-10-4-9 0,1-5 2 16,-1 4-3-16,7 2 1 15,2-3 3-15,2 11-4 16,0 3-7-16,0 13 0 16,0 16 6-16,0 11 1 15,0 6 1-15,0 0-1 16,0 0-7-16,2 13-16 15,7 21 20-15,6 17 3 16,1 16-7-16,8 8 7 16,1 5 0-16,4-1 0 15,0-10 1-15,0-6-1 16,-2-16 3-16,-5-10-3 16,1-8 0-16,-4-9 0 15,-6-11 1-15,-2-6-1 0,-2 1 0 16,0-4-1-16,0 0 1 15,4-7 0-15,4-6-50 16,-1-3-153-16,-3 0-329 16</inkml:trace>
  <inkml:trace contextRef="#ctx0" brushRef="#br0" timeOffset="227">18502 15008 610 0,'0'0'107'15,"0"0"-46"-15,0 0-14 16,0 0-4-16,0 0 2 15,0 0-20-15,0 0-13 16,-21-7-12-16,20 10-3 16,-2 24 1-16,-5 15 2 15,0 8 6-15,3 0 12 16,5-2-4-16,0-7-8 16,7-12-4-16,12-5-2 15,1-7 0-15,1-12 0 0,-5-5 22 16,2 0 9-16,-1-12-7 15,-1-11-4-15,-3-10-11 16,1 5-4-16,-10 3 2 16,-2 8-5-16,1 10 0 15,-2 7-2-15,1 0-8 16,4 0-4-16,5 7 7 16,5 7 4-16,5-1 0 15,8-3-1-15,9-5 2 16,11-5 3-16,2 0 22 15,-1-9 13-15,-12-4-23 16,-13 1-14-16,-13-2 7 0,-10-3 33 16,-2-5 1-16,-7-7-33 15,-18-3-5-15,-2-3 0 16,-1 4 0-16,5-2 2 16,10 6-6-16,7 1-40 15,6-4-77-15,0 1-103 16,6-1-401-16</inkml:trace>
  <inkml:trace contextRef="#ctx0" brushRef="#br0" timeOffset="228">18990 14783 918 0,'0'0'96'0,"0"0"-96"16,0 0-7-16,23 89 1 15,-6-45 6-15,2 2 7 16,-1 3-3-16,-3-6 1 16,-4-4-1-16,-3-9-3 15,-2-7-2-15,-4-10 1 16,-1-6 0-16,-1-1 1 16,0-6 2-16,0 1 0 15,0-1 0-15,0 0 4 16,2 0 5-16,-2 0 4 15,3 0 11-15,6 0 20 0,9-11-25 16,5-1-16 0,4 2-6-16,2 7 0 0,-7 3-1 15,4 0 0-15,0 16 0 16,1 3-2-16,2-1 3 16,-4-7 3-16,2 0-3 15,-6-4-1-15,0-7 1 16,-5 0 4-16,-4-7 0 15,-3-15 32-15,-5-9-22 16,-4 1-7-16,0 1-7 16,0 5 0-16,-3 9 0 15,-1 8 2-15,4 7-1 16,0 0-1-16,0 0-1 0,4 9-10 16,16 8 10-1,6 6-1-15,2-2 4 0,2 1-4 16,-1-5-25-16,-5-4-93 15,-3-7-104-15,-6-6-121 16</inkml:trace>
  <inkml:trace contextRef="#ctx0" brushRef="#br0" timeOffset="229">19636 15034 981 0,'0'0'104'15,"0"0"-91"-15,0 0-13 16,0 0 0-16,91-3 4 15,-51 19 25-15,-5 7-16 16,-6 0-3-16,-8 1-10 0,-6-4 2 16,-8-7-2-16,-5-4 0 15,-2-6 7-15,0-3 2 16,0 0 61-16,0-3 4 16,-3-10-46-16,0-9-28 15,3-7-9-15,0-5-44 16,18-2-80-16,7 2-47 15,3 14-25-15,-1 7-56 16,-3 10 65-16,1 3 196 16,1 0 139-16,0 7-2 15,9-2 19-15,4-5-67 16,3 0 13-16,4 0-3 16,-4-6-28-16,-14 0-41 15,-9-2-14-15,-13 6-14 16,-6-2 33-16,0-7 20 0,-18 6-33 15,-14 2-19-15,-7 3-3 16,-5 8-3-16,7 12 3 16,10 5 7-16,14 1-7 15,11 0 0-15,2 4 1 16,23-7-1-16,12 0 0 16,7-3-1-16,0-3 1 15,-5-3-59-15,-4 2-148 16,-2-10-191-16</inkml:trace>
  <inkml:trace contextRef="#ctx0" brushRef="#br0" timeOffset="230">21191 14879 817 0,'0'0'64'16,"0"0"-9"-16,-108-16-20 15,68 16-22-15,2 19 5 16,7 7-16-16,9 7 18 16,9 3-19-16,10 1-1 15,3-4 0-15,2-2-10 16,15-9 10-16,6-6 0 15,-2-8 0-15,2-7 10 16,0-1-2-16,-3 0 29 0,-2-9-1 16,0-14 23-16,-2-7-30 15,-2-6-15-15,-5-12-5 16,-3-3-9 0,-6-8-4-16,0-3 2 0,-4-2 2 15,-11 5-3-15,3 5 3 16,0 11 1-16,3 17-1 15,5 13-2-15,1 10 2 16,3 3-3-16,0 6-8 16,0 24-1-16,4 14 3 15,11 5 9-15,2 7 5 16,5 0 8-16,2-3-9 16,4-4 6-16,3 1-1 15,1-11-6-15,-1-8 0 16,-4-5-2-16,-6-12-1 0,-6-1-14 15,-6-4-20-15,-9-1-32 16,0 1-54-16,-2-1-127 16</inkml:trace>
  <inkml:trace contextRef="#ctx0" brushRef="#br0" timeOffset="231">21569 14855 777 0,'0'0'125'0,"0"0"-120"15,0 0-5-15,86-26 3 16,-64 26 12-16,-7 12-13 0,-1 9 3 16,-5 5 12-16,-5 4 5 15,-2-1-8-15,-2-9-10 16,0-3 1-16,0-4 7 16,0-6-9-16,0 0-3 15,-6-7-8-15,-3 0-71 16,3-3 5-16,1-21-34 15,1-15-187-15</inkml:trace>
  <inkml:trace contextRef="#ctx0" brushRef="#br0" timeOffset="232">21658 14707 613 0,'0'0'60'0,"0"0"-60"16,0 0-259-16</inkml:trace>
  <inkml:trace contextRef="#ctx0" brushRef="#br0" timeOffset="233">21983 14696 461 0,'0'0'379'16,"0"0"-374"-16,-80-14-2 16,53 14 27-16,6 0-17 15,11 9 13-15,10 11-25 16,1 6 6-16,29 7 9 15,10 2 17-15,9 1 10 0,-3 2-6 16,-8-6 4-16,-14-2-22 16,-15-9-19-16,-9-1 0 15,0-4 7-15,-29 3 3 16,-11-2 2-16,-11-3-12 16,-2-1-5-16,2-4-53 15,2-3-54-15,1-6-96 16</inkml:trace>
  <inkml:trace contextRef="#ctx0" brushRef="#br0" timeOffset="234">19979 15773 702 0,'0'0'167'15,"0"0"-61"-15,0 0-48 0,0 0-22 16,0 0 2-16,0 0-7 15,-69-61-19-15,49 61-8 16,-6 0-5-16,-7 3 1 16,-2 18-1-16,0 6 0 15,8 4-7-15,6-1 7 16,12-2-4-16,9-3 2 16,0-6-10-16,21-4 1 15,9-7-10-15,4-8 19 16,5 0 2-16,-6-6 1 15,-6-13-3-15,-7-5 3 0,-6-3 7 16,-8-6-6-16,-6 0 5 16,0 7-6-16,0 6 0 15,0 10 6-15,0 5 13 16,0 5-5-16,0 0-14 16,12 13-6-16,6 9 1 15,10 4 5-15,0 1 8 16,2-1-8-16,1-3 3 15,2-4-3-15,2-5-2 16,4-12-6-16,-1-2-74 16,5-14-205-16</inkml:trace>
  <inkml:trace contextRef="#ctx0" brushRef="#br0" timeOffset="235">20735 15576 739 0,'0'0'259'0,"0"0"-237"16,0 0-17-16,0 0 11 15,0 0 1-15,-87-31 1 16,53 48-4-16,-8 11 14 16,3 10 2-16,10 2-16 15,5-1-11-15,16-2-3 16,8-4 0-16,3-6-1 0,22-11-3 15,8-6-17 1,9-7-13-16,3-3-154 0,1-3-200 16</inkml:trace>
  <inkml:trace contextRef="#ctx0" brushRef="#br0" timeOffset="236">21002 15609 805 0,'0'0'38'15,"0"0"-35"-15,-90 19-3 16,72 2 51-16,11 1-38 16,7 5-13-16,0-7 6 15,19 0-4-15,7-4 26 16,2-7 12-16,-1-4-12 16,-8-5-12-16,-4 0 11 15,-7-5 19-15,-7-7 35 16,-1-8-41-16,0 1-25 0,-8-2-8 15,-4 8-7-15,1 0-5 16,4 2-38-16,6 2-76 16,1 1-122-16,3-1-174 15</inkml:trace>
  <inkml:trace contextRef="#ctx0" brushRef="#br0" timeOffset="237">21002 15609 406 0,'115'-30'391'16,"-112"30"-345"-16,0 0-46 15,4 12-5-15,-1 9 5 0,3 1 7 16,3 6 27 0,1-3-5-16,-1 0-4 0,2-8-12 15,-7-5-10-15,-2-5-2 16,-4-4 3-16,-1-3 19 16,0 0 71-16,4-15 25 15,10-6-87-15,7-6-29 16,9 7-3-16,4 4 0 15,-3 6 0-15,-1 8 0 16,-7 2-1-16,0 0 1 16,-2 8-2-16,-4 9 1 15,-3-1-1-15,-4 1 2 16,-7 0-4-16,3-1-21 16,-2-6-95-16,2-7-48 15,3-3-146-15</inkml:trace>
  <inkml:trace contextRef="#ctx0" brushRef="#br0" timeOffset="238">21488 15545 575 0,'0'0'331'15,"0"0"-294"-15,0 0-37 16,0 0-2-16,0 0 2 16,0 0 1-16,106 78 15 15,-81-49-5-15,-10 3-10 16,-10-1-1-16,-5-1 0 0,-6-2 4 15,-12-7 5 1,-5-5 10-16,7-10 24 0,2-6 38 16,7 0-39-16,1 0-12 15,5-16-22-15,1-16-8 16,11-15-6-16,12-6-27 16,4-3-2-16,-6 3 24 15,-8 6 11-15,-1 10 0 16,-6 12 2-16,-2 9 0 15,1 12 36-15,2 4-35 16,7 0-3-16,5 17-2 16,4 3 2-16,1 7 1 15,-5 5 11-15,-4 1-4 16,-2 1 0-16,-7 1-4 16,-4-5-4-16,-2-4 0 15,0-5-2-15,0-5 2 16,-11-6-74-16,-5-6-26 0,4-4-75 15,-3-4-144-15</inkml:trace>
  <inkml:trace contextRef="#ctx0" brushRef="#br0" timeOffset="239">21712 15588 818 0,'0'0'178'16,"0"0"-150"-16,0 0-20 15,80-55-8-15,-44 44 0 16,-5 5 0-16,-5 3-15 15,-7 2-168-15,-4 1-238 16</inkml:trace>
  <inkml:trace contextRef="#ctx0" brushRef="#br0" timeOffset="240">21986 15507 749 0,'0'0'37'0,"0"0"-37"16,0 0-2-16,0 0 2 15,0 0 13-15,0 0 23 16,0 79 3-16,15-66 5 16,3 0-2-16,3-7 24 15,-3-6-7-15,0 0 27 16,-3 0-24-16,-2-15-42 16,-3-9 13-16,0 4-24 15,-3 0-9-15,-3 7 0 0,-2 6-1 16,2 7 4-16,1 0-6 15,2 0-7-15,5 3 6 16,0 14-9-16,0 3 8 16,-4 0-33-16,-3 0-94 15,-5-4-127-15</inkml:trace>
  <inkml:trace contextRef="#ctx0" brushRef="#br0" timeOffset="241">22207 15444 1009 0,'0'0'56'0,"0"0"-56"16,0 0-1-16,0 0 1 15,0 0 4-15,0 0 11 16,60 63-5-16,-50-44-9 16,-3-2 3-16,-4-8-3 15,-2-5-2-15,-1-4 2 16,2 0 6-16,0 0 65 15,7-14 0-15,7-6-65 16,2-2-7-16,5 5-3 16,-1 7 0-16,-4 7 3 15,2 3-9-15,0 0 9 16,0 0-5-16,3 13 5 16,-2-2-3-1,-3-3 3-15,-1-1 0 0,-6-4 3 16,-2-3 6-16,-3 0 26 0,-1-3-1 15,-2-16 12-15,-3-8-35 16,0-9-8-16,-12-4-3 16,-10 0 2-16,-2 1-2 15,3 3 1-15,9 15-3 16,6 8 2-16,6 8-7 16,0 5 6-16,14 0-13 15,15 18 8-15,4 6 2 16,0 9 3-16,-3 6-1 15,-6 2 0-15,-8 1-5 0,-10 1 4 16,-6-7-91-16,-25-12-137 16,-13-12-449-16</inkml:trace>
  <inkml:trace contextRef="#ctx0" brushRef="#br0" timeOffset="242">6408 14591 646 0,'0'0'111'0,"0"0"-105"16,0 0-5-16,0 0-1 15,0 0 0-15,0 0 0 16,0 0 3-16,-40-10 1 15,40 10 9-15,0 0-8 16,0 0 0-16,0 0 3 16,-3 0 15-16,-7 0 20 15,2 0 7-15,-14 0-49 16,-5 0 0-16,-12 14-1 16,-13 11-2-16,-6 12 0 15,-8 7 3-15,5 5-1 16,3-2 1-16,4-1 0 15,17-3 0-15,10-8 4 0,18-9-3 16,9-6-2 0,9-3 2-16,30-4-2 0,16-13 0 15,10 0 3-15,19-15 4 16,4-12-3-16,-3 0-1 16,-7 7 2-16,-20 8-10 15,-15 12-31-15,-22 0-17 16,-12 9-148-16,-9 16-175 15</inkml:trace>
  <inkml:trace contextRef="#ctx0" brushRef="#br0" timeOffset="243">6235 15262 769 0,'0'0'32'15,"0"0"-23"-15,108-21 5 16,-71 18-11-16,-9 3 0 16,-5 0-3-16,-1 7 0 15,-1 10-6-15,0 0-47 16,6-8-119-16</inkml:trace>
  <inkml:trace contextRef="#ctx0" brushRef="#br0" timeOffset="244">7454 14570 761 0,'0'0'83'15,"0"0"-75"-15,0 0 2 16,0 0-2-16,-111-12-7 16,79 26-1-16,-4 9 0 15,3 10 6-15,2 6 16 16,4 12-12-16,9 4-7 15,10 1 17-15,8-3-14 16,11-2-6-16,17-7 2 0,8-10 9 16,6-8-11-16,7-12-1 15,-4-8 0-15,4-6 1 16,-1 0-2-16,-5-10-35 16,-7-12-39-16,-7-9-101 15,-9-8-461-15</inkml:trace>
  <inkml:trace contextRef="#ctx0" brushRef="#br0" timeOffset="245">7584 14670 742 0,'0'0'58'16,"0"0"-57"-16,0 0-1 0,0 0-5 15,0 0 5-15,0 0 0 16,71 93 1-16,-48-54 5 15,2 0-1-15,-1-1 1 16,-8-5 1-16,-6-4-4 16,-4-9 2-16,-6-6 11 15,0-2-6-15,0-5 17 16,-4-3 1-16,-8-1 0 16,-4-3 2-16,2-4-2 15,1-22 3-15,7-15-16 16,6-7-15-16,0-12-7 15,16 1-18-15,17 7 6 16,0 15-5-16,2 13 11 0,-2 14 10 16,-1 10 2-1,-5 2-6-15,-2 20 6 0,-2 5 1 16,-4 5 0-16,-3-1 0 16,-2-5 1-16,-3-1 1 15,0-4-1-15,-8-1 0 16,1-3-1-16,-4 2-47 15,0-5-67-15,0-11-156 16</inkml:trace>
  <inkml:trace contextRef="#ctx0" brushRef="#br0" timeOffset="246">8325 14746 726 0,'0'0'42'0,"0"0"-13"16,130-59 36-16,-75 34 19 15,-10 8-53-15,-6 4-31 16,-10 9 0-16,-3 1-3 15,-3 3-3-15,3 0-40 0,-6 0-42 16,-4 0-96-16,-6 0-466 16</inkml:trace>
  <inkml:trace contextRef="#ctx0" brushRef="#br0" timeOffset="247">8555 14483 982 0,'0'0'48'16,"0"0"-48"-16,0 0-3 15,0 0-2-15,25 99 5 0,2-39 39 16,6 2 5-16,-2 0-16 16,2-3-18-16,-8-9-2 15,-1-7-8-15,-8-9 1 16,0-9-1-16,-6-5 9 15,0-9-9-15,-4-8-3 16,-3 0 3-16,0-3-31 16,-2 0-54-16,-1 0-64 15,2-16 36-15,-2-7-589 16</inkml:trace>
  <inkml:trace contextRef="#ctx0" brushRef="#br0" timeOffset="248">9532 14446 268 0,'0'0'122'16,"0"0"-58"-16,0 0 18 15,0 0-52-15,0 0-19 16,0 0-11-16,0 0-26 15,-9-4-42-15,3 8-242 16</inkml:trace>
  <inkml:trace contextRef="#ctx0" brushRef="#br0" timeOffset="249">9496 14436 500 0,'0'0'12'0,"0"0"0"15,0 0-12-15,0 0 0 16,0 0 0-16,0 0 2 16,-9-3-1-16,9 0-1 15,6 3 31-15,-3 0 7 16,0 0 33-16,-3 0-59 15,0 0 9-15,0 0 0 0,0 0-5 16,-3 12-9 0,-6 5 17-16,-3-4-24 0,1-2 1 15,8-8 2-15,2 0 2 16,1-3-2-16,0 0 5 16,-3 0 24-16,-3-6 32 15,-4-11-37-15,1-13-22 16,-1-10 0-16,5-9 7 15,5-7-12-15,0 10 2 16,2 5 0-16,14 16 11 16,3 12-6-16,11 12-4 15,-1 1 1-15,6 17 0 0,1 22 12 16,-6 15-3 0,-11 11-2-16,-9 5 7 0,-10 3-6 15,0-5 9-15,-7-4-21 16,-18-9 9-16,-2-14-5 15,-3-12-1-15,5-12 4 16,3-14 6-16,8-3 8 16,5 0-18-16,9-10 8 15,9-13-10-15,30-3-1 16,13 1-2-16,9 11 2 16,5 11 0-16,-9 3 1 15,-4 8 0-15,-5 12-1 0,-11 1 3 16,-4 1-2-1,-12-2-1-15,-3 0-1 0,-6-3-57 16,-5-9-148-16,-7-8-300 16</inkml:trace>
  <inkml:trace contextRef="#ctx0" brushRef="#br0" timeOffset="250">10243 14364 156 0,'0'0'467'16,"0"0"-453"-16,-80 115 70 0,44-55-1 16,-3 9-17-16,-1 7 25 15,-1 3-28-15,7 4-26 16,3-1-24-1,4-9-13-15,8-8 1 0,2-14 3 16,7-11-4-16,4-15-6 16,0-11 5-16,6-6-54 15,0-8-94-15,0-3-62 16,0-26-436-16</inkml:trace>
  <inkml:trace contextRef="#ctx0" brushRef="#br0" timeOffset="251">10176 14852 723 0,'0'0'54'15,"0"0"-54"-15,0 0 0 16,0 0 43-16,58 106 19 16,-39-67-17-16,4 1-34 15,-4-4 3-15,-2-6-6 16,-9-9 0-16,0-8-7 15,-5-7 2-15,-3-5-3 16,0-1 9-16,0 0 45 16,-3-1 5-16,-13-16-46 15,-6-3-6-15,11-13-7 0,5-6-15 16,6-4-2 0,6 4 16-16,13 12-7 0,3 10 4 15,6 11 4-15,0 6-12 16,-1 14 11-16,-1 11-1 15,0 9 2-15,-4-1 2 16,-5 0 2-16,-1-4-7 16,-7-4 4-16,-3-4-1 15,-2-4 0-15,0-4 0 16,-4-2-28-16,0-6-122 16,0-5-67-16</inkml:trace>
  <inkml:trace contextRef="#ctx0" brushRef="#br0" timeOffset="252">10907 14070 731 0,'0'0'17'15,"0"0"-9"-15,0 0 15 16,0 0 25-16,0 0-13 15,0 0-20-15,-18-4-14 16,15 34 0-16,0 16 11 16,0 10 28-16,0 14-13 15,3 2 27-15,0-2-21 0,0-4 2 16,0-6-4 0,15-14-22-16,6-8-4 0,1-11-5 15,1-10 0-15,2-7 1 16,-1-2-1-16,-2-8 0 15,-5 0-4-15,-1-3-37 16,-7-17-66-16,-8-9-188 16</inkml:trace>
  <inkml:trace contextRef="#ctx0" brushRef="#br0" timeOffset="253">10699 14526 461 0,'0'0'278'16,"0"0"-278"-16,0 0-35 16,96-84 35-16,-56 62 14 15,2 2 2-15,-3 6-13 16,-3 7-3-16,-10 2-123 16</inkml:trace>
  <inkml:trace contextRef="#ctx0" brushRef="#br0" timeOffset="254">11405 14245 529 0,'0'0'48'16,"0"0"-46"-16,-25 71-2 16,25-37 24-16,0 5 23 15,20-6-16-15,9 0-26 16,4-5 3-16,9-11 2 16,-1-8-6-16,4-9 19 15,1 0 26-15,-3-20-15 16,-6-3 8-16,-7-6-1 0,-13-3-14 15,-16 3-9-15,-1-3-12 16,-33 4-6-16,-12 6-3 16,-13 3-6-16,2 12 9 15,4 1 0-15,10 6 4 16,6 0-4-16,14 13-4 16,1 2-79-16,5-1-100 15,10-4-477-15</inkml:trace>
  <inkml:trace contextRef="#ctx0" brushRef="#br0" timeOffset="255">11405 14245 829 0</inkml:trace>
  <inkml:trace contextRef="#ctx0" brushRef="#br0" timeOffset="256">11405 14245 829 0,'-119'-70'0'0,"89"90"0"0,9 14-1 0,6 7 1 16,13 16 17-16,2 2 17 16,20 7 8-16,22 4-11 15,7-8-3-15,2-6-27 16,4-9-1-16,-6-16 2 16,-4-12 4-16,-2-10-6 15,-1-9-11-15,-3-9-65 16,-2-27-132-16</inkml:trace>
  <inkml:trace contextRef="#ctx0" brushRef="#br0" timeOffset="257">11722 14079 877 0,'0'0'2'16,"107"-36"3"-16,-33 32 16 15,4 4 52-15,-2 11-12 16,-18 29-1-16,-13 16-38 16,-17 16 2-16,-10 10-3 15,-18 1-5-15,0-3-7 16,-18-11-6-16,-7-14 0 0,-2-12-3 16,2-9-1-16,-5-10-68 15,0-11-127-15,-1-13-430 16</inkml:trace>
  <inkml:trace contextRef="#ctx0" brushRef="#br0" timeOffset="258">12835 14463 651 0,'0'0'71'15,"0"0"-30"-15,108-4 26 16,-66 0-46-16,1 4-9 15,-6 0-11-15,-3 0-2 16,1 0-50-16,-9 0-87 16,-4-5-157-16</inkml:trace>
  <inkml:trace contextRef="#ctx0" brushRef="#br0" timeOffset="259">12883 14275 829 0,'0'0'16'15,"0"0"-16"-15,0 0 0 16,0 0 15-16,40 111 41 16,-20-55-3-16,-2 4 0 0,2 3-29 15,0-7-1 1,-7-6 9-16,4-10-19 0,-5-14-8 15,1-6 4-15,-7-7-9 16,-2-7 2-16,-1-2-2 16,-3-4-8-16,0 0-64 15,0-4-81-15,0-15-202 16</inkml:trace>
  <inkml:trace contextRef="#ctx0" brushRef="#br0" timeOffset="260">13533 14062 768 0,'0'0'0'16,"0"0"-7"-16,0 0 7 15,0 0 0-15,0 0 11 16,0 0-2-16,11 38-1 15,-14-33 14-15,-8-1-7 16,4-1-15-16,2 0 3 16,5-3-1-16,0 0-2 15,0 0-5-15,0 0-9 16,0 0 8-16,0 0 0 0,0 0 6 16,0 0-5-16,0 2 5 15,-3 7 2-15,-9 4 2 16,1-1-4-16,-9-1 0 15,4-2 3-15,0-5-3 16,2-4 0-16,0 0 2 16,5-4 9-16,4-13-8 15,2-3 1-15,3-5-4 16,3 2-4-16,13 3 2 16,6 4 2-16,2 5-1 15,1 8-6-15,1 3 7 16,-4 3 8-16,-2 20-4 0,-10 15-1 15,-5 7 6-15,-5 8-1 16,-3 1-7-16,-18 1 7 16,-5-12-7-16,3-13 1 15,1-10 3-15,12-10 16 16,7-7 15 0,3 1-22-16,9 1-14 0,20 0-1 15,10 1 1-15,4 0 27 16,-2 1-10-16,-2-1-9 15,-5 5-7-15,-5-5 1 16,-8 0-2-16,-5-2-22 16,-5-4-90-16,-8 0-236 15</inkml:trace>
  <inkml:trace contextRef="#ctx0" brushRef="#br0" timeOffset="261">13987 14026 516 0,'0'0'423'0,"0"0"-414"15,0 0-7-15,0 0 0 16,0 0 16-16,3 125 51 16,-34-51 5-16,-11 11-35 15,-13 5-9-15,-3-1-4 16,5 0-26-16,5-10 6 15,8-10-12-15,5-9 11 0,2-10-6 16,7-7 1 0,10-10-1-16,4-4-27 0,8-8-74 15,4-12-89-15,0-9-158 16</inkml:trace>
  <inkml:trace contextRef="#ctx0" brushRef="#br0" timeOffset="262">13955 14608 847 0,'0'0'34'15,"0"0"-34"-15,0 0-12 16,0 0 5-16,0 0 7 0,0 0 15 16,26 80 25-16,-17-45-11 15,6-1 5-15,-5-1-11 16,-1-4-18-16,0-7-5 15,-1-8 6-15,-5-6-5 16,-3-2 1-16,0-6 1 16,0 0 10-16,0-7 71 15,0-16-59-15,0-7-24 16,0-6-2-16,19 0 3 16,14 6-6-16,9 7-1 15,1 10 5-15,-3 13-4 16,-5 0 4-16,-1 13 1 0,-11 10 0 15,0 0 1-15,-8 4-2 16,-4-1 0-16,-1-2 5 16,-4-2-3-16,-6-8-2 15,3-2-3-15,-3-4-8 16,0-5-132-16,-20-3-301 16</inkml:trace>
  <inkml:trace contextRef="#ctx0" brushRef="#br0" timeOffset="263">14634 13868 700 0,'0'0'67'0,"0"0"-45"15,0 0-17-15,0 0 10 16,0 0-3-16,0 0-12 16,0 12 1-16,0 16 21 15,-4 11 28-15,-5 5 27 16,-4 15-32-16,4 3 9 16,-1 8-43-16,7-1-1 15,3-6 3-15,0-11-13 16,20-8-1-16,1-15 1 0,9-5 2 15,3-12 0-15,3-4 3 16,-1-8-5-16,-2 0-32 16,-8-4-84-16,-11-20-213 15</inkml:trace>
  <inkml:trace contextRef="#ctx0" brushRef="#br0" timeOffset="264">14375 14238 915 0,'0'0'0'15,"0"0"-5"-15,0 0 0 0,119-50 3 16,-47 28 2-16,-1 2 0 16,-5 8 0-16,-14 4-7 15,-13 7-212-15</inkml:trace>
  <inkml:trace contextRef="#ctx0" brushRef="#br0" timeOffset="265">15112 13900 775 0,'0'0'46'16,"0"0"-45"-16,-100 87 13 16,79-34 16-16,9 10-21 15,12 5 19-15,0 4-7 16,9-4-6-16,15-5-11 15,3-12 3-15,7-7-1 16,2-11-12-16,3-10 6 16,-7-12-52-16,2-11-54 15,-5 0-280-15</inkml:trace>
  <inkml:trace contextRef="#ctx0" brushRef="#br0" timeOffset="266">15337 14112 993 0,'0'0'0'16,"0"0"-3"-16,0 0-1 15,0 0-1-15,0 0-3 16,0 0 8-16,42 80 1 16,-22-47 0-16,0 4 9 0,1-2-9 15,-5-2-1 1,-4-2-2-16,-4-3-24 0,-8-9-72 15,0-5-46-15,-3-6-70 16,-11-8-172-16</inkml:trace>
  <inkml:trace contextRef="#ctx0" brushRef="#br0" timeOffset="267">15668 14112 917 0,'0'0'95'15,"0"0"-95"-15,0 0 0 0,0 0 7 16,64 83 7-16,-37-54 9 16,-5-1-9-16,1 0-9 15,-9 2-2-15,-3-3-3 16,-8 0 0-16,-3-2-35 15,0-9-107-15,-5-8-227 16</inkml:trace>
  <inkml:trace contextRef="#ctx0" brushRef="#br0" timeOffset="268">15334 13970 902 0,'0'0'37'0,"0"0"-34"15,0 0-3-15,129 11 0 16,-61 9 31-16,11 9 16 16,-6 0-6-16,-4 15 28 15,-13 7-31-15,-11 10-32 16,-24 8-3-16,-14 4 2 0,-7-5-4 15,-19-1 6-15,-8-14-4 16,-1-11-3-16,1-8 11 16,6-8-2-16,-2-3 4 15,6-6-12-15,8-3-1 16,3-4-27-16,2-8-62 16,3-2-84-16,-2-2-80 15</inkml:trace>
  <inkml:trace contextRef="#ctx0" brushRef="#br0" timeOffset="269">13975 15608 688 0,'0'0'150'16,"0"0"-109"-16,0 0 43 15,0 0-23-15,0 0-39 16,0 0-14-16,-2 4-8 0,14-4 0 16,27 0-3-16,22-4 3 15,18-9 0-15,18-3 0 16,8-1 1-16,-5 5-1 15,-12 4 0-15,-17 2-25 16,-13 6-84-16,-15 0 4 16,-17-3-126-16</inkml:trace>
  <inkml:trace contextRef="#ctx0" brushRef="#br0" timeOffset="270">14213 15255 1050 0,'0'0'69'15,"0"0"-67"-15,0 0-2 16,0 0-9-16,29 96 9 16,1-34 6-16,2 8 10 15,0-3-1-15,-2-5-7 16,-11-3-3-16,-1-6-5 15,-7-9 1-15,-4-8-1 16,-4-13 2-16,0-6-2 16,-3-8 0-16,0-3-1 0,0-3-21 15,4-2-75 1,2-1-76-16,3 0 18 0,5-11-211 16</inkml:trace>
  <inkml:trace contextRef="#ctx0" brushRef="#br0" timeOffset="271">15577 15268 1026 0,'0'0'0'16,"0"0"-19"-16,-108 2-29 16,58 26 45-16,-3 3 3 15,-3 11 2-15,1 0 18 16,10-1 26-16,3-1-35 16,18-5 0-16,15-5-11 15,9-10-4-15,13-4 1 16,15-6 6-16,12-7 0 15,3-3-3-15,2 0-1 16,-3-5 1-16,-9 0 0 16,-13 2 3-16,-9 3-3 15,-11 0-1-15,0 4-2 16,-22 20 1-16,-17 5 2 0,-8 3 0 16,0-1 7-16,2-1 4 15,11-2 10-15,16-4 10 16,18-1-21-16,0-3-8 15,39-3 0-15,23-8 8 16,19-9 21-16,19 0-12 16,5-9-12-16,1-8-6 15,-8 0 5-15,-15 4 9 16,-17 3-13-16,-13 4-1 16,-12 5-2-16,-16-2-8 15,-10 3-48-15,-12 0-21 16,-3 0-115-16,-15 7 43 0,-13 0-201 15</inkml:trace>
  <inkml:trace contextRef="#ctx0" brushRef="#br0" timeOffset="272">14876 15383 156 0,'0'0'96'0,"0"0"16"16,0 0-6-16,0 0-35 15,0 0-66-15,0 0-5 16,0 4 0-16,12-8 49 16,-3-1 33-16,-2 4-21 15,-2 1-10-15,-3 0-28 16,-2 0-6-16,0 0-10 0,0 0 3 15,0 0-9-15,0 0 9 16,-2 0-10-16,-6 10 3 16,2 0-3-16,0-7 0 15,5 1 1-15,-2-1-1 16,3-3 5-16,0 0-3 16,0 0 18-16,0 0-15 15,0 0 22-15,0 0-7 16,0 0-12-16,0 0-4 15,0 0-4-15,0 0-1 16,0 0 1-16,0 6 0 16,-3 6-4-16,-12 7 2 15,-5-2 4-15,-4-1-2 16,1-3 4-16,0-9-2 16,4-1-2-16,3-3 3 0,-4 0 5 15,6-13-6-15,6-8 13 16,8-9 6-16,0-5-21 15,4 0-1-15,17 6 1 16,2 3 1-16,3 13-1 16,1 6 1-16,2 7 2 15,-6 0-2-15,-4 24 0 16,-3 11 3-16,-10 12 4 16,-6 6 4-16,0 9 1 15,-22 0-4-15,-8-1-8 0,-11-9 1 16,2-12-1-16,5-13 2 15,9-15 4-15,9-5-6 16,6-4 4-16,7-3-3 16,3 0 7-16,3 0-9 15,20-10-1-15,10 5-1 16,1 2 2-16,2 3 0 16,-3 6 3-16,-11 8-1 15,2 5-1-15,-9 0-1 16,-3 1 0-16,-3-3 2 15,-6-1-2-15,-3-3-21 16,0-6-86-16,-3-7-100 16,-8 0-548-16</inkml:trace>
  <inkml:trace contextRef="#ctx0" brushRef="#br0" timeOffset="273">15200 15539 780 0,'0'0'40'16,"0"0"-39"-16,-32 76 47 16,-4-32 53-16,-6 9-45 15,-4 3 17-15,1 6-3 16,-1-1-28-16,2 6-8 0,2-3-22 15,8-8-7-15,1-6-5 16,6-16 1-16,6-6 2 16,7-12-3-16,9-6-1 15,5-6-17-15,0-4-44 16,0 0-21-16,0 0-39 16,9-4-45-16,4-13-38 15</inkml:trace>
  <inkml:trace contextRef="#ctx0" brushRef="#br0" timeOffset="274">14973 16015 786 0,'0'0'89'16,"0"0"-86"-16,0 0 16 0,0 0 25 15,0 0-24-15,0 0 5 16,15 53 30-16,-4-23-29 15,2 0-14-15,-4-1-7 16,1-4-3-16,0-5-2 16,1-2 0-16,1-9 1 15,-7-1-1-15,0-5 3 16,-5-3 0-16,2 0 1 16,-2 0 38-16,0 0 34 15,1 0-23-15,1 0-10 16,9-14-19-16,8-10-15 15,6 1-9-15,9 1-9 0,-2 6 3 16,-2 12-13 0,-2 4 18-16,-6 0-13 0,-1 14 4 15,-6 12 8-15,-5 1-4 16,4 2 2-16,-8-3 1 16,-3-6 3-16,-2-6 0 15,1-2-10-15,1-2-28 16,0-8-33-16,-1-2-45 15,3 0-134-15,-1-5-89 16</inkml:trace>
  <inkml:trace contextRef="#ctx0" brushRef="#br0" timeOffset="275">15854 16027 521 0,'0'0'95'15,"0"0"-25"-15,0 0-52 16,0 0-7-16,0 0-1 16,0 0-9-16,8-1 0 15,-5 1 1-15,-3 0 21 0,0 0 21 16,0 0 12-1,0 0-6-15,0 0 7 0,0 0-11 16,0 0-3-16,0 0-7 16,0 0-20-16,0 0-16 15,0 0 9-15,0 0-9 16,0 0 3-16,-3 0 0 16,-9 0 2-16,-8 0-5 15,0 10 0-15,0 5 0 16,2 2-1-16,5-4 2 15,6 1-9-15,4-2 16 16,3 1-19-16,0-2 4 16,22-5 7-16,8 2 2 15,5-5-2-15,7 0 0 16,0 0 0-16,-5 3 2 0,-8 1-2 16,-9 3 0-16,-8 0 1 15,-9-3-1-15,-3 5 4 16,0 5-1-16,-15 0 4 15,-11 2 12-15,-6 1 5 16,-1-6-21-16,3-2-3 16,5-5 2-16,7-4-4 15,3-3-3-15,6 0-37 16,9 0-28-16,0-20-105 16,4-2-233-16</inkml:trace>
  <inkml:trace contextRef="#ctx0" brushRef="#br0" timeOffset="276">16311 16006 191 0,'0'0'550'16,"0"0"-515"-16,0 0-28 16,0 0 27-16,0 0 17 15,123-34-8-15,-78 24-4 16,-10 3-21-16,-8 4-13 16,-13 3-5-16,-11 0-14 15,-3 17-20-15,-14 6 7 16,-12 4 11-16,-10 0 6 15,7 2 10-15,7-10 12 16,8-6 17-16,8-5-3 16,6-3-16-16,0-1-10 15,13 0 3-15,16-4 18 16,8 0 12-16,-5-5-15 0,1-3-17 16,-7-3-1-16,-12-2-112 15,0-3-260-15</inkml:trace>
  <inkml:trace contextRef="#ctx0" brushRef="#br0" timeOffset="277">16860 15816 460 0,'0'0'143'16,"0"0"-143"-16,0 0-22 16,0 0 21-16,0 0 0 15,0 0 1-15,-24 7 13 16,22-6 1-16,1-1 8 15,-4 3 89-15,1-3-16 16,-3 3-37-16,1 0 6 16,-2 1-49-16,1 2-4 15,2 1-4-15,-2 2-3 16,1-2-4-16,3 1 9 16,3-2 1-16,-3-3-10 15,3 2 0-15,0-5 3 16,0 0-3-16,0 0 1 15,0 0-1-15,0 0 0 0,0 0-4 16,0 0-26-16,0 0-6 16,0 0 6-16,0 0 8 15,0 0-6-15,0 0-96 16</inkml:trace>
  <inkml:trace contextRef="#ctx0" brushRef="#br0" timeOffset="278">16926 15830 162 0,'4'3'616'0,"-4"1"-599"16,0 2-15-16,0 1 5 15,-2 4 11-15,-9-2 10 16,-1 0-4-16,-4 0 2 0,2-1-2 15,-1-1 5-15,-6-4-12 16,3 2 5-16,-7-3 17 16,7-2-17-16,1 0-11 15,5 0 3-15,8-5 9 16,4-4-17-16,0-10-6 16,16-2-6-16,10 2 2 15,1-1-3-15,-2 10 6 16,-1 4 1-16,-2 6-2 15,5 0-9-15,-6 0 11 16,0 19 9-16,-6 8-9 16,-4 3-5-16,-5 9 5 0,-6 1 0 15,0 6-1 1,-4-5 1-16,-18-3 2 16,-5-4 2-16,-1-15 0 0,-5-6 24 15,4-9 18-15,7-4-5 16,5 0-11-16,9 0-16 15,8 0 6-15,0-6-5 16,21-9-5-16,18 0-10 16,10 1 1-16,3 8-5 15,-6 6-3-15,-7 0 7 16,-5 3-3-16,-3 7 4 16,-6 2-2-16,-6-1 1 15,-6 3-11-15,-7-2-6 0,-6 0-72 16,0-2-126-1,-12-5-148-15</inkml:trace>
  <inkml:trace contextRef="#ctx0" brushRef="#br0" timeOffset="279">15343 14941 455 0,'0'0'74'0,"0"0"-26"16,0 0 5-16,0 0 63 16,0 0-57-16,0 0-31 15,3-29-25-15,1 29 13 16,1 0 10-16,0 0-16 16,1 0-1-16,0 10-8 15,4 9 3-15,3 7 7 16,-1 8 2-16,1 2 6 15,4 0-18-15,-8-3-2 16,2-6 3-16,-3-7-4 0,-4-11 2 16,0-5 0-16,-1 0 0 15,-3-4 0-15,0 0 24 16,0 0 48-16,0 0-12 16,0-17-30-16,-7-10-24 15,1-6-5-15,6-3-2 16,0-1-1-16,5 8-13 15,13 5 8-15,3 7-3 16,3 12-2-16,5 5 12 16,1 5-1-16,-1 17-7 15,-4 10 7-15,-5 1 1 16,-6-2 0-16,-3-2 0 16,-4-3 1-16,-4-5 0 15,-3-3-1-15,0-4 0 16,0 0-2-16,-8-8-66 0,-5-6-125 15,-1 0-377-15</inkml:trace>
  <inkml:trace contextRef="#ctx0" brushRef="#br0" timeOffset="280">15820 15014 70 0,'0'0'738'0,"0"0"-707"15,82 0-5-15,-37-6 68 16,0-5-13-16,-5 5-41 16,-9 3-20-16,-5 3-18 0,-6 0-2 15,-3 0-17 1,-7 3-131-16,-8-3-159 0</inkml:trace>
  <inkml:trace contextRef="#ctx0" brushRef="#br0" timeOffset="281">16161 14866 879 0,'0'0'135'15,"0"0"-117"-15,0 0-18 16,0 0-1-16,0 0 1 16,66 92 48-16,-44-49-23 15,-3 0-10-15,0-4-11 16,-6-2-2-16,1-7-1 0,-7-7-1 15,-2 0-12-15,-5-6-70 16,0-9-124-16</inkml:trace>
  <inkml:trace contextRef="#ctx0" brushRef="#br0" timeOffset="282">16549 14961 198 0,'0'0'25'16,"0"0"60"-16,0 0 47 16,0 0-21-16,0 0-40 15,0 0-24-15,0 0-26 16,0 1 27-16,0 2 0 15,0 3-37-15,0 2-11 16,0 4 23-16,0 8 18 0,0 3 18 16,0 4-10-1,0 7-5-15,0 8-4 0,0 3 9 16,0 6-26-16,6 4 5 16,4-2-27-16,6 0 1 15,-3-6-2-15,5-8 0 16,2-10 5-16,0-12-5 15,3-10-1-15,0-7-1 16,-1 0 0-16,1-21-9 16,-4-11-48-16,-3-12-139 15,-10-5-121-15</inkml:trace>
  <inkml:trace contextRef="#ctx0" brushRef="#br0" timeOffset="283">16424 15291 629 0,'0'0'33'0,"0"0"-25"16,0 0-3-16,0 0-1 15,0 0 23-15,87 31 15 16,-34-45-37-16,-2 1-5 16,-9-3-159-16</inkml:trace>
  <inkml:trace contextRef="#ctx0" brushRef="#br0" timeOffset="284">17047 14911 306 0,'0'0'520'16,"0"0"-486"-16,0 0-30 16,0 0 9-16,0 0 4 15,-40 120 34-15,29-58-4 16,4 7-18-16,7 1 0 16,0-4-19-16,10-10-6 15,10-10-4-15,6-12 3 16,0-7-6-16,0-11 3 15,-6-6-2-15,2-7-56 0,-5-3-145 16</inkml:trace>
  <inkml:trace contextRef="#ctx0" brushRef="#br0" timeOffset="285">17398 15011 723 0,'0'0'22'0,"0"0"-13"16,0 0-9-1,-100 33 38-15,85-11-12 0,8 5-7 16,7 3-10-16,0-7-7 16,12-3-2-16,14 1 0 15,3-9 24-15,1 2 26 16,-7-1-9-16,-4-1-18 15,-12 1-14-15,-3 1 10 16,-4 6-6-16,-5 0 21 16,-20 4 14-16,-9-2-12 15,-1 1-32-15,-4-6-4 16,6-1 0-16,5-7-10 16,7-1-79-16,10-8-83 15,7-4-264-15</inkml:trace>
  <inkml:trace contextRef="#ctx0" brushRef="#br0" timeOffset="286">17367 14872 781 0,'0'0'7'15,"80"0"-7"-15,-19 3 14 16,7 23 50-16,5 9 23 16,-6 6-8-16,-8 13 5 0,-15-2-46 15,-14 2-17 1,-14 2-3-16,-16 2-11 0,-8 3-1 16,-33-2-4-16,-22-3-2 15,-21 0-28-15,-17-10-53 16,-17-6-105-16,-8-14-588 15</inkml:trace>
  <inkml:trace contextRef="#ctx0" brushRef="#br0" timeOffset="287">7879 16237 28 0,'0'0'10'0,"0"0"36"15,0 0 20-15,0 0 23 0,0 0-11 16,0 0-35-16,0 0-21 15,-3 0-22-15,3 0-10 16,0 0-43-16,0 0-43 16</inkml:trace>
  <inkml:trace contextRef="#ctx0" brushRef="#br0" timeOffset="288">8011 16187 332 0,'0'0'120'0,"0"0"-78"16,0 0-12-16,0 0 0 16,0 0-24-16,0 0-6 15,0 0 1-15,0 0-1 16,0 0 0-16,-2 0 0 15,2 0 0-15,0 0-1 16,0 0-4-16,0 0-8 16,0 0 11-16,0 0 2 15,0 0-6-15,0 0 6 0,0 0 0 16,0 0-2-16,0 0 1 16,-3 0 1-16,3 0-2 15,-3 0-36-15,0 0-17 16,3 3 2-16,-3-3-26 15,3 0 60-15,-3 0 19 16,-1 0 34-16,0 0 53 16,-1 0 2-16,0-3-56 15,-1 0 1-15,0 0-4 16,0 1 6-16,-1 2 0 0,-3 0 12 16,6 0-11-1,-2 0-14-15,-4 0 10 16,0 0-14-16,-2 0 3 0,1 0-6 15,2 0-7-15,-3 0 10 16,2 0 17-16,-4 0 10 16,-5 5-15-16,-8 7-16 15,-7 8-3-15,-2 13-9 16,-3 8 1-16,6 8 3 16,5 11 10-16,10-6 4 15,15-3-3-15,3-6-17 16,33-11-1-16,19-11-2 15,8-12 2-15,16-8 14 16,3-3-14-16,-4-5-8 16,2-12-4-16,-13-3-25 0,-7-2-60 15,-12-4-69 1,-14-7-312-16</inkml:trace>
  <inkml:trace contextRef="#ctx0" brushRef="#br0" timeOffset="289">8325 16165 575 0,'0'0'121'0,"0"0"-121"16,0 0-17-16,0 0 17 16,0 0 11-16,91 81 17 0,-57-44 23 15,-1-1-25 1,0 3-4-16,-8-2-8 0,-4-4-14 15,-6-9 4-15,-8-9-6 16,-4-5 3-16,-1-7-1 16,-2-3 8-16,0 1 3 15,0-1 25-15,0 0 21 16,0 0 5-16,-2-4-25 16,-8-11-35-16,-3-5-3 15,-2-8 1-15,7-8-1 16,6-1-11-16,2 3-28 15,10 10 11-15,12 7 18 16,1 11-4-16,6 6 8 0,1 9 2 16,-5 15 1-1,1 5 0-15,-6 7 4 0,0 0 0 16,-5-2 0-16,1-1 1 16,-2-10-3-16,-2-4 0 15,1-11-60-15,-2-8-106 16,-2-3-262-16</inkml:trace>
  <inkml:trace contextRef="#ctx0" brushRef="#br0" timeOffset="290">9049 16307 607 0,'0'0'127'16,"0"0"-94"-16,123-38 2 15,-75 19 6-15,-2 6-25 16,-16 5-16-16,-5 2-17 16,-5 3-4-16,-4-1-28 15,-4-1-157-15</inkml:trace>
  <inkml:trace contextRef="#ctx0" brushRef="#br0" timeOffset="291">9086 16068 785 0,'0'0'42'0,"0"0"-40"16,0 0-2-16,0 0-1 15,53 73 1-15,-14-27 10 16,-1 0 45-16,2 4-21 16,-3-1-12-16,-8-3-7 15,-5-3-10-15,-3-11 1 16,-4-5-2-16,-8-10-4 16,0-6 0-16,-6-8-1 0,-1-2 1 15,0-1-54 1,-2-4 0-16,0-27 2 0,0-13-518 15</inkml:trace>
  <inkml:trace contextRef="#ctx0" brushRef="#br0" timeOffset="292">9672 15816 594 0,'0'0'115'0,"0"0"-115"16,0 0 0-16,0 0 0 15,0 0 92-15,0 0-34 16,58 53 25-16,-34-26-44 15,-1 13-11-15,2 3-7 16,-6 12-6-16,-6 2 10 16,1-5-7-16,-8-5-9 15,-6-11-9-15,0-3-2 16,0-6 2-16,-3-11 4 16,-6-3-4-16,-6-6 8 15,3-7-4-15,-5 0 6 16,1 0-10-16,2-15-6 0,6-4-21 15,8 0 17-15,0-1 1 16,3 4 4-16,13 3 0 16,7 2 1-16,2 3 4 15,5 6 2-15,0 2-2 16,-1-3-4-16,3 3 4 16,-7-2 2-16,-1-1-1 15,-12 2 5-15,-1-2 0 16,-8 0-4-16,-3-2 14 15,0-9 32-15,0-3-26 16,0-7-22-16,0 7-1 16,7 4-4-16,-1 4 3 0,-3 9 0 15,6 0-8-15,3 6 0 16,10 16 5-16,-1 13 5 16,3 1 4-1,-2 3-4-15,-2-6-5 0,-4-3 5 16,-6-6 6-16,-1-7-6 15,-4-3 0-15,-2 0 0 16,-3-4 0-16,3-6 0 16,-3 2-6-16,3-6 2 15,-3 0-53-15,6 0-19 16,4 0-71-16,5-14-65 16</inkml:trace>
  <inkml:trace contextRef="#ctx0" brushRef="#br0" timeOffset="293">10701 16007 101 0,'0'0'577'16,"0"0"-571"-16,-85-2 0 15,51 2 68-15,-2 7-24 16,6 6-3-16,8-1-11 16,5 9-18-16,8 2-4 15,9 0-10-15,0 4-6 0,15-4 3 16,9-5-1-16,2-3 0 16,-1-6 0-16,5-6 0 15,-4-3 6-15,0 0 8 16,-4-3 1-16,-2-11 25 15,-7-1-20-15,-7-4-14 16,-3-6 26-16,-3-7-32 16,0-8 9-16,-6 1-9 15,-16-4-7-15,-5-6-2 16,-5 3-5-16,6 5-23 0,6 15 26 16,8 9 11-1,8 11 25-15,4 6-21 16,0 0-4-16,17 20-12 0,9 9 12 15,7 7 2-15,-4 8 7 16,3 5 0-16,-2 4-5 16,-4-3-3-16,-2-2-1 15,-6-7-7-15,2-5 7 16,-8-10 6-16,-3-2-6 16,1-5-31-16,-1-5-83 15,2-1-94-15,-5-9-389 16</inkml:trace>
  <inkml:trace contextRef="#ctx0" brushRef="#br0" timeOffset="294">10238 16771 731 0,'0'0'81'0,"0"0"-64"16,0 0 2-16,0 0 1 0,0 0-5 15,0 0 10-15,110-48 46 16,-32 12-32-16,17-8-6 16,12-6-18-16,-1 6-8 15,-12 9-2-15,-19 15-5 16,-20 17-37-16,-19 3-42 16,-14 0 0-16,-11 17-9 15,-9 2-156-15</inkml:trace>
  <inkml:trace contextRef="#ctx0" brushRef="#br0" timeOffset="295">10790 16665 829 0,'0'0'186'16,"0"0"-163"-16,0 0-23 15,0 0 0-15,0 0-5 16,0 0-7-16,-1 30 12 16,22-2-7-16,0 11 6 15,3 0 1-15,-6 0-1 16,-2-5 1-16,-2-1 0 0,-4-13 8 16,-4-3-8-1,-3-13 1-15,-3 1 7 16,0-5 3-16,0 0 0 15,0 0 59-15,0-5 5 0,0-16-38 16,0-9-37-16,6-10-20 16,15 1-13-16,3 4 20 15,4 14 13-15,-8 10 1 16,2 11-1-16,-3 0-4 16,1 12 3-16,-1 19 1 15,-3 5 7-15,1 3-1 16,-4 0-4-16,-4-3 3 15,-2-10-4-15,-1-4-2 16,-2-5 0-16,-3-3-11 16,-1-4-67-16,0-7-115 0,0-3-126 15</inkml:trace>
  <inkml:trace contextRef="#ctx0" brushRef="#br0" timeOffset="296">11501 16445 745 0,'0'0'118'0,"0"0"-109"0,0 0-4 16,0 0 9-16,0 0-12 15,0 0 8-15,80-3 35 16,-33 3-10-16,11 0 1 16,7-4-36-16,-3-6 5 15,0 3 1-15,-11 0-6 16,-11 1-41-16,-6 2-36 16,-10-6-43-16,-15 1-249 15</inkml:trace>
  <inkml:trace contextRef="#ctx0" brushRef="#br0" timeOffset="297">11702 16160 928 0,'0'0'34'15,"0"0"-34"-15,0 0-9 16,0 0 6-16,0 0 3 15,59 126 43-15,-27-57 21 16,-3 1-8-16,1-1-5 16,-1-4-48-16,-9-12 7 15,-1-7 1-15,-6-9-3 16,-4-11-6-16,-2-9-1 16,-1-7 2-16,-1-6-3 15,-3-3 0-15,2-1-11 0,-4 0-45 16,0 0-11-16,0 0-14 15,-9-12-185-15</inkml:trace>
  <inkml:trace contextRef="#ctx0" brushRef="#br0" timeOffset="298">12698 15945 602 0,'0'0'102'16,"0"0"-73"-16,0 0-24 15,0 0-5-15,0 0 1 16,0 0 9-16,0 0-10 16,-83 71 8-16,62-61-3 15,6-5 2-15,2-2-7 16,3 0-1-16,7-3 1 15,2 0 3-15,1 0 7 16,3-11 3-16,15 1-4 16,0 1-9-16,-2 7 2 15,-5 2-2-15,-5 0 0 0,-3 7-2 16,0 7 2-16,-3 5-1 16,0 1-3-16,-6 2 4 15,-6-5 2-15,-5-3 0 16,1-4 2-16,-5-5 14 15,3-1-11-15,2-4-2 16,2 0-1-16,3-6 7 16,7-14 4-16,4-7-15 15,0 1-4-15,12 2-7 16,10 5 7-16,5 6 4 0,2 6 0 16,1 7 0-1,-2 0 0-15,-1 11 0 0,-5 12-4 16,-2 12 4-1,-4 5 7-15,-9 13 6 0,-5 1 12 16,-2 5-3-16,-9 0-19 16,-16-3 12-16,-8-10-8 15,-2-10 10-15,2-12 9 16,7-14 5-16,5-3-5 16,9-7-4-16,5 0-15 15,7-8-5-15,0-8-2 16,10 2-7-16,20-1 4 15,9 8 2-15,6 7 1 16,1 0-3-16,-1 5 1 0,-6 12 0 16,-3 4-3-16,-4-4 5 15,-9-1 0-15,-4 0 0 16,-5 3-3-16,-8-2-99 16,-6-7-149-16</inkml:trace>
  <inkml:trace contextRef="#ctx0" brushRef="#br0" timeOffset="299">12644 16785 395 0,'0'0'515'0,"0"0"-475"15,0 0-40-15,0 0 0 16,0 0 4-16,86-13 33 15,-30-7 4-15,9-3-11 16,9-2-19-16,-4 6 2 16,-8 7-12-16,-14 9-1 0,-12 3-45 15,-7 0-20-15,-15 3-32 16,-8 9-93-16,-6-2-340 16</inkml:trace>
  <inkml:trace contextRef="#ctx0" brushRef="#br0" timeOffset="300">12934 16874 220 0,'0'0'755'0,"0"0"-683"15,0 0-64-15,0 0 3 0,0 0-8 16,0 0-6-16,-13 24-16 16,21 2 19-16,6 0 1 15,-2 4 10-15,-1-5-11 16,-2 3 0-16,1-8 7 16,-7 0 3-16,4-2-5 15,-7-8-2-15,3-5 2 16,-3-3-4-16,0-2 3 15,0 0 16-15,0 0 41 16,0-5-8-16,0-16-36 16,0-8-17-16,10-8-11 0,22-4-26 15,4 5 22 1,1 6 2-16,-3 15-3 0,-8 7 12 16,-4 8-8-16,-1 11 5 15,-6 16 7-15,-2 10 2 16,-5 1 15-16,1 5-12 15,-6-4 1-15,1-8-2 16,-4-3-3-16,0-11 0 16,0-5-2-16,3-10-19 15,-3-2-206-15,0-23-342 16</inkml:trace>
  <inkml:trace contextRef="#ctx0" brushRef="#br0" timeOffset="301">13991 16165 893 0,'0'0'36'16,"0"0"-36"-16,0 0-23 15,0 0 23-15,0 0 11 16,0 0 7-16,-103 31-17 15,51 13 1-15,-4 11 20 16,8-1-12-16,6-4 3 16,16-8-4-16,10-11 1 0,12-10 2 15,4-6-10 1,0-6 0-16,19-6 1 0,12-3 4 16,7 0 5-16,4 0-1 15,1-9-11-15,-11 6 3 16,-6-2 1-16,-8 5-4 15,-6 0-2-15,-12 5-4 16,0 17 4-16,-12 7 4 16,-13 7-2-16,-7 5 0 15,0-4 0-15,8-6 5 16,8-4 10-16,6-7 10 16,10-3-8-16,1-3-17 0,29-2 7 15,17-5-1-15,12-7-4 16,12 0 7-16,-9-10-7 15,-7-2 3-15,-13 4-5 16,-15 8-13-16,-11-3-45 16,-7 3-6-16,-7 0-62 15,-2 0-19-15,0 0-70 16</inkml:trace>
  <inkml:trace contextRef="#ctx0" brushRef="#br0" timeOffset="302">14495 16404 816 0,'0'0'91'16,"0"0"-65"-16,0 0-16 0,0 0 11 15,0 0-7-15,0 0-5 16,-58-63 5-16,58 63-13 15,0 0-1-15,0 0-6 16,9 20 0-16,5 10 6 16,-2 12 19-16,2 7 6 15,2 9 8-15,-1-3-13 16,1-5-5-16,5-5-14 16,-5-12-2-16,3-8 2 15,0-8 2-15,-3-3-2 16,-3-11 1-16,-2-2-2 15,-8-1-27-15,0-1-49 0,-3-19-27 16,0-11-215 0</inkml:trace>
  <inkml:trace contextRef="#ctx0" brushRef="#br0" timeOffset="303">14326 16603 795 0,'0'0'95'0,"0"0"-95"15,0 0-7-15,0 0 7 16,0 0 16-16,111-15 2 16,-63 6-4-16,-3 0-14 15,-2 3-42-15,-8-2-199 16</inkml:trace>
  <inkml:trace contextRef="#ctx0" brushRef="#br0" timeOffset="304">14944 16455 787 0,'0'0'126'16,"0"0"-79"-16,0 0 3 16,0 0-18-16,0 0-24 0,0 0-2 15,-26-2-3-15,15 26 2 16,-1 10-4-16,2 9 18 16,4 3 4-16,3-1 23 15,3-5-33-15,0-2-12 16,9-6 4-16,6-4-5 15,6-3 0-15,2-13-2 16,9-5-24-16,-1-7-60 16,3 0-145-16,-2-19-390 15</inkml:trace>
  <inkml:trace contextRef="#ctx0" brushRef="#br0" timeOffset="305">15280 16504 607 0,'0'0'77'15,"0"0"-68"-15,-97 36 67 16,79-17-29-16,13-5-29 16,5 3-15-16,8-1 2 15,21-5-5-15,3-2 2 16,7-6-2-16,0 0 11 15,-6 2-10-15,-8 1 0 16,-8 7 40-16,-9 1-26 0,-3 8 10 16,-5 5 15-16,-7 2-1 15,-15 2-11-15,-7-5-4 16,-6-1-13-16,-2-6-2 16,2-2-7-16,8-9-2 15,7-4-4-15,6-4-42 16,9-7-86-16,5-23-419 15</inkml:trace>
  <inkml:trace contextRef="#ctx0" brushRef="#br0" timeOffset="306">15454 16355 808 0,'0'0'97'16,"83"0"-75"-16,-31 10 75 16,-6 10-23-16,-7 6-59 15,-3 4-14-15,-8 3 4 16,-1 5 12-16,-11 6-4 16,-6 3-12-16,-10-1 9 15,-8 4-10-15,-23-4 1 16,-17 3-1-16,-17 1-14 15,-17-6-64-15,-7-5-196 16</inkml:trace>
  <inkml:trace contextRef="#ctx0" brushRef="#br0" timeOffset="307">13999 17256 287 0,'0'0'176'15,"0"0"-152"-15,0 0-23 16,0 0-1-16,0 0 0 16,0 0 21-16,0 0 17 15,0 0-4-15,0 0-2 16,0 0 62-16,0 0-12 15,-3 0-19-15,3 0 17 16,-8 0-39-16,5 0-21 16,0 0-15-16,2 0 0 0,1 0 4 15,0 0-5-15,0 0-4 16,0 0 1-16,0 0-2 16,0 0 2-16,0-2-2 15,0 2-2-15,3 0-4 16,3 0 7-16,0 0-4 15,-6 0 4-15,0 0 0 16,0 0 7-16,0 0-7 16,0 0-7-16,0 0 7 15,0 0 10-15,0 0-10 16,0 0 0-16,0 0 1 0,0 0 0 16,0 0-1-1,0 0-9-15,0 0 9 0,0 0-2 16,0 0 8-16,0 0-6 15,0 0 3-15,0 0-3 16,0 0-4-16,0 0 4 16,0 0 12-16,0 0-12 15,0 0 24-15,-6 0-21 16,0-3 4-16,3-4-3 16,1-8-4-16,2 1-10 15,0-6 1-15,5-4 9 16,13 5-1-16,-2 2-2 15,3 5-6-15,-1 7 9 16,2 5-2-16,1 0 0 0,-6 10 0 16,2 16 2-16,-1 10 1 15,-8 8 5-15,-6-1-1 16,-2 3 1-16,-6-6-3 16,-16-4 0-16,1-7-1 15,-9-8 5-15,2-8-3 16,-4-6 18-16,2-6-17 15,7-1-2-15,6 0 7 16,14-9-8-16,3-3-2 16,11-1 2-16,18 0-1 15,12 3-1-15,5 8-11 16,4 2 11-16,1 0 0 16,-2 0 6-16,-7 3-6 0,-7 6-2 15,-5 1-6-15,-14-2-25 16,-9 0-89-16,-7-6-56 15,0-2-414-15</inkml:trace>
  <inkml:trace contextRef="#ctx0" brushRef="#br0" timeOffset="308">13378 15938 374 0,'0'0'71'16,"0"0"-51"-16,0 0-10 0,0 0 35 15,0 0 34-15,0 0-42 16,-23-81-4-16,17 74 13 16,1 0-5-16,3 1-13 15,1 2 12-15,1 4 9 16,0 0-34-16,0 0-15 15,0 0 0-15,3 14-4 16,15 8 13-16,-2 9 3 16,7 9 8-16,-7 6-16 15,3-1 3-15,-2-1-5 16,-5-4-2-16,-2-7 2 16,-2-11-1-16,-2-10-1 15,-3-4 0-15,-3-7 6 0,0-1-4 16,0 0 26-16,-11-12 10 15,-4-16-33-15,2-8-5 16,0-11 0-16,2-9-35 16,3 2-24-16,3 2 10 15,5 15 29-15,0 12 19 16,5 14 1-16,14 5-2 16,0 6 7-16,3 0-8 15,0 10 6-15,-2 12-3 16,4 2 4-16,-8 6-4 15,1-1 3-15,-2 4 0 16,-8-6-2-16,-3-3 2 0,-2-2-3 16,-2 0 1-16,0-1 2 15,-5-1-1-15,-6-3-4 16,-1 0-19-16,-2-5-57 16,7-9-186-16</inkml:trace>
  <inkml:trace contextRef="#ctx0" brushRef="#br0" timeOffset="309">13625 16048 663 0,'0'0'89'16,"0"0"-89"-16,0 0 8 0,0 0 33 15,0 0-22-15,98 0-12 16,-80 0-7-16,1-3-6 16,-2 2 3-16,-1 1-36 15,-5-6-101-15,2 2-225 16</inkml:trace>
  <inkml:trace contextRef="#ctx0" brushRef="#br0" timeOffset="310">13945 15852 574 0,'0'0'207'0,"0"0"-137"15,0 0 6-15,0 0 10 16,0 0-58-16,0 0-27 16,-6 1-1-16,6 16-11 15,11 12 11-15,1 8 14 16,1 6 5-16,-1 3 4 16,3-3-20-16,-5-7 6 15,-1-9 4-15,0-8-8 16,-4-4-5-16,1-8 3 15,-3-2-3-15,0-3 0 16,-3-2-25-16,0 0-27 0,0-7-86 16,0-17-177-16</inkml:trace>
  <inkml:trace contextRef="#ctx0" brushRef="#br0" timeOffset="311">6508 16441 664 0,'0'0'6'15,"0"0"6"-15,0 0 15 16,0 0-17-16,0 0 5 16,0 0 5-16,0 0-5 15,0 0-8-15,-28-25-7 16,28 25 0-16,0 0-8 0,0 0 8 16,0 0 0-16,0 0-6 15,0 0 15-15,0 0-2 16,0 0-4-16,0 0 10 15,-4 0 6-15,4 0 4 16,0 0 4-16,0 0-9 16,-2 0 11-16,-7 0-3 15,-3 5 6-15,-13 12-10 16,-11 7-22-16,-9 15 0 16,-4 7 2-16,3 0-2 15,1 4-6-15,9-8 6 16,9-4 0-16,11-8 1 0,7-4-3 15,9-14-1-15,0 2 2 16,16-6 1-16,20-3 0 16,9-5 1-16,13 0 7 15,8-7-3-15,-5-6 4 16,-7-2-18-16,-7 4 9 16,-11 2-1-16,-3 4-39 15,-5 5 16-15,-1 0-28 16,-5 0-26-16,-5 13-91 15,-11 7-245-15</inkml:trace>
  <inkml:trace contextRef="#ctx0" brushRef="#br0" timeOffset="312">6411 17229 358 0,'0'0'122'0,"0"0"-83"16,0 0 12-16,0 0 60 16,0 0-28-16,105 15-18 15,-45-32 0-15,8 7 7 16,-8 0-47-16,-5 10-24 16,-16 0-1-16,-8 0-8 15,-4 11-22-15,-6 2-56 0,-5-3-103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1-17T04:03:14.4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1906 1080 631 0,'0'0'0'0,"0"0"-151"15,0 0-44-15,0 0 195 16,0 0 102-16,0 0-57 15,0 0-45-15,0 0-4 16,0-16-1-16,0 16 1 16,-4 0-60-16,3 0-73 15</inkml:trace>
  <inkml:trace contextRef="#ctx0" brushRef="#br0" timeOffset="1">1906 1080 274 0,'-11'-24'114'0,"11"22"-114"0,0-3-3 16,0 5-154-16</inkml:trace>
  <inkml:trace contextRef="#ctx0" brushRef="#br0" timeOffset="2">1938 1037 549 0,'0'0'132'0,"0"0"-84"15,0 0-14-15,0 0 33 16,0 0-11-16,0 0-15 15,3 0-11-15,-3 0-6 16,0 0-15-16,0 0 5 16,0 0-12-16,0 0 9 15,0 6-10-15,0 12 0 0,0 14 1 16,-6 13 31-16,-4 18-9 16,-4 6-13-1,1 3-3-15,5-2-1 16,4-6-4-16,4-9 2 0,0-7-5 15,15-7 5-15,4-8-5 16,2-10 2-16,3-5-5 16,1-6 7-16,1-6-6 15,-3-3 5-15,-2-3-6 16,-5 0-19-16,-3 0-27 16,-10-9-46-16,-3-6-10 15,-3-5-299-15</inkml:trace>
  <inkml:trace contextRef="#ctx0" brushRef="#br0" timeOffset="3">1695 1590 926 0,'0'0'80'16,"84"-48"-79"-16,-30 21 6 15,-3 3-6-15,-2 2 28 16,-6 6 9-16,-5 2-34 15,-7 7-4-15,0 2 0 16,-7 2-54-16,-4 1-145 16,-2-3-548-16</inkml:trace>
  <inkml:trace contextRef="#ctx0" brushRef="#br0" timeOffset="4">2595 1134 638 0,'0'0'158'15,"0"0"-144"-15,0 0-10 16,0 0-2-16,0 0 9 0,0 0 30 15,-22-12-11-15,22 12-20 16,-5 0-6-16,-6 9-4 16,-7 16 0-16,-5 13 0 15,-1 11 5-15,2 11 13 16,4 4 6-16,4-2-1 16,9 0-12-16,5-4-2 15,0-2-5-15,11-8 0 16,7-6-2-16,7-9-1 15,2-7-1-15,0-7 6 0,0-8-6 16,0-6-46-16,0-5-84 16,-3-4-370-16</inkml:trace>
  <inkml:trace contextRef="#ctx0" brushRef="#br0" timeOffset="5">2773 1491 982 0,'0'0'63'0,"0"0"-41"15,0 0-22-15,0 0-2 16,0 0-4-16,0 0 5 0,29 10 0 16,-5 13-3-16,-4 4 4 15,-1 4 5-15,-9-2 1 16,-2-2-6-16,-2-5 1 15,-3-4 0-15,0-8 3 16,-3-5-4-16,0-3 0 16,0-2 16-16,0 0 5 15,0 0 24-15,0 0 27 16,0-8-10-16,-3-11-53 16,3-6-9-16,0-4-17 15,11 1 3-15,10 3 1 16,3 9 3-16,-5 9-3 0,2 7 10 15,-4 0-3 1,3 4 0-16,-5 10 3 0,-1 5 1 16,-4 0 1-16,1 1 1 15,-3-6-1-15,-5-4-1 16,0-6 0-16,-3-3 0 16,0-1 2-16,0 0 14 15,0-5 7-15,0-15-10 16,0-4-10-16,5-4-2 15,22 1-21-15,14 3 9 16,1 9 6-16,2 11 6 16,-5 4-4-16,-2 10 1 15,-7 12 4-15,-3 4 0 16,-10 1 12-16,0 0-5 16,-6-4 2-16,-5-4-9 15,0-6 0-15,-5-5 0 16,-1-7-41-16,0-1-172 0,0-7-220 15</inkml:trace>
  <inkml:trace contextRef="#ctx0" brushRef="#br0" timeOffset="6">3259 1183 915 0,'0'0'140'15,"0"0"-140"-15,130 23 0 0,-57 14 2 16,-1 13 30-16,-2 8 27 16,-8 3 6-16,-13 5-45 15,-17 3-2-15,-12-1-14 16,-18 0-4-16,-4-4-3 16,-26-7-22-16,-6-11-72 15,-10-8 14-15,4-12-101 16,-1-14-140-16</inkml:trace>
  <inkml:trace contextRef="#ctx0" brushRef="#br0" timeOffset="7">4617 1352 1064 0,'0'0'104'15,"0"0"-104"-15,-81 15-31 16,38 7 30-16,-3 9-1 16,6 5 2-16,1 8 3 15,11-2-2-15,14-5-2 16,14-5 2-16,0-12-4 15,29-7 6-15,17-4 10 16,11-9-3-16,5 0 10 16,-8-5-18-16,-11-4-1 15,-16 3-1-15,-13 2-14 0,-11 1-44 16,-3 1-92 0,-20 2-286-16</inkml:trace>
  <inkml:trace contextRef="#ctx0" brushRef="#br0" timeOffset="8">4418 1866 644 0,'0'0'181'0,"0"0"-125"16,0 0 48-16,90 25-33 15,-59-25-16-15,-10 0-12 16,-1-4-15-16,-2-1-25 16,-2 2-3-16,3-3-19 15,-8 2-102-15,-2-1-129 16</inkml:trace>
  <inkml:trace contextRef="#ctx0" brushRef="#br0" timeOffset="9">5468 1342 466 0,'0'0'275'15,"0"0"-197"-15,0 0-4 16,0 0 72-16,0 0-63 16,0 0-42-16,-22-19-16 15,14 19 6-15,-9 17-31 16,-7 18-5-16,-4 14 5 15,8 8 2-15,6-2 3 16,11-8-4-16,3-7-1 16,19-13 0-16,11-9 10 15,5-7-10-15,-4-3 0 16,-2-8-70-16,-11 0-233 16</inkml:trace>
  <inkml:trace contextRef="#ctx0" brushRef="#br0" timeOffset="10">5664 1444 1106 0,'0'0'153'16,"0"0"-153"-16,0 0-50 16,0 0 41-16,0 0 9 15,39 87-3-15,-29-55 13 0,4 1-10 16,-5-3 0-1,0-3 0-15,-3-2 0 0,-4-8 0 16,2-3 9-16,-4-6-9 16,0-4 1-16,0-3 3 15,0-1 9-15,0 0 23 16,0 0 6-16,0-7 15 16,0-13-22-16,11-10-34 15,5-6-1-15,9 1-10 16,1 5-4-16,4 10 6 15,-5 8-6-15,-5 11-6 16,-3 1-4-16,-4 10 9 16,3 12 7-16,-8 5 5 15,-1-2 5-15,-2-1-2 16,-5-6 0-16,3-7 0 0,-3-9-1 16,0-2 1-16,1 0 7 15,0 0 36-15,9-2-14 16,4-16-17-16,7-1-12 15,10-1-2-15,-2 5-14 16,-5 7 4-16,-1 8 10 16,-3 0 1-16,-3 9-7 15,-4 12-2-15,-2 3 9 16,-8 4 1-16,-1-3 0 16,-2 0-1-16,0-6-2 15,0 0-67-15,-8-7-104 16,-2-9-277-16</inkml:trace>
  <inkml:trace contextRef="#ctx0" brushRef="#br0" timeOffset="11">6688 1647 875 0,'0'0'94'16,"0"0"-89"-16,84 0 3 16,-46 0 15-16,-4 0 30 15,0 0-12-15,-2-7-28 16,-9 2-9-16,-5-6-4 16,-13-4-66-16,-5-2-466 15</inkml:trace>
  <inkml:trace contextRef="#ctx0" brushRef="#br0" timeOffset="12">6810 1485 1216 0,'0'0'47'16,"0"0"-47"-16,3 76-5 15,5-40 5-15,-4 0 9 16,6 1 4-16,-2-4-12 15,-1-1-1-15,-5-7 5 16,4-1-5-16,-2-6-15 16,-4-1-1-16,0-3-32 15,0 0-69-15,0-4-107 16,0-3-20-16</inkml:trace>
  <inkml:trace contextRef="#ctx0" brushRef="#br0" timeOffset="13">7641 1246 892 0,'0'0'72'16,"0"0"-64"-16,0 0 37 16,0 0 18-16,0 0-14 15,0 0 10-15,-8 6-50 16,-16 22-1-16,-16 14-4 0,-9 8 8 16,-5 0-1-16,8-8-6 15,14-10-5-15,10-5 0 16,14-8 6-16,8-3-6 15,0-5-7-15,20-2 7 16,12-4-5-16,8-5 5 16,3 0-23-16,-3-4-64 15,-4-14-44-15,-12-1-197 16</inkml:trace>
  <inkml:trace contextRef="#ctx0" brushRef="#br0" timeOffset="14">7596 1375 1029 0,'0'0'45'15,"0"0"-45"-15,0 0-4 16,63 77 2-16,-45-36 2 16,-8 7 23-16,2 5 13 15,-6 3-6-15,0-3-21 16,-6-6-6-16,0-6-6 15,0-7 3-15,0-6-1 16,0-7-53-16,0-9-98 16,3-12-170-16</inkml:trace>
  <inkml:trace contextRef="#ctx0" brushRef="#br0" timeOffset="15">8055 1506 1119 0,'0'0'63'0,"0"0"-63"15,0 0-75-15,0 0 62 16,0 0 13-16,-68 77-8 16,66-37 8-16,2-3-1 15,0-6 2-15,11-7-1 0,12-7 2 16,4-12 5-1,-1-5 20-15,2 0 43 0,-4-15-16 16,-4-9-6-16,-7-9 0 16,-8-6-23-16,-5-9-7 15,0-4-18-15,-13-8-4 16,3-2 4-16,4-2 0 16,6 8-10-16,0 12 3 15,0 19 3-15,16 20-1 16,3 5 2-16,3 30-7 15,5 18-4-15,-5 11 11 16,-1 7 3-16,-8 2 1 16,3-7 3-16,-2-4-4 15,0-10 0-15,-1-13-1 16,-2-5-47-16,-11-10-61 0,0-6-174 16,-8-9-524-16</inkml:trace>
  <inkml:trace contextRef="#ctx0" brushRef="#br0" timeOffset="16">7547 1971 842 0,'0'0'0'0,"0"0"-69"15,0 0-41-15,115-10 110 16,-46 4 44-16,7 0-20 0,5 3 9 16,0 0-24-16,-4-2-9 15,-7 2 0-15,-10-4-104 16</inkml:trace>
  <inkml:trace contextRef="#ctx0" brushRef="#br0" timeOffset="17">8136 2019 948 0,'0'0'0'16,"0"0"-80"-16,0 0 77 0,0 0 3 15,0 73 28-15,0-51 8 16,8 1-6-16,-5 1-20 15,2-4 43-15,-2-5-44 16,-1-4 21-16,-2-5-3 16,0-2-21-16,0-4 5 15,0 0 9-15,0 0 55 16,4-3 2-16,8-15-6 16,5-9-63-16,13-7-8 15,4 4-12-15,4 4-3 16,-4 11-29-16,-4 6 30 15,-2 9 12-15,-7 0 1 0,-2 6-5 16,-3 11 3-16,-9 4-2 16,-7 0 3-16,0 1 0 15,0-7-5-15,-2-7 7 16,1-6 0-16,1-2 13 16,0 0 22-16,0-9-8 15,10-9-20-15,14-6-7 16,10 0-6-16,3 7 3 15,-1 5-14-15,-5 8 16 16,-6 4 1-16,-4 0-2 16,-4 7 2-16,-8 8 1 15,0 3 22-15,-4 0-23 16,-5-4 5-16,0-3-7 16,0-3 2-16,-5-3-62 15,-13-5-237-15</inkml:trace>
  <inkml:trace contextRef="#ctx0" brushRef="#br0" timeOffset="18">8988 1670 748 0,'0'0'27'16,"0"0"-26"-16,71 0 34 15,-38-5 50-15,4 1-4 16,-1 1-34-16,1 2-15 0,-2 1-14 16,-7 0-18-16,-4 0-2 15,-10 0-32-15,-6 4-125 16,-4-4-273-16</inkml:trace>
  <inkml:trace contextRef="#ctx0" brushRef="#br0" timeOffset="19">9153 1444 960 0,'0'0'102'16,"0"0"-102"-16,14 105-2 0,6-47 2 15,7 3 11-15,2-3 21 16,6 0-8-16,-2-7 46 15,-4-7-42-15,-2-11-23 16,-13-10 4-16,-3-10-9 16,-7-5 0-16,-4-3 0 15,0-5 0-15,0 0-24 16,0 0-66-16,0-6-83 16,0-17-273-16</inkml:trace>
  <inkml:trace contextRef="#ctx0" brushRef="#br0" timeOffset="20">10444 1233 808 0,'0'0'123'0,"0"0"-63"16,0 0 0-16,0 0-11 15,0 0-37-15,-89-32-3 16,49 32-7-16,-3 12-2 15,-6 17 0-15,-4 7-3 0,-2 4 0 16,6-1-3-16,7-4 6 16,11-8 0-16,21-9-4 15,10-6 4-15,0-5-2 16,20-2 2-16,14-5 10 16,7 0-7-16,-1 0-3 15,-5 0 0-15,-8-7 2 16,-5 6-2-16,-6 1-1 15,-8 0 1-15,-6 0 1 16,-2 3-1-16,-2 13-19 16,-17 10 19-16,-2 7-4 15,-6 2 4-15,5 6 1 16,6-5-1-16,8-4 5 0,8-5-8 16,0-8 6-1,24-3-1-15,6-6 9 0,10-5 28 16,5-5-17-16,7 0-5 15,-3-2-9-15,-6-7-6 16,-8 3-4-16,-13 1-3 16,-1 3-56-16,-9 2-34 15,-10 0-72-15,-2 0-208 16</inkml:trace>
  <inkml:trace contextRef="#ctx0" brushRef="#br0" timeOffset="21">10304 1896 350 0,'0'0'132'0,"0"0"-75"16,0 0 48-1,0 0 11-15,0 0-50 0,0 0-6 16,21 0-15-16,-21 0 18 15,0 0 0-15,0-2-21 16,0-1-14-16,-4 2-25 16,-5-3-3-16,4 2-3 15,-4 1 3-15,4 0 0 16,-3 1 0-16,3 0 4 16,-6 0-4-16,-4 0-6 15,2 0 3-15,-2 8 3 16,-6 1-2-16,4 6 1 15,-4 1 0-15,3 1-2 16,6-1 3-16,2 0 0 0,6-4 0 16,4-1-2-16,0-1-4 15,22-2 1-15,5-1 5 16,6-2 3-16,5 1 3 16,-6 4-5-16,-9 0 8 15,-6 2-9-15,-8 2-7 16,-9 0 7-16,0 2 5 15,-20 1-1-15,-12-2-1 16,-6-3 1-16,3-1-5 16,1-7 1-16,11 1 0 15,3-5-9-15,11 0-47 16,3-8-112-16,6-14-394 16</inkml:trace>
  <inkml:trace contextRef="#ctx0" brushRef="#br0" timeOffset="22">10515 2066 331 0,'0'0'508'0,"0"0"-423"15,0 0-49-15,0 0 6 16,0 0-11-16,0 0-30 16,26 0 3-16,9-6 2 0,1-1 0 15,2 2-6 1,-6 1 0-16,-6 1 6 0,-5 3-6 16,-16 0-25-16,-5 0-125 15,-5 7-216-15</inkml:trace>
  <inkml:trace contextRef="#ctx0" brushRef="#br0" timeOffset="23">10596 2237 927 0,'0'0'86'16,"0"0"-71"-16,0 0 53 15,0 0 40-15,0 0-67 0,0 0-38 16,0 0-3-1,14-35-48-15,-5 26-157 0,3-3-261 16</inkml:trace>
  <inkml:trace contextRef="#ctx0" brushRef="#br0" timeOffset="24">11046 2038 670 0,'0'0'15'0,"0"0"-14"16,0 0 8-16,0 0 45 15,0 0-19-15,0 0 10 16,6 19-5-16,-17-13-9 15,-1-1 1-15,3 0 2 16,-2-3 17-16,3-2-2 16,-3 0-21-16,2 0-16 15,0 0-11-15,-3-9 7 16,2-4-8-16,5 0 0 16,2-2 0-16,3-2 3 15,0 2 4-15,6 0-7 16,11 3-3-16,3 4 2 15,7 5-2-15,-5 3 2 16,7 0 1-16,1 8 0 0,-5 10 0 16,-1 3 0-16,-7 3-4 15,-5 1 4-15,-12 0 3 16,0 1-1-16,-8-3-1 16,-13-5 7-16,1-5-2 15,-1-4 22-15,2-5-21 16,1-2 3-16,9-2-2 15,6 0-5-15,1 0 3 16,2 0 14-16,0 0 6 16,2 0-13-16,12 0-8 15,10 0 3-15,4 0-3 16,2 0 1-16,-2 5-4 0,-2 6-3 16,-5-1 3-16,-4-2-2 15,-5 3 0-15,-7-5-9 16,-2 0-48-16,-3 0-71 15,0-5-103-15,0-1-98 16</inkml:trace>
  <inkml:trace contextRef="#ctx0" brushRef="#br0" timeOffset="25">9800 835 657 0,'0'0'81'0,"0"0"-25"15,0 0-2-15,0 0 22 16,0 0-3-16,0 0-8 16,48-70 8-16,-40 66-37 15,0 4-13-15,0 0-22 16,-1 11-1-16,-3 17 0 15,-3 11-1-15,-1 9 0 16,0 3-3-16,0-4 4 0,-1-10-2 16,1-12 2-16,0-10-2 15,0-10 1-15,0-3 1 16,0-2-2-16,0 0 2 16,-3 0 11-16,-5-13 0 15,3-11-7-15,0-9-4 16,-1-2-6-16,6 0 2 15,0 3 4-15,14 8-10 16,2 9-2-16,5 6 6 16,-4 9 0-16,2 0 3 15,-6 0-11-15,-4 18 13 16,-3 1-12-16,-2 3 6 16,-4-3-3-16,0-3 9 0,0-9 1 15,0-3-4-15,0-4 9 16,0 0-2-16,0 0 8 15,0-8 9-15,0-7-15 16,2-1-5-16,12 1 2 16,7 5-4-16,1 5 2 15,2 5-4-15,-4 0-2 16,1 5 3-16,-5 10 0 16,-2 3 0-16,-1 2 2 15,-6-2-2-15,-3-1 1 0,-4-1-5 16,0 1-20-1,-4-4-123-15,-6-9-89 0</inkml:trace>
  <inkml:trace contextRef="#ctx0" brushRef="#br0" timeOffset="26">10312 927 911 0,'0'0'135'0,"76"-9"-129"16,-25-1 2-16,-3 5 15 16,-7-1-1-16,-5 5-22 15,-13 1-6-15,-3 0-51 0,-9-3-156 16,-8-6-333 0</inkml:trace>
  <inkml:trace contextRef="#ctx0" brushRef="#br0" timeOffset="27">10633 773 893 0,'0'0'138'0,"0"0"-136"15,0 0 2-15,17 76 37 16,-9-38 17-16,8 9-4 16,4-2-13-16,8 0-38 15,5-7 0-15,-2-7 6 16,1-5-9-16,-6-9-1 15,-8-2 1-15,-4-7-90 16,-8-8-187-16</inkml:trace>
  <inkml:trace contextRef="#ctx0" brushRef="#br0" timeOffset="28">11665 1340 519 0,'0'0'66'0,"0"0"-31"16,0 0-9-16,0 0 24 15,0 0-16-15,0 0 9 16,10-30-19-16,-10 28 7 15,0 2 10-15,0 0 10 16,0 0-17-16,0 0-8 16,0 8-16-16,-10 7-4 15,-10 10 18-15,-8 4 11 16,-5 3-24-16,-8 3-11 0,1-2 5 16,3-1 6-16,5-7-5 15,12-8-6-15,8-8-2 16,9-6 2-16,3-3-1 15,0 2 0-15,5-2 0 16,18 2 1-16,16 1 4 16,7 0-2-16,-3 2 0 15,1 3-2-15,-7 4 0 16,-2 5-6-16,-5-2 6 16,-9 2 0-16,-3-2 2 15,-3-5-2-15,-9 1-2 16,-1 0 2-16,-2-4 0 15,0 1-42-15,-3-4-115 16,0-4-157-16</inkml:trace>
  <inkml:trace contextRef="#ctx0" brushRef="#br0" timeOffset="29">12316 1357 837 0,'0'0'40'16,"0"0"-38"-16,-73-10-2 16,27 10-2-16,-7 8 0 15,2 9 2-15,11 3 3 16,11 0 8-16,11-3-6 15,12-1 6-15,6 0-3 16,11-1 0-16,21 2 16 16,10-1-1-16,10-2 27 15,-1-1-22-15,-4 2-6 16,-13 3-19-16,-11 1-3 16,-15 2 0-16,-8 3-1 15,-14-2 2-15,-21 2-2 16,-8-6 2-16,0-5 0 15,0-3-1-15,2-5-2 16,3 0-31-16,7-3-96 0,11-2-61 16</inkml:trace>
  <inkml:trace contextRef="#ctx0" brushRef="#br0" timeOffset="30">11425 1231 545 0,'0'0'193'16,"0"0"-192"-16,0 0-1 16,0 0 13-16,0 0-4 15,0 0 3-15,0-18-5 16,0 18-7-16,0 17 3 15,0 11 28-15,0 11 9 16,0 9 3-16,0 10-4 16,0 5-17-16,0-1-6 15,2-7-15-15,3-11 1 16,-1-14 0-16,0-7-2 16,-2-7 1-16,1-5-1 15,0-1 0-15,0-6 0 16,0 0-2-16,-3-1-9 0,0-3-77 15,0 0-52 1,0 0-207-16</inkml:trace>
  <inkml:trace contextRef="#ctx0" brushRef="#br0" timeOffset="31">12818 1252 460 0,'0'0'247'16,"0"0"-213"-16,0 0 20 0,0 0 10 15,0 0-12 1,0 0-4-16,-6-24-1 0,6 24-20 16,0 0-20-16,0 0-4 15,0 2-2-15,0 18 1 16,0 14 6-16,4 16 28 16,-2 13 21-16,1 6-32 15,-3-1 2-15,0-5-15 16,5-10-8-16,-2-15 2 15,2-9-1-15,-1-10-1 16,0-5-4-16,-2-4 0 16,4-1 0-16,-3-2-62 0,0-6-144 15,6-1-98 1</inkml:trace>
  <inkml:trace contextRef="#ctx0" brushRef="#br0" timeOffset="32">13116 1513 731 0,'0'0'56'0,"0"0"-56"16,-14 70 5-16,-2-32 22 16,6 2 17-16,7 1-19 15,3-6-6-15,5-4-10 0,13-10-9 16,2-10 15-1,4-7 36-15,-4-4 40 0,0 0-9 16,-9-10-29-16,-3-8-13 16,-8-6-7-16,0-3-20 15,-11-2-10-15,-10 1-3 16,4 3-16-16,0 3-22 16,8 2-17-16,9 5-73 15,0 0-73-15,18 2-383 16</inkml:trace>
  <inkml:trace contextRef="#ctx0" brushRef="#br0" timeOffset="33">13497 1524 848 0,'0'0'97'16,"0"0"-70"-16,0 0-27 15,0 0 18-15,-60 75 0 16,55-45-12-16,5-1-1 15,0-5 5-15,17-8-9 16,6-7 9-16,-1-5 56 16,-1-4 11-16,-10 0-45 15,-5-14-8-15,-6-4 10 16,0-6-32-16,-1-3-2 16,-15 4-10-16,-2 4-29 15,5 8-47-15,7 5 85 16,6 6-8-16,0 2-7 15,13 17-3-15,14 9 18 16,2 9 1-16,0 6 15 16,-5 2 11-16,-11-1-10 0,-7 0-12 15,-6-9 1-15,-3-7 3 16,-15-3 5-16,-10-8-5 16,-1-4-3-16,-3-1 5 15,0-7-9-15,0-5-1 16,3 0-88-16,4-8-131 15,10-18-262-15</inkml:trace>
  <inkml:trace contextRef="#ctx0" brushRef="#br0" timeOffset="34">14193 1396 935 0,'0'0'0'0,"0"0"-69"16,0 0 39-16,0 0 30 15,0 0 10-15,-80-32 5 16,52 55 6-16,-7 6 47 15,7 4-24-15,6-1 6 0,10-3-14 16,12-1-15 0,1-5-8-16,28 2 13 0,14-2 40 15,8-1-22-15,3 0 18 16,-8 0-34-16,-14-3-6 16,-12-3-19-16,-16 0 0 15,-4 1 4-15,-24 2-5 16,-27 2 18-16,-11-3-16 15,-7-2 4-15,11-4-8 16,12-3-48-16,14-1-40 16,6-5-109-16,10-3-133 15</inkml:trace>
  <inkml:trace contextRef="#ctx0" brushRef="#br0" timeOffset="35">2365 3690 650 0,'0'0'1'15,"0"0"11"-15,0 0 39 16,0 0 29-16,0 0-9 15,0 0-7-15,0 0-44 16,0 0-9-16,8-60-4 16,-14 55-1-16,4 4 0 15,0-1-3-15,-1-1-1 16,3 2 3-16,0 0 1 16,-3-2 5-16,1 3-11 15,-7 0 1-15,-7 0 6 0,-9 0-7 16,-9 8-5-16,-7 7 4 15,4 1-1-15,-2-3 2 16,5-1 0-16,6 3 0 16,1-1-2-16,6-2 2 15,8 0-1-15,7-4 0 16,6 1-8-16,0 2 9 16,18 1-4-16,7 1-1 15,13-1 5-15,10-2 14 16,6-4 12-16,-3-2-13 15,-7-1-4-15,-14 2-9 16,-11-1 5-16,-14 4-5 16,-5 4-3-16,-8 9 3 0,-28 7 4 15,-12 6 3 1,-11 0-7-16,-1-6 1 0,6-6-1 16,7-9 0-16,10-5 0 15,11-4 1-15,9-4-1 16,4 0-1-16,11-7-12 15,2-11-27-15,0-10-108 16,8-4-235-16</inkml:trace>
  <inkml:trace contextRef="#ctx0" brushRef="#br0" timeOffset="36">2478 3434 844 0,'0'0'58'0,"0"0"-28"16,0 0-27-16,0 0-3 15,0 0-8-15,0 0 8 16,79 85 37-16,-47-39 18 16,3 3-47-16,-5 1 5 15,-3-3-3-15,-6-4-7 16,-4-4 1-16,-9-2-2 0,-2-7 1 16,-4-1 5-16,-2-3-9 15,0-4 2-15,0-2-1 16,0-7 0-16,3-4-26 15,1-7-25-15,5-2-50 16,2-4-23-16,2-22-259 16</inkml:trace>
  <inkml:trace contextRef="#ctx0" brushRef="#br0" timeOffset="37">3077 3686 696 0,'0'0'138'0,"0"0"-95"16,0 0-43-16,0 0-14 0,0 0 6 15,-27 81 7-15,27-50 1 16,0-7 0-16,9-6 1 16,13-5 6-16,8-7 8 15,2-6 34-15,-5 0-1 16,-5 0-29-16,-10-3-9 15,-10-5 7-15,-2-3 15 16,-4-2 1-16,-18-4-25 16,-5 1-8-16,-5 1-3 0,0 2 3 15,5 1-3-15,7 3 2 16,10 2-35-16,10-2-78 16,0-4-158-16</inkml:trace>
  <inkml:trace contextRef="#ctx0" brushRef="#br0" timeOffset="38">3548 3606 768 0,'0'0'15'16,"0"0"-15"-16,-93 43-3 15,67-20 3-15,7 6 23 16,10-1-14-16,9 2-7 0,3-6 13 15,19-5-9-15,7-10 2 16,7-6 55-16,-1-3 18 16,-6 0-34-16,-9-7-21 15,-10-1 4-15,-10-7-17 16,0-1 22-16,-3-3-12 16,-12 1-23-16,-4 3-5 15,2 5-1-15,7 3-1 16,8 7-11-16,2 0 12 15,0 0-14-15,15 4-14 16,14 15 16-16,15 7 18 16,5 9 1-16,-7 4 3 15,-6 3-4-15,-20 1 5 0,-10 1 2 16,-6-6-7-16,0-1 1 16,-14-4 0-16,-13-1 8 15,-10-2-9-15,-7 0 1 16,1-2-1-16,-3-3-15 15,8-6-97-15,13-12-7 16,13-7-122-16</inkml:trace>
  <inkml:trace contextRef="#ctx0" brushRef="#br0" timeOffset="39">4395 3554 916 0,'0'0'35'0,"0"0"-5"16,0 0-30-16,-78-21-2 0,30 27 0 15,-1 15-3 1,4 5 0-16,14 0 5 0,13-1 6 16,12-4-6-16,6-1-2 15,22 3-3-15,20-3 0 16,22-3 5-16,8-1 59 15,3-1-19-15,-9 0-19 16,-15 0 16-16,-24-3-20 16,-14-1-13-16,-13 2-4 15,0 3 3-15,-13 4 18 16,-18 1 16-16,-9 0-9 16,-6-4-20-16,4 0-8 15,-4-3 0-15,0 1-24 0,0-4-101 16,3-9-61-16,5-2-664 15</inkml:trace>
  <inkml:trace contextRef="#ctx0" brushRef="#br0" timeOffset="40">5230 3903 92 0,'0'0'0'0,"0"0"-8"15,0 0-56-15</inkml:trace>
  <inkml:trace contextRef="#ctx0" brushRef="#br0" timeOffset="41">5230 3903 585 0</inkml:trace>
  <inkml:trace contextRef="#ctx0" brushRef="#br0" timeOffset="42">5230 3903 585 0,'-65'-23'93'0,"65"23"-72"0,0 0-19 0,19 0 18 16,22 0 8-16,26-7 40 0,19-7 7 15,17-5-31 1,8 1-1-16,0 2-15 0,-3 3-6 16,-19 6-6-16,-13 4-16 15,-23 3 1-15,-19 0-1 16,-8 0 0-16,-9 0-42 15,-5 6-45-15,-9-2 10 16,-3 1-105-16,-5-5-114 16</inkml:trace>
  <inkml:trace contextRef="#ctx0" brushRef="#br0" timeOffset="43">5355 3684 748 0,'0'0'15'16,"0"0"9"-16,0 0 20 0,0 0 0 16,0 0-21-16,-73 35-23 15,26-3 7-15,2 9-7 16,1-1 0-16,10-1-5 16,14-9 3-16,15-2 2 15,10-5-2-15,36-5-3 16,19-5 5-16,21-7 24 15,8-6-20-15,2 0 3 16,-7 0-4-16,-14-4-3 16,-14 4-1-16,-9 0-7 15,-13 0-46-15,-14 1-146 16</inkml:trace>
  <inkml:trace contextRef="#ctx0" brushRef="#br0" timeOffset="44">4329 4576 456 0,'0'0'88'15,"0"0"-73"-15,0 0 6 16,0 0 10-16,0 0 15 15,0 0-34-15,0 0-1 16,0 0-11-16,0 0 0 16,10-12-1-16,-10 12 3 15,0 0-5-15,0 0 0 16,0 0 0-16,0 0 3 16,0 0 0-16,0 0-1 0,0 0 1 15,0 0 15-15,0 0-1 16,0 0 33-16,0 0 15 15,0 0-16-15,0-2 18 16,0-1-40-16,0 0-8 16,0 0-7-16,-2 2 4 15,-1 1-13-15,0 0 6 16,1 0-1-16,-1 0-2 16,-6 0-3-16,1 0-8 15,-4 2-10-15,0 8 18 16,4 5-2-16,3 2-2 15,2 5 4-15,3 0-1 16,0 1-1-16,0-3-1 0,10 0 3 16,4-2 0-16,5-3 1 15,-2-3 4-15,-7 0 9 16,1-3-2-16,-6 1-8 16,-5 1-3-16,0 4 2 15,-9 5 5-15,-14 5-6 16,-12 2 0-16,-8 0 7 15,-1-2-9-15,6-7 0 16,6-6-2-16,13-6 2 16,7-5-19-16,10-1-6 15,2-6-44-15,2-17-203 16</inkml:trace>
  <inkml:trace contextRef="#ctx0" brushRef="#br0" timeOffset="45">4690 4686 783 0,'0'0'34'15,"0"0"-18"1,78-10-15-16,-67 10 1 16,-8 0 10-16,0 0-9 0,-3 14 12 15,0 4-11-15,-9 8 0 16,-1 0-4-16,2-7-9 16,5-3 8-16,3-6 2 15,3-3 3-15,15-4 5 16,6-3 2-16,4 0 19 15,3 0 0-15,3-10-7 16,-7 0 1-16,-9 5-17 16,-7 1-5-16,-5 1-2 15,-1 3-14-15,-5 0-34 0,0 0-87 16,0 0-323 0</inkml:trace>
  <inkml:trace contextRef="#ctx0" brushRef="#br0" timeOffset="46">5421 4574 266 0,'0'0'387'0,"0"0"-313"15,0 0-64-15,0 0 22 16,0 0-1-16,0 0-18 15,0 0-4-15,0 0-6 16,0 1-3-16,0-1-3 16,0 0 2-16,0 1 1 15,0-1 3-15,0 1 7 16,0 0 0-16,0 0-8 0,-2 2 2 16,-1-1 0-16,0-1-4 15,-3 2 0-15,-1 2-1 16,-1 1 2-16,-6 1-1 15,1-2 2-15,-1 0 1 16,3-5-3-16,1 0 1 16,3 0 8-16,0 0 16 15,2-10-13-15,5-2-10 16,0 0-2-16,0-2 10 16,13 3-10-16,3-1-12 15,7 3 9-15,1 3 3 16,2 4 3-16,1 2 15 0,3 0-9 15,-9 16-3 1,-1 8-5-16,-10 11 0 0,-6 7 6 16,-4 6 5-16,0 2-11 15,-14-3-1-15,-9-5 5 16,-3-8-4-16,-4-8-1 16,2-6 7-16,0-6-3 15,9-6-2-15,8-8 2 16,11 0 14-16,0 0 14 15,3-12-18-15,17-6-14 16,6 6-5-16,3 3 5 16,1 3 5-16,1 5 7 15,-2 1-10-15,0 0 2 16,0 9 0-16,-1 6-1 16,-4-3-1-16,-5 3 1 0,-3-1-3 15,-5 1-23-15,0 0-31 16,-5-4-40-16,-1-3-84 15,-5-8-542-15</inkml:trace>
  <inkml:trace contextRef="#ctx0" brushRef="#br0" timeOffset="47">5939 4825 531 0,'0'0'41'15,"0"0"-26"-15,-12 64 34 16,-2-34 14-16,1 0-28 16,3-2 6-16,1-1-12 15,1-7-8-15,0 2-6 16,1-2-10-16,0-3-5 15,2-6 6-15,0-3-6 16,5-4-37-16,0-4-76 16,0-6-228-16</inkml:trace>
  <inkml:trace contextRef="#ctx0" brushRef="#br0" timeOffset="48">6094 4665 881 0,'0'0'22'16,"0"0"-8"-16,0 0-13 16,89-75 1-16,-62 63 2 15,0 8 5-15,-8 4-9 16,0 0-4-16,-11 19 0 0,-5 6 1 15,-3 5 3-15,-6 3 25 16,-10-3-19-16,3-8-2 16,2-7-4-16,8-9-1 15,3-5 1-15,0 0 0 16,11-1-7-16,12 0 7 16,11 0 4-16,-2 4 13 15,-5-1-8-15,-5 5-9 16,-9 4 4-16,-7 5 15 15,-6 3-19-15,0 5 5 16,-16 2 0-16,-9-1-3 16,-2-2 0-16,-3-2-4 15,1-3 2-15,-1-3-5 16,6-2 2-16,5-3-28 16,8-9-67-16,11-2-140 0</inkml:trace>
  <inkml:trace contextRef="#ctx0" brushRef="#br0" timeOffset="49">6676 4819 680 0,'0'0'19'0,"0"0"-7"15,0 0 21-15,0 89-5 16,-17-60 27-16,-2 0-26 15,3 2-13-15,-4-4-8 0,8 3-8 16,-2-7 0-16,8-4 0 16,4-6-53-16,2-13-193 15</inkml:trace>
  <inkml:trace contextRef="#ctx0" brushRef="#br0" timeOffset="50">7029 4900 890 0,'0'0'23'15,"0"0"-23"-15,0 0-68 16,0 0 42-16,0 0 8 0,0 0-79 15,67 0-207-15</inkml:trace>
  <inkml:trace contextRef="#ctx0" brushRef="#br0" timeOffset="51">7514 4828 886 0,'0'0'75'0,"0"0"-75"15,0 0-1-15,0 0-1 16,0 0-23-16,76-12-63 16,-54 7-121-16</inkml:trace>
  <inkml:trace contextRef="#ctx0" brushRef="#br0" timeOffset="52">7928 4783 773 0,'0'0'99'15,"0"0"-99"-15,0 0 1 16,0 0-1-16,0 0 0 16,75 0-1-16,-50-1-3 15,-1 1-39-15,2 0-44 16,-4 0 50-16,-1 0 21 16,-3 0 16-16,-8 0 59 0,-3 0 43 15,-4 0-62-15,-3 0-28 16,2 0-7-16,2 0-10 15,4 0 4-15,2 0-32 16,0 1 26-16,2 3 4 16,-3-3 3-16,-6 1 2 15,0-2 30-15,-3 3-14 16,0-1-18-16,0 3-6 16,0-5-108-16</inkml:trace>
  <inkml:trace contextRef="#ctx0" brushRef="#br0" timeOffset="53">6708 3871 364 0,'0'0'165'15,"0"0"-65"-15,0 0-13 16,0 0-32-16,0 0-5 16,0 0-9-16,0 0 3 15,0-33 1-15,0 32-15 16,0 1 14-16,0-2-12 15,0-2-3-15,0-1-2 16,0 0-19-16,0 0-3 16,0 1 5-16,0 2-8 15,0 0 15-15,0 2-5 16,0 0-2-16,0 0-4 16,0 0 1-16,0 0-1 0,0 0-5 15,0 2-1-15,1 9-12 16,6 6 12-16,9 6 2 15,0 4-2-15,-4-2 0 16,5 2 0-16,-3 1 0 16,-3-3-3-16,2 0 3 15,-3-2 5-15,0-5-3 16,-5-5-1-16,-2-3-1 16,-2-6 0-16,1-3 0 15,-2-1-5-15,0 0 5 16,0 0 10-16,0 0-2 15,0 0-1-15,0-8 22 0,-6-9-26 16,-3-7-3 0,9-2 1-16,0-5-2 0,15 2-3 15,14 2-4-15,6 3-5 16,-6 8 13-16,-6 9-6 16,0 7 3-16,-6 0-1 15,-2 3-7-15,0 13 6 16,-2 3-8-16,-6 4 4 15,-1-2-2-15,-6-3 0 16,0-6 9-16,0-2-3 16,0-6 5-16,-7-1 7 15,-2-3-7-15,1 0 0 0,0-3 7 16,8-14 7-16,0-9-9 16,16-8 0-16,22-3-5 15,5 5 0-15,-2 10-11 16,-6 12 9-16,-8 10 1 15,-5 0-4-15,-7 20-1 16,-1 7 6-16,-6 4 0 16,-3-2 0-16,2-4 6 15,0-6-12-15,4-3 6 16,3-3-26-16,4-12-140 16,1-1-150-16</inkml:trace>
  <inkml:trace contextRef="#ctx0" brushRef="#br0" timeOffset="54">7574 3846 394 0,'0'0'210'0,"0"0"-201"16,-68 76 1-16,57-41 15 15,11-2 20-15,0 1-32 16,25-8-2-16,7-9-3 15,6-12 1-15,-5-5 55 16,-3 0-10-16,-12-10 13 16,-12-8 28-16,-6-1-5 15,-12-6-24-15,-14 2-66 16,-10 3-3-16,2 6-12 16,3 4-14-16,10 5-72 0,4-2-152 15</inkml:trace>
  <inkml:trace contextRef="#ctx0" brushRef="#br0" timeOffset="55">7758 3860 592 0,'0'0'296'15,"0"0"-296"-15,0 0-33 0,0 0 24 16,45 73-1-1,-23-45 10-15,0-3-1 0,-4-4-1 16,-7-6 2-16,-6-4 2 16,-5-6 5-16,0-3-4 15,0-2 57-15,-11 0 42 16,-2-14-49-16,5-6-25 16,6-6-4-16,2-1-15 15,14 2-9-15,9 7-3 16,6 5 3-16,3 11 9 15,-6 2-1-15,-3 6-8 16,0 14 1-16,-4 4 7 0,0-1-8 16,-5-1-9-1,7-2 8-15,-4-5-46 0,3-6-67 16,-3-9-140-16</inkml:trace>
  <inkml:trace contextRef="#ctx0" brushRef="#br0" timeOffset="56">8260 3882 520 0,'0'0'11'16,"0"0"26"-16,-14 70 3 16,20-51-16-16,20-3-8 15,11-9 54-15,9-7 10 16,4 0-18-16,-10-5-20 15,-11-6 15-15,-14-3 13 0,-15-2 20 16,-12 1 22-16,-29-2-73 16,-12 5-36-16,-6 5-3 15,2 5-12-15,17 0-35 16,15 2-23-16,14-3-19 16,11-3-25-16,20-7-64 15,15-7-392-15</inkml:trace>
  <inkml:trace contextRef="#ctx0" brushRef="#br0" timeOffset="57">8554 3640 855 0,'0'0'90'0,"0"0"-65"16,0 0-25-16,0 0 5 15,0 0 13-15,81 62 16 16,-49-29-5-16,1 0 3 16,-2 1-19-16,-2-1-12 15,-2-3 6-15,-9-3-7 16,1-4-7-16,-5-5 7 16,-6-3-9-16,-8-2-56 15,0-6-109-15,-10-7-344 16</inkml:trace>
  <inkml:trace contextRef="#ctx0" brushRef="#br0" timeOffset="58">8602 3953 1045 0,'0'0'52'0,"0"0"-48"16,0 0-3-16,0 0-2 16,82-52 9-16,-29 32-18 15,5 0 18-15,-4 2-12 16,-5 3 4-16,-11 4-47 15,-7 2-35-15,-12 5 6 16,-11 4 43-16,-8 0 3 16,0 2 19-16,-8 16 11 15,-11 8 3-15,1 3 4 16,0 2 11-16,14-8-17 0,4 1 1 16,6-7-1-16,20-5 20 15,6-8-5-15,7-4 28 16,-2 0 6-16,-9-7 0 15,-7-5-5-15,-16 1-16 16,-5-4 30-16,-5 1-8 16,-24 1-40-16,-7 2-11 15,-1 2-22-15,5 6-44 16,12 3-37-16,9-5-137 16</inkml:trace>
  <inkml:trace contextRef="#ctx0" brushRef="#br0" timeOffset="59">9257 3777 179 0,'0'0'680'16,"0"0"-639"-16,0 0-41 16,0 0-2-16,0 0-6 15,0 0 8-15,65 89 23 16,-46-52-15-16,4-3-3 15,-6-10-5-15,-2-6 6 16,-3-8 0-16,-9-7 15 16,-1-2-10-16,-2-1 21 15,0 0 88-15,0-10 21 16,0-12-100-16,0-9-31 16,0-2-10-16,3 4-1 0,14 4-18 15,7 8-4-15,-2 10 8 16,1 7 10-16,1 2-1 15,0 17 2-15,3 9 3 16,3 4-3-16,1-1 3 16,5-2 1-16,0-10 0 15,-1-6 1-15,-6-7-1 16,-6-4 11-16,-7-2 0 16,-8 0-1-16,-6-15 21 15,1-9-23-15,-3-6-5 16,0 0-3-16,-5 0-23 15,-1 7 1-15,4 8 18 0,2 10-1 16,0 5-7-16,10 0 6 16,8 10 4-16,8 13 2 15,-3 4 0-15,4 0 0 16,-1-2 1-16,-4-4 0 16,1-5 1-16,-5-4 2 15,-4-7-3-15,-5-2-2 16,-4-3-121-16,-5-7-187 15</inkml:trace>
  <inkml:trace contextRef="#ctx0" brushRef="#br0" timeOffset="60">9916 3713 819 0,'0'0'108'0,"0"0"-108"15,0 0-3-15,0 0-81 16,0 0-435-16</inkml:trace>
  <inkml:trace contextRef="#ctx0" brushRef="#br0" timeOffset="61">10510 3756 857 0,'0'0'27'16,"-79"1"-27"0,38 16 0-16,-1 5 16 15,3 7 27-15,7 6-20 16,11 2 5-16,18-1-5 16,3-1-23-16,16-5 0 15,16-4 0-15,4-9 9 16,9-7-9-16,-2-7-35 15,6-3-45-15,0-12-70 16,-3-12-572-16</inkml:trace>
  <inkml:trace contextRef="#ctx0" brushRef="#br0" timeOffset="62">10867 3826 559 0,'0'0'251'16,"0"0"-242"-16,-72 67-9 15,48-38 21-15,14 1 25 16,10-4-7-16,0-4-36 16,22-7 2-16,7-3 8 15,1-7 12-15,-2-5 21 16,2 0 6-16,-5-11-21 16,-2-10-11-16,-11-3-7 15,-7-5-6-15,-5-3-7 0,0 3-20 16,-14 6-24-1,5 8 0-15,2 10 30 16,7 5 14-16,0 0-9 0,0 17-29 16,0 8 38-16,13 5 0 15,8 2 9-15,0-5 7 16,10-4 31-16,6-8-22 16,-2-9 9-16,-1-3 35 15,-6-3-16-15,-1 0-14 16,-12-13 4-16,0-6-11 15,-7-7-9-15,-8-7-22 16,0-4-2-16,-5-4 1 16,-15-1-24-16,4-1 3 15,5 4 9-15,9 7 1 0,2 10 9 16,0 10-5-16,0 9 7 16,0 3-3-16,10 18-21 15,5 16 15-15,6 18 2 16,-7 6 8-16,0 5-1 15,-2-8 0-15,5-9 1 16,10-16-5-16,-3-11 6 16,9-10-2-16,-4-8 12 15,-9-1-3-15,0-6 17 16,-8-14 1-16,-7-9-12 16,-5-8-5-16,0-5-10 15,-12-4 0-15,4-1 0 16,3 4-2-16,2 7 3 0,3 15-2 15,0 11-5-15,0 9 4 16,0 1 2-16,3 16-9 16,10 15-2-16,2 14 10 15,3 2 1-15,-2-2-3 16,0-4 3-16,-2-5 1 16,-4-8-1-16,-1-4-6 15,5-5-106-15,-6-10-134 16,5-9-138-16</inkml:trace>
  <inkml:trace contextRef="#ctx0" brushRef="#br0" timeOffset="63">11717 3913 788 0,'0'0'40'0,"0"0"-39"16,0 0 30-16,38 81 7 15,-22-65 14-15,5-2-13 16,-1-8 22-16,4-6-14 15,-5 0-9-15,5-9-17 16,-5-12 11-16,-3-3-24 16,-8-7-8-16,-4 4-1 15,-3 4-26-15,3 7 20 16,1 8-1-16,8 6 8 16,3 2-4-16,11 9 10 15,0 20 7-15,3 12 11 16,-6 15-3-16,-12 7-3 15,-9 3 6-15,-3 1-6 0,-7-6-9 16,-14-12 3-16,-6-7 6 16,-6-12-7-1,-5-7 17-15,1-10-17 0,11-8-4 16,12-5-4-16,14 0 9 16,3-5 17-16,31-13-29 15,12-5-5-15,6-1 5 16,-2 5-5-16,-9 3-5 15,-11 3-8-15,-3 3-2 16,-3 0-91-16,-8-4-218 16</inkml:trace>
  <inkml:trace contextRef="#ctx0" brushRef="#br0" timeOffset="64">12879 3910 49 0,'0'0'722'0,"0"0"-646"16,0 0-64 0,0 0 29-16,0 0 23 0,0 0-19 15,0 0 3-15,20 44 6 16,-9-19-9-16,1 0-20 15,-6-7-13-15,-6-2-2 16,3 0 0-16,0-3-6 16,-3-1-8-16,3 3 4 15,-3-5-57-15,3-5-124 16,3-5-193-16</inkml:trace>
  <inkml:trace contextRef="#ctx0" brushRef="#br0" timeOffset="65">12923 3871 878 0,'0'0'47'16,"0"0"-47"-16,0 0-42 15,0 0-33-15,0 0-129 16,0 0-313-16</inkml:trace>
  <inkml:trace contextRef="#ctx0" brushRef="#br0" timeOffset="66">13142 3985 289 0,'0'0'118'15,"0"0"-25"-15,0 0 30 16,0 0-29-16,0 0-48 16,0 0 35-16,35 51 73 15,-35-51-50-15,0-6 3 16,-12-12-65-16,1 0-38 15,5-5 3-15,6 5-6 16,2-2 1-16,25 5-4 16,3 4-4-16,6 9 2 15,-4 2-1-15,-5 11-8 16,-10 13 9-16,-3 4 0 16,-5 4-1-16,-3-2-1 15,-1-4 6-15,-2-3-2 16,3-5-60-16,8-14-183 15,2-4-650-15</inkml:trace>
  <inkml:trace contextRef="#ctx0" brushRef="#br0" timeOffset="67">13756 3882 964 0,'0'0'142'0,"0"0"-142"15,0 0-16-15,-92 13 16 16,62 7-3-16,3 8 3 0,14 5-1 16,10-2 2-1,3-4 2-15,21-2 2 0,15-9-5 16,3-4 0-16,3-7-4 16,-4-5-108-16,-4 0-306 15</inkml:trace>
  <inkml:trace contextRef="#ctx0" brushRef="#br0" timeOffset="68">13877 3919 987 0,'0'0'91'16,"0"0"-91"-16,0 0-4 15,0 0-1-15,81 55 5 16,-54-29 5-16,0 4-4 0,-4-6 3 15,-5-6 1 1,-9-6-5-16,-4-9 1 0,-3-1 1 16,-2-2 6-16,0 0 91 15,0-5 13-15,0-12-71 16,1-6-36-16,11-6-10 16,2-5-29-16,9 4-139 15,3 1-129-15</inkml:trace>
  <inkml:trace contextRef="#ctx0" brushRef="#br0" timeOffset="69">14328 3961 529 0,'0'0'156'15,"0"0"-92"-15,0 0 17 16,0 0 28-16,0 0-2 0,74-9-74 16,-71-4-30-16,-3-1-3 15,0-1-2-15,-5 5-20 16,-10 5 12-16,1 5 4 15,-2 3 6-15,2 20-2 16,1 4-4-16,3 5 6 16,5 0 0-16,5-3-9 15,0-5 9-15,20-5 1 16,6-6-1-16,6-11-84 16,5-2-233-16</inkml:trace>
  <inkml:trace contextRef="#ctx0" brushRef="#br0" timeOffset="70">14703 3886 760 0,'0'0'50'0,"0"0"-47"16,-59 85 15-16,53-50 20 15,6-5-14-15,6-6 12 16,15-6-18-16,7-7 17 15,3-9 50-15,0-2-32 16,-2-1 13-16,-9-15-18 16,-8-6-11-16,-6-3-21 15,-6-4-16-15,0 2 0 0,-8 7-20 16,-1 2-1-16,3 10 8 16,2 5 4-16,4 3-10 15,0 0 0-15,0 9-9 16,12 8 24-16,3 2-4 15,0-1 9-15,3-3-1 16,3-5 3-16,6-8 1 16,-2-2 27-16,0 0 13 15,-4-8-23-15,-3-9 19 16,-9-6-35-16,-4-4-5 16,-5 2-3-16,0 2-11 15,0 6-38-15,0 9 46 16,0 7 5-16,0 1-6 15,9 0-18-15,14 14 20 0,6 6 5 16,-3 8 11-16,-3 5-9 16,-12 1 9-16,-7 1-4 15,-4-3 4-15,0-7-11 16,-11-8 5-16,2-3-5 16,3-8 3-16,2-1-2 15,2-5 4-15,2 0-5 16,0 0-16-16,0 0-80 15,0-5-13-15,9-15-207 16</inkml:trace>
  <inkml:trace contextRef="#ctx0" brushRef="#br0" timeOffset="71">15358 3824 1053 0,'0'0'43'0,"0"0"-37"16,0 0-5-16,32 86 16 16,-22-54 10-16,-7-3-13 15,1 0-3-15,-3-5-11 16,-1-8 0-16,0-8-69 16,0-8-217-16</inkml:trace>
  <inkml:trace contextRef="#ctx0" brushRef="#br0" timeOffset="72">15536 3903 777 0,'0'0'11'16,"0"0"-5"-16,0 0 22 16,8 82 30-16,2-63 4 15,4-4-10-15,-6-4-15 16,-3-5-15-16,-2-5-10 15,-2-1 6-15,0 0 55 16,4-16 11-16,6-7-71 16,4-4-13-16,3 8-3 15,4 3-1-15,-3 5 4 0,-4 8-1 16,-2 3-6-16,-3 0-4 16,0 18 9-16,-2 6-8 15,-6 4 10-15,2 2-3 16,-2-1 0-16,5-9-142 15,10-9-245-15</inkml:trace>
  <inkml:trace contextRef="#ctx0" brushRef="#br0" timeOffset="73">16114 3880 829 0,'0'0'143'0,"0"0"-143"15,0 0 0 1,-65 90 2-16,54-60 31 0,11-3 6 16,0-6-23-16,8-6-7 15,10-6 13-15,0-7 21 16,-1-2 32-16,-5-5-30 16,-2-14 6-16,-4-5-20 15,-6-2-27-15,0 0-4 16,0 5-20-16,0 5-32 15,0 8 20-15,-2 6 29 16,2 2-3-16,0 0-9 16,16 10-4-16,11 14 19 0,5 8 9 15,1 11 2 1,1 6 10-16,-11 5-15 0,-11 7 3 16,-12 0-3-16,0-7-3 15,-21-9 0-15,-6-11 8 16,-6-10-5-16,-4-7 1 15,2-8 0-15,8-6 11 16,11-3 21-16,9 0 16 16,7-7 7-16,9-13-50 15,26-8-12-15,16-4-5 16,9-2-10-16,-1 3-40 16,-10 5-23-16,-9 5-34 15,-15 3-88-15,-14 3-122 16</inkml:trace>
  <inkml:trace contextRef="#ctx0" brushRef="#br0" timeOffset="74">16961 3640 830 0,'0'0'81'15,"0"0"-80"-15,0 0-1 16,0 0 38-16,56 77-3 16,-44-28-2-16,1 11-3 0,-5 6-17 15,0-4-4-15,3-6-9 16,0-12 4-16,-5-12-3 16,2-11-1-16,-3-10 0 15,-3-6 0-15,-2-5-5 16,0 0 14-16,0 0-3 15,-2-4 32-15,-4-11-28 16,6-5-6-16,0-5-3 16,30 0-1-16,19 3-4 15,7 5 4-15,0 11 1 16,-12 6 1-16,-16 0 12 16,-16 15-14-16,-12 7-3 15,0 6 2-15,-17 0 1 16,-5-5 1-16,-1-8 7 15,10-5-8-15,4-4 0 0,4-6-3 16,4 0-85-16,-5-15-239 16</inkml:trace>
  <inkml:trace contextRef="#ctx0" brushRef="#br0" timeOffset="75">17251 3818 351 0,'0'0'385'0,"0"0"-385"15,14-77-4-15,-14 47 4 16,-9 3 10-16,-6 5 5 16,-2 11 13-16,-1 7-8 15,-1 4-14-15,1 12 3 16,-4 19-1-16,3 12-1 15,-1 13 37-15,1 6 7 16,4 9-19-16,5 0 3 16,10 1 8-16,0 1-32 0,26-6-7 15,7-3 12-15,1-10-4 16,-5-13-11-16,-9-10-1 16,-9-7-2-16,-9-4 2 15,-2-3-20-15,-20-2-14 16,-16-6-63-16,-5-4-8 15,2-5 50-15,12 0 55 16,13-11 8-16,10-7 16 16,4-11 51-16,31-6-34 15,10-11-6-15,8-2-26 16,-1-2-2-16,0 7-6 16,-1 4-1-16,2 9-8 15,-1 9 8-15,-9 5 12 16,-7 11 19-16,-9 2-20 15,-14 3-9-15,-3 0-2 0,-3 0 0 16,-3 0-1-16,0 6 0 16,0 15 1-16,0 5-1 15,-8 9 1-15,-1 1 0 16,2-4 3-16,6-6-3 16,1-10-3-16,0-4 2 15,8-5 2-15,1-5 0 16,0-2 17-16,5 0 34 15,-1-13 34-15,-1-8-33 16,1-7-51-16,-3 1 5 0,-2 0 0 16,-2 1-6-1,0 6 0-15,0 5-1 0,3 9-1 16,10 6-6-16,8 0 6 16,-1 18 0-16,6 8 1 15,-4 5 0-15,-2 1 4 16,-3 1 14-16,-6-7-6 15,-2-4 0-15,-6-10-8 16,-4-5-4-16,-2-5 0 16,-2-2-59-16,-1-5-151 15,2-21-269-15</inkml:trace>
  <inkml:trace contextRef="#ctx0" brushRef="#br0" timeOffset="76">17923 4095 1126 0,'0'0'37'0,"0"0"-37"16,0 0 0-16,22 86 1 15,-11-49 26-15,5 1-10 16,-4-1-14-16,-2-9 2 16,-2-11-5-16,-5-9 0 15,-3-6 0-15,0-2 8 16,0-3 13-16,0-19 67 15,0-8-79-15,0-7-8 16,1 1-1-16,23 5 4 16,11 10-4-16,-1 4-3 0,-2 11 3 15,-8 5-1 1,-5 1-2-16,0 4 0 16,-5 10-3-16,-3 5 5 0,-4 6-4 15,-2 3-27-15,-5-3-93 16,6-7-227-16</inkml:trace>
  <inkml:trace contextRef="#ctx0" brushRef="#br0" timeOffset="77">18517 4101 892 0,'0'0'87'0,"0"0"-86"16,-89-10 0-16,65 20 20 15,7 14-3-15,8 7 3 0,9 6-10 16,0 0 9-16,17-4-13 16,11-7-6-16,7-7-1 15,-3-9 0-15,0-5-2 16,-6-5-10-16,-3-4-95 16,-10-14-138-16</inkml:trace>
  <inkml:trace contextRef="#ctx0" brushRef="#br0" timeOffset="78">18687 3889 979 0,'0'0'172'16,"0"0"-172"-16,0 0-5 16,0 0 5-16,12 105 15 15,-2-55 13-15,0 5-10 16,1 1-5-16,-3-2-4 15,-3-7-8-15,-2-6 2 16,-3-12 1-16,0-10-4 16,-2-9-43-16,-17-7-123 15,-7-3-169-15</inkml:trace>
  <inkml:trace contextRef="#ctx0" brushRef="#br0" timeOffset="79">18655 4189 932 0,'0'0'4'15,"0"0"0"1,76-63-4-16,-49 44 8 0,3 2 18 16,-2 3 12-16,2 5-37 15,-7 5 15-15,3 4 5 16,-4 0-5-16,0 6-7 16,-1 11-3-16,-2 7 10 15,-3 2 6-15,-1 6 14 16,-3-1-9-16,-4-3-10 15,0-7-7-15,-3-6 0 16,0-7 4-16,-2-5-8 16,0-3-6-16,-3 0 3 0,0 0 0 15,0 0 11-15,0 0 30 16,2-12 19-16,-1-12 1 16,1-2-55-1,-2-9-8-15,0-1-1 0,-2-1-10 16,-4 0-2-16,-2 4-15 15,5 7-14-15,-1 7-69 16,1 6-88-16,1 4-251 16</inkml:trace>
  <inkml:trace contextRef="#ctx0" brushRef="#br0" timeOffset="80">19259 4052 829 0,'0'0'44'16,"0"0"-44"-16,0 0 0 16,-41 74 25-16,37-34 23 15,4 3-3-15,8-1-30 16,17-8-2-16,11-14 29 16,8-9 64-16,-4-11-8 15,-3 0-21-15,-12-11-44 16,-10-9 3-16,-9-9 15 15,-6-1-34-15,0-4-15 16,-18 2-2-16,-9 5-11 16,-2 4-89-16,2 4-79 15,9 4-141-15,12 1-519 0</inkml:trace>
  <inkml:trace contextRef="#ctx0" brushRef="#br0" timeOffset="81">19548 4067 786 0,'0'0'76'0,"0"0"-70"16,0 0-6-16,39 69 57 15,-27-41 8-15,-1 0-4 16,0-4-25-16,-3-4 4 16,-5-11 2-16,0-6-3 15,-1-3 3-15,-2 0 29 16,0 0 11-16,0-10-14 0,0-9 1 15,0-6-58 1,0-5-9-16,10-1-2 0,21 2-1 16,15 3-4-16,9 7 2 15,3 11-3-15,-6 8-4 16,-10 0 3-16,-6 14 5 16,-11 10-9-16,-13 6 4 15,-4 5-2-15,-8 4 7 16,0-2-20-16,0 2-56 15,-9-8-87-15,1-13-263 16</inkml:trace>
  <inkml:trace contextRef="#ctx0" brushRef="#br0" timeOffset="82">2672 5694 630 0,'0'0'13'15,"0"0"-5"-15,0 0-8 16,0 0-6-16,0 0 5 16,0 0 1-16,0 0 22 15,0-19-10-15,6 14-11 16,-3 1 9-16,2 3 11 16,-5 1 13-16,0 0 0 0,0 0 4 15,0 0 11 1,0 0-12-16,0 0 28 0,-8 0-11 15,-11 0-21-15,-18 0-30 16,-12 10-2-16,-16 16-1 16,-5 8 0-16,-1 3 0 15,12-3-7-15,13-1 6 16,19-7 1-16,11-3-3 16,13-7 1-16,3-4-4 15,22-5 5-15,22-4-2 16,17-3 3-16,15-5 12 15,5-14-6-15,0-1-3 16,-13 7 1-16,-10 2 7 16,-14 9-11-16,-13 2-2 15,-17 0 1-15,-14 9 0 0,0 17 1 16,-34 12 0-16,-23 18 2 16,-16 5 0-16,-5 3 5 15,0-3-13-15,5-4 6 16,16-6 0-16,16-13 4 15,25-7-4-15,16-11 0 16,14-10 5-16,35-10 0 16,18 0 34-16,16-16 18 15,6-11-5-15,1-2-17 16,-4-1-15-16,-10 4 2 16,-12 7-11-16,-15 6-7 15,-19 6-4-15,-14 5 0 16,-10-2-3-16,-4 4-13 15,1 0-1-15,-3 0-36 0,0 0-37 16,0 0-14-16,0 10-33 16,-8-1-91-16</inkml:trace>
  <inkml:trace contextRef="#ctx0" brushRef="#br0" timeOffset="83">4717 5492 631 0,'0'0'117'16,"0"0"-73"-16,0 0-15 15,0 0 22-15,0 0-13 0,0 0 20 16,-30-65-19-1,20 55-16-15,-1-1 3 0,-1 5-11 16,2 0 10-16,-4 6-25 16,-4 0 0-16,-2 0-3 15,0 16 3-15,-6 8-2 16,3 4 1-16,1 7 1 16,3 1-2-16,5 4 1 15,10-1-5-15,4 2 6 16,0-1 0-16,15-6-2 15,10-1 2-15,10-3 2 16,3-3 1-16,2 0 11 16,-7 0 3-16,-6-1-7 0,-14 2-4 15,-8-2-5 1,-5 2-1-16,0-1 11 0,-2-2-1 16,-12-3 1-1,-2-2-10-15,-3 0 4 0,-5 0-8 16,-7 0 6-16,-6 1-6 15,-3-5-24-15,-4-7-73 16,7-5-142-16,10-4-450 16</inkml:trace>
  <inkml:trace contextRef="#ctx0" brushRef="#br0" timeOffset="84">5867 5680 597 0,'0'0'87'0,"0"0"-63"15,0 0 37 1,0 0-27-16,0 0 20 0,0 0-22 16,0 0 32-16,-65-43 3 15,65 34-32-15,7-4-10 16,16-1-24-16,4-1 0 15,6 5-1-15,-6 5 0 16,-6 5-1-16,-2 0-1 16,-7 14 1-16,-7 16 1 15,-5 11-6-15,0 12 13 16,0 4-14-16,-5-8 10 16,5-8-3-16,0-13 0 15,0-8 0-15,8-8 3 16,4-3-7-16,2-5 9 0,-3-1-3 15,-1-1-2-15,-1-2-95 16,-7-5-369-16</inkml:trace>
  <inkml:trace contextRef="#ctx0" brushRef="#br0" timeOffset="85">6173 6146 1172 0,'0'0'88'16,"0"0"-87"-16,0 0-1 16,0 0 0-16,0 0-23 15,0 0-126-15,-40 0-429 0</inkml:trace>
  <inkml:trace contextRef="#ctx0" brushRef="#br0" timeOffset="86">2178 6953 463 0,'0'0'73'0,"0"0"-73"15,0 0 0-15,0 0 13 16,0 0 55-16,0 0 0 16,-50-35-14-16,39 31-25 15,0 4-11-15,0-3-3 16,-5 3-3-16,2 0 1 15,-6 0-5-15,3 0-4 16,0 0-3-16,-4 3 2 16,5 6-2-16,0 7-1 0,2 6 0 15,5 2 0 1,9 3 0-16,0-1-1 0,3-3 1 16,17-5 0-16,1-7 5 15,4-5-4-15,2-6 2 16,-1 0 7-16,-4 0 15 15,-4-8-8-15,-3-3 29 16,-7-5-18-16,-8-1 12 16,0-7-17-16,0-2-20 15,-12-5 1-15,-9 0 1 16,-6-2-10-16,-2-2-2 16,-4 0 7-16,6 2-1 15,3 3 4-15,10 6-3 16,6 9 1-16,2 2-1 0,5 10-1 15,1 3 1-15,0 0 0 16,0 0-4-16,0 0-6 16,9 18 8-16,11 12-4 15,4 13 5-15,3 6 1 16,0 6 0-16,3-6 5 16,-1-4-9-16,-1-13 10 15,-5-9-4-15,-1-8 0 16,-3-1-2-16,-5-6-10 15,-3-4 9-15,1-4-25 16,2 0-83-16,0-3-98 16</inkml:trace>
  <inkml:trace contextRef="#ctx0" brushRef="#br0" timeOffset="87">2419 6866 715 0,'0'0'29'16,"0"0"-28"-16,0 0-2 15,0 0 7-15,81 57 4 0,-72-49-7 16,1-3-6-1,-5-2 8-15,-2-2-10 0,-3-1 1 16,0 0-20-16,0 0-72 16,-11-8-454-16</inkml:trace>
  <inkml:trace contextRef="#ctx0" brushRef="#br0" timeOffset="88">2419 6866 883 0,'-47'-97'58'16,"40"93"-58"-16,5 3-6 15,2 1-68-15,0 0-148 16</inkml:trace>
  <inkml:trace contextRef="#ctx0" brushRef="#br0" timeOffset="89">2686 6762 756 0,'0'0'114'16,"0"0"-96"-16,0 0-17 16,0 0 3-16,0 0-4 15,-37 67 0-15,40-52 10 16,23 0-6-16,3-4 18 16,6-2 22-16,-7-5-16 15,-9 1-25-15,-14-2 0 16,-5 8 4-16,-17 8-3 0,-15 6-2 15,-8 2-2-15,5-5-54 16,8-13-91-16,14-9-167 16</inkml:trace>
  <inkml:trace contextRef="#ctx0" brushRef="#br0" timeOffset="90">2919 6655 969 0,'0'0'49'0,"0"0"-49"15,0 0-16-15,0 0 8 16,-55 80 6-16,55-47-1 15,6 1 3-15,19-7 5 16,7-9-5-16,2-7-8 16,5-9 8-16,-5-2 22 15,-1 0-21-15,-6-7-1 16,-6-5-110-16,-10-6-233 16</inkml:trace>
  <inkml:trace contextRef="#ctx0" brushRef="#br0" timeOffset="91">2991 6729 882 0,'0'0'120'0,"0"0"-120"16,0 0-17-16,0 0 14 16,78 30 3-16,-53-11-1 15,-4 5-2-15,-5 0 3 16,-4-3-3-16,-2-8 12 15,-7-7-10-15,-3-4 1 16,0-2 0-16,0 0 67 16,0 0 28-16,-8-15-8 15,-5-6-85-15,-1-11-2 0,-1-4-31 16,0-4-55-16,10 1-176 16,2 7-523-16</inkml:trace>
  <inkml:trace contextRef="#ctx0" brushRef="#br0" timeOffset="92">3267 6731 775 0,'0'0'14'0,"0"0"0"16,0 0 19-16,0 0 49 16,0 0 5-16,0 0-23 15,10-7-20-15,-10-8-40 16,0 0-4-16,-8 3 3 0,3 7-9 15,2 0 7-15,3 5-1 16,0 0 0-16,0 22-12 16,0 8-1-16,16 8 9 15,0 0 5-15,7-6-2 16,1-7-4-16,5-12 5 16,-4-9 0-16,2-4 14 15,-3 0 7-15,-3-17 8 16,-5-8 6-16,-7-7-18 15,-9-4-1-15,0-7-16 16,-16 2-1-16,-14-2-34 16,-8-2-6-16,-3 5 3 0,7 5-3 15,7 6 41-15,9 13 17 16,14 9 20 0,4 7-15-16,0 3-22 0,17 19-8 15,9 12 6-15,5 9 2 16,1 6 5-16,2-1 3 15,2-3-7-15,-4-10 7 16,-4-11-5-16,-7-7-3 16,-6-3 0-16,-1-4-1 15,-8-2-15-15,-6-4-156 16,-6-4-235-16</inkml:trace>
  <inkml:trace contextRef="#ctx0" brushRef="#br0" timeOffset="93">3438 6721 1022 0,'0'0'0'16,"0"0"-30"-16,0 0 18 15,81-77 12-15,-60 56 22 16,-6 1-12-16,-7 0-10 16,-4-2 0-16,-4 4-3 15,0 10-10-15,0-1 13 16,-8 9 8-16,4 0-8 15,4 21-13-15,0 7 11 16,14 6 2-16,11 1 2 16,10-7 5-16,2-3-2 0,2-9 0 15,1-8-3-15,-2-2 9 16,-1-6-11-16,1 0-3 16,-5 0-165-16,-12-9-525 15</inkml:trace>
  <inkml:trace contextRef="#ctx0" brushRef="#br0" timeOffset="94">4650 6543 875 0,'0'0'43'0,"-87"-3"-30"0,49 3-8 16,9 0 28-16,8 10-10 15,12 5-3-15,7 5-15 16,2 11 15-16,4 2 14 15,13 0 20-15,2-1-43 16,5-7-5-16,3-5-1 16,-2-6-5-16,7-4 0 15,3-6-27-15,5-4-90 16,1-2-140-16</inkml:trace>
  <inkml:trace contextRef="#ctx0" brushRef="#br0" timeOffset="95">4913 6615 810 0,'0'0'32'0,"0"0"-32"15,-26 81 0-15,26-56 2 16,0-4 26-16,19-5 9 16,5-9-8-16,2-7 22 15,2 0 3-15,-3-3-23 16,-6-10 15-16,-11-4 0 15,-8-4-1-15,0-2-4 16,-25-1-16-16,-2 4-25 16,-2 4 0-16,4 6-37 15,7 2-66-15,9 0-137 0,9-3-377 16</inkml:trace>
  <inkml:trace contextRef="#ctx0" brushRef="#br0" timeOffset="96">5144 6532 585 0,'0'0'413'0,"0"0"-410"16,0 0-3-16,0 0-5 15,0 0 5-15,49 84 0 16,-34-57 1-16,-4-2-1 16,3-5 0-16,-5-6 0 15,-5-7-1-15,-1-5 1 0,-3-2 0 16,0 0 36-16,0-2 90 15,-11-12-69-15,3-11-51 16,8-2-5-16,0-4-1 16,8 2 0-16,14 2-2 15,-3 13 2-15,2 7 0 16,2 7 0-16,3 0 0 16,3 15 0-16,-1 5 0 15,2 4 0-15,-4-2-6 16,-1-4 6-16,5-5 11 15,1-10 3-15,-1-3 33 16,0-1-15-16,-3-13 5 0,-9-5-25 16,-7-6-5-16,-5-7 9 15,-6-1-7-15,0-10-3 16,-15-2-6-16,-8 1-4 16,1 7 4-16,7 9 0 15,6 13-4-15,4 9 4 16,2 5-1-16,3 1 1 15,0 2-5-15,3 19-5 16,11 11 4-16,3 11 12 16,3-2-8-16,-3 3 2 15,1-8-1-15,-4-3-1 16,-3-7 1-16,-7-3-32 16,-4-3-64-16,0-5-78 0,-17-6-150 15</inkml:trace>
  <inkml:trace contextRef="#ctx0" brushRef="#br0" timeOffset="97">5519 6538 969 0,'0'0'6'0,"0"0"-6"16,97-73-6-16,-58 50 6 16,-1 4 8-16,2 9 5 15,-5 8 7-15,-3 2 4 16,-3 5-11-16,-7 14 6 15,-4 2 8-15,-1 4-24 16,-4 3 0-16,1 1-2 16,-4-6 5-16,-2-4-6 0,0-11-1 15,-1-2 1-15,-7-6 0 16,0 0 2-16,0 0 8 16,0-3 58-16,0-15 2 15,0-12-70-15,-8-5-19 16,8-4-48-16,0-1-51 15,0 8-125-15,1 6-46 16,10 13 25-16,3 9 264 16,1 4 87-16,-3 0 33 15,5 8-6-15,0 12 14 16,3 3-55-16,-2 3-29 16,5 2-12-16,-2-2 1 15,-2-2-10-15,-2-3-6 0,-1-8-12 16,-8-1 1-16,-5-8-5 15,-3-4-1-15,0 0 4 16,0 0 88-16,0 0 23 16,0-19-67-16,3-5-48 15,18-7-1-15,7 2-13 16,4 4 7-16,-6 8 3 16,-3 11 3-16,-8 6-1 15,-4 0-2-15,0 5 0 16,-1 11-1-16,0 5 3 15,2-3-50-15,5-5-106 16,4-7-179-16</inkml:trace>
  <inkml:trace contextRef="#ctx0" brushRef="#br0" timeOffset="98">6557 6405 636 0,'0'0'73'15,"0"0"-22"-15,-27 72-5 16,27-51-30-16,16-6 14 16,10-4 1-16,3-9 13 15,-1-2 49-15,-6 0-30 16,-9-5-16-16,-8-7 31 16,-5-3 21-16,-2-6-53 0,-14 1-23 15,-6-4-23 1,0 4-3-16,1 3-48 0,7 1-120 15,9-1-146-15,5 1-417 16</inkml:trace>
  <inkml:trace contextRef="#ctx0" brushRef="#br0" timeOffset="99">6716 6329 672 0,'0'0'20'0,"0"0"37"16,24 74 0-16,-7-48-11 15,0 0 22-15,6-8 10 16,5-4-20-16,2-7-14 16,-4-7 12-16,-3 0 10 0,-6 0-20 15,-7-7-12-15,-5-9 14 16,-2-9-39-16,-3 0-7 16,0-6-2-16,0 7-12 15,0 7 1-15,0 9-12 16,0 6 13-16,0 2 4 15,0 0-13-15,2 10-14 16,10 7 29-16,0 6-3 16,6-7 7-16,-2 1 1 15,5-10 12-15,1-5 20 16,2-2 6-16,-3 0-8 16,-1-13-2-16,-4-6-15 15,-6-2-13-15,-5-3 5 0,-5-4-6 16,-1 4 0-16,-15 5-20 15,5 5-4-15,2 9 13 16,6 3 10-16,3 2-4 16,0 0-5-16,20 7 10 15,4 8 14-15,-2 1 25 16,-4 8-21-16,-6 0-18 16,-10 4 3-16,-2-2 12 15,0 1-14-15,-5-1 2 16,-13-3-3-16,0 2-12 15,1-5-138-15,5-15-250 16</inkml:trace>
  <inkml:trace contextRef="#ctx0" brushRef="#br0" timeOffset="100">2274 7547 388 0,'0'0'18'0,"0"0"8"16,0 0 44-16,0 0-36 16,0 0-11-16,0 0 4 15,0 0-10-15,0-39 3 16,-3 39-20-16,0 0 0 16,0 0-7-16,-3 0-55 15,4 0 8-15,2 0 14 16,0 0 39-16,0 0 1 0,0 0 16 15,0-1 21-15,0-4 6 16,0 1 18-16,0-1 34 16,0 1-33-16,0-1-8 15,0 3-12-15,0 0 9 16,0 2-13-16,0-2-3 16,0 2 0-16,-3 0-7 15,3 0-14-15,0 0 33 16,0 0-20-16,0 0 18 15,-3 0-26-15,1 0-1 16,2 0-16-16,-2 4-2 16,-7 13 0-16,1 16-4 15,-6 13 4-15,1 5 2 16,5 4 1-16,6-5-3 16,2-3 0-16,0-5-1 0,2-3 1 15,12-11 1-15,4-5 1 16,6-6-2-16,3-6 1 15,8-7 0-15,1-4 0 16,4 0 0-16,-2 0 0 16,-5-4-1-16,-10-5-25 15,-4 0-41-15,-5-1-26 16,-8-1-56-16,-6-4 3 16,-8 6-304-16</inkml:trace>
  <inkml:trace contextRef="#ctx0" brushRef="#br0" timeOffset="101">1909 7926 804 0,'0'0'25'16,"0"0"-4"-16,0 0-21 16,0 0 0-16,0 0 2 15,105-71-2-15,-59 52 10 16,-3 4-6-16,-5 5-4 15,-6 10-16-15,-2 0-29 16,-6 0-103-16,-7 0-483 16</inkml:trace>
  <inkml:trace contextRef="#ctx0" brushRef="#br0" timeOffset="102">2649 7611 674 0,'0'0'13'15,"0"0"-13"-15,0 0 2 16,0 0 6-16,-70 25-4 0,70-12 1 15,0 7 7-15,0 8 1 16,0 6 33-16,10 5-31 16,0 2 17-16,11 3-13 15,-1-3 1-15,4-5-18 16,4-5 2-16,4-6-2 16,3-7-2-16,2-7 6 15,5-5-6-15,-2-5 0 16,3-1-27-16,-8-4-70 15,-5-14-169-15</inkml:trace>
  <inkml:trace contextRef="#ctx0" brushRef="#br0" timeOffset="103">3059 7628 630 0,'0'0'153'16,"0"0"-116"-16,0 0-37 15,0 0-1-15,0 0 1 16,0 75 19-16,3-38 3 16,7 4-12-16,4-4-7 15,2-5 2-15,-1-5-3 16,-1-8-1-16,-2-5 0 15,-2-4 1-15,-5-4-2 0,-1-3 0 16,-2-2 2-16,-2-1 2 16,0 0 9-16,0 0 17 15,0 0 19-15,0-4-2 16,0-7-39-16,-6-4 0 16,1 2-1-16,5-2-4 15,-2 4-3-15,2 1-2 16,0 3 0-16,0 3 2 15,0 2 0-15,0 2-5 16,0 0 1-16,0 0 3 16,0 0 0-16,0 0-10 15,0 0 8-15,0 0-3 16,0 0 2-16,0 0 4 16,0 0 0-16,0-1 1 15,0-5 2-15,0-3 8 0,5-6-11 16,6-4 0-16,11-8 0 15,10 0 3-15,3 4-7 16,-4 5 8-16,2 7-12 16,-8 11 6-16,-6 0-5 15,0 17 5-15,-4 8 2 16,0 2-1-16,-2 5 6 16,-1-2-6-16,-3-5 1 15,3-4 0-15,-5-10 0 16,-1-3-2-16,0-8 2 0,-5 0 2 15,-1 0-1 1,0-15 41-16,0-10-9 0,-1-10-33 16,1-4 0-16,0 3-1 15,0 5-8-15,21 8 0 16,6 4 8-16,6 10-4 16,2 9 5-16,0 0 0 15,0 3 0-15,-6 15-11 16,-1 6 11-16,-4 0 0 15,-5-2 0-15,-4-2 1 16,-3-2-3-16,-7-3 0 16,-2-2-9-16,-3-3-91 15,0-5-40-15,0-5-163 0</inkml:trace>
  <inkml:trace contextRef="#ctx0" brushRef="#br0" timeOffset="104">3653 7363 860 0,'0'0'3'16,"0"0"-3"-16,0 0 2 16,100-23 17-16,-49 46 100 15,5 22-92-15,-7 10 14 16,-2 11-8-16,-10 8-22 15,-10 2-7-15,-10 1 0 0,-12-4-4 16,-5-2-1-16,-3-6-1 16,-19-10-23-16,-7-6-35 15,-6-7-34-15,-6-12-102 16,1-13-529-16</inkml:trace>
  <inkml:trace contextRef="#ctx0" brushRef="#br0" timeOffset="105">2278 7761 450 0,'0'0'20'0,"0"0"17"15,0 0-32-15,0 0 12 16,0 0 40-16,0 0 35 16,-56 0-74-16,56 0 16 15,0 0-31-15,0 0-3 16,0 0-2-16,2 0 1 15,12 0 1-15,7 3 0 16,11-3 10-16,15 0 36 16,9-13-12-16,10 1-4 15,-4-3-27-15,-11 2-3 16,-8 8-2-16,-16 3 1 16,-10 2-28-16,-13 0-143 15</inkml:trace>
  <inkml:trace contextRef="#ctx0" brushRef="#br0" timeOffset="106">4701 7467 467 0,'0'0'54'16,"0"0"-53"-16,0 0 5 15,0 0-6-15,0 0 17 16,0 0 6-16,35-26 32 16,-29 25-19-16,-1-4-1 15,-2 5 4-15,-3 0 1 16,0 0-13-16,0 0 2 0,0 0 1 15,-8 0-6 1,-12 0-21-16,-9 8 0 0,-6 7-1 16,-3 5-2-16,0 1 1 15,8 5-1-15,6-4-8 16,8 0 8-16,5-4 6 16,9-3-5-16,2-3-1 15,9-4 0-15,22-1 0 16,15-7 5-16,13-1 7 15,6-13-12-15,-4-1-1 16,-3 3 1-16,-15 4 5 16,-8 8-5-16,-8 0-19 15,-16 0-11-15,-11 17-94 0,-8 7-89 16</inkml:trace>
  <inkml:trace contextRef="#ctx0" brushRef="#br0" timeOffset="107">4681 7885 700 0,'0'0'108'16,"0"0"-107"-16,0 0-1 16,0 0 21-16,87 2 17 15,-49-11-1-15,-3-3 5 16,-2 1-18-16,-1 4-24 16,-5 3 3-16,-4 1-7 15,0 2 3-15,-1 1-5 16,-6 0-22-16,-3 0-47 15,0-2-75-15,1-5-296 0</inkml:trace>
  <inkml:trace contextRef="#ctx0" brushRef="#br0" timeOffset="108">5786 7387 453 0,'0'0'54'0,"0"0"28"16,0 0-11-16,-73-29-24 15,52 24-14-15,-1 1 23 16,-1 4-36-16,3 0 0 16,1 4-12-16,0 19-8 15,1 6-6-15,1 7 6 16,9-1 8-16,5-3 8 16,3 0 2-16,8-5-6 0,12-2-11 15,9-3-1-15,3-7 1 16,6-4 3-16,3-5-4 15,-1-3-10-15,-2-3-27 16,-3 0-89-16,-10-9-427 16</inkml:trace>
  <inkml:trace contextRef="#ctx0" brushRef="#br0" timeOffset="109">5979 7446 791 0,'0'0'46'0,"0"0"-14"16,0 0-4-16,0 0-17 0,0 0-11 16,0 0-1-16,-40 47-4 15,40-23 6-15,9 2-3 16,5-4 3-16,3-2-2 16,1-3 2-16,-4-5 2 15,-4-4-3-15,-2-1-9 16,-8-4 9-16,0-3 7 15,0 0-3-15,0 0 53 16,-13 0-24-16,2-7-23 16,-3-7 8-16,4-2-11 0,10-9-7 15,0-7 0 1,22-1-10-16,10 0-15 0,2 4 6 16,3 11 16-16,-2 10 2 15,-6 8 0-15,-5 0-8 16,-4 13-12-16,-3 9-21 15,0 2 38-15,-6-1-9 16,-1 0 10-16,-1-5 3 16,-4-7 3-16,-2-4-3 15,-3-3 0-15,0-4 0 16,-3 0 21-16,-9 0 15 16,-5-4-25-16,3-7 14 15,1-4-16-15,10-3-8 16,3-6-1-16,16-4-2 15,12 1-12-15,4 6 6 0,0 9-3 16,-4 6 8-16,-2 6 3 16,-4 3 0-16,-4 12-8 15,-3 8 7-15,1 1 0 16,-8-1-1-16,-3 4-4 16,-2-4 4-16,0-4 2 15,1 0-9-15,-4-4-48 16,0-6-69-16,0-6-344 15</inkml:trace>
  <inkml:trace contextRef="#ctx0" brushRef="#br0" timeOffset="110">6803 7525 811 0,'0'0'18'0,"0"0"-11"16,0 0-1-16,118-17 63 15,-62 8-7-15,-1 0-16 16,-4 1-22-16,-5 6-23 16,-6 0-1-16,-8 2 1 15,-7 0-2-15,-11 0-2 16,-9 0-74-16,-5 0-47 15,0 0-129-15</inkml:trace>
  <inkml:trace contextRef="#ctx0" brushRef="#br0" timeOffset="111">7072 7328 707 0,'0'0'98'0,"0"0"-65"16,0 0-33-16,0 0 4 15,0 0-4-15,2 77 15 16,20-39 12-16,3-5 4 16,-1-1-10-16,-1-2-18 15,0-6 0-15,-7-4 3 16,-6-6-5-16,-1 1-1 16,-8-6 8-16,3 0-8 15,-4-1-6-15,0 1-44 16,-4-9-48-16,-3 0-277 15</inkml:trace>
  <inkml:trace contextRef="#ctx0" brushRef="#br0" timeOffset="112">7831 7214 678 0,'0'0'75'0,"0"0"-6"16,0 0 3-16,0 0-5 15,0 0-1-15,0 0-43 16,-28-45-11-16,16 45-2 16,1 0-8-16,-9 7 3 15,-4 16-5-15,-10 10-5 16,-5 11 5-16,3 7 6 15,7-2-6-15,9-11 0 0,16-4 1 16,4-10-3-16,10-12-5 16,27-3 7-16,16-9 1 15,9 0 8-15,2-9-9 16,-7-3 0-16,-8 1-8 16,-9 3 1-16,-12 3-28 15,-15 5-98-15,-12 0 5 16,-1-2-131-16,-14-1-165 15</inkml:trace>
  <inkml:trace contextRef="#ctx0" brushRef="#br0" timeOffset="113">7815 7255 586 0,'0'0'23'0,"0"0"24"15,0 0 19-15,0 0-38 16,0 0-24-16,0 0 3 15,8 48-7-15,4 4 48 16,2 7-7-16,1-1-5 16,0-5-26-16,-1-8 1 15,-1-1-2-15,1-9-9 16,2-2 1-16,-2-7-1 16,10-3-4-16,3-14-69 15,4-9-126-15</inkml:trace>
  <inkml:trace contextRef="#ctx0" brushRef="#br0" timeOffset="114">8402 7284 902 0,'0'0'0'0,"0"0"-6"15,-93-8-26-15,63 16 32 16,5 11-7-16,7 5 14 15,10 4-5-15,5 5-2 16,3-4-7-16,8-3 7 16,13-6 1-16,3-7 2 0,7-9-3 15,1-4 20 1,0-4 4-16,-7-14 6 0,-1-5-5 16,-15-9 4-16,-7-5-16 15,-2-5-12-15,-14-1-1 16,-13 1-1-16,-7 0-5 15,-6 0-13-15,4 4 3 16,11 6 13-16,10 12 6 16,7 10-2-16,8 10-1 15,0 0-10-15,9 6 5 16,10 16 1-16,5 12-12 16,1 7 14-16,5 7 2 15,-1 4 0-15,-3 2 4 16,2-3-3-16,-5-1-1 15,-2-5-2-15,-1-4-57 0,-4-2-29 16,0-8-134-16</inkml:trace>
  <inkml:trace contextRef="#ctx0" brushRef="#br0" timeOffset="115">7717 7967 757 0,'0'0'99'0,"0"0"-95"16,0 0-2-16,127-28 13 0,-29-3-11 15,18-5 3-15,5 2 13 16,-5 4 25-16,-22 10-34 15,-18 8-11-15,-21 12-3 16,-16 0-51-16,-14 0-92 16,-16 5-399-16</inkml:trace>
  <inkml:trace contextRef="#ctx0" brushRef="#br0" timeOffset="116">8230 8032 730 0,'0'0'22'0,"0"0"-22"15,0 0-8-15,0 0 6 16,-13 75 4-16,13-56 6 16,0-1-8-16,3-1-2 15,2-5 2-15,-2-1 3 16,2-4-3-16,-2-3 9 15,0-3-19-15,-3-1 20 16,0 0 3-16,0 0 36 16,0-3 10-16,0-8-59 0,0-4-2 15,13-7 1-15,10-1-6 16,13 5 7-16,5 2 0 16,-1 7-9-16,-4 9 9 15,-7 0-13-15,-8 2 4 16,-4 13 5-16,-9 0 3 15,-3 3-6-15,-1-3 7 16,-4-7-2-16,0-2 2 16,0-3 2-16,0-3 18 15,0 0 37-15,0 0-5 16,-9-6-27-16,9-8-1 16,0-7-17-16,23-3-7 15,14-3-6-15,6 5 4 16,-2 7-1-16,-4 5 3 15,-7 10 0-15,-4 0 0 0,-9 7-7 16,-6 12 5-16,-6 3 2 16,-2 4 8-16,-3 0-6 15,0-2-2-15,-7-6 0 16,1-3-1-16,0-5 1 16,6-10-84-16,0-5-228 15</inkml:trace>
  <inkml:trace contextRef="#ctx0" brushRef="#br0" timeOffset="117">9165 7555 803 0,'0'0'31'16,"0"0"-30"-16,91-4 27 16,-46-7 42-16,4 2-11 15,6-2 0-15,-3-1-54 16,-1 3 6-16,-4 3-10 0,-7 2-1 15,-11-1-13-15,-16 3-137 16,-5-8-138-16</inkml:trace>
  <inkml:trace contextRef="#ctx0" brushRef="#br0" timeOffset="118">9359 7305 874 0,'0'0'62'0,"0"0"-62"16,0 68 0-16,17-28 0 0,3-4 10 15,3 4 23 1,3-7 1-16,-6 3-4 0,-1-2-23 16,-6-4-5-16,-7 3 0 15,0-1-2-15,-1-3 0 16,2-5-21-16,-2 1-42 15,3-6-25-15,0-5-30 16,-1-7-115-16</inkml:trace>
  <inkml:trace contextRef="#ctx0" brushRef="#br0" timeOffset="119">10463 6815 655 0,'0'0'1'0,"0"0"31"15,0 0 7-15,0 0-33 16,0 0 0-16,0 0 18 16,0-41 19-16,-6 38-21 15,-4 1 1-15,-12 2-11 16,-10 0-11-16,-13 12 5 0,-10 7-12 16,3 5 8-16,7 2-4 15,12 2 4-15,9 5 0 16,6 3 0-16,10 0 1 15,8 3 4-15,0 0-4 16,13 2 11-16,20-1-11 16,11-6 26-16,13-1-5 15,8 2 7-15,-2 5-8 16,-9 4-1-16,-13 9-17 16,-14 1 7-16,-14 1 8 15,-13 1-10-15,0 1 8 16,-17 1-1-16,-12-3-16 15,-6-5 6-15,-2-5 2 0,-2-10-8 16,6-9 3-16,4-3-2 16,5-8 5-16,4-2-7 15,6-4-37-15,7-2-25 16,-4-3-25-16,-3-2-12 16,-4-2-128-16</inkml:trace>
  <inkml:trace contextRef="#ctx0" brushRef="#br0" timeOffset="120">10341 8188 247 0,'0'0'138'0,"0"0"-43"15,0 0 33-15,0 0-19 16,0 0-18-16,0 0-13 16,-8 1-4-16,5 1-55 15,-1-2-19-15,-1 2 0 16,-1 0-9-16,0 1 8 16,1-2-2-16,-4 2 3 15,2 3 0-15,-1-4-2 16,-3 4-5-16,-4-5 6 15,4-1 2-15,-1 0-1 0,7 0 6 16,-1 0-6-16,4-1 10 16,-2-9-8-16,4-3-4 15,0-1 0-15,12-1-1 16,7 0 6-16,5 7-4 16,0 4 1-16,0 4-4 15,0 0-4-15,-4 7 7 16,-5 12-13-16,-3 9 14 15,-4 6 0-15,-6 7 2 16,-2 7 0-16,-8-1 2 16,-16-3 8-16,-7-6-12 15,-3-9 3-15,-7-9 8 16,1-7 14-16,2-7-19 0,5-6 2 16,11 0-5-16,13-3 12 15,6-12-7-15,3-9-8 16,22-2-9-16,8 2 2 15,11 4 7-15,4 11 5 16,3 9-5-16,1 0-5 16,-6 3 5-16,-2 9-1 15,-6 5 4-15,-5-2-6 16,-3 0 8-16,-10 0-5 16,0-7 0-16,-4 4-4 15,-2-6-2-15,1 1-77 16,-7-7-62-16,-5 0-296 15</inkml:trace>
  <inkml:trace contextRef="#ctx0" brushRef="#br0" timeOffset="121">9928 6465 693 0,'0'0'3'16,"0"0"7"-16,0 0-9 0,0 0 9 16,0 0-10-16,0 0 0 15,3 4 0-15,11 15 2 16,-5 10-2-16,-2 4 10 15,-3 0 2-15,-4 0-4 16,0-6 3-16,0-6-8 16,0-6-2-16,-4-6 11 15,-3-1 4-15,1-5 1 16,-5-3 20-16,2 0-11 16,0-2-6-16,2-14 1 15,5-10-10-15,2-4-9 16,0-7-2-16,14 1 0 15,10 5-10-15,-1 4 9 0,-3 9-15 16,-2 10 16-16,-1 5 0 16,-5 3-6-16,-2 6 5 15,-2 10-9-15,-6 6 10 16,-2 1 0-16,0-4 0 16,0-3 0-16,0-3 0 15,0-8-1-15,0-2 2 16,0-3-1-16,0 0 9 15,0-3 24-15,0-9-33 16,0-5 2-16,0-4-2 16,14-1-1-16,10 0-2 15,1 7 2-15,-1 7-5 0,-5 3 6 16,-1 5-2-16,-4 0-5 16,-6 10 7-16,0 8 0 15,-2 4-1-15,-6 0-1 16,0-1 2-16,0 3-4 15,0-4-58-15,-4-8-98 16</inkml:trace>
  <inkml:trace contextRef="#ctx0" brushRef="#br0" timeOffset="122">10416 6456 768 0,'0'0'18'16,"0"0"-18"-16,110-48 1 15,-56 30 7-15,5 5 11 16,-4 2 4-16,-10 7-20 16,-13 4-3-16,-10 0-21 15,-17 0-127-15,-5 0-262 16</inkml:trace>
  <inkml:trace contextRef="#ctx0" brushRef="#br0" timeOffset="123">10702 6284 576 0,'0'0'162'0,"0"0"-104"0,0 0-51 16,0 0-5-16,0 0-2 15,0 0 29-15,91 103 3 16,-69-61 3-16,-4 2-17 15,1 1-7-15,-2-4-11 16,-2-3 7-16,-2-6-14 16,-3-6 4-16,0 0-54 15,-4-12-71-15,2-14-409 16</inkml:trace>
  <inkml:trace contextRef="#ctx0" brushRef="#br0" timeOffset="124">10988 7134 773 0,'0'0'0'16,"0"0"-1"-16,0 0 1 16,0 0 5-16,0 0 14 15,0 0-11-15,10-20-8 16,-4 28-6-16,4 17 6 15,-3 10 22-15,1 15 3 16,-3 17-14-16,-2 4-5 16,3 0-2-16,3-6 0 15,0-16-2-15,-1-9-2 16,1-15 1-16,-2-8 7 16,-5-8-15-16,1-3 7 15,-3-4-2-15,5-2-36 16,4-18-28-16,3-15-153 15</inkml:trace>
  <inkml:trace contextRef="#ctx0" brushRef="#br0" timeOffset="125">11226 7187 757 0,'0'0'85'16,"0"0"-63"-16,0 0-16 15,0 0-6-15,-55 83-6 16,26-34 6-16,5 2 0 15,10 2 6-15,8-4-5 16,6-13-1-16,0-4 0 16,12-10 4-16,11-7-2 15,-1-5 3-15,5-2-4 0,-3-3 0 16,-1-2-2-16,3-3-39 16,-6 0-242-16</inkml:trace>
  <inkml:trace contextRef="#ctx0" brushRef="#br0" timeOffset="126">11535 7309 773 0,'0'0'2'0,"-77"0"2"15,36 13 2-15,9 3-3 16,8 4 7-16,18 0 0 0,6 1-9 15,19 0 3 1,14 2-1-16,8-1 1 0,6-3 11 16,-10 2 5-16,-9-4-12 15,-12 1-6-15,-13 0 7 16,-3 3-1-16,-30 2 6 16,-19-3-2-16,-9 1-12 15,3-9 0-15,9-3-43 16,11-9-11-16,16 0-170 15</inkml:trace>
  <inkml:trace contextRef="#ctx0" brushRef="#br0" timeOffset="127">11836 7135 781 0,'0'0'2'0,"0"0"3"16,0 0 8-16,0 0-10 16,0 0-3-16,0 0 23 15,40 82 33-15,-26-29-2 16,-1 5-8-16,-2 2-35 15,-3-4 0-15,0-10-8 0,1-7-1 16,4-13-2-16,-3-4-3 16,3-7-6-16,7-8-60 15,1-7-24-15,6-10-263 16</inkml:trace>
  <inkml:trace contextRef="#ctx0" brushRef="#br0" timeOffset="128">12186 7355 686 0,'0'0'9'15,"0"0"-9"-15,-26 86-10 0,23-54 10 16,3 1 11-16,5-5-8 16,10-5 21-16,5-7 2 15,0-7 4-15,-6-4-3 16,-4-5 6-16,-5 0 24 15,-5-8 41-15,0-9-57 16,-3-7-34-16,-9 3-7 16,-1 2-11-16,3 1-19 15,6-4-69-15,4-1-195 16</inkml:trace>
  <inkml:trace contextRef="#ctx0" brushRef="#br0" timeOffset="129">12555 7332 617 0,'0'0'1'0,"-84"41"10"16,56-18-8-16,10-2 1 16,14 0 15-16,4-1-3 15,10-5-13-15,17-6 27 16,7-9-19-16,0 0 49 15,-3-2-13-15,-9-15-36 16,-8-5 10-16,-9-5 7 16,-5 1-27-16,0 1-2 0,-15 6 2 15,2 6 2-15,-2 7-3 16,7 3 2-16,8 3-6 16,0 3-2-16,10 16 1 15,12 10 5-15,6 3 11 16,-2 4 24-16,-3 3-14 15,-11-2-19-15,-7-1 9 16,-5-2-4-16,-5-7-3 16,-15-1 4-16,-13-2-5 15,-6-4-3-15,-2-2-1 16,4-5 0-16,5-4-6 16,11-8-62-16,13-1-96 15</inkml:trace>
  <inkml:trace contextRef="#ctx0" brushRef="#br0" timeOffset="130">13142 7114 187 0,'0'0'536'0,"-92"3"-502"16,47 14-11-16,12 4-2 15,13 3 11-15,20 1 0 0,5 3-15 16,35-2 6-16,16 4 11 16,5-6 8-16,2 0 3 15,-11-5-16-15,-17 4 6 16,-18 0-31-16,-12-1-2 15,-5 1 1-15,-25 3-1 16,-18 0 3-16,-12-4-5 16,-3-2 0-16,3 0-5 15,3-5-51-15,6-5-54 16,8-8-190-16</inkml:trace>
  <inkml:trace contextRef="#ctx0" brushRef="#br0" timeOffset="131">12937 7828 441 0,'0'0'105'15,"0"0"-36"-15,0 0-25 16,0 0-26-16,0 0 16 16,0 0-11-16,0 0-5 15,0 0-8-15,-6-12 21 16,6 12-19-16,0 0-12 15,0 0-4-15,0 0 3 0,0 0 1 16,0 0 0-16,0 0-2 16,0 0 2-16,0 0 2 15,0-2 2-15,0-1 0 16,0-5 7-16,9-4 20 16,-2-3-20-16,1 0-2 15,-4 0 11-15,-4 0 12 16,0 0-26-16,-3 5 4 15,-10 0-10-15,-5 3 10 16,-2 2-4-16,-4 5-6 16,2 0-5-16,4 0-2 15,2 16 5-15,7 8-3 0,1 3 0 16,2 6 5-16,6 1 7 16,6-2-1-1,15-5-4-15,13-8 15 16,8 0-1-16,1-8-2 0,1-5-4 15,-1-3-6-15,-9-1 3 16,-7-1-14-16,-10 0 6 16,-12 1-50-16,-5-2-128 15</inkml:trace>
  <inkml:trace contextRef="#ctx0" brushRef="#br0" timeOffset="132">13934 7359 385 0,'0'0'91'16,"0"0"-68"-16,0 0 23 16,0 0-33-16,0 0-3 15,0 0 35-15,0 0 17 16,0 0-48-16,0 0-13 15,0 0-1-15,0 0 22 16,0 0 15-16,0-4-9 16,0 2-7-16,0-5-9 15,-6 5-1-15,-4-2-2 16,-3 2-8-16,2 0 8 16,-1 0-5-16,-2 2-1 15,1 0-3-15,0 0 0 16,-3 9 10-16,0 7-10 0,-1 4-7 15,3 6 7 1,2 2 0-16,9-3 1 0,3-3-1 16,0-4-1-16,3-8 1 15,13-2 12-15,2-7-12 16,2-1 1-16,1 0 29 16,-6-6 6-16,5-12 9 15,-9-4-18-15,-3-8-23 16,-2-6 8-16,-6-3-11 15,0-3 0-15,-11-6-1 16,-10 4 0-16,1 0-9 16,4 6 9-16,3 10-2 0,8 11 1 15,5 12-3 1,0 5-1-16,2 2-8 0,14 28 3 16,3 14 8-16,2 15-1 15,-4 12 3-15,0 1 19 16,1-4-7-16,-1-12-12 15,3-7 0-15,-3-13 0 16,2-6 0-16,-9-12-4 16,-2-7-9-16,-2-8-93 15,-3-3-152-15</inkml:trace>
  <inkml:trace contextRef="#ctx0" brushRef="#br0" timeOffset="133">14355 7194 563 0,'0'0'47'15,"-90"-5"-43"-15,40 7 0 16,10 9-1-16,16 1 56 16,18 4 2-16,6 1-48 15,32 2 5-15,19-1 1 0,11 0 27 16,2-1-32-16,-4 4 6 16,-16 2 24-16,-19 5-20 15,-19 1-16-15,-7 0-5 16,-35 6 9-16,-20 1 6 15,-4-3-18-15,-2-2-8 16,14-13-103-16,21-17-463 16</inkml:trace>
  <inkml:trace contextRef="#ctx0" brushRef="#br0" timeOffset="134">14541 7461 1055 0,'0'0'0'0,"0"0"-75"15,0 0-88-15,-89-8-403 16</inkml:trace>
  <inkml:trace contextRef="#ctx0" brushRef="#br0" timeOffset="135">4909 8952 281 0,'0'0'85'15,"0"0"-50"-15,0 0 30 16,0 0-44-16,0 0-13 16,0 0-8-16,0 0-12 15,0 0 3-15,3-12-10 16,1 9-71-16,2 0-68 15</inkml:trace>
  <inkml:trace contextRef="#ctx0" brushRef="#br0" timeOffset="136">4909 8952 414 0,'38'-22'88'16,"-38"22"-69"-16,0 0 16 15,0 0 31-15,0 0 28 16,0 0-35-16,0 0-21 16,0-3 1-16,0 1-19 15,0 2-4-15,0 0-15 16,0-3 19-16,0 3 1 16,0 0-2-16,-3 0-14 15,3 0-5-15,0 0 0 16,0 0 0-16,0 0-6 0,-6 0 6 15,1 0 3 1,-3 0-3-16,-11 8 0 0,0 2 0 16,-9 7 6-16,-3 7-6 15,-7 2 0-15,-2 6 1 16,-1 1-3-16,6-1 4 16,8-3-4-16,7-2 2 15,16-4-7-15,4-1 5 16,18-11-5-16,22-3 7 15,18-8 1-15,9 0 8 0,8-17-9 16,-4 5 0 0,-6 0-10-16,-11 8 10 0,-13 4-38 15,-7 0-1-15,-8 2-64 16,-5 7-101-16</inkml:trace>
  <inkml:trace contextRef="#ctx0" brushRef="#br0" timeOffset="137">5011 9474 733 0,'0'0'59'15,"0"0"-51"-15,0 0-3 16,0 0-2-16,0 0 10 16,84-10-3-16,-33-8 6 0,1 4-11 15,-7 6-5-15,-6 8-21 16,-7 0-98-16,-8 0-150 15</inkml:trace>
  <inkml:trace contextRef="#ctx0" brushRef="#br0" timeOffset="138">10448 9466 509 0,'0'0'93'16,"0"0"-24"-16,0 0 8 15,0 0-47-15,0 0 11 16,0 0-6-16,0 0-15 16,0-9-1-16,0 7-3 15,0-2-9-15,0-1 2 16,0-1 1-16,-1 2 1 16,-2 1 6-16,-2 2 5 15,0-4 5-15,-4 2-23 16,-2 2 6-16,-5 1-7 15,-7 0-2-15,-4 0 1 16,-4 8-2-16,-3 3 0 16,2 4 0-16,4 6 5 0,1 3-5 15,4 2-2-15,9-1-8 16,2 7 10-16,7 2 0 16,2 4 5-16,3-3-5 15,6 7 0-15,13 2 0 16,11 2 7-16,7 2 23 15,4 1-10-15,-4 2-10 16,-2 0-6-16,-12 1-4 16,-8-2 6-16,-9-7-4 15,-6-1 1-15,0 0 15 16,-24-1 2-16,-13 2 4 16,-10-2-3-16,-5 1-9 0,0-8-8 15,13-4-2-15,3-9-2 16,9-6 0-16,4-4-4 15,4-5-8-15,-1 0-43 16,1 0-42-16,3-6-136 16,3 0-579-16</inkml:trace>
  <inkml:trace contextRef="#ctx0" brushRef="#br0" timeOffset="139">10231 10828 916 0,'0'0'108'16,"0"0"-99"-16,0 0-9 15,-78 0-4-15,49 0 4 16,10 9 5-16,-3 2 0 16,7 6-3-16,11 1 1 15,0 5-3-15,4 1 1 16,0-3-3-16,18-1 0 16,3-7 1-16,2-2 1 15,4-6 0-15,10-5 0 16,-5 0 3-16,-1-5-3 15,0-7 1-15,-7-9-1 0,-3-3 21 16,-9-8-6-16,1-1-13 16,-13 1 16-16,0 0-3 15,-13 6 5-15,-9 5 8 16,-10 13 14-16,-3 8-37 16,-5 0-2-16,-1 22-3 15,5 6-32-15,4 5-32 16,11 1-18-16,11-10-73 15,10-13-61-15</inkml:trace>
  <inkml:trace contextRef="#ctx0" brushRef="#br0" timeOffset="140">10364 9181 788 0,'0'0'16'16,"0"0"-6"-16,0 0-10 16,0 0 0-16,0 0 0 15,0 0 12-15,-39-24-2 16,39 24-10-16,0 0 0 16,0 0 3-16,0 0-2 15,0 0-2-15,0 0 6 16,0 0-2-16,0 0-2 15,0 0 22-15,0 0-8 16,0 0-10-16,0 0 4 16,0 0-3-16,0 0 3 0,0 0 12 15,0 0-8-15,0 0 5 16,0 0-7-16,0 0-7 16,0 0-3-16,0 0-1 15,0 0 0-15,0 0-3 16,0 0 1-16,1 3 2 15,7 3 3-15,2 6-3 16,1-1 1-16,-2 1-5 16,3 3 7-16,0 0-9 15,-2 2 11-15,2 2-8 16,-3-1 6-16,3 1-5 16,-6-1 2-16,-4-3-3 0,1-3 3 15,-3-8 0-15,0-2 2 16,0-2 0-16,0 0 20 15,0 0 19-15,0-10 7 16,0-9-12-16,0-9-31 16,-3 0-3-16,3-2-2 15,0 3-5-15,5 4 5 16,13 4 0-16,6 5-1 16,5 3-4-16,6 5-6 15,6 5 5-15,-7 1 3 16,-2 0 1-16,-4 9-1 15,-9 3-1-15,-3 1-1 16,-6-3 4-16,-5 2 1 0,-2-6-1 16,-3 0 1-1,0-3-6-15,0-3 7 0,-8 0-1 16,-5 0 17-16,-2-3-9 16,3-9 3-16,2-5 0 15,10-10-4-15,0-1-6 16,19-2-1-16,12 6-2 15,10 6 1-15,-5 12-4 16,-4 6 5-16,-7 3-10 16,-5 18 6-16,-3 11-3 15,-4 6 3-15,-2 2 4 16,-5 1 9-16,-4-7-9 0,-2-3-1 16,2-4-9-16,-2 1-34 15,0-13-84-15,0-15-208 16</inkml:trace>
  <inkml:trace contextRef="#ctx0" brushRef="#br0" timeOffset="141">11127 9658 218 0,'0'0'532'0,"0"0"-471"16,0 0-13-16,0 0-8 15,0 0-4-15,0 0-15 16,0-23-14-16,0 28-7 16,0 21-13-16,0 15 13 15,0 15 13-15,4 3 4 16,-2 3-8-16,4-7 6 0,-4-8-9 16,2-5-6-1,1-10 4-15,-2-9-3 0,1-8 9 16,-2-3-5-16,-2-6-5 15,0-6-1-15,0 0-4 16,0 0 5-16,0-9-62 16,4-23-116-16</inkml:trace>
  <inkml:trace contextRef="#ctx0" brushRef="#br0" timeOffset="142">11347 9673 869 0,'0'0'79'0,"0"0"-69"16,0 0-9 0,0 0 1-16,0 0-2 0,0 0 5 15,-46 70-2-15,23-33 0 16,5 7 5-16,5 1-1 16,6-5-4-16,7-1-2 15,0-9 1-15,23-4-2 16,7-7 8-16,1-6 11 15,6-3-2-15,-5-6-7 16,-6 0-7-16,-6-1-3 16,-5-3 0-16,-1 4 0 15,-5-4-15-15,2 2-47 16,1-2-59-16,0 0-37 16,-1 0-242-16</inkml:trace>
  <inkml:trace contextRef="#ctx0" brushRef="#br0" timeOffset="143">11842 9784 582 0,'0'0'83'15,"0"0"-47"-15,-111-4-21 16,65 16 24-16,2 3 0 15,7 0-9-15,17-1-10 16,9 3-2-16,11-1-17 0,14-1 4 16,23 0-5-1,13-5 13-15,7-1-8 0,-1 4-1 16,-14-3 12-16,-13 6-4 16,-8-4-8-16,-19 2 3 15,-2 1-7-15,-13 0 3 16,-19 2 18-16,-14-1-12 15,-4-1-9-15,3-7-2 16,7 1-7-16,15-9-27 16,7 0-46-16,15-9-113 15</inkml:trace>
  <inkml:trace contextRef="#ctx0" brushRef="#br0" timeOffset="144">11992 9593 903 0,'0'0'4'15,"0"0"-4"-15,0 0-9 16,0 0-11-16,0 0 15 15,0 0-3-15,17 8 8 0,1 22 9 16,-2 12 16 0,4 7 8-16,-2 3-8 0,-6-2-5 15,0-5 7-15,-2-7-21 16,-3-6 3-16,-6-8-9 16,1-7 0-16,1-4 1 15,-1-6 4-15,1-3-10 16,3-4-8-16,9 0-62 15,7-13-1-15,10-12-96 16</inkml:trace>
  <inkml:trace contextRef="#ctx0" brushRef="#br0" timeOffset="145">12486 9763 729 0,'0'0'66'15,"0"0"-8"-15,0 0-36 16,0 0-15-16,-73 6-5 15,50 17 4-15,7 5 16 16,6-3-13-16,8 5 9 16,2-6-18-16,0-5-4 15,9-4 4-15,5-8 15 16,1-6-6-16,-5-1 21 16,-4 0 7-16,-5-1 1 15,-1-14 34-15,0-3-59 16,-1-3-13-16,-7 2-1 15,5 1-17-15,3 0-40 16,0-1-67-16,16 0-50 0,14 3-254 16</inkml:trace>
  <inkml:trace contextRef="#ctx0" brushRef="#br0" timeOffset="146">12638 9719 391 0,'0'0'179'15,"0"0"-53"-15,0 0-81 16,0 0-21-16,0 0 6 15,0 0 13-15,-6 50-11 16,6-33-4-16,0-8-17 16,3 0 0-16,8-3 5 15,-6-6 4-15,-2 0-8 16,-1 0 5-16,-2 0 25 0,0 0 18 16,0-13-28-1,0 2-32-15,0-1 2 0,0 5 2 16,0 3-4-16,0 4-5 15,0 0 2-15,6 0-1 16,15 0 4-16,0 14 2 16,7 4-2-16,-7 7-10 15,-2 0 9-15,-6 5 1 16,-5 0 0-16,-8 1 0 16,0 2-1-16,-18-2 4 15,-14-3-4-15,-3-4 1 16,0-5-2-16,5-3 2 15,7-2 0-15,8-5-30 16,5-3-33-16,7-6-51 16,3 0-17-16,10-18-88 0</inkml:trace>
  <inkml:trace contextRef="#ctx0" brushRef="#br0" timeOffset="147">13446 9433 915 0,'0'0'28'16,"0"0"-14"-16,0 0-11 16,-85-1-3-16,43 25-2 0,2 3 2 15,9 1 20-15,12 2-16 16,11 0 1-16,8 0-5 15,0-4 2-15,23 0 10 16,12-2 29-16,5 4-2 16,0-5-1-16,-8 3 1 15,-13-2-32-15,-11-1 0 16,-8-2-7-16,0-1 0 16,-26 2 9-16,-7 1-9 15,-14-3 0-15,-1 4-3 16,-2-6-8-16,5 5-45 15,9-6-40-15,13-5-126 16,12-12-571-16</inkml:trace>
  <inkml:trace contextRef="#ctx0" brushRef="#br0" timeOffset="148">13127 10175 465 0,'0'0'180'16,"0"0"-117"-16,0 0-32 0,0 0-12 15,0 0 7-15,0 0-15 16,4 5-11-16,5-5 2 16,1 0 20-16,7 0 40 15,4 0-6-15,-1 0 0 16,3-6-27-16,-8-3-4 15,-3-3-18-15,-3-2 1 16,-6 3-2-16,-3-4 2 16,0 0-3-16,-12 4-2 15,-8 2 0-15,0 6-3 16,-7 3 1-16,3 0 4 16,2 15-4-16,2 11 1 0,4 3-1 15,6 3 0-15,4 1 2 16,6-1 2-16,3-2-2 15,19-7 6-15,10 1-5 16,6-9 7-16,5-4-5 16,-2-8-6-16,-6-3 0 15,-4 0-9-15,-3 0-66 16,-6-12-50-16,-10-5-148 16</inkml:trace>
  <inkml:trace contextRef="#ctx0" brushRef="#br0" timeOffset="149">14368 9700 811 0,'0'0'18'16,"0"0"14"-16,0 0-24 15,0 0-4-15,-95-42 3 0,66 39-5 16,0 3 4-16,0 0 4 16,6 0-5-16,0 18-5 15,5 7 0-15,7 2 2 16,7 5-2-16,4-2-4 16,5-7 4-16,17-5-7 15,0-7 10-15,6-6-3 16,0-5 4-16,1-2 1 15,0-16 39-15,-3-5-21 16,-7-6 18-16,-6-3-13 16,-8-3-23-16,-5-4 7 15,-2 0-12-15,-22-4 8 16,-2-2-9-16,0-5 1 0,0 1-5 16,12 6 1-1,5 13 6-15,9 12-5 0,0 18 3 16,18 3-10-16,8 24 5 15,-2 10 3-15,1 13 0 16,-1-1 2-16,-6 2-3 16,-1-4 7-16,-4-3-4 15,-2-11 4-15,-2-4-2 16,3-5-4-16,2-2 1 16,1-5-57-16,5-7-79 15,4-10-214-15</inkml:trace>
  <inkml:trace contextRef="#ctx0" brushRef="#br0" timeOffset="150">14824 9571 860 0,'0'0'17'0,"0"0"62"16,0 0-8-16,0 0-53 15,-78-38-2-15,44 38-16 16,9 12 0-16,10 6-5 15,14 5-6-15,1 4 11 16,26 2 8-16,12-3-5 16,9-2-1-16,-7-3 4 15,-12-3-4-15,-7-4-2 16,-16-2 0-16,-5 0 9 16,-13 3-9-16,-31 2 9 0,-15 2-3 15,0-3-6 1,0 2-29-16,11-5-119 0,15-11-250 15</inkml:trace>
  <inkml:trace contextRef="#ctx0" brushRef="#br0" timeOffset="151">10935 10083 236 0,'0'0'3'16,"0"0"-3"-16,0 0-14 15,0 0-3-15,0 0 14 16,0 0-86-16</inkml:trace>
  <inkml:trace contextRef="#ctx0" brushRef="#br0" timeOffset="152">10950 10046 150 0,'0'0'9'16,"0"0"-9"-16,0 0 0 16,0 0-6-16,0 0 4 15,0 0-67-15,0 0-13 16</inkml:trace>
  <inkml:trace contextRef="#ctx0" brushRef="#br0" timeOffset="153">6039 9246 332 0,'0'0'108'15,"0"0"-99"-15,0 0-9 16,0 0 4-16,0 0-2 16,0 0-2-16,0 0 0 15,0 0 0-15,0 0-6 16,0 0-13-16,0 0 18 16,0 0-9-16,0 0 10 15,0 0-2-15,0 0 0 16,0 0 2-16,0 0 1 15,0 0 16-15,0 0 30 0,0 0-24 16,0 0-4-16,0 0 7 16,0 0 1-16,0 0 4 15,0 0-13-15,0 0-5 16,0 0 1-16,0 0-8 16,0 0 4-16,0 0 42 15,0 0-13-15,0 0-16 16,-4-3-3-16,-2 2-11 15,-3 1-7-15,1 0 6 16,1 0-7-16,-1 0 0 16,-3 0-1-16,4 0 0 15,-1 0 13-15,-4 0-12 16,3 0 1-16,-2 0 0 0,-1 0 4 16,1 0 2-1,0 12-8-15,-2 14 5 0,-1 16 0 16,1 8-5-16,-1 5 14 15,4-1-10-15,7-5 2 16,3-8-5-16,8-7 2 16,19-8 8-16,13-8-1 15,9-7-2-15,8-11-1 16,8 0-7-16,-5 0-1 16,-2-5-8-16,-15-2-73 15,-17-3-242-15</inkml:trace>
  <inkml:trace contextRef="#ctx0" brushRef="#br0" timeOffset="154">6507 9307 844 0,'0'0'6'16,"0"0"7"-16,0 0-4 15,0 0-9-15,0 0-2 16,-5 80 1-16,5-35 1 16,11 3 4-16,5-4-3 15,1-5 0-15,-2-7-1 0,-1-7 0 16,-3-5 4 0,-5-7-3-16,-4-6-1 0,-1-3 0 15,-1-2-1 1,0-2 2-16,0 0 55 0,0-8-13 15,-1-12-42-15,-1-5-1 16,2-4 0-16,0-3-1 16,12 1-6-16,11 6 7 15,-3 3-14-15,2 14-8 16,2 6 15-16,-4 2-6 16,-1 5 4-16,-6 15 3 15,-4 4 6-15,-4-3-11 16,-1-2 11-16,-1-3 0 15,-3-10 0-15,0-6 0 0,0 0 4 16,0 0 7-16,0-9 10 16,0-12-21-16,8-6 0 15,12-4 0-15,4 4-7 16,-2 9 7-16,0 9 0 16,-9 9 0-16,-2 0 0 15,-1 18-8-15,-7 9 8 16,2-1-5-16,3 0 6 15,-2-3-3-15,0 1 2 16,3-8 0-16,-3-1-2 16,0-3 2-16,-3 2-23 15,-3-2-71-15,0-8-158 16</inkml:trace>
  <inkml:trace contextRef="#ctx0" brushRef="#br0" timeOffset="155">7309 9571 783 0,'0'0'19'0,"70"-20"-19"15,-25-1 14-15,0 6 41 16,-12 2-34-16,-4 7-20 0,-10 3-2 16,-3 3 1-16,-6 0-1 15,0 0-6-15,0 3-20 16,-3 3-70-16,-4 0-57 16,-3-3-125-16</inkml:trace>
  <inkml:trace contextRef="#ctx0" brushRef="#br0" timeOffset="156">7483 9383 788 0,'0'0'58'16,"0"0"-43"-16,0 0-15 16,0 0 0-16,10 77 0 0,-1-33 12 15,6 4-3-15,-4 1 14 16,1-1-16-16,-2-7-6 15,0-3-1-15,-4-10 0 16,0-6-8-16,-4-5 6 16,0-2-12-16,2-9-21 15,-2-6-81-15,0-6-185 16</inkml:trace>
  <inkml:trace contextRef="#ctx0" brushRef="#br0" timeOffset="157">8234 9272 600 0,'0'0'49'16,"0"0"-2"-16,0 0-19 15,0 0 25-15,0 0 13 16,0 0-21-16,18-14-26 0,-33 32-19 16,-5 10 2-16,-7 12 4 15,-4 5-5-15,2-1-1 16,3 1 1-16,4-10 6 15,7-9 0-15,15-9-2 16,0-7-4-16,25-7 8 16,13-3-2-16,11-8 1 15,11-16-2-15,7-2-3 16,-7-1-2-16,-4 9-1 16,-15 0 0-16,-12 10-44 15,-9 1-29-15,-15-2-194 16</inkml:trace>
  <inkml:trace contextRef="#ctx0" brushRef="#br0" timeOffset="158">8230 9295 878 0,'0'0'16'0,"0"0"-16"16,0 0-6-16,0 0 6 15,0 69 9-15,10-21 13 16,4 9 1-16,1 0-1 16,2-8-22-16,3-6 0 15,0-8 0-15,4-7 9 16,-1-9-9-16,-1-4-20 16,2-6-30-16,1-9-80 15,4-14-267-15</inkml:trace>
  <inkml:trace contextRef="#ctx0" brushRef="#br0" timeOffset="159">8880 9334 680 0,'0'0'19'16,"0"0"83"-16,0 0-78 15,0 0-9-15,0 0-9 16,-103 26-4-16,66 6 0 15,5 3 1-15,8-5-1 0,14-3-2 16,10-7 2-16,0-6-4 16,8-6 2-16,10-7 0 15,4-1 10-15,4-6-2 16,-3-11-4-16,1-3 18 16,-10-4-9-16,-6-4 15 15,-7-3-14-15,-1-6-14 16,-3-1 2-16,-15-2 0 15,-6 4-2-15,6 2-13 16,-4 8-14-16,11 9 27 16,3 8 0-16,8 9 8 15,0 0-8-15,2 15-15 16,13 13 13-16,9 11 2 0,2 10 22 16,3 5-16-1,5 2 13-15,-5-5-3 0,-1-5-11 16,-4-9 2-16,-7-7-7 15,-2-5 2-15,-5-3-2 16,-5 0 0-16,-3 0-23 16,-2 1-30-16,0 1-48 15,-12-6-122-15</inkml:trace>
  <inkml:trace contextRef="#ctx0" brushRef="#br0" timeOffset="160">8176 10128 935 0,'0'0'63'16,"0"0"-45"-16,0 0-18 15,0 0 0-15,0 0 0 16,183-85 15-1,-106 61-12-15,-1 9-4 16,-12 6 1-16,-7 7 0 16,-15 2-14-16,-6 0-79 15,-16 8-47-15,-14 4-344 0</inkml:trace>
  <inkml:trace contextRef="#ctx0" brushRef="#br0" timeOffset="161">8482 10242 819 0,'0'0'74'0,"0"0"-50"15,0 0-24-15,0 0-9 16,0 0 8-16,-22 82 2 16,38-44 0-16,3 1 5 15,-2-1-6-15,-7-6 0 16,-2-8 3-16,0-6-3 15,-8-12 0-15,0-1 2 0,0-5 3 16,0 0 39-16,0 0 11 16,0-14-46-16,0-12-3 15,0-9-5-15,21-8 0 16,9 0-1-16,3 11-1 16,-2 11-5-16,-2 12 6 15,-5 9 1-15,-5 0-1 16,-1 9-8-16,-4 9 0 15,-7 8 8-15,0-3-2 16,-5-5-2-16,-2-7 4 16,0-8 3-16,0-3 0 15,0 0 5-15,-7-3 5 16,1-14-7-16,6-6-5 16,0-4-1-16,0-2 0 0,9 5 0 15,9 6 5-15,-5 7-5 16,-1 6 0-16,3 5 0 15,-4 0-1-15,1 7 1 16,3 12-1-16,-2 0-1 16,-1 6 2-16,-4-2 2 15,-1-5-2-15,-5-1 0 16,1-2 0-16,0-4 0 16,-3-1-9-16,4-2-50 15,1-1-67-15,0-7-119 16</inkml:trace>
  <inkml:trace contextRef="#ctx0" brushRef="#br0" timeOffset="162">9500 9925 791 0,'0'0'61'15,"0"0"-31"-15,0 0-7 16,0 0-21-16,0 0-2 16,73-9 42-16,-16-8 12 15,4 2-13-15,-9 3-17 16,-14 1-17-16,-12 7-6 15,-7 1-1-15,-8 1 0 0,0 2-1 16,-6 0-15-16,-5 0-60 16,0 0-74-16,0 0-172 15</inkml:trace>
  <inkml:trace contextRef="#ctx0" brushRef="#br0" timeOffset="163">9670 9680 562 0,'0'0'81'0,"0"0"33"0,0 0 2 16,0 0-60-16,0 0 8 15,0 0-23-15,-14-27-16 16,14 27-15-16,0 4-10 15,17 13-3-15,4 16 3 16,1 14 3-16,-1 9 9 16,-4 6 6-16,-4-3-18 15,-3-4 22-15,-4-7-12 16,0-13-8-16,-5-11-4 16,0-7 5-16,-1-8-4 15,0-3 1-15,3-2 0 16,-2-2-26-16,1-2-46 0,0 0-34 15,-1-6 21 1,1-9-259-16</inkml:trace>
  <inkml:trace contextRef="#ctx0" brushRef="#br0" timeOffset="164">9581 1437 415 0,'0'0'31'16,"0"0"-31"-16,0 0 0 16,0 0 0-16,0 0 22 15,0 0 24-15,0 0-12 16,17-24 0-16,-13 24-17 16,-4-1-16-16,0 1 3 15,0 0 12-15,0 0-13 0,0 0-2 16,0 0-1-1,0 0-1-15,0 0-5 0,0 0 0 16,0 0 6-16,0 0 0 16,0 0 16-16,0 0-13 15,0 0 15-15,0 0-8 16,0 0 12-16,0 0-14 16,0 0-7-16,0 0 2 15,0 0 1-15,3 0-3 16,2 0 4-16,0 0-5 15,1 4 2-15,0 1 0 16,-3 1-2-16,0-2-3 16,-3 2 3-16,0 1 12 15,0-2-1-15,0-1-11 16,0-3 1-16,0 1-1 0,0-2 6 16,0 0 6-16,0 0-5 15,0 0-4-15,0 0 4 16,0 0 16-16,0 0 10 15,0 0-30-15,0 0 6 16,0 0-6-16,0 0-3 16,0 1-11-16,0 6 11 15,-5 3 9-15,-2 0-9 16,-4 1 3-16,-4-5 1 16,1-1-4-16,0-1-4 15,2-4 4-15,3 0 5 16,1 0 8-16,4 0 7 0,2-8 10 15,2-1-16-15,0 0-3 16,2-1-5-16,6 2-7 16,-1 3 4-16,-1 1-6 15,-5 4-2-15,4 0 5 16,-1 0-1-16,-2 2 1 16,0 8 0-16,2 1 2 15,-4 0-2-15,0 4 1 16,-4-4 7-16,-10 0-5 15,-1-3 0-15,-1-2-1 16,0-4-2-16,5-2 1 16,2 0 2-16,0 0 12 15,9-8-5-15,0-7-7 0,7-2-3 16,16-3 0 0,12 0-3-16,4 2 3 0,2 6-7 15,-3 7 6-15,-4 3-1 16,-4 2 2-16,-9 10-2 15,-6 12-2-15,-8 10 4 16,-7 9 0-16,0 10 6 16,-22 4-3-16,-9 0-2 15,-6-3 8-15,-4-7-6 16,0-8 3-16,5-9-3 16,1-10-3-16,9-8 1 15,10-5 2-15,2-5 5 0,11 0 0 16,3 0 17-16,0-5-17 15,12-6-8-15,15 0 0 16,14 0-8-16,5 8 7 16,3 3 1-16,3 0 1 15,-6 15-1-15,-5 5 1 16,-9 1-1-16,-8 2 5 16,-8-1-5-16,-5 1-1 15,-11-3-7-15,0 1-38 16,-2-3-51-16,-12-10-92 15</inkml:trace>
  <inkml:trace contextRef="#ctx0" brushRef="#br0" timeOffset="165">10026 1884 298 0,'0'0'108'0,"0"0"-36"15,0 0 1-15,0 0 31 16,0 0-22-16,0 0-38 0,0 2-3 15,-2 2-24-15,-7 2-6 16,-5 7-6-16,-4 4 2 16,-9 11-1-16,-5 5 15 15,-9 10-4-15,1 6 4 16,-3 5-9-16,5 0-2 16,8-3-1-16,3-8-6 15,10-8-2-15,7-11 7 16,8-7-8-16,0-6 0 15,2-5-7-15,0-2 2 16,0-3-43-16,11-1-35 16,4 0-159-16</inkml:trace>
  <inkml:trace contextRef="#ctx0" brushRef="#br0" timeOffset="166">9858 2313 577 0,'0'0'72'0,"0"0"32"15,0 0-36-15,0 0-45 16,0 0-12-16,0 0 12 16,-2-27 7-16,2 27-7 15,0 0-12-15,0 0-11 0,0 0 0 16,2 8 0-16,7 5 7 15,-1 4-5-15,-2 1 8 16,3 1-9-16,0-1-2 16,-6-4 3-16,2-3-2 15,-2-5 9-15,-1 0-17 16,2-4 8-16,-4-1 0 16,0-1 3-16,0 0 27 15,0 0 18-15,-2-12-26 16,-2-11-21-16,4-4-1 15,0-3 0-15,2 1 0 16,12 6-1-16,3 10 1 16,-4 5 0-16,-2 8 0 15,-1 0-2-15,1 8 5 0,-4 11-12 16,0 4 7-16,-1 0 2 16,-2-4 0-16,-4-7-1 15,3-4 1-15,-3-7 0 16,0-1 4-16,0 0-4 15,0-12 19-15,0-10-10 16,0-11-6-16,11-3-3 16,3 0-3-16,4 7 3 15,2 8 0-15,-7 8-2 16,1 9 2-16,-6 4-1 16,1 4 3-16,-2 18-5 15,1 8 4-15,0 3-3 16,-4-2 1-16,2-2-1 0,2-6 2 15,-4-8-2-15,0-5 2 16,-2-2 0-16,-2-2-40 16,0-2-80-16,0-4-82 15</inkml:trace>
  <inkml:trace contextRef="#ctx0" brushRef="#br0" timeOffset="167">9917 7217 220 0,'0'0'0'0</inkml:trace>
  <inkml:trace contextRef="#ctx0" brushRef="#br0" timeOffset="168">9917 7217 397 0,'-23'-45'99'0,"23"45"-66"16,0 0 60-1,0 0 15-15,0 0-85 0,0 0 12 16,0 0-27-16,0 0 13 16,0 0 9-16,0 0-8 15,0 0 3-15,0 0-3 16,-4 0-9-16,2 0 0 16,-2 0-4-16,-1 0-9 15,-2 1 2-15,-1 3-4 16,0 0 2-16,2-3 0 15,0 1-10-15,5-2 10 16,-1 0 8-16,2 0-7 16,0 0 0-16,0 0 7 0,0 0-8 15,3 0-8-15,3-3 8 16,2-1 1-16,-4 4-1 16,-4 0-2-16,0 0 2 15,0 0-3-15,0 0 3 16,0 4-7-16,-12 6-1 15,3-3 16-15,0 1-15 16,0-5 20-16,4-1-11 16,0-2 0-16,2 0-1 15,0 0 10-15,-2-8-2 16,1-1-8-16,4-3-2 16,0 0 2-16,0 1 2 15,1-1-3-15,13 2-7 16,-4 2 7-16,3 1 2 0,-1 7-2 15,-7 0-6-15,0 0 2 16,-5 6 4-16,0 6 0 16,0 3 2-16,-5 2 4 15,-11-4-4-15,2 0-2 16,-2-5 0-16,-1-5 4 16,8-3 0-16,-3 0 20 15,6 0-11-15,2-10 10 16,4-7-23-16,0-4 0 15,0-3-3-15,15-1 3 16,5 5-2-16,1 4 6 16,-3 4-6-16,-1 9 4 15,-3 3-4-15,-6 0 1 0,-4 12 1 16,0 14 1 0,-4 9 3-16,0 7 4 0,0 4-8 15,-8 2 5-15,-8 0-10 16,-3-7 5-16,3-9 0 15,2-12 1-15,5-9 3 16,6-8-4-16,3-2 0 16,0-1 2-16,18 0-2 15,1 0 5-15,7 0-2 16,-1 0-3-16,2 0 3 16,-6 0-2-16,-4 0-1 15,-4 4 0-15,3 4-8 0,-5 2-36 16,-1-3-86-16,1-7-112 15</inkml:trace>
  <inkml:trace contextRef="#ctx0" brushRef="#br0" timeOffset="169">10191 7230 483 0,'0'0'132'0,"0"0"-74"16,0 0-49-16,0 0 35 16,0 0 16-16,-64 95-26 0,44-52 9 15,-6 3 5-15,-5 5-19 16,-4 0 2-16,-3 2-8 16,0-3-3-16,3-2-9 15,6-4-11-15,4-7 4 16,7-6-4-16,7-7-1 15,0-6 0-15,8-6-2 16,-1-1-2-16,4-4-30 16,0-3-25-16,0 3-47 15,7-7-11-15,4 0-111 16</inkml:trace>
  <inkml:trace contextRef="#ctx0" brushRef="#br0" timeOffset="170">10032 7783 672 0,'0'0'187'0,"0"0"-118"16,0 0-25-16,0 0-3 15,0 0 2-15,0 0-16 16,0 0-24-16,0 0-2 15,0 13-1-15,0 9 0 16,2 6 1-16,1 7-1 16,1-1 0-16,3-6 0 15,1-4 0-15,2-7 0 0,-4-2 0 16,0-9 0 0,-2-4 1-16,-4-2-1 0,0 0 5 15,0 0 0-15,0-5 36 16,0-13-16-16,-1-6-22 15,1-6-3-15,0-4 0 16,0 4 0-16,15 1 0 16,4 5-5-16,3 9 5 15,-4 8-2-15,7 7 2 16,-6 0-9-16,2 14 8 16,-2 6-2-16,2 1-9 15,-4 1 12-15,-5-3-3 0,0-6 3 16,-9-8 0-16,0 0 0 15,-1-5 0-15,-2 0 0 16,3-2 20-16,2-16 8 16,11-11-23-16,9-9-3 15,5 3-2-15,-3 3 0 16,-3 8-5-16,-10 11 10 16,-5 9-10-16,-5 4 4 15,1 1-8-15,1 15 9 16,0 10-1-16,-1 0 1 15,1 1-5-15,-3-5 5 16,3-2 0-16,3-10-1 0,-1-1-17 16,3-4-62-1,1-5-68-15,-3-7-211 16</inkml:trace>
  <inkml:trace contextRef="#ctx0" brushRef="#br0" timeOffset="171">10015 10198 410 0,'0'0'86'16,"0"0"-16"-16,0 0-56 0,0 0 22 15,0 0 28-15,0 0 2 16,-13 0 6-16,12 0-28 16,1 0-20-16,0 0-2 15,0 0-2-15,0 0-12 16,0-8 18-16,17-8-24 16,7-10 5-16,15-3-7 15,2 0 0-15,0 4 16 16,-5 8-10-16,-7 8 2 15,-8 3-8-15,-4 3-3 0,-8 1 2 16,-4 2-2 0,-4 0-22-16,-1 5-27 0,-4 14 14 15,-25 7-16-15,-5-1-100 16</inkml:trace>
  <inkml:trace contextRef="#ctx0" brushRef="#br0" timeOffset="172">10056 10262 233 0,'0'0'127'16,"0"0"-19"-16,0 0 28 15,0 0 16-15,0 0-61 16,0 0-10-16,-8 6-34 16,8-6-28-16,0 0 2 15,0 0-11-15,0 0 4 16,0 7-14-16,0 12-6 16,0 6 6-16,3 7 6 15,4-3-1-15,-1 0-10 16,2-7 5-16,-2-8 0 15,-3-3 0-15,-1-7 0 16,-1-1 0-16,-1-3 0 0,0 0 8 16,0 0 1-16,0-12 13 15,-3-9-16-15,0-8-9 16,3-2 3-16,0-2-2 16,4 0-1-16,10 6 1 15,3 2-11-15,-1 12 9 16,4 4-1-16,-2 9 1 15,1 0-10-15,-6 6 1 16,-2 5 1-16,-1 4-3 16,-2-2 15-16,-5-1-4 15,0-5-1-15,-3 0 3 16,0-4 2-16,0-3 2 16,0 2 6-16,-6-2 4 15,1 0 1-15,0 0 6 16,5-2-6-16,0-8-2 0,2 0-11 15,17 0-2-15,2 1-1 16,2 6 0-16,-2 3-2 16,-8 0 4-16,0 0 2 15,-2 6-7-15,-4 0 10 16,-5 0-8-16,1 3-6 16,-3-3-35-16,0 3-15 15,0 0-20-15,-3-3-132 16</inkml:trace>
  <inkml:trace contextRef="#ctx0" brushRef="#br0" timeOffset="173">9948 9715 347 0,'0'0'31'16,"0"0"-22"-16,0 0 24 16,0 0-21-16,0 0 24 15,0 0 5-15,0 13 4 16,5-13-26-16,-1 0 22 15,-1 0 3-15,-3 0-38 16,0 0-1-16,0 0-4 16,0 0 11-16,0 0 16 0,0 6-24 15,-4 0 16-15,-1 1-5 16,2-2-14-16,0-3 10 16,3 0-10-16,0-2 4 15,0 0 4-15,0 0-8 16,0 0 18-16,0 0-17 15,0 0 16-15,3 0 9 16,0 0 16-16,-3 0-40 16,0 0 9-16,0 0-5 15,0 0-7-15,0 0 0 16,0 3 0-16,0 1 0 16,0 2 5-16,0-3-5 15,0-3-2-15,0 0 2 0,0 0 0 16,0 0 8-1,0 0-8-15,5 0 0 0,0-5 0 16,-1 1 1-16,-2 4 1 16,-2 0 3-16,0 0-5 15,0 0 0-15,0 4-3 16,0 4-1-16,0 3 8 16,-3-5-8-16,0-3 4 15,3-3 0-15,-1 0 12 16,-3 0 4-16,-1 0 0 15,-7 0-16-15,4-6 7 16,-3-5-6-16,3-7 7 0,6 1-2 16,2-7-5-16,0 0-1 15,0 2-3-15,10 2 2 16,4 7 0-16,3 4 1 16,1 9 1-16,-2 0-1 15,-1 7 0-15,-3 19 0 16,0 9 8-16,-4 6-4 15,0 5 8-15,-3-1-4 16,0-1-5-16,-4-3 0 16,-1-8 2-16,0-2 0 15,-8-7-5-15,-6-5 7 16,-6-3-5-16,-1-5-2 16,0-7 4-16,7-4 0 15,4 0 13-15,4-12 4 16,6-9-16-16,0 1-5 0,6 1 0 15,10 3 0-15,8 7 0 16,2 3 0-16,3 4 6 16,5 2-10-16,1 0 4 15,3 0 0-15,-1 5 0 16,-1 7 5-16,-5-3-5 16,-3-1-1-16,-7 4-8 15,-4-1-8-15,-15 2-52 16,-2-4-122-16,-2-9-606 15</inkml:trace>
  <inkml:trace contextRef="#ctx0" brushRef="#br0" timeOffset="174">4560 11751 632 0,'0'0'16'0,"0"0"22"16,0 0 8-16,0 0-16 15,0 0-7-15,0 0 16 0,-37-18-37 16,37 14 28-1,0 2-7-15,0 1-10 0,0-2-5 16,0 3-5-16,0 0-1 16,-3 0 9-16,-2 0 9 15,-11 10-8-15,-8 13-12 16,-9 16-5-16,-11 9 5 16,-1 7 0-16,1 0 2 15,4-5-1-15,10-9-1 16,14-14-1-16,13-9 1 15,3-7-7-15,25-11 7 16,12 0 0-16,15-3 7 0,7-14-4 16,0-7 5-16,1 3-8 15,-9 4-5-15,-5 8-28 16,-14 6-42-16,-10 3-82 16,-15 3-304-16</inkml:trace>
  <inkml:trace contextRef="#ctx0" brushRef="#br0" timeOffset="175">4491 12341 721 0,'0'0'56'15,"0"0"-49"-15,0 0 40 16,0 0-3-16,89 9-14 16,-46-27-8-16,0-2-2 15,-2 8-11-15,-6 0-9 0,-7 9-48 16,2-4-71-16,-5 0-319 15</inkml:trace>
  <inkml:trace contextRef="#ctx0" brushRef="#br0" timeOffset="176">5457 11709 554 0,'0'0'34'0,"0"0"-20"16,0 0 33-16,0 0 1 15,0 0-4-15,0 0-13 16,-13-52 2-16,13 39 40 16,-4 5-59-16,2-2 15 15,-4 6-2-15,-2 3-11 16,-5 1 10-16,-6 0-26 15,-8 8 0-15,0 17-7 16,-3 10 7-16,1 5 0 0,7 7 0 16,11-2 0-1,11-4 4-15,0-8 2 0,11-5-2 16,14-9-4-16,7-8 1 16,3-8-1-16,5-3 8 15,-2 0-8-15,3-14-8 16,-7-7-30-16,-1-8-60 15,-6-7-208-15</inkml:trace>
  <inkml:trace contextRef="#ctx0" brushRef="#br0" timeOffset="177">5643 11621 886 0,'0'0'93'0,"0"0"-86"15,0 0-7 1,0 0-4-16,4 65 3 15,4-33 1-15,7 4 0 0,4-5 5 16,0-3 0-16,-3-2-5 16,-4-9-1-16,-3-6 0 15,-6-1 1-15,-3-10 1 16,0 0-1-16,0 0 12 16,0-12 24-16,0-10-24 15,0-8-8-15,12-6-4 16,2 0 0-16,6 9 0 15,-3 8 0-15,-2 7-7 16,0 10 7-16,-2 2-9 16,-2 2-2-16,-1 16 3 0,-2-1 5 15,-1 3 0-15,-5-4-3 16,1-8 4-16,0-5 2 16,-3-3 0-1,0 0 0-15,1-9 19 0,5-18-19 16,5-1 0-16,3-5 0 15,4 9-2-15,-4 9 0 16,-3 7 2-16,2 8 4 16,-8 0-3-16,7 3-1 15,-4 14-9-15,1 7 9 16,3 0 0-16,-1-1 0 16,0-2 0-16,1 0 0 15,0-7-15-15,2-5-84 0,-3-6-74 16,2-3-481-16</inkml:trace>
  <inkml:trace contextRef="#ctx0" brushRef="#br0" timeOffset="178">6324 11654 690 0,'0'0'4'0,"0"0"13"15,75 3 52-15,-29-4 32 16,8-16-58-16,1 2-6 0,-5 3-36 16,-7 4-2-1,-12 6-4-15,-9 2-78 0,-13-2-147 16</inkml:trace>
  <inkml:trace contextRef="#ctx0" brushRef="#br0" timeOffset="179">6543 11501 977 0,'0'0'47'0,"0"0"4"16,0 0-37-16,0 0-14 0,0 0 0 16,0 0 8-16,11 96-3 15,7-57 5-15,-2-1 3 16,3 0-11-1,-2-4-4-15,-4-3-5 0,9-2-23 16,-5-11-51-16,7-9-80 16,-3-9-112-16</inkml:trace>
  <inkml:trace contextRef="#ctx0" brushRef="#br0" timeOffset="180">7155 11244 838 0,'0'0'46'0,"0"0"5"16,0 0-20-16,0 0-20 16,0 0-11-16,0 0 0 15,0 65 4-15,0-17 13 16,0 5-14-16,6-5 9 16,-3-5-8-16,0-8 1 15,-1-9 0-15,-2-12-5 0,0-6-1 16,0-8 1-16,0 0 6 15,0 0 14-15,0-10 1 16,-1-10-21-16,0-4-2 16,1 3 0-16,0 4-5 15,9 4 3-15,11 7-2 16,4 6 1-16,6 0 1 16,8 0 4-16,-3 0-11 15,0 2 11-15,0-2 0 16,-7 0 1-16,3-7 1 15,-9-7 2-15,-9-2-2 16,-7-1-2-16,-6-1 5 0,0 4-5 16,-2 6 5-1,-6 3 0-15,2 5 1 0,3 4-6 16,3 16 0-16,0 8-8 16,11 4 8-16,4 0 14 15,5-6-14-15,0 1-1 16,-2 0 0-16,-2-7 1 15,0-3-8-15,-5-4-31 16,2-5-107-16,-3-8-1 16,2 0-260-16</inkml:trace>
  <inkml:trace contextRef="#ctx0" brushRef="#br0" timeOffset="181">7922 11236 831 0,'0'0'49'0,"0"0"-49"15,-73 20-1-15,47 9 1 16,6 3 11-16,3 4 18 16,11 0 2-16,6 0-27 15,0-10 2-15,11-6-4 16,7-12-2-16,-1-8 10 15,6 0 32-15,-3-17-4 16,-1-12-11-16,-9-4-5 16,-10-4 0-16,0 0-3 0,-14 0-19 15,-13-1 0-15,-4-1-7 16,0 4 5-16,2 3-1 16,6 9-1-16,11 8 4 15,12 13 0-15,0 2-1 16,11 0-8-16,13 19 4 15,8 11 5-15,-1 4 8 16,4 7-5-16,-3 7-3 16,-4 1 0-16,1 5 0 15,-5-4-3-15,-8-3-54 16,-6-6-30-16,-10-5-74 16,0-7-179-16</inkml:trace>
  <inkml:trace contextRef="#ctx0" brushRef="#br0" timeOffset="182">7223 12059 753 0,'0'0'120'15,"0"0"-62"-15,0 0-39 16,0 0 10-16,111-45 20 15,-47 19 8-15,9-3-11 16,-6 5-26-16,-4 7-13 0,-11 5-7 16,-13 9-16-1,-9 3-75-15,-10 0-48 0,-14 0-260 16</inkml:trace>
  <inkml:trace contextRef="#ctx0" brushRef="#br0" timeOffset="183">7659 11980 860 0,'0'0'107'0,"0"0"-107"16,0 0-7-16,0 0 7 0,0 70 8 16,12-40 21-1,-1-4-14-15,-1-3-11 16,0-5 4-16,-5-8-5 0,-1-5 2 15,-4-5-4-15,0 0 11 16,0 0 38-16,0-11 10 16,6-14-47-16,8-5-13 15,6-4-5-15,9 1-3 16,-2 10 4-16,-3 8 4 16,-3 9-1-16,-4 6-4 15,2 0 2-15,-6 0-9 16,-5 12 12-16,3 0-2 15,-7-4 0-15,0-4 2 0,-2-1-1 16,-2-3 1 0,0 0 37-16,0-6 27 0,6-12-35 15,13-6-27-15,11-5-1 16,8 6-1-16,-3 5 0 16,-6 10-1-16,-7 8 0 15,-1 0 1-15,-4 8 2 16,-5 9 4-16,0 2 1 15,-2 1-5-15,-1 0 0 16,-6-2-2-16,2-1-23 16,-2-5-75-16,1-6-78 15,-1-6-247-15</inkml:trace>
  <inkml:trace contextRef="#ctx0" brushRef="#br0" timeOffset="184">8601 11597 296 0,'0'0'464'0,"0"0"-387"16,0 0-16-16,0 0-29 16,0 0-25-16,0 0-5 15,32-8 0-15,10-1 15 16,11-3-15-16,0 5-2 15,-7 3 1-15,-8 4 0 16,-10 0-2-16,-4 0 1 16,-8 0-7-16,-7 5-69 15,-2 1-65-15,-7-2-136 16</inkml:trace>
  <inkml:trace contextRef="#ctx0" brushRef="#br0" timeOffset="185">8714 11400 871 0,'0'0'78'0,"0"0"-55"16,0 0-23-16,0 0 6 16,11 106 6-16,4-51 26 15,2 5 3-15,2 0-34 16,5-3 14-16,0-7-9 15,-2-5-8-15,0-13-4 16,-6-9-6-16,-5-8 6 0,-5-9-1 16,-2-3-35-16,-4-3-26 15,0-12-34-15</inkml:trace>
  <inkml:trace contextRef="#ctx0" brushRef="#br0" timeOffset="186">9567 11376 753 0,'0'0'85'0,"0"0"-34"16,0 0-27-16,0 0-15 15,0 0-9-15,0 0 0 16,-21 4-5-16,21 1 1 16,-2 5 2-16,0-5 2 15,0 1-9-15,2-2 9 16,-6-1 0-16,1-2 5 16,0 0-4-16,-5-1 0 15,-1 0 1-15,5 0-2 16,1 0 0-16,1 0 8 15,4 0 2-15,0 0-1 16,0-1-9-16,0 0 0 0,0-6-3 16,6 7 1-1,0-3 4-15,-6 3-4 0,0 0 1 16,0 0 0-16,0 0 2 16,0 0 3-16,0 0 1 15,0 0 3-15,0 0 3 16,-3 0 0-16,-2 0-11 15,1 0-1-15,4 0 1 16,-2-3 3-16,2 1 6 16,0-1-1-16,0-4 8 15,0-1-13-15,0-4 5 16,0 1-8-16,0 0 1 0,0 0-1 16,6 7 2-16,-1-1-4 15,-2 3 3-15,-1 2-2 16,1 0 0-1,0 0-2-15,-2 11 3 0,-1 2-5 16,0 5 10-16,0-1-12 16,-9-2 9-16,-3 1-2 15,-6-5 5-15,5-6-3 16,-1-5 0-16,-2 0 0 16,2-2 7-16,6-12-7 15,-1-5 8-15,9-4-10 16,0-3 0-16,0 0-1 15,15 4-1-15,1 4 1 16,8 9-2-16,1 4 3 16,1 5 0-16,1 2 1 0,-7 16-1 15,-4 13 0-15,-6 10 2 16,-10 14 8-16,0-1-10 16,-10-1 5-16,-17 1 0 15,-9-6-5-15,-3-4 0 16,0-9 1-16,2-10 2 15,12-10-3-15,7-10 9 16,12-5-7-16,6 0 15 16,0-2-13-16,29-15-4 15,12-1 0-15,10 1 0 16,6 5 1-16,0 9 0 16,-9 3-1-16,-2 0 0 0,-8 9 0 15,-9 6 1-15,-6-2-1 16,-11 9-21-16,-7 1-38 15,-5-2-79-15,-2-3-154 16</inkml:trace>
  <inkml:trace contextRef="#ctx0" brushRef="#br0" timeOffset="187">9078 12097 878 0,'0'0'116'0,"0"0"-116"16,0 0-1-16,0 0 1 16,139-43 41-16,-59 10-18 15,8-3 5-15,1 7-6 16,-9 6-14-16,-13 11-8 15,-15 3 0-15,-15 9-12 16,-7 0-24-16,-16 0-37 16,-9 12-53-16,-5 6-25 15,-7-1-99-15</inkml:trace>
  <inkml:trace contextRef="#ctx0" brushRef="#br0" timeOffset="188">9488 12129 857 0,'0'0'56'15,"0"0"-32"-15,0 0 20 16,0 0-11-16,0 0-33 16,0 0-1-16,-25 54-8 15,38-20 9-15,3-1 3 16,-2-1-1-16,1-3-3 15,-4-5 2-15,-5-6-1 0,-2-9 4 16,-4-3-4 0,0-4 5-16,0-2-1 0,0 0 43 15,0 0 19-15,-2-12-47 16,-6-5-18-16,8-6-1 16,0-7-3-16,15-5-10 15,13 3-6-15,4 5 14 16,-4 9 1-16,-1 10 0 15,-8 8-8-15,0 0 12 16,-5 14-8-16,1 3 3 16,-4 5 4-16,-4-4 1 15,0-1 0-15,-6-5-1 16,1-2 1-16,-2-6 4 16,0-4 7-16,0 0 22 0,-3 0 8 15,-2-9-29-15,5-6-12 16,0-7 7-16,20-3-7 15,6 2-8-15,5 8 8 16,-4 6-3-16,-2 9 3 16,-1 0-1-16,-5 12-2 15,-1 8 3-15,-4 2 0 16,-3 4 4-16,-4-2-3 16,-1-1-1-16,-4-6 3 15,-2-2-3-15,0-1-7 16,0-4-63-16,0-4-70 15,0-6-162-15</inkml:trace>
  <inkml:trace contextRef="#ctx0" brushRef="#br0" timeOffset="189">10882 11260 379 0,'0'0'116'0,"0"0"-79"16,0 0-14-16,0 0 32 16,0 0 21-16,0 0-28 15,0-13 6-15,0 10-24 16,0 0-3-16,0-2 20 0,-3 3-24 16,-6-3 0-1,-3 4 0-15,-4 1-13 0,-7 0-10 16,2 0-1-16,-5 1-6 15,0 11 6-15,0-2-1 16,-4-1 1-16,1 2-10 16,4 1 11-16,-4-1 0 15,6-1-2-15,8-1 7 16,4-5-14-16,5 0 8 16,4-1 1-16,2-3 0 15,0 0-3-15,0 0 1 16,0 0 2-16,0 0-7 15,0 0 7-15,0 2 7 0,0-2-7 16,2 0-9 0,-2 5 9-16,0-3 2 0,0 0 0 15,0 2 2-15,3 0 1 16,-3 1 4-16,3-3-4 16,-3 1-5-16,2 1 0 15,2 5 0-15,-1 1 6 16,-1 3-2-16,4 4 19 15,-1 0-12-15,6 0-1 16,-3 3-1-16,2 2 3 16,3 6-4-16,4 1-5 15,2 6 8-15,5 8 7 0,1 11-4 16,2 4 5 0,0 8 2-16,-2 1-5 0,1-5 2 15,-5-1-12-15,1-7 1 16,-1-2-6-16,-4-4 3 15,-2-2 1-15,-3-2 1 16,-4-6-6-16,-1-8 0 16,-3-4 0-16,-1-11 1 15,-2-3 5-15,1-4-3 16,-2-4-3-16,0-2 0 16,0-1-2-16,0-1-2 15,3 0 8-15,-1 0-8 16,5 0 3-16,-2 3 1 15,7-1 10-15,-1 1-10 16,2 3-5-16,-2-2-11 0,-3 1 7 16,-2-1 7-1,-2 0 0-15,0-2 1 0,-3 1 1 16,-1-2-2-16,0-1-2 16,0 0 7-16,0 0-3 15,0 0 26-15,0 3-11 16,-3 2 8-16,-3-1-3 15,3-3-5-15,0 2-6 16,3-3 5-16,0 0-13 16,0 0 8-16,0 0-9 15,4 0-7-15,16 0 2 16,6 0 5-16,14 0 0 0,5-11 0 16,5-2 4-16,3 2-3 15,-7 5 5-15,-6 6-6 16,-4 0-7-1,-15 0-12-15,-5 2-19 0,-13 11-50 16,-3 6-23-16,-16 5-54 16,-8-1-58-16</inkml:trace>
  <inkml:trace contextRef="#ctx0" brushRef="#br0" timeOffset="190">9883 11269 187 0,'0'0'100'0,"0"0"-17"16,0 0-8-16,0 0-22 16,0 0 11-16,0 0 4 15,0-46 3-15,-2 42-33 16,2-1-27-16,-1 3 28 16,1-1-24-16,0 3 8 15,-1-3 0-15,1 3 21 16,0 0-11-16,-1 0-21 15,1 0-4-15,-2 0 2 16,2 0-10-16,0 8-10 16,0 16 1-16,0 15 9 0,10 10 12 15,3 10 7-15,-2 1-6 16,3-2 2-16,1-7 6 16,-1-11-15-16,-6-8-3 15,2-4 0-15,-6-9 8 16,-2-3-9-16,0-8 5 15,-2-2-7-15,0-3 4 16,0-1-3-16,0-1 3 16,-4 2 5-16,0-1-9 15,-3-2-33-15,4 0-9 16,3 0-44-16,0-6 12 16,0-10-129-16,4-8-368 0</inkml:trace>
  <inkml:trace contextRef="#ctx0" brushRef="#br0" timeOffset="191">10118 11338 407 0,'0'0'74'0,"0"0"-21"16,0 0 6-16,0 0 1 15,0 0-20-15,0 0 3 16,0-7-19-16,0 2-1 16,0 3 0-16,0 2 24 15,0 0-4-15,0 0-18 0,0 0 6 16,-3 0 2-16,1 0-14 16,2 0-16-16,-3 0-3 15,-6 7 0-15,-1 16 0 16,-7 12-4-16,-6 9 3 15,1 0 0-15,-5-1-3 16,4-6 8-16,1-7 1 16,8-10-5-16,5-6 3 15,6-9 2-15,3-5-5 16,0 0 0-16,14 3 0 0,6-3 10 16,13 0-10-16,4 0 1 15,6 4 1-15,3 4 10 16,2 10-12-1,-2 3 9-15,-8-2 3 0,-6 3-12 16,-8-5 2-16,-6-1-2 16,-4-5 0-16,-5-5-1 15,-4 3 1-15,1-4-10 16,-1-2-47-16,0-3-81 16,-3 0-74-16</inkml:trace>
  <inkml:trace contextRef="#ctx0" brushRef="#br0" timeOffset="192">11425 11025 242 0,'0'0'65'0,"0"0"-38"15,0 0 30-15,0 0 28 0,0 0-20 16,0 0-39-16,0 0-1 16,0 0-11-16,0 0-2 15,0 0 33-15,0-13-5 16,0 13 12-16,0 0-6 15,0 0-16-15,0 0-9 16,0 0 13-16,0 0 0 16,0 0 19-16,0-2-11 15,-3 2-14-15,0 0-13 16,3 0-4-16,0 0 0 16,0 0-10-16,0 2 4 15,0 21-5-15,3 14 0 16,4 15 3-16,4 12 19 0,3 1 1 15,0 3-4-15,-2-4-7 16,3-7 1-16,-7-7-3 16,1-12-10-16,-6-11 1 15,0-8 3-15,-3-8-1 16,0-4-3-16,0-4 6 16,0-2-6-16,0-1 0 15,0 0-4-15,0 0-42 16,2 0-33-16,-2-6-101 15,1-10-411-15</inkml:trace>
  <inkml:trace contextRef="#ctx0" brushRef="#br0" timeOffset="193">11892 11150 719 0,'0'0'72'16,"0"0"-36"-16,0 0-36 16,0 0 1-16,-77 19 8 15,63 0 2-15,5 7-9 0,9 2 13 16,0-1-7-1,3-2-2-15,12-3-5 0,4-10-1 16,-2-5 4-16,5-7 8 16,-8 0 30-16,-1 0-17 15,-3-4 25-15,-7-6-26 16,-3 0 19-16,0-3-18 16,-12 0-5-16,-5 2-12 15,-7 3-7-15,2-2 7 16,2 5-8-16,5-2 0 15,4 5-15-15,6-2-33 16,5 2-40-16,0-2 10 0,8-7-125 16,9 0-410-1</inkml:trace>
  <inkml:trace contextRef="#ctx0" brushRef="#br0" timeOffset="194">12169 11027 623 0,'0'0'77'16,"0"0"-38"-16,0 0 22 16,0 0-32-16,0 0 10 15,0 0-18-15,-31 13-7 16,23 10 0-16,1 4 6 16,7 4 1-16,0-5-13 15,0 1-1-15,10-6-1 0,2-6-4 16,0-6-2-16,-4-7 14 15,-3-2 10-15,-2 0-10 16,-3 0-4-16,0 0 21 16,0 0 24-16,0-7-42 15,-5-3-13-15,2 3-2 16,0 2 0-16,3 4 1 16,0 1-2-16,0 0-8 15,4 0-6-15,15 0 17 16,4 1-1-16,4 11 1 15,-4 3 4-15,-3 2 4 16,-8 3-7-16,-6 4 8 16,-4 5-8-16,-2 3 7 0,0 8-4 15,-9 2 5 1,-7-1 0-16,-6 1-9 0,-2-4 0 16,1-3 3-16,1-7-3 15,6-9 0-15,4-4-1 16,3-5-56-16,6-10-74 15,3 0 2-15,0-18-84 16</inkml:trace>
  <inkml:trace contextRef="#ctx0" brushRef="#br0" timeOffset="195">12808 10938 769 0,'0'0'16'16,"0"0"-10"-16,-73 9-6 16,47 5-3-16,3 0 1 15,-3 4 3-15,4-1-1 16,6 3 16-16,4 0 8 15,0 2-18-15,10-3 11 16,2-1 26-16,0-5-29 16,11-4 3-16,10-1 19 15,7-2 5-15,7-1 18 16,1-1-6-16,-6 1-36 16,-3 5-9-16,-11 1-7 15,-8 6 8-15,-8 5 0 0,-6 3 0 16,-15 5-9-16,-11-6-3 15,2-2 3-15,2-7 0 16,1-2 0-16,6-8 0 16,2-1 0-16,5-4-51 15,-1 0-48-15,4-3-74 16,8-12-358-16</inkml:trace>
  <inkml:trace contextRef="#ctx0" brushRef="#br0" timeOffset="196">13408 11131 301 0,'0'0'692'15,"0"0"-606"-15,0 0-79 16,0 0-7-16,0 0-49 0,0 0-13 16,0 0 12-16,2 0 24 15,2 0-39-15,-2 0-329 16</inkml:trace>
  <inkml:trace contextRef="#ctx0" brushRef="#br0" timeOffset="197">13865 10921 491 0,'0'0'101'0,"0"0"-70"16,0 0 11-16,0 0-15 15,0 0 29-15,0 0 2 0,-5-5-47 16,0 4 17-16,-2-2-3 15,1 0 26-15,-2 0-35 16,-2 3-12-16,2-2-3 16,2 2 2-16,-3-3 6 15,-3 3-9-15,-3 0-1 16,-1 0 1-16,-7 0 0 16,0 3 4-16,-6 5-4 15,2 1 3-15,2 0-3 16,-2 1 0-16,3 1-4 15,6 0 4-15,6 2 0 16,-2-2 5-16,7 3-5 16,4-4 2-16,1 1 3 0,2-2-3 15,0-4 1 1,0 0 10-16,7-3-1 0,3 0 12 16,4 2-8-16,1 1-7 15,6-1-3-15,-2 5-4 16,5-1 4-16,-1 0-2 15,-1 5 6-15,1-1 12 16,-1-2-19-16,-6 3 0 16,2-4 7-16,-2-1 0 15,-1-1-5-15,1-2-3 0,-8 1 0 16,0 2 1 0,-8-1-3-16,0 1 0 0,-8 3 3 15,-21 4 3-15,-10 3-6 16,-6-6-9-16,-1 0 2 15,3-2 5-15,7-7-8 16,11-3-3-16,5 2 5 16,8-2-31-16,9 0-5 15,3 0 0-15,0 0-63 16,0-11-255-16</inkml:trace>
  <inkml:trace contextRef="#ctx0" brushRef="#br0" timeOffset="198">14063 10783 576 0,'0'0'116'0,"0"0"-116"15,0 0 2-15,0 0 22 16,0 0 18-16,0 0-16 16,-2 3-14-16,2-3-8 0,0 0-2 15,0 0 4 1,0 0 9-16,0 0 7 0,0 0-9 16,0 0 0-16,0 0-7 15,0 0-4-15,0 0 6 16,-2 0-7-16,1 0 2 15,-3 5 0-15,-2 3 2 16,-8 0-5-16,1-2 0 16,-1 0 1-16,-2-3-1 15,3-1 1-15,4-2-1 16,0 0 2-16,7 0 6 16,2 0-10-16,0 0 9 0,2-2-1 15,8-7-3-15,5 3-3 16,-1-1 0-16,-6 6 11 15,-3 1-2-15,-2 0-7 16,-3 0 2-16,2 0-4 16,-2 0 0-16,0 4 4 15,0 2 0-15,-8 6-4 16,-2-5-1-16,-6-4 0 16,3-1 0-16,1-2 1 15,-1 0 9-15,4-6-9 16,2-12-1-16,7-5-7 15,0-3 8-15,0-2-1 16,14 0 0-16,3 6 1 0,0 5-2 16,5 8 4-1,2 3-2-15,3 6 3 0,-1 0 16 16,-4 10 6-16,-4 13-14 16,-9 11 2-16,-9 5-10 15,0 8-3-15,-20-2 0 16,-5-2 5-16,-7-6-5 15,-1-12-3-15,1-7 3 16,9-9 1-16,6-5 9 16,8-2-10-16,6-2-8 15,3 0 8-15,3 0 3 16,21 0-3-16,7 0 5 16,7 2 25-16,2 5-10 15,0-1-15-15,-4 5 4 0,-5 4-9 16,-9 0-2-16,-9 6-25 15,-13 3-130-15,-3-4-358 16</inkml:trace>
  <inkml:trace contextRef="#ctx0" brushRef="#br0" timeOffset="199">13299 11701 724 0,'0'0'68'16,"0"0"-64"-16,0 0 2 16,101-9 48-16,-35-12 27 15,18-9-14-15,9 1 10 0,-6 1-15 16,-9 12-54 0,-18 7-8-16,-18 4-1 0,-11 5-11 15,-12 0-24-15,-16 7-103 16,-3 6-80-16,-9-3-246 15</inkml:trace>
  <inkml:trace contextRef="#ctx0" brushRef="#br0" timeOffset="200">13837 11777 282 0,'0'0'218'0,"0"0"-169"0,0 0 55 16,0 0-46-16,0 0 7 15,0 0-39-15,-30 47-14 16,24-41 12-16,-2-3-3 16,1-1-5-16,1 2-16 15,1-4-4-15,2 0 4 16,3 0 1-16,0 0 1 15,0 0-1-15,0 0-1 16,6 0 16-16,-1 2-14 16,-2 4 2-16,0-1 4 15,-3 2 2-15,0 1-10 16,0 5 0-16,-3-5 2 16,-8 1 7-16,0-3-8 15,-5-3-1-15,3-3 14 0,4 0 23 16,3 0-24-16,3-3-9 15,3-8 16-15,0-1-20 16,3-1-7-16,9 2 7 16,4 3 4-16,2 3 4 15,0 5 12-15,-1 0-5 16,0 9 1-16,-1 10-14 16,-3 10 9-16,-4 6-11 15,-4 3 14-15,-5 1-13 16,0-1-1-16,-16-3 1 15,-11-5 2-15,-5-7 6 16,2-5-4-16,-6-8 22 16,7-6 2-16,10-4 0 0,4 0-21 15,14-2-2-15,1-7 21 16,23-3-27-16,10 0 4 16,8 3-4-16,1 4 6 15,2 5 7-15,-1 0 3 16,3 5-13-16,-5 7-3 15,-1 1-10-15,-5-5 10 16,-7 1 0-16,-7-1-40 16,-7-2-26-16,-9-3-16 15,-5 0-83-15,0-3-88 0</inkml:trace>
  <inkml:trace contextRef="#ctx0" brushRef="#br0" timeOffset="201">14631 11433 263 0,'0'0'171'0,"0"0"-106"16,0 0-19-16,0 0-3 16,0 0-18-16,0 0-2 0,0-1-14 15,-1-1 32-15,1 2-4 16,-1 0 1-16,1 0-19 15,0 0 5-15,-1 0 1 16,1 0 20-16,0 0-2 16,0 0 1-16,0 0-22 15,0 0-1-15,0 0-7 16,22-9 2-16,21-9 6 16,23-9 21-16,15-1-17 15,8-3-1-15,-6 8-10 16,-8 12 5-16,-14 5-14 15,-17 6-6-15,-14 0-1 16,-13 0 1-16,-9 0 0 16,-4 0-12-16,-4 0-5 0,0 0 7 15,0 0-1-15,0 0 3 16,0 0-1-16,0 0-25 16,0 0-31-16,0 3-88 15,0 0-179-15</inkml:trace>
  <inkml:trace contextRef="#ctx0" brushRef="#br0" timeOffset="202">16038 10592 579 0,'0'0'63'15,"0"0"-49"-15,0 0 3 0,0 0 34 16,0 0-29-16,0 0 9 15,-8-19-28-15,7 19 2 16,0 0 7-16,-2 0 3 16,-2 0-10-16,0-5-2 15,-6 5-2-15,0 0 3 16,-4 0-4-16,-8 0 0 16,0 0 0-16,-9 6 0 15,0 3 1-15,3 3-1 16,4-2 5-16,6-3-5 15,5 2-9-15,5 0 9 16,4 8 2-16,-1 1-2 16,2 9 7-16,4 6 34 0,0 2-21 15,0 8 0 1,7 0 4-16,8 2-3 0,3 0 5 16,5-1-7-16,1 3-1 15,5 0-4-15,-2 1-2 16,-4 4-3-16,-2 2 3 15,-3-2-9-15,-2 3 7 16,-1-1-1-16,-2-1 8 16,3-7 21-16,0-1-19 15,1-9-10-15,-1-3-5 16,-5-5 3-16,-3-1-2 16,-2-7-1-16,-6-2-4 0,0-1 1 15,-15-2 5-15,-12 4-6 16,-14 0 0-16,-6-7 0 15,3-4 0-15,4-8-4 16,11 0-80-16,12-17-65 16,9-13-302-16</inkml:trace>
  <inkml:trace contextRef="#ctx0" brushRef="#br0" timeOffset="203">16563 10630 767 0,'0'0'66'0,"0"0"-61"16,0 0-1-16,0 0 5 15,0 0 1-15,0 0-6 0,0 0 32 16,32-21-16-16,-30 21-10 16,-2 0-2-16,0 0 11 15,0 3-8-15,3 15-6 16,2 17 4-16,4 7 40 16,-1 5-30-16,1 3 14 15,3-6-30-15,-2-9 3 16,2-6-4-16,-1-5-2 15,-1-7 1-15,-1-4 1 16,-3-4-4-16,3-4-3 16,-7 1-5-16,1-4-53 15,-3 3-61-15,0-5-83 16,-17 0-187-16</inkml:trace>
  <inkml:trace contextRef="#ctx0" brushRef="#br0" timeOffset="204">16367 11135 827 0,'0'0'127'15,"0"0"-120"-15,0 0 0 16,132-40 15-16,-60 19 21 15,1 1-19-15,-5 8-8 0,-15 5-16 16,-11 7 0-16,-10 0-20 16,-11 9-71-1,-11 4-28-15,-10-3-226 0</inkml:trace>
  <inkml:trace contextRef="#ctx0" brushRef="#br0" timeOffset="205">16837 11159 547 0,'0'0'111'16,"0"0"-57"-16,0 0 19 15,0 0-27-15,0 0 31 16,0 0-60-16,-47 14-17 15,22-5 0-15,-3 1 0 16,1 4-6-16,1-1 8 16,3-3-2-16,7 5 6 15,5-3 6-15,6 6-9 16,5-3-2-16,0 2 2 16,6 1 14-16,19-1-2 15,10-1 9-15,4-1 18 16,0-2-18-16,-6 2-6 0,-13 0 2 15,-9 3-19-15,-11 0 5 16,0 2 0-16,-21 4 1 16,-14 1-2-16,-12-3 2 15,-1-5-7-15,2-8-22 16,8-5-7-16,6-4-42 16,9 0-59-16,5-13-56 15,9-10-430-15</inkml:trace>
  <inkml:trace contextRef="#ctx0" brushRef="#br0" timeOffset="206">17142 10973 828 0,'0'0'162'0,"0"0"-107"16,0 0 6-16,0 0-16 16,0 0-33-16,0 0-12 15,-3-20-2-15,3 20-17 16,3 0-34-16,10 8-87 15,1-8-408-15</inkml:trace>
  <inkml:trace contextRef="#ctx0" brushRef="#br0" timeOffset="207">17753 10678 463 0,'0'0'111'16,"0"0"-70"-16,0 0 25 15,0 0 7-15,0 0-26 16,0 0 6-16,-2-48 1 15,-5 42-13-15,1-3-9 16,-3 0-18-16,-3 3-13 16,2 2 1-16,-1 0 6 15,-7 4-7-15,-3 0-1 16,-10 14-3-16,-1 10-9 16,0 3-1-16,5 2 12 15,4-1 1-15,10-3-9 16,10-4 7-16,3-4-8 15,14-3 9-15,18-1-2 16,11-4 3-16,11-1 0 0,5-5 0 16,-6 4 4-16,-9-1 20 15,-11 1 2-15,-13-1-9 16,-8 0-17-16,-12 3 3 16,0 6-3-16,-26 2 0 15,-13 1 0-15,-3 0 0 16,-6-1 1-16,0-5-3 15,0 3 2-15,5-6-52 16,3 0 17-16,7-7 11 16,7-2-32-16,8 0-188 15</inkml:trace>
  <inkml:trace contextRef="#ctx0" brushRef="#br0" timeOffset="208">17860 10551 279 0,'0'0'515'0,"0"0"-505"15,0 0-8-15,0 0-2 16,0 0 0-16,0 0-3 16,-18 0 8-16,15 0-5 15,-2 3 0-15,3 0-2 16,-2 0 0-16,2-3 2 15,2 2 4-15,0-2-4 16,0 0-7-16,0 1 6 16,0-1-3-16,0 0 1 15,0 0 1-15,0 0 0 16,0 0 4-16,-4 0-1 0,-5 2 4 16,0 1-1-1,-5-3-4-15,3 0 1 0,1 0-1 16,3 0 0-16,3-14 10 15,2-4 17-15,2-2 0 16,0-8-15-16,0 6 7 16,13 1-4-16,6 6-8 15,5 4-7-15,4 4-3 16,3 4 2-16,-2 3 1 16,-4 0 0-16,-3 15 0 15,-11 6 5-15,-5 5-3 16,-6 4 3-16,-6 5 3 15,-16 2-6-15,-7-4-2 16,0-4 0-16,6-7 1 0,10-8-1 16,10-5 0-16,3-3 0 15,1 0 10-15,15 0 32 16,8 0-7-16,3-3-14 16,-1 0-6-16,-2-1-15 15,-3 0-1-15,-4 1-7 16,-3 1-73-16,-5-4-73 15</inkml:trace>
  <inkml:trace contextRef="#ctx0" brushRef="#br0" timeOffset="209">18399 10654 727 0,'0'0'53'16,"0"0"-49"-16,0 0-4 15,0 0 16-15,0 0 5 16,0 0-12-16,-65 67-3 16,12-20 54-16,-11 6-38 15,-11 2-7-15,-2 2-6 16,1-2 6-16,8-8-12 15,10-2 0-15,5-4 3 0,10-8-4 16,8-5-2-16,10-4-4 16,8-2 3-16,7-3-17 15,5-6-83-15,4-5-264 16</inkml:trace>
  <inkml:trace contextRef="#ctx0" brushRef="#br0" timeOffset="210">18236 11206 390 0,'0'0'166'0,"0"0"-76"16,0 0-18-16,0 0-28 0,0 0-14 15,0 0-21-15,-23 0-5 16,23 0-1-16,0 0 13 15,0 0 0-15,0 0-3 16,0 0-5-16,0 0 8 16,0 0-7-16,0 0 1 15,-1 0-7-15,-7 0-6 16,-4 4 5-16,-6-2-2 16,5 0 5-16,1-2 16 15,-1 0 23-15,8 0 7 16,0 0-16-16,5-4-20 15,0-5-8-15,0-1-2 0,8-1-4 16,7 0-2-16,2 4-9 16,7 1 9-16,-1 4 1 15,0 2 0-15,2 0 2 16,-1 8 5-16,-5 10 4 16,-3 6-1-16,-11 4-9 15,-5 8 4-15,0 0-5 16,-21 3 0-16,-7-1 0 15,-7-6 0-15,-7-7 1 16,1-5 8-16,0-7 0 16,4-7 4-16,10-4 2 15,8-2-13-15,10 0-2 16,5 0 0-16,4-2-1 0,0-2 1 16,15 2-5-16,14 2 5 15,8 0 3 1,3 4 3-16,4 13-2 0,0 1 4 15,-8-1 3-15,0 1-7 16,-5-4 10-16,-7-5-5 16,-7-1-9-16,-9-4 6 15,-5-1-13-15,-3-3-26 16,0 0-45-16,0 0-86 16,-8 0-242-16</inkml:trace>
  <inkml:trace contextRef="#ctx0" brushRef="#br0" timeOffset="211">19007 10864 659 0,'0'0'86'0,"0"0"-83"16,0 0 12-16,0 0 16 16,0 0 10-16,0 0 10 15,-8-29-39-15,-7 25-2 16,-3 1-1-16,-6 3-1 0,-4 0-16 16,-1 0 9-16,-2 13-2 15,5 8 1 1,4 3-4-16,4-1 2 0,9 4 2 15,3-5 4-15,6-5-4 16,0-4 1-16,16-4 4 16,4-9-4-16,2 0 29 15,4 0 19-15,-1-17 9 16,1-5-19-16,-4-4-19 16,-5-5-8-16,-6-5-5 15,-6-1-2-15,-5-5-4 16,0-5 0-16,-8-3 1 0,-5-4-1 15,-2 11-1 1,7 11 5-16,3 11-5 0,3 12 0 16,2 9-2-16,0 0 2 15,5 9-16-15,10 15 12 16,5 9-3-16,4 6 9 16,-5 8-2-16,-1-2 4 15,0 2-4-15,-1-8-6 16,-2-6 6-16,-2-7 0 15,-5-3-1-15,-4-3-6 16,-4-3-54-16,0-4-52 16,-1-5-118-16</inkml:trace>
  <inkml:trace contextRef="#ctx0" brushRef="#br0" timeOffset="212">19365 10675 634 0,'0'0'223'0,"0"0"-184"16,0 0-36-16,0 0-3 16,0 0-3-16,-82 8 3 15,58 11 1-15,8-2-1 16,8 3 0-16,8 0-1 15,7-2 1-15,21 4 13 16,5-2 15-16,2-2-2 0,-5-1 1 16,-9-3-12-16,-9-2-13 15,-12 3 5-15,0-4-5 16,-21 4 1-16,-13-3-3 16,-9 0 0-16,-1-4-2 15,3-3-25-15,9-5 0 16,6 0-85-16,7 0-244 15</inkml:trace>
  <inkml:trace contextRef="#ctx0" brushRef="#br0" timeOffset="213">19081 10107 723 0,'0'0'1'15,"0"0"-1"-15,73-17 0 16,-29 10 31-16,14 2 34 16,6-5-6-16,5 3-8 15,2-2-9-15,-6 2-24 16,-8-2 9-16,-10 7-16 16,-13-2-1-16,-14 4 0 0,-6 0-10 15,-7 0 2-15,-5 0-1 16,2 9-1-16,-1 9 4 15,2 11 0-15,1 7-3 16,0 8-1-16,2 9 2 16,5 8 0-16,-2 7 6 15,5 3 0-15,2 1 5 16,3 2 33-16,0 3-27 16,0-2-14-16,-2 2-5 15,2-6 9-15,-5-6-8 16,0 0 0-16,-1-6-1 15,-5-4 0-15,-2-2 0 0,-3-3 0 16,-3 0 0-16,-2-3 0 16,0-3 1-16,0-8-1 15,-7-2 0-15,-6-7 0 16,-7-9 1-16,-5 0 7 16,-6-4 0-16,-4-2 25 15,-9 3-13-15,-9 0-8 16,-3 0-11-16,3 0-1 15,11-7-17-15,16-1 0 16,13-2-14-16,8-5-27 16,3 0-85-16,2 0-1 15,0 0-88-15</inkml:trace>
  <inkml:trace contextRef="#ctx0" brushRef="#br0" timeOffset="214">16267 12050 616 0,'0'0'80'0,"0"0"-66"15,0 0-10-15,0 0-3 16,0 0 5-16,0 0-1 0,-53 50 17 15,53-29-8-15,4-4 4 16,10-2-5-16,8 0-8 16,0-7 10-16,4-2-9 15,-6-6 6-15,-1 0 3 16,-4 0 5-16,-6-9 11 16,-4-7-18-16,-5-3 17 15,-2-4-13-15,-17-1-13 16,-9 4-3-16,-9 5-1 15,-1 3 7-15,-5 7-7 16,6 3-1-16,8 2 0 16,6 0-8-16,12 4-46 15,7-1-86-15,4-3-256 16</inkml:trace>
  <inkml:trace contextRef="#ctx0" brushRef="#br0" timeOffset="215">15730 10227 503 0,'0'0'3'16,"0"0"5"-16,42 79 18 0,-25-46-24 16,5-6 0-16,-8-5-2 15,0-7 0-15,-5-6 1 16,-4-5 3-16,-4-1 24 16,-1-3 26-16,0 0 67 15,-4 0-56-15,-8 0-60 16,-3 0 4-16,5 0 4 15,-2-4 15-15,4-5 18 16,4 4 5-16,2-1-35 16,2-9-3-16,0-3 2 15,18-7-13-15,9 1-1 16,9 2 1-16,2 6-4 16,5 6 1-16,-3 5 1 0,-7 5 1 15,-5 0-1-15,-7 9-2 16,-7 9-3-16,-5 1-1 15,-7-1 5-15,-2-3 1 16,0-3-1-16,0-9 1 16,-11 0 0-16,0-3-4 15,-3 0 4-15,4-11-1 16,6-8-2-16,4-4 3 16,8-1 5-16,12 6-5 15,9 3 0-15,3 9 0 16,-1 6-8-16,1 0 9 15,-4 6-1-15,-3 12 0 0,-6 6 7 16,-5 6-7-16,-2-1 0 16,-3 2-45-16,-4-4-63 15,-4-6-335-15</inkml:trace>
  <inkml:trace contextRef="#ctx0" brushRef="#br0" timeOffset="216">14022 10587 377 0,'0'0'257'16,"0"0"-241"-16,0 0-13 0,0 0 30 15,0 0 13 1,0 0-46-16,44-27 9 0,-17 12-6 16,-1 2 6-16,-3 2 0 15,-8 6-2-15,-3 2 7 16,-11 0-14-16,-1 3 2 16,0 0 16-16,0 0-2 15,0 0 8-15,0 0-7 16,0 0-17-16,0 0 2 15,4 0 0-15,-4 0-2 16,1 0-2-16,2 0 2 16,3 0 0-16,-2 0 2 15,1 0-2-15,1 0 1 16,-2 0 3-16,-1 0-3 0,3 0-1 16,-6 0 0-16,3 0 1 15,-3 0-1-15,0 0 7 16,0 0-7-16,0 0 2 15,0 0-7-15,0 0 11 16,0 0-6-16,0 0 0 16,0 0-1-16,0 0 0 15,0 0 1-15,0 0 0 16,0 0 0-16,0 0 0 16,0 0 0-16,0 0 0 15,0 0-1-15,0 0 0 16,0 0-3-16,0 0 4 15,0 0 0-15,0 0 0 16,0 0 0-16,0 0-7 0,0 0-16 16,0 3-32-16,0 0-129 15,0-3-271-15</inkml:trace>
  <inkml:trace contextRef="#ctx0" brushRef="#br0" timeOffset="217">11248 11035 511 0,'0'0'8'0,"0"0"4"16,0 0 25-16,0 0-10 16,0 0 3-16,0 0 14 15,-19-23 33-15,19 23-61 16,0 0-14-16,0 0-1 16,4 0-1-16,-3 0 7 15,2 0-7-15,0 6 5 16,-3 6 9-16,2 8-7 0,-1 4 14 15,4 7-6-15,-1 3-3 16,1 4 11-16,-2 1-3 16,3 1-9-16,-2-2-9 15,4 6 14-15,3 1 2 16,1 2 0-16,-4-4 3 16,3 2-9-16,2-6 2 15,1-4-3-15,-2-3 15 16,3 1-20-16,-2-4 9 15,1 3-8-15,2-4 2 16,-6 6-6-16,3-3 4 16,-2-3-7-16,-2-5 0 0,-3-5 0 15,-4-13 5 1,-1-1-4-16,-1-1-1 0,2-3 3 16,-2 0 3-16,0 0-1 15,0 0-5-15,0 0 2 16,0 0 2-16,0-7-4 15,0 2-6-15,0 2 6 16,0 0 6-16,0 3-3 16,0-3-3-16,0 3 2 15,0 0-2-15,0 0 1 16,0 0 8-16,0 0-4 16,0 0-5-16,0 0 1 15,0 0-1-15,0 6 0 16,8 12-1-16,5 8-2 15,1 6 6-15,-2 0 2 16,5 0 1-16,-3 1 5 0,3 2-6 16,7 6-5-16,-2 3 6 15,4 7-2-15,4 1-2 16,0-4-2-16,-3-4-2 16,0-7 2-16,0-4 7 15,-5-3-4-15,4-4-1 16,-7 0 20-16,6 4-7 15,-6 2 3-15,2 3-15 16,1-1-1-16,2-1 15 16,-4-3-17-16,3-3 3 15,4-7-11-15,1-1 16 0,6-1-13 16,7-1 12 0,0 1-7-16,3-2 0 0,-1 1-5 15,-3-1 5-15,-3-1 1 16,-2-5 1-16,-8 0-2 15,-7-5-2-15,-3-5-59 16,0 0-34-16,-3 0-39 16,-1-23-84-16</inkml:trace>
  <inkml:trace contextRef="#ctx0" brushRef="#br0" timeOffset="218">13995 10506 200 0,'0'0'37'15,"0"0"11"-15,0 0 56 16,0 0-37-16,72 22 1 15,-51-22 2-15,-6 0-11 16,-6 0-16-16,-3 0-25 16,-5 0-11-16,-1 0 1 15,0 0-6-15,0 0 19 16,0 4-13-16,0 6-8 16,6-1 0-16,3 5 23 15,-1 2-18-15,7-1 19 16,2 2 6-16,-3 3-7 0,1 3-11 15,-1 0 3-15,-3 2-14 16,-1 3 21-16,2 0 1 16,-4 1-15-16,0 0-5 15,0-3-1-15,0-2 10 16,3-3-6-16,-5 2-6 16,2 1 2-16,0 1 7 15,-2 0 16-15,-3 4-10 16,4-2 0-16,-2 3-6 15,-2-4 6-15,6-2-8 16,2 1-3-16,1-3 2 16,-1 1-6-16,-2-3 2 15,0 4 4-15,0 0-5 16,-1 5-1-16,-5-1 1 0,4 1 14 16,-2 1-9-16,-1-3-2 15,0 2-3-15,-1-6 0 16,-1 1-1-16,2-3 0 15,-4 3 5-15,0 6-4 16,0 0 1-16,0 7 15 16,-6-2-17-16,-1-2-2 15,2 1 2-15,1-1 7 16,-1-3-6-16,3-1 0 16,-1-3 2-16,0 3-2 15,1 1 4-15,-7 3 3 16,-1 2 21-16,2 0-27 15,-1 3 12-15,-3-2-11 0,4-2-2 16,1-1 2 0,3-4 2-16,0-6-5 0,2-5 0 15,2 0 3-15,-3-7 0 16,3-1-3-16,-3 2 0 16,-2 1 3-16,-2 6-1 15,-7 7-2-15,3 7 0 16,-10-1 0-16,4-5-1 15,6-5 4-15,1-7-2 16,5-5-1-16,4-7 0 16,1-3-1-16,0 0-1 15,0 0 4-15,0 0-5 0,0 0 0 16,0 0-30-16,0 0-42 16,0 2-22-16,0 1-73 15,0-3 34-15,7 0-192 16</inkml:trace>
  <inkml:trace contextRef="#ctx0" brushRef="#br0" timeOffset="219">14735 12221 629 0,'0'0'63'0,"0"0"-55"15,0 0 3-15,0 0 63 16,0 0-37-16,0 0-16 0,-38-4-20 16,29 4 0-16,-2 1-1 15,-1 7 16-15,1 6 22 16,1 2-13-16,4-1-13 15,6 5-9-15,0-3 3 16,4-2-5-16,14-1 2 16,4-4 0-16,2-10 2 15,5 0 5-15,-1 0-6 16,0-9 9-16,0-8 4 16,-6-1 9-16,0 0 5 15,-11 0-2-15,-3 4-15 16,-8 1-1-16,0-1-4 15,-3 2-3-15,-21 1 9 0,-7 2-10 16,-9 6-5 0,-3 0 4-16,-1 3-8 0,7 0 4 15,10 0-2-15,11 0-41 16,8 0-19-16,8 0-52 16,0-12-164-16</inkml:trace>
  <inkml:trace contextRef="#ctx0" brushRef="#br0" timeOffset="220">14328 10478 548 0,'0'0'29'16,"0"0"-29"-16,0 0-1 16,0 0 0-16,0 0-1 15,0 0-5-15,0 0 7 16,0 0-3-16,0 0 2 15,0 0 1-15,0 0 1 16,0 0 87-16,0 0 1 16,0 0-52-16,0 0-9 0,0 0-22 15,0 0 2-15,0 0 7 16,0 0-4-16,0 0-1 16,0 0 15-16,0 2-21 15,0-2-4-15,0 0 0 16,0 0-1-16,0 0 1 15,0 0 0-15,0 0 0 16,0 0 0-16,0 0 6 16,0 0-6-16,0 0-8 15,0 0 8-15,0 0-3 0,0 0 6 16,0 0-3 0,0 0 0-16,0 0 0 0,0 0 2 15,0 0-2-15,0 3 3 16,0-2-3-16,3 1 0 15,2 3 4-15,-2-1 11 16,0 2-14-16,3 2 12 16,-1 2-13-16,0 7 3 15,0 1 2-15,3 6 3 16,0 1 3-16,-2-1-3 16,2-1 5-16,1 0-10 15,-6-4 7-15,4-5-8 16,-5-6 6-16,-2-3-7 15,0-3 2-15,0 1-3 16,0-2 11-16,0-1 11 0,0 0 19 16,0 0 3-16,0-6-31 15,0-9-13-15,-2-10 0 16,2-7-3-16,0-2 3 16,0-1-8-16,5 2-9 15,7 4 11-15,4 8 4 16,0 9-4-16,-1 5 5 15,1 7-3-15,-5 0-1 16,2 0 4-16,-3 12 1 16,3 10-1-16,-7-2 0 15,-1 1 1-15,-2-7-1 16,-2-2 0-16,-1-6 1 0,0-2 2 16,0-4-2-16,0 0 2 15,0 0 2-15,0 0 4 16,0 0 6-16,0-6-9 15,0-7 1-15,0-5-1 16,0-4-10-16,0 0 10 16,10 2-10-16,5 2 5 15,-4 7-6-15,4 10 4 16,0 1 2-16,-4 12 0 16,1 20-2-16,-4 7 2 15,-2 5 2-15,-3 2-2 16,0-6 0-16,-3-12-1 15,2-8 1-15,-2-7-1 0,0-7-16 16,0 0-102 0,0-6-97-16</inkml:trace>
  <inkml:trace contextRef="#ctx0" brushRef="#br0" timeOffset="221">5554 13349 508 0,'0'0'67'0,"0"0"-7"15,0 0-11-15,0 0-18 16,0 0-15-16,0 0 13 16,0 0-11-16,0-32-2 15,0 32 17-15,0 0-10 16,0 0 15-16,0 0 7 15,-13 0-43-15,-7 12-2 0,-1 8-10 16,-3 12 10-16,2 5-1 16,4 4 9-16,3 2 16 15,13-4-14-15,2-6-10 16,11-7 15-16,16-8-15 16,7-7 4-16,10-5 8 15,-1-6-12-15,6 0-3 16,3-3-2-16,-1-11-75 15,-2-8-127-15</inkml:trace>
  <inkml:trace contextRef="#ctx0" brushRef="#br0" timeOffset="222">6005 13361 852 0,'0'0'45'0,"0"0"-21"16,0 0-24-16,0 0-1 15,0 0-4-15,11 80 0 16,8-44 5-16,0-3 0 16,5 0 5-16,-2-9-5 15,-4-3 0-15,-3-6 0 16,-10-7 0-16,0-1-2 16,-5-7 2-16,0 0 0 15,0 0 11-15,0-10-6 16,-8-13 2-16,6-10-7 0,2-5-5 15,2-6 2 1,18 5 3-16,8 8 0 0,-1 12-3 16,3 15-2-16,-6 4 4 15,3 10-10-15,-6 15 9 16,-1 4 1-16,-3-3-2 16,-6 0 3-16,-4-11-12 15,-5-9 8-15,1-3-8 16,-3-3 12-16,0-7 5 15,0-13-5-15,0-9-2 16,6 3 2-16,5 4 5 16,-1 9 12-16,4 10-17 15,-1 3 0-15,2 0 10 16,6 15-8-16,-3 8-2 0,4 6-2 16,-3 0-1-16,3-2 3 15,-4-4-102-15,-1-10-294 16</inkml:trace>
  <inkml:trace contextRef="#ctx0" brushRef="#br0" timeOffset="223">6757 13517 615 0,'0'0'209'16,"0"0"-207"-16,84-32 8 15,-31 14 47-15,4 0-18 0,-6 0-8 16,-5 7-12 0,-9 4-19-16,-10 6-9 0,-10 1-4 15,-8 0-65-15,-9 3-92 16,0 0-328-16</inkml:trace>
  <inkml:trace contextRef="#ctx0" brushRef="#br0" timeOffset="224">6867 13317 953 0,'0'0'17'15,"0"0"-15"-15,0 0-2 0,0 0 2 16,0 0-2-16,64 88 18 16,-39-37-18-16,-1 1 15 15,-5-4-12-15,-3-4 3 16,-2-6-4-16,-3-9-2 15,-3-6-2-15,2-8-39 16,-2-8-43-16,0-7-10 16,1-9-97-16,-4-22-249 15</inkml:trace>
  <inkml:trace contextRef="#ctx0" brushRef="#br0" timeOffset="225">7245 13187 755 0,'0'0'41'0,"0"0"-41"16,0 0 0-16,0 0 4 16,76 73 8-16,-56-41 24 15,-3 8-5-15,-3 0-19 16,-6 0-10-16,-3-2 1 15,-5 0-2-15,0-6-1 16,0-6 0-16,-13-5 3 16,2-9-3-16,0-6 2 15,-1-6 3-15,5 0 14 16,5-11-4-16,2-17-14 0,0-4-1 16,14-6-12-16,9 6 10 15,-1 6-5-15,0 11 7 16,-1 6-1-16,0 2 6 15,1 5-3-15,-3-2 9 16,-3 0 2-16,-5 4-5 16,-8-5-15-16,-1 5 12 15,-2 0-5-15,0-2 15 16,0 2 22-16,0 0-28 16,0 0-9-16,3 0 10 15,6 0-10-15,1 11 0 16,3 7-7-16,1 1 4 15,2 0 3-15,0 0 6 0,-1-5-6 16,5-5-64 0,-3-9-60-16,4-2-124 0</inkml:trace>
  <inkml:trace contextRef="#ctx0" brushRef="#br0" timeOffset="226">7884 13209 764 0,'0'0'55'0,"0"0"-9"16,0 0 8-16,0 0-34 16,0 0-20-16,-72 11-2 15,55 20-3-15,7 2 5 0,7-2 0 16,3-5 4-16,3-8-4 16,12-7-1-16,2-7 1 15,-6-4 1-15,2-2 2 16,-5-11 31-16,-5-9 9 15,-3-3 19-15,0-3-36 16,-8-3-14-16,-13-2-1 16,-2-2-4-16,-3-4-7 15,-4 7 2-15,8 3 1 16,5 10-3-16,11 14 0 16,2 2 0-16,4 3-5 15,0 3 0-15,19 15-1 16,1 11 12-16,4 7 9 0,-2 3-7 15,1 4-4 1,-2 0-3-16,2-1-1 0,-3-1 0 16,3-4 0-1,-8 0-20-15,2-5-101 0,-9-5 1 16,-5-7-172-16</inkml:trace>
  <inkml:trace contextRef="#ctx0" brushRef="#br0" timeOffset="227">7583 13772 773 0,'0'0'61'15,"0"0"-27"-15,0 0-33 16,0 0 7-16,0 0-2 0,0 0 62 16,94-35-12-16,-40 10-34 15,-3 3-22-15,-4 4 0 16,-9 10-66-16,-9 1-186 15</inkml:trace>
  <inkml:trace contextRef="#ctx0" brushRef="#br0" timeOffset="228">7861 13852 822 0,'0'0'151'0,"0"0"-147"15,0 0-3-15,-6 79-1 0,6-53 0 16,0-4-4 0,2-5 4-16,5-5 7 0,-5-6-6 15,-1-6-1-15,-1 0-7 16,0 0 7-16,0-13 28 16,0-13-22-16,9-7-6 15,3 2-3-15,1 7 1 16,-1 7-1-16,3 11 3 15,-7 3-3-15,1 3 3 16,-1 0 0-16,-1 6 0 16,-2 6 0-16,-1-1-2 15,-4-5-1-15,0-4-4 0,0-2 7 16,0 0 5 0,0 0 14-16,2-13-9 0,12-5-8 15,2 6 0-15,0 3 7 16,-4 9 11-16,2 0-1 15,-2 1-19-15,0 16 0 16,-3 1 0-16,-1 2 11 16,0 3-11-16,-2-7 0 15,0-2-16-15,2-12-83 16,4-2-96-16</inkml:trace>
  <inkml:trace contextRef="#ctx0" brushRef="#br0" timeOffset="229">8306 13657 512 0,'0'0'333'16,"0"0"-281"-16,116-46 22 15,-67 28 14-15,-6 4-67 16,-11 9-21-16,-9 2-1 16,-3 3-65-16,-6-4-77 15,-7-4-349-15</inkml:trace>
  <inkml:trace contextRef="#ctx0" brushRef="#br0" timeOffset="230">8433 13334 119 0,'0'0'990'0,"0"0"-901"16,0 0-70-16,0 0-19 15,0 0 0-15,18 112 30 16,7-44 11-16,3 0-26 16,-1-4-12-16,1-7-3 15,-3-8 0-15,-3-14-8 16,2-11-82-16,-5-16-24 15,-1-8-88-15,-3-22-196 0</inkml:trace>
  <inkml:trace contextRef="#ctx0" brushRef="#br0" timeOffset="231">8927 13135 641 0,'0'0'58'15,"0"0"-55"-15,0 0-6 16,0 0 6-16,0 0 5 16,0 0-7-16,-8 11 6 15,8-11 7-15,0 0 21 16,0 0 26-16,0 0 18 16,-2 0-48-16,2-6-20 15,0-1 2-15,0 0-7 16,0 3-6-16,2 4-7 0,4 0 5 15,-4 0 2 1,2 0 0-16,-2 7-1 0,-2 2 1 16,0 1 0-16,-3-3 8 15,-8-3-7-15,-3-4 3 16,2 0-3-16,-1-6 16 16,6-14-2-16,4-5 9 15,3-2-21-15,6 4-3 16,11 1-2-16,3 10 0 15,0 3 2-15,4 9 4 16,-2 4 6-16,-1 21-7 16,-7 16-1-16,-5 9 3 15,-9 5-5-15,0-1 2 16,-7-6-2-16,-9-6 0 0,-2-12 0 16,6-13 0-16,1-11 5 15,9-4-5-15,2-2 3 16,0 0-3-16,13 0 6 15,14 0 3-15,3 2 10 16,1 4 2-16,3 0-15 16,1 4 4-16,-9 0-2 15,-3 2-8-15,-7-3-7 16,-3-1-30-16,-1-4-69 16,-6-4-87-16,-2 0-329 15</inkml:trace>
  <inkml:trace contextRef="#ctx0" brushRef="#br0" timeOffset="232">9144 12997 969 0,'0'0'40'0,"0"0"-40"15,0 0 0-15,0 0 51 16,79 65-10-16,-53-22-8 15,-2 3-24-15,-6-3-7 16,-1-2 0-16,-1-14 6 16,-8-7-8-16,-2-10 0 15,-4-8 1-15,-1-2 0 0,-1 0 6 16,0-15 14-16,0-11-15 16,0-12-6-16,0-7-2 15,0-2 0-15,0 5-29 16,4 10 27-16,1 15-3 15,-2 10 6-15,0 7-4 16,3 0 8-16,3 13-3 16,6 11 12-16,7 8 11 15,-2 0-8-15,3 3-5 16,-4-2-6-16,3-9-4 16,-9-4 2-16,-1-8-3 15,-3-4 1-15,-3 1-62 16,-4-3-58-16,-2 0-105 0,0-1-526 15</inkml:trace>
  <inkml:trace contextRef="#ctx0" brushRef="#br0" timeOffset="233">8997 13664 758 0,'0'0'77'0,"0"0"-41"15,0 0 20-15,0 0-17 16,0 0 28-16,0 0 4 16,139 35-12-16,-50-67-48 15,4 0-5-15,-13 5 2 16,-12 10-16-16,-18 13-14 0,-16 4-75 16,-15 9-71-16,-19 13-155 15</inkml:trace>
  <inkml:trace contextRef="#ctx0" brushRef="#br0" timeOffset="234">9281 13926 981 0,'0'0'133'16,"0"0"-132"-16,0 0 2 15,0 0-3-15,0 0 2 16,5 68 51-16,6-39-29 15,3-7-24-15,2 1-7 0,-8-12 7 16,0-3 0 0,-6-6 5-16,-2-2-1 0,0 0-3 15,0 0 49-15,0-4-1 16,0-13-39-16,0-8-9 16,2-7-2-16,21-3-18 15,5 6 13-15,4 1 5 16,-1 17-9-16,-4 5 10 15,-6 6 0-15,-4 3-4 16,-3 15 4-16,-6 3 1 16,-2 2 1-16,-4-2-2 15,-2-8 1-15,0-3 4 0,0-7-3 16,0-3 11-16,-1 0 14 16,1-9-14-16,1-12-13 15,18-6-4-15,8 1-2 16,-1 3 9-16,2 11-3 15,-5 9 0-15,3 3 5 16,-5 3-5-16,0 15 0 16,-1 2 0-16,-4 3 0 15,-5-1 1-15,-5 0-1 16,-3 0-19-16,-3-5-104 16,0-5-175-16</inkml:trace>
  <inkml:trace contextRef="#ctx0" brushRef="#br0" timeOffset="235">10382 12838 500 0,'0'0'131'15,"0"0"-91"-15,0 0-11 16,-85-3 15-16,63 0-12 16,0 1-21-16,5 1 14 15,4-3 33-15,2 4-34 0,-2 0-24 16,0 0 0 0,-11 10 2-16,-1 5-2 0,-2 5-3 15,1 2 3-15,2 0 0 16,5-1 0-16,7 5-5 15,3-3 5-15,9 8 14 16,0 1 2-16,4 2 5 16,13 7 15-16,6 0-2 15,4 7-4-15,6 8-7 16,5 9 5-16,0 8-6 16,5 4-12-16,-3 2 3 15,3 0 17-15,-2 1-9 16,-3 1 6-16,-4 8-16 0,-4-7-9 15,-4 1 15 1,-1-6-8-16,-4-7-7 0,2-5 19 16,-4-10-11-16,2-3-4 15,-3-7-3-15,-1-5-3 16,-6-2-1-16,0-10 1 16,2-3 7-16,-5-8-7 15,-2-8 0-15,-1 0-1 16,-1-8 1-16,-1-1 0 15,1 0 2-15,0 0-2 16,5 0 0-16,3 0 0 16,1 2 0-16,8-2 0 15,2 0 1-15,3 0-1 16,-5 3 0-16,-2 3-8 0,-6 1 4 16,-5 4 4-16,-2 0 0 15,-6 0 1-15,0 1-1 16,0-6 1-16,0-3 16 15,5-3-7-15,18 0-7 16,13-13 4-16,11-8-4 16,6-1-1-16,-6-2-2 15,-10 13-29-15,-9 5-65 16,-9 6-61-16,-17 0-260 16</inkml:trace>
  <inkml:trace contextRef="#ctx0" brushRef="#br0" timeOffset="236">10931 13200 636 0,'0'0'103'0,"0"0"-58"16,0 0-25-16,0 0-7 16,0 0-12-16,0 0 5 15,-66-17-3-15,62 17 12 16,-2 7-15-16,1 8-2 0,-3 6 2 16,-6 3 11-16,5 1 34 15,5 2-45-15,4-3 11 16,0-4-7-16,0-2 0 15,21-5-2-15,8-9 9 16,10-3 13-16,0-1 2 16,-5 0-21-16,-10 0 6 15,-16 0-4-15,-8 3-4 16,0 11-2-16,-20 5 7 16,-9 4-5-16,-3-3-6 15,3-2 0-15,2-7 3 16,7-2 0-16,4-5-7 0,-1-2-93 15,8-2-182-15</inkml:trace>
  <inkml:trace contextRef="#ctx0" brushRef="#br0" timeOffset="237">11020 13106 491 0,'0'0'110'15,"0"0"-110"-15,0 0-1 0,0 0-2 16,0 0 2-16,0 0 1 16,0 12 3-16,0-12 19 15,0-3 67-15,0-7-21 16,0-1-53-16,0-4 11 15,0 6-1-15,0-3 41 16,3 3-50-16,8 3-15 16,5 1 7-16,4 5 8 15,3 0 13-15,-4 9-18 16,0 10 1-16,-9 9-10 16,-3 4 0-16,-3 3-1 15,-4-2 0-15,0-7-2 0,0-5 1 16,0-11 0-1,0-1 0-15,7 0 4 0,2-5-4 16,5-4 2-16,-1 0 0 16,9 0-1-16,-3 0-2 15,5 0-12-15,-4 0-87 16,1-4-61-16,-7-1-492 16</inkml:trace>
  <inkml:trace contextRef="#ctx0" brushRef="#br0" timeOffset="238">11432 13170 736 0,'0'0'75'16,"0"0"-27"-16,0 0 18 15,0 0-44-15,0 0-18 16,0 0-4-16,26 50 15 15,-10-10 32-15,2 8-1 16,-1 5-33-16,-1-5 2 16,0-8-15-16,-5-10 2 15,1-13-2-15,3-11-2 16,-1-6-5-16,3-8-45 16,5-25-121-16,-1-10-573 15</inkml:trace>
  <inkml:trace contextRef="#ctx0" brushRef="#br0" timeOffset="239">11701 13203 746 0,'0'0'7'16,"0"0"-5"-16,-8 94 7 16,16-59 28-16,11-6-13 15,7-3 14-15,0-10-10 16,-3-10-22-16,-11-3 26 15,-4-3 20-15,-8-7-12 16,0-13 25-16,-5-6-47 16,-13-1-18-16,-6-2 8 15,2 5-16-15,4 3 8 0,10 1-44 16,8 2-60-16,0 6-25 16,20 4-160-16,3-1-249 15</inkml:trace>
  <inkml:trace contextRef="#ctx0" brushRef="#br0" timeOffset="240">11920 13173 535 0,'0'0'110'16,"0"0"-1"-16,0 0-71 15,0 0 17-15,0 0 25 16,18 77-56-16,-4-54 19 16,0-2-21-16,0-4-13 15,-2-8-5-15,-4-6-2 0,-4-3 7 16,-1 0 11-1,-2-6 8-15,2-14 28 0,1-7-43 16,4 0-6-16,-1 4-7 16,-3 8 2-16,5 10 0 15,0 5 2-15,0 0-8 16,3 11 8-16,-1 16 0 16,-10 5-4-16,-1 9 9 15,0 3-14-15,-15-2 6 16,-3-8-1-16,0-6 0 15,0-5 0-15,5-9-16 16,2-5-34-16,2-3-33 16,2-6-77-16,6 0-216 0</inkml:trace>
  <inkml:trace contextRef="#ctx0" brushRef="#br0" timeOffset="241">12281 13103 800 0,'0'0'3'0,"0"0"23"16,0 0 33-16,-84-9-4 16,65 15-25-16,9 8-13 15,10 2-16-15,0 5 12 16,20 1-5-16,14 1 28 0,11-1-6 15,1-5 3-15,-5-1-18 16,-12 2-8-16,-7-3-4 16,-15 1 5-16,-7-1-8 15,-9 4 14-15,-24 2-3 16,-5 1-9-16,0-5-4 16,2-8-1-16,9-3-27 15,4-6-40-15,7 0-106 16,3-9-312-16</inkml:trace>
  <inkml:trace contextRef="#ctx0" brushRef="#br0" timeOffset="242">11102 14016 453 0,'0'0'210'16,"0"0"-132"-16,0 0-44 0,0 0 11 16,0 0-20-16,0 0 5 15,89-37 28-15,-28 13 3 16,17 0 6-16,14-2-7 15,9-3-23-15,8 5-1 16,-8 4-20-16,-5 5-13 16,-14 6 0-16,-18 4-6 15,-15 3-16-15,-16 2-48 16,-11 0 8-16,-20 0-76 16,-2 11-36-16,-26-1-529 15</inkml:trace>
  <inkml:trace contextRef="#ctx0" brushRef="#br0" timeOffset="243">11757 13971 747 0,'0'0'78'0,"0"0"-78"16,0 0-4-16,0 0 1 15,0 0 3-15,0 0 8 16,6 13-8-16,-1-9 0 16,-2-2 2-16,-3-2 5 15,0 3 0-15,0 0 20 0,-8 5-7 16,-6-4-18-16,-2 0 0 16,3-4 6-16,6 0 6 15,5 0 8-15,0 0-10 16,2 0 9-16,0-1 4 15,0-2-13-15,0-4-12 16,8 2 1-16,4 2-1 16,-3 0 1-16,-1 3 4 15,-5 0-9-15,-3 0 4 16,0 0 0-16,0 0 0 16,0 0-2-16,0 3 2 15,0 0 0-15,-6-1 1 0,-3 1 5 16,3-3-6-1,0 0 1-15,4 0 7 0,2 0-5 16,0 0 4-16,5-7-7 16,13-1-5-16,2-2 5 15,4 6 0-15,-1 4-1 16,0 0 1-16,-6 18 2 16,1 8 5-16,-10 7-4 15,-5 6-3-15,-3 4 8 16,-6-1-3-16,-21-8 0 15,-1-6-3-15,0-8 9 16,-5-8-6-16,7-7 9 16,10-2-1-16,10-3-7 0,6 0 8 15,2-3-2 1,25-9-8-16,7 4-3 0,9-2-1 16,7 8 3-16,-7 2-3 15,1 0 4-15,-7 5 0 16,-6 2-1-16,-4 3-3 15,-4-3-12-15,-6-1-31 16,-3-6-153-16,0 0-333 16</inkml:trace>
  <inkml:trace contextRef="#ctx0" brushRef="#br0" timeOffset="244">12793 13585 695 0,'0'0'276'0,"0"0"-216"16,0 0-54-16,0 0 12 16,0 0 30-16,0 0-18 15,75 6 52-15,-15-6-10 16,4-12-38-16,0 3-29 0,-13 3-5 15,-8 4-4-15,-13 2 4 16,-10 0-36-16,-8 0-20 16,-6 0-59-16,-6 8-3 15,-11 1-15-15,-8 3-69 16</inkml:trace>
  <inkml:trace contextRef="#ctx0" brushRef="#br0" timeOffset="245">16915 11372 465 0,'0'0'84'15,"0"0"-77"-15,0 0-5 16,0 0 10-16,0 0 61 16,0 0 2-16,0 0-14 0,0 0-45 15,0 0 3 1,0 0 6-16,0 0-2 0,0 0-5 16,0-1 4-16,0-2-22 15,0 1-2-15,0 2 2 16,-3 0 0-16,3 0 12 15,-4 0 1-15,-1 0-3 16,-7 8-2-16,-12 16-8 16,-10 16-3-16,-11 8 3 15,-3 8 1-15,0 2-1 16,4-4 21-16,5-5-15 16,9-8 3-16,7-8-7 15,7-10 1-15,8-8-3 16,2-4 0-16,4-7 0 0,2 1-5 15,0-5-80-15,0-9-231 16</inkml:trace>
  <inkml:trace contextRef="#ctx0" brushRef="#br0" timeOffset="246">17928 10374 596 0,'0'0'70'0,"0"0"-69"15,0 0 19-15,0 0 30 0,0 0-12 16,0 0-21-16,-5 3-8 15,-1 9-15-15,-6 11 11 16,-6 8-5-16,-5 4 1 16,-5 4 6-16,2 1 29 15,6-2-24-15,0-4 11 16,5-3-18-16,1-8 5 16,0-2 7-16,0-6-12 15,2-2-4-15,1-2 3 16,4-3-7-16,2 1 3 15,2-1-22-15,2-5-83 16,1-3-358-16</inkml:trace>
  <inkml:trace contextRef="#ctx0" brushRef="#br0" timeOffset="247">14151 13025 502 0,'0'0'77'0,"0"0"-52"15,0 0 15-15,0 0 17 16,0 0-9-16,0 0-13 16,-23-43-13-16,23 43-10 15,0 0-10-15,-3 0 3 0,3 0 5 16,0 0 7-1,-3 0 4-15,0 0 13 0,-3 0-23 16,-2 0-4-16,-1 0-2 16,-2 0-5-16,-5 0 5 15,1 0-14-15,0 0 9 16,-6 0-1-16,3 2 2 16,-2 7-2-16,0 1 9 15,-6 6-10-15,6 3 2 16,2 1-1-16,6 3 1 15,5 1 3-15,7 0-1 16,0-2 2-16,14-3 8 16,15-2-10-16,11-4 1 15,7-5 12-15,2-5 5 0,-1-3-7 16,-12 4 12-16,-13-1-20 16,-12-1-4-16,-11 4-1 15,0 3-1-15,-18 6 1 16,-13 4 0-16,-12 4 7 15,-5 0-6-15,2-4 1 16,5-4-2-16,8-3 0 16,11-3 0-16,7-2-2 15,7-7 1-15,6 0-38 16,2-7-50-16,0-17-230 16</inkml:trace>
  <inkml:trace contextRef="#ctx0" brushRef="#br0" timeOffset="248">14341 12777 500 0,'0'0'31'0,"0"0"-31"15,0 0 4-15,0 0-4 0,0 0 3 16,0 0 11-16,0 0 48 16,0 0-21-16,12 0-27 15,-12 0-3-15,-5 5 8 16,-4-3-17-16,6 3 5 15,-2-5-7-15,5 0 1 16,0 0 11-16,0 0-10 16,0 0 6-16,0 0 8 15,0 0-11-15,0 0-5 16,0 1-2-16,0 2 2 16,0-1 11-16,0 2-10 15,0 3-2-15,0-5 1 16,-3 2-7-16,-2-2 7 15,4-2 10-15,1 0 3 0,0 0 7 16,0 0-7-16,0 0 2 16,0 0 12-16,0 0-9 15,0 0-18-15,0 0-2 16,0 0 2-16,0 0-2 16,0 0 2-16,0 0-9 15,0 0 5-15,0 6 4 16,-7-3-3-16,-1-1 3 15,-1-2 0-15,1 0 6 16,-5 0 4-16,4-5-8 16,2-7 8-16,4-3 17 15,3-1-16-15,0 1-5 16,9 2-2-16,10 2-3 0,4 7-2 16,-1 4 2-16,-2 0-2 15,-3 19-1-15,-9 12-6 16,-5 6 8-16,-3 5 1 15,-8 2-1-15,-8-5 4 16,0-9-10-16,8-6 9 16,-2-9-3-16,8-6 6 15,2-4-6-15,9 0 9 16,17-3 18-16,10-2 2 16,3 0-8-16,-1 0-16 0,-7-2-4 15,-9 2-1 1,-6 0 0-16,-5 0-1 0,-4 0-11 15,1 9-75-15,-3 4-12 16,-5 1-121-16</inkml:trace>
  <inkml:trace contextRef="#ctx0" brushRef="#br0" timeOffset="249">14067 13800 239 0,'0'0'61'16,"0"0"40"-16,-100 32-32 15,67-26 43-15,4 0-16 16,6-6-48-16,2 2-6 15,7-2-7-15,6 0 5 16,3 0 0-16,5 0-13 16,0 0 19-16,0 0-18 15,0 0-21-15,16-8-7 16,16-10 2-16,20-6-1 16,14-8 18-16,14-7 0 15,6 4-13-15,-11 6-4 0,-10 12 6 16,-17 8-8-16,-15 9-8 15,-11 0 0-15,-11 0-40 16,-4 11-33-16,-7 7-34 16,-4 0-137-16</inkml:trace>
  <inkml:trace contextRef="#ctx0" brushRef="#br0" timeOffset="250">14163 13800 600 0,'0'0'180'16,"0"0"-146"-16,0 0-2 0,0 0 39 16,0 0-29-16,0 0-39 15,3 11-3-15,6 4 0 16,4 11-1-16,2 9 0 15,-1 4 1-15,-3 6 1 16,-2-5-1-16,-5-2 5 16,-4 0-2-16,0-8-1 15,0-6-2-15,-7-8-1 16,-1-7 1-16,-1-8 8 16,1-1 38-16,-1-1-20 0,2-16-25 15,2-8 1 1,5-3-4-16,0 0-1 0,18 3-1 15,5 2 3-15,6 8 1 16,-1 8 0-16,-1 5 3 16,1 2-3-16,-1 0-3 15,-7 0 3-15,1 0 0 16,-10 0 1-16,-2 0-1 16,-6 0 0-16,-3 0 0 15,0 0 26-15,0 0 1 16,0 0-15-16,0 0-9 15,0 2 3-15,0 11-12 16,10 4 0-16,6 10 5 16,-2-1 1-16,6 2 0 15,-4-6 0-15,-1-1-1 0,1-3 1 16,-5-6 0-16,3-4-40 16,-2 0-40-16,-4-8-40 15,-3 0-86-15</inkml:trace>
  <inkml:trace contextRef="#ctx0" brushRef="#br0" timeOffset="251">14628 12637 702 0,'0'0'1'16,"0"0"-1"-16,0 0 8 15,101-25-8-15,-64 16 0 16,-5 2-1-16,-8 7-10 15,-9 0 11-15,-4 0 0 16,-6 0-2-16,-2 0-1 16,-3 0 3-16,0 0 8 15,0 7-6-15,0 4 33 0,-1 6 6 16,-2 4-26-16,3 5-10 16,0 11 14-16,1 4 6 15,17 9 3-15,0 6 5 16,4 9 1-16,7 5-14 15,3 9 7-15,5 8 1 16,4 14 0-16,1 5-3 16,3 0-12-16,-2-4 1 15,37 77 4 1,-46-99-14-16,-6-9 3 16,-10-13 0-16,-1-8 2 15,-6-6 10-15,-3-2-5 0,-4-7 0 16,-4-6-6-1,0-7-8-15,0-5 0 0,2-6 1 16,0-3 4-16,-1-1 0 16,1 0-5-16,-1-3 0 15,-1 6 0-15,0 2-8 16,-9 3 16-16,-7 2-5 16,-2 0-2-16,1-4 6 15,2-2 12-15,-4-2 0 16,-2 1-6-16,-9 3-12 15,-8 2 0-15,-3 2-2 16,-4 1-4-16,5-3-18 16,3 0-68-16,9-8-26 0,6-7-40 15,13 0-151 1</inkml:trace>
  <inkml:trace contextRef="#ctx0" brushRef="#br0" timeOffset="252">15738 13963 458 0,'0'0'131'0,"0"0"-88"16,0 0 13-16,0 0 25 16,0 0-40-16,0 0-21 15,-4-14 9-15,0 12 6 16,-2-3-10-16,-4 5-3 16,0 0-13-16,-3 0-9 15,1 0 0-15,-2 11-1 16,1 7 1-16,4 4 0 15,0 5 4-15,5-1-4 16,4 4-7-16,0-6 7 16,5-7 0-16,13-3 6 15,5-5-6-15,5-8 34 0,2-1-4 16,5-7-17-16,-3-10 6 16,1-4 2-16,-7-2 11 15,-10 2-19-15,-7 0-5 16,-9 4-4-16,0 1 15 15,-17 2-12-15,-10 2-2 16,0 6 11-16,-3 3-16 16,-4 3-19-16,3 0-23 15,4 12-26-15,9-3-71 16,4-3 30-16,9-6-95 16</inkml:trace>
  <inkml:trace contextRef="#ctx0" brushRef="#br0" timeOffset="253">15267 12627 710 0,'0'0'39'0,"0"0"23"16,0 0-19-16,0 0-40 15,0 0-3-15,0 0 0 16,52 25 0-16,-31 1 2 15,5 7 5-15,-2 4 7 16,-5-1 5-16,-5 3-16 16,-6-3 0-16,-6-8-3 15,-2-6 6-15,0-9-4 16,0-6 12-16,0-3 27 16,-2-4 19-16,-5 0-8 15,-1-1-20-15,1-17-28 16,1-11 10-16,6-12-12 0,0-6-2 15,4 2-1-15,10 2-7 16,8 12 4-16,-2 9 4 16,1 12-4-16,4 8-2 15,-4 2 1-15,2 4 4 16,-5 16-8-16,-5 3 8 16,-4 1 1-16,-2-1 1 15,-7-8-1-15,0-3 1 16,0-6-5-16,0-6 8 15,0 0-5-15,0 0 5 16,0-13 13-16,0-10-9 16,0-6-8-16,5-3-1 15,15 6-1-15,4 7 2 0,-2 10-4 16,-4 9 3-16,-1 0 1 16,1 13 0-16,-6 13-6 15,0 8 6-15,-2 11-3 16,1-3 6-16,-1-5-9 15,0-4-17-15,-4-6-117 16,-1-10-128-16</inkml:trace>
  <inkml:trace contextRef="#ctx0" brushRef="#br0" timeOffset="254">5655 15149 664 0,'0'0'1'15,"0"0"-2"-15,0 0-28 16,0 0-2-16,0 0 31 15,0 0 5-15,0 0 21 16,0 0 2-16,0 0-25 16,-31 0 1-16,31 0-1 15,0 0 1-15,0 0 36 16,0 0 3-16,0 0-9 16,-2 0-2-16,-4 0-27 15,0 0 4-15,-1 0 15 16,-1 0-15-16,-4 2 0 15,-2 1 5-15,-1 7-14 16,-1-2-7-16,-5 7 7 0,-2 5 8 16,5 7-6-16,4 5 8 15,1 6-7-15,10 4 6 16,3-1 2-16,0-3-3 16,19-10-8-16,3-3 2 15,8-8-2-15,-1-2 9 16,3-6-3-16,-4-5-6 15,-4 1-1-15,-5-1-24 16,-6-4-157-16</inkml:trace>
  <inkml:trace contextRef="#ctx0" brushRef="#br0" timeOffset="255">4496 15569 708 0,'0'0'45'15,"0"0"3"-15,0 0 1 16,0 0-30-16,0 0 14 16,0 0-27-16,-76-48-5 15,66 48 8-15,-5 0-6 16,5 9 1-16,-7 10-4 16,4 9 1-16,2 14-2 15,-2 5 1-15,8-4-1 16,5-3 1-16,0-13-3 15,13-15 0-15,14-5 6 16,8-7-2-16,3-7 14 0,5-13 6 16,0-5-10-16,-8 3-7 15,-6 10-4-15,-9 5-70 16,-9 7-37-16,-5 0-285 16</inkml:trace>
  <inkml:trace contextRef="#ctx0" brushRef="#br0" timeOffset="256">4609 15950 739 0,'0'0'126'16,"0"0"-108"-16,0 0-5 15,0 0 0-15,0 0 36 16,0 0-16-16,81-35-18 16,-54 22-15-16,-1 0-10 15,1 2-84-15,6-4-139 0</inkml:trace>
  <inkml:trace contextRef="#ctx0" brushRef="#br0" timeOffset="257">5979 15316 643 0,'0'0'124'16,"0"0"-88"-16,0 0 11 15,0 0-3-15,0 0-5 16,0 0 2-16,-39-29-24 16,39 28-17-16,0 1-2 15,0 0 2-15,0 0 0 16,0 11 0-16,8 5 0 15,-2 2-2-15,2-1 2 16,-6-1 0-16,5-2-1 0,-5-5 1 16,-2-5 0-1,0-2-1-15,0-2 0 0,0 0 1 16,0 0 18-16,0 0 32 16,-9 0-4-16,-7-6-43 15,-2-12 3-15,1-2-1 16,2-1-5-16,7-6-3 15,8 1 0-15,0-3 3 16,17 8-1-16,6 3-6 16,1 10 4-16,-2 8-11 15,5 0 7-15,-5 14-5 16,1 8 9-16,-5 5 2 16,0 0 1-16,-5-3-3 15,-4-9 3-15,-5-7-1 0,-1-5 2 16,-3-3-2-16,0 0 3 15,0-14 12-15,-3-10-8 16,-1-8-6-16,4-2 0 16,0 8-5-16,4 4 5 15,10 10 0-15,0 5-2 16,3 7-1-16,6 0-2 16,1 17 2-16,1 7 2 15,4 7-1-15,-2-2 4 16,-3 0-2-16,-2-2 0 15,-8-4 0-15,-1-7-3 0,-2 0-81 16,-2-6-38 0,-7-10-116-16</inkml:trace>
  <inkml:trace contextRef="#ctx0" brushRef="#br0" timeOffset="258">6624 15244 521 0,'0'0'257'0,"0"0"-233"16,89-22 11-16,-45 7 9 15,-3 0 4-15,1 7-38 0,-10 5-10 16,-5 3-1-16,-8 0-11 15,-4 0-52-15,-7 4-83 16,-4-4-316-16</inkml:trace>
  <inkml:trace contextRef="#ctx0" brushRef="#br0" timeOffset="259">6732 15102 390 0,'0'0'531'15,"0"0"-466"-15,0 0-65 16,0 0 0-16,0 0-1 0,37 73 1 16,-9-35 0-1,4 6 1-15,-3 0-5 0,4-2 4 16,-6-7-7-16,-4-6 0 16,-3-8-36-16,-4-5-17 15,-5-6-43-15,-6-7-127 16</inkml:trace>
  <inkml:trace contextRef="#ctx0" brushRef="#br0" timeOffset="260">7164 14923 527 0,'0'0'175'16,"0"0"-129"-16,0 0-21 15,0 0-25-15,0 0 6 0,0 0-5 16,0 0 0-16,0 0 12 16,0 0-2-16,0 0-2 15,0-6-4-15,0 2 23 16,0-1-19-16,0-4-8 15,0 6 5-15,0-2 4 16,0 0 13-16,0 5-6 16,0 0 8-16,0 0-20 15,0 0-2-15,0 0-3 16,0 0-4-16,5 8 4 16,11 8-7-16,3 8 5 0,3 6 2 15,-3 5 2-15,2 3 0 16,-10-3-1-16,-3 1-1 15,-5-5 0-15,-3-4 0 16,0-8 5-16,-3-3-2 16,-8-6-1-16,-3-5-1 15,-1-5 14-15,1 0-12 16,0-11 5-16,5-10-8 16,8-6 0-16,1 1-11 15,0 0 5-15,19 8 6 16,0 3 0-16,8 3-1 15,2 0-2-15,-1 3-5 16,1-2 8-16,1 3 0 0,-8 1 1 16,-4 1 0-1,-10 1-1-15,-5 5 5 0,-3-6 3 16,0 2 38-16,0-1-26 16,-3 1-20-16,-2 4 0 15,5 0 12-15,0 0 1 16,0 0-13-16,0 3 0 15,11 10-4-15,4-1 4 16,5 5 0-16,-4-2 0 16,-3-1 0-16,1 1-1 15,-3-3 1-15,-4-1 0 16,2 0-4-16,-6-2-48 16,2-2-21-16,-2-7-8 15,-1 0-70-15,-2-12-209 0</inkml:trace>
  <inkml:trace contextRef="#ctx0" brushRef="#br0" timeOffset="261">7719 14853 527 0,'0'0'119'0,"0"0"-119"15,0 0 0-15,-78 70 4 16,67-43 18-16,4 6 12 15,7-3 8-15,3-4-18 16,18-5-21-16,3-9 2 16,0-6 6-16,0-6-1 0,-4-3 15 15,-4-15 18-15,-8-2 24 16,-8-6-13-16,0 0-25 16,-12-1-11-16,-11-6-18 15,-6-2 1-15,-5-2-1 16,2 3-7-16,-3-1 3 15,11 8 4-15,5 10-1 16,14 6 1-16,5 9-6 16,0 2 6-16,22 5-14 15,7 14 14-15,3 11 0 16,-1 10 0-16,4 6 2 16,-6 3-1-16,-2 1-1 0,-2-3-11 15,-5-3 10-15,-3-4-3 16,-8-2-67-16,-4-7-37 15,-5-7-90-15</inkml:trace>
  <inkml:trace contextRef="#ctx0" brushRef="#br0" timeOffset="262">7469 15547 548 0,'0'0'248'0,"0"0"-211"16,0 0-36-16,0 0 1 16,0 0 7-16,95-54 26 15,-41 15-31-15,5 5 11 16,-8 4 3-16,-5 4-14 15,-13 16-4-15,-14 5-65 16,-6 5-28-16,-11 0-249 16</inkml:trace>
  <inkml:trace contextRef="#ctx0" brushRef="#br0" timeOffset="263">7763 15530 921 0,'0'0'116'0,"0"0"-101"16,0 0-15-16,0 0-6 15,0 0 6-15,-3 89 0 16,23-59-2-16,0-2 2 16,-3-4 0-16,-3-9-2 15,-4-4-3-15,-7-9 5 16,-3 0-3-16,0-2 3 15,0 0 9-15,0-12 30 0,0-12-37 16,0-5-3 0,0 0 1-16,8 2-3 0,4 9 1 15,-6 8-3-15,0 5 4 16,-3 5 0-16,-3 0-4 16,0 0-11-16,0 0 7 15,0 0 8-15,0 0 0 16,2 0-1-16,-2 0 2 15,3 0 3-15,6-12 11 16,2-11-1-16,7 1-12 16,2 4 0-16,-2 9 0 15,-4 6-1-15,-1 3 0 16,1 0-1-16,-1 11-8 16,1 7 9-16,-1 2 6 0,-5 3-6 15,-2-3 0-15,-1-3 0 16,1-6-38-16,-6-5-68 15,1-6-79-15</inkml:trace>
  <inkml:trace contextRef="#ctx0" brushRef="#br0" timeOffset="264">8193 15240 907 0,'0'0'73'16,"0"0"-73"-16,0 0-5 16,105-68 5-16,-68 50 10 15,-6 6-10-15,-5 7 1 16,-4 1-3-16,-8 4 2 15,-3 0-76-15,-10 0-48 16,-1 0-288-16</inkml:trace>
  <inkml:trace contextRef="#ctx0" brushRef="#br0" timeOffset="265">8266 15011 886 0,'0'0'76'15,"0"0"-76"-15,0 0-4 16,23 97 4-16,-3-48 5 16,1 1 6-16,4-3-5 15,-1 0 1-15,-1-5-7 16,-1-12 0-16,-4-8-1 16,0-9-1-16,-5-8-3 15,-6-5-75-15,-4 0-112 16</inkml:trace>
  <inkml:trace contextRef="#ctx0" brushRef="#br0" timeOffset="266">8748 14884 489 0,'0'0'113'0,"0"0"-108"16,0 0 13-16,0 0 64 16,0 0-28-16,0 0-24 15,-15 10-29-15,15-10 11 16,0 0-3-16,0 0-9 15,1 0 8-15,1 0-2 16,-2 0-6-16,0 0 4 16,0 0-1-16,0 0-1 15,0 0-2-15,0 0 0 16,0 4 0-16,0-1-3 0,0 4 6 16,-3-7-2-1,1 0 2-15,2 0 2 0,0 0-4 16,0 0 3-16,0 0 2 15,2 0 8-15,8-10-13 16,-2 6 6-16,-2 1-3 16,-3 3-4-16,0 0 0 15,-3 0-1-15,0 0 0 16,0 7 1-16,-6 3 1 16,-5-1-1-16,-1-1 0 15,3-7 1-15,3-1 3 16,1 0 15-16,-1-1-4 15,6-14-8-15,0-4-5 0,0-1-2 16,8 1 1 0,7 5-1-16,0 4 0 0,-1 8 0 15,-3 2 0-15,2 0 5 16,-6 19-5-16,2 9 0 16,-6 9 2-16,-3 5-1 15,0-1 0-15,-3 0-1 16,-6-6-4-16,2-9 2 15,0-4 2-15,6-7 7 16,1-1 2-16,5-6-8 16,17 4 21-16,7-3 21 15,1-3-33-15,1-2 13 16,-2 1-12-16,-5-3-8 16,-5 2-1-16,-7-1-2 0,-1-3 0 15,-5 2-54-15,0-2-51 16,-6-5-114-16,0-16-397 15</inkml:trace>
  <inkml:trace contextRef="#ctx0" brushRef="#br0" timeOffset="267">8899 14805 908 0,'0'0'37'16,"0"0"-37"-16,0 0-5 15,40 69 5-15,-14-30 13 16,0 6 1-16,2-7-11 0,1 3 1 16,-2-9 3-16,-5-6-7 15,-3-9 2-15,-8-9-1 16,-5-6-2-16,-3-2 2 16,-3 0 5-16,0-18 93 15,0-11-66-15,-7-8-33 16,-6-2-10-16,0 1 10 15,2 5-3-15,3 13 5 16,2 6-11-16,3 10 18 16,3 4-7-16,0 0-2 15,3 11-12-15,11 13 10 16,10 6 2-16,0 0 1 16,6 2 1-16,2-9-1 15,0-3 8-15,-4-8-9 0,-4 0-3 16,-4-6 1-16,-4-1-49 15,-11-3-125-15,-5-2-272 16</inkml:trace>
  <inkml:trace contextRef="#ctx0" brushRef="#br0" timeOffset="268">8827 15495 752 0,'0'0'136'15,"0"0"-55"-15,0 0-52 16,0 0 34-16,0 0-49 16,0 0 12-16,112-68-12 15,-54 34-11-15,-4 2 4 16,-4 7-4-16,-7 12-3 15,-11 11-26-15,0 2-43 16,-12 2-85-16,-2 11-125 16</inkml:trace>
  <inkml:trace contextRef="#ctx0" brushRef="#br0" timeOffset="269">9124 15517 463 0,'0'0'490'0,"0"0"-397"16,0 0-77-16,0 0-16 16,0 0-1-16,0 0 1 15,-5 28 0-15,19-11-2 16,0 3 1-16,4-2-2 16,-5-3 2-16,-4-1 1 15,-3-11 0-15,-2 2 0 16,-1-5 0-16,-3 0 5 15,0 0 42-15,0-6-8 16,0-11-38-16,0-7 0 0,8 3-2 16,1 1-9-16,6 8 8 15,-6 7 0-15,-4 5-3 16,0 0 1-16,0 0-2 16,4 4 3-16,1 9 2 15,-3 0 0-15,0-2 1 16,-1-4-1-16,-4-3 1 15,-2-4 0-15,0 0 3 16,9-4 3-16,7-14-6 16,6-4 6-16,5 1-12 15,-2 5 7-15,-2 8-1 16,-8 8 0-16,2 0 2 0,-5 10-2 16,1 10 0-1,-1 2 0-15,0 0 3 0,-4-1-3 16,-1 3-1-16,-5-7 1 15,-2-2-46-15,0-9-125 16,0-6-439-16</inkml:trace>
  <inkml:trace contextRef="#ctx0" brushRef="#br0" timeOffset="270">9953 14558 597 0,'0'0'0'16,"0"0"-8"-16,0 0 8 16,0 0 64-16,0 0 0 15,0 0-18-15,-46-23-24 0,33 23-14 16,-9 0 19-16,-2 0-27 15,-3 11 1-15,0 1-1 16,2 0 10-16,3 3 16 16,4-2-22-16,-1 2-2 15,9 3 4-15,1 0-3 16,6-3 4-16,3 4-5 16,0 6 9-16,3 1 22 15,11 6-2-15,7 4-6 16,0 7 11-16,6 8-12 15,1 8-4-15,3 9 4 16,3 11 8-16,3 12-6 16,2 6 2-16,-3 3 10 0,3-13-27 15,-6-10-6 1,-3-17-5-16,-6-11 1 0,-6-17-1 16,1-8 0-16,-2-12 4 15,-6-7-1-15,5-5 2 16,-3 0-3-16,0 0 0 15,9-15 0-15,-2 1-2 16,1-1-47-16,-7 3-22 16,4 2-61-16,-4-1-29 15,-2 1-80-15,-1 0-361 16</inkml:trace>
  <inkml:trace contextRef="#ctx0" brushRef="#br0" timeOffset="271">10149 14884 824 0,'0'0'21'15,"0"0"-21"-15,0 0-3 0,0 0 1 16,0 0 2-16,0 0 0 15,23 62 3-15,-13-48 1 16,-1-1 8-16,-1-5-10 16,-7-2 1-16,1-3-1 15,-2-1 1-15,0-2-3 16,0 0 39-16,0 0 22 16,0 0 14-16,0 0-49 15,-6-13-23-15,-4-5 7 16,4-3-10-16,2-6 0 15,4 0 0-15,0 5-4 16,15 5 3-16,2 11-5 16,6 3 3-16,-1 3-7 0,2 7 8 15,-6 15-2-15,-1 7 4 16,-2 1 0-16,-1 2 5 16,-2-9-5-16,-4-5-1 15,-5-10 1-15,-3-4 0 16,0-4 0-16,0 0 1 15,0-9 9-15,0-17-10 16,-3-4-7-16,3-6-14 16,0 4 12-16,14 6 9 15,4 11-1-15,-1 6 1 16,2 9-11-16,-6 0 10 16,2 3 0-16,2 18 1 0,-2 0 0 15,-2 4 1-15,0 0-1 16,-5-6 2-16,-3-1-2 15,-1-5 0-15,-3-10-70 16,-1-3-109-16,0 0-572 16</inkml:trace>
  <inkml:trace contextRef="#ctx0" brushRef="#br0" timeOffset="272">10520 14742 642 0,'0'0'52'16,"0"0"-46"-16,0 0 25 16,0 0 49-16,0 0-30 15,0 0 32-15,0 0-7 16,0 0-26-16,0 0-22 15,0 0 0-15,0 0-15 16,0 0-10-16,0 0-1 16,7-4-1-16,7-2-1 15,3 0 1-15,-3 6 0 16,-2 0 0-16,0 0-2 0,-1 12 1 16,-9 11-1-1,-2 3 2-15,0 6 0 0,-10 1 1 16,-6-4-1-16,6-8 0 15,10-3 0-15,0-7 0 16,14 0 0-16,15-4 0 16,6-4 3-16,2 0-3 15,-5-3 0-15,-9 0 0 16,-5 0-2-16,-7 3-18 16,-2-3-72-16,-4 0-119 15</inkml:trace>
  <inkml:trace contextRef="#ctx0" brushRef="#br0" timeOffset="273">10879 14709 951 0,'0'0'50'0,"0"0"-6"16,0 0-44-16,0 0-3 15,0 0 2-15,0 0 1 16,46 71 17-16,-23-34 6 16,3-5-2-16,-7 0-8 15,2-5-12-15,-6-4 0 16,-3-4-1-16,-7-3 0 16,-1-7-6-16,-2-3 6 0,-2-6-83 15,0 0-128-15,0-20-474 16</inkml:trace>
  <inkml:trace contextRef="#ctx0" brushRef="#br0" timeOffset="274">11136 14772 911 0,'0'0'28'0,"0"0"-28"15,0 0-15-15,0 0 15 16,16 73 4-16,6-51 1 15,-1-3 15-15,6-4 5 16,-2-6-14-16,-6-6 7 16,-5-3 26-16,-7 0 5 0,-7 0-14 15,0-5 49-15,-5-9-52 16,-8 1-32-16,-1 1-14 16,6 1-7-16,1 2-31 15,7-1-29-15,2-1-100 16,19-4-168-16</inkml:trace>
  <inkml:trace contextRef="#ctx0" brushRef="#br0" timeOffset="275">11432 14751 403 0,'0'0'174'16,"0"0"-138"-16,0 0 57 0,0 0-14 16,-3 79-55-1,3-66 3-15,10-3 12 0,-2-5-8 16,3-2 11-16,-9-3 2 15,-2 0-12-15,0 0 40 16,0-5-5-16,0-8-38 16,0 0-29-16,-2 4 0 15,2 7-8-15,0 0 7 16,8 2-12-16,11 0 12 16,8 6 1-16,0 12-9 15,-8 4 9-15,-1 6 6 16,-10 4-6-16,-5 0 2 0,-3-2-1 15,-11 2-1 1,-16-3 0-16,-4-6 0 16,-1-5-1-16,4-6-21 0,2-6-36 15,11-6-106-15,9-12-291 16</inkml:trace>
  <inkml:trace contextRef="#ctx0" brushRef="#br0" timeOffset="276">11630 14687 960 0,'0'0'93'0,"0"0"-89"16,0 0-1-16,0 0-6 0,0 0 5 15,0 0-2-15,87 51 14 16,-64-23 2-16,-3 3-3 15,-1-5-9-15,-6-6 3 16,-5-7-4-16,-6-6-2 16,0-3 3-16,-2-4 2 15,0 0 64-15,0 0-1 16,0-6-24-16,-4-10-40 16,2-3-4-16,2-2-1 15,6-5-8-15,17 4-2 16,-1 7 6-16,5 5 1 15,-5 7-2-15,-1 3-7 16,-5 0 9-16,1 13 2 0,-9 2-6 16,-3-3 5-16,-1-2-2 15,-4-5 0-15,0-5 3 16,0 0 1-16,0 0 6 16,0-5 7-16,0-17-13 15,5-3-4-15,19-2-6 16,2 4-4-16,5 8 5 15,-5 6 9-15,-3 9 0 16,-4 0 4-16,-4 2-9 16,1 13 6-16,-5 2-6 15,-2 5 8-15,-2-4-8 16,-2-2 2-16,-5 2-50 0,0-5-71 16,0-5-116-1</inkml:trace>
  <inkml:trace contextRef="#ctx0" brushRef="#br0" timeOffset="277">10639 15469 261 0,'0'0'165'0,"0"0"-129"16,0 0-4-16,0 0 63 15,0 0 31-15,0 0-57 0,0 0-35 16,0 0-7 0,0 0-16-16,0 0-11 15,0 0 7-15,0 0-4 0,0 0 17 16,0 0-8-16,9 0 9 16,15 0 5-16,6 0 14 15,15-12-28-15,18-3 7 16,9-5-10-16,15-7-4 15,8-5 16-15,17-8 19 16,13-1-31-16,1-1-7 16,2 7 7-16,-8 2-7 15,-13 4-4-15,-24 8 2 16,-17 4-6-16,-20 7 7 0,-19 8-6 16,-16-1-14-1,-11 3-51-15,0 5-118 0,-20 8 58 16,-6 2-33-16</inkml:trace>
  <inkml:trace contextRef="#ctx0" brushRef="#br0" timeOffset="278">11529 15472 690 0,'0'0'140'0,"0"0"-133"16,0 0-6-16,0 0 0 16,0 0-1-16,0 0 27 15,-34 13 4-15,21-5-18 16,-3-3-12-16,-2 2 10 15,-1-2-5-15,1-2 14 16,-2-3 3-16,3 0-17 16,4 0 4-16,5 0 4 15,6-3-6-15,2-6 15 16,10-7-8-16,20 0-15 16,13 1-6-16,3 5 6 0,-1 8 10 15,-4 2-6-15,-11 12-4 16,-6 14 4-16,-8 7-4 15,-8 5-5-15,-5 1 5 16,-3 2 11-16,-9-6-11 16,-12-3 23-16,-12-6 6 15,-2-7 7-15,1-8-14 16,2-4 2-16,12-7-16 16,8 0-1-16,9 0-2 15,3-1 1-15,20-7-2 16,12-8-4-16,9 8-4 15,-3 4 4-15,-5 4-1 0,0 0-2 16,-1 0 3 0,-3 12 1-16,-4-2 1 0,1 2-4 15,-1-2 1-15,-9-2-12 16,1-4-64-16,-5-3-39 16,-3-1-233-16</inkml:trace>
  <inkml:trace contextRef="#ctx0" brushRef="#br0" timeOffset="279">12403 15319 783 0,'0'0'83'15,"0"0"-69"-15,81-44-11 16,-33 23 66-16,6 1-19 15,3 2-14-15,-4 3-2 16,-5 6-32-16,-11 7-2 16,-10 2-1-16,-10 0-32 15,-7 6-65-15,-6 3-38 16,-4-5-307-16</inkml:trace>
  <inkml:trace contextRef="#ctx0" brushRef="#br0" timeOffset="280">13148 14841 804 0,'0'0'115'15,"0"0"-98"-15,0 0-17 16,0 0 9-16,0 0 13 0,0 0-20 16,-3 0-2-16,3 0-1 15,0 0 1 1,0 0 0-16,3 4 6 0,0 3-2 15,3 5-4-15,2 8 2 16,4 4 12-16,-1 6 8 16,0 2 5-16,1 1-17 15,-2-2-2-15,-5-8-5 16,3-5 2-16,-2-4-4 16,0-8 1-16,-4-2 5 15,-1-1-4-15,-1-3 1 16,0 0 19-16,0 0 30 15,0 0-2-15,0 0-4 16,0-3-6-16,-9-7-33 0,0-1-5 16,1-7-2-16,3-5-1 15,1-3 0-15,4 1-2 16,7 0-6-16,7 4-8 16,5 6 7-16,-1 6 2 15,-3 9-1-15,0 0 2 16,-5 0 0-16,3 15-3 15,-5 4 9-15,1 4-4 16,-6-2 0-16,0 2 1 16,-3-9 2-16,0-2 0 15,0-3-9-15,0-7 10 16,-6-2 7-16,-1 0-4 16,1 0 3-16,-2-11-2 0,6-9-3 15,2-4 9-15,0-7-10 16,8 5-7-16,13 7 6 15,-5 4-2-15,3 9-2 16,-2 6 3-16,1 0 2 16,1 11-2-16,-2 14 1 15,-2 1 1-15,-3 2-1 16,-2 1-1-16,-1-1 1 16,-2-5 2-16,-5-6-2 15,2-4 1-15,-4-7-68 16,0-6-128-16,0-3-249 15</inkml:trace>
  <inkml:trace contextRef="#ctx0" brushRef="#br0" timeOffset="281">13544 14640 706 0,'0'0'99'16,"0"0"-99"-16,0 0-4 15,0 0 4-15,0 0 0 16,0 0 0-16,0 0 0 16,0 0 1-16,0 0-1 15,3 0-1-15,-3 0 1 16,0 0 8-16,3 0 2 16,-3 0-9-16,0 0 3 15,0 0 0-15,0 0-1 16,0 1-1-16,-9 7 29 0,-1-2-15 15,0-1-7 1,2-1 9-16,4-4-6 0,2 0 15 16,-1 0-13-16,3 0-5 15,0-4 2-15,0-7-11 16,9-1-1-16,0 2 1 16,4 5 0-16,-1 0 11 15,-4 5-11-15,-1 0-6 16,-5 0 4-16,-1 0 1 15,-1 0 0-15,0 5 0 16,0 6 1-16,-7-1 1 16,-8-1 4-16,-2-3-5 15,0-6 10-15,2 0-10 16,2 0 1-16,1-8 5 16,7-9 2-16,0-1 6 0,5-4 0 15,0 1-2-15,15 3-10 16,6 2-2-16,6 7 2 15,4 5-2-15,-1 4 0 16,-1 0 7-16,-2 15-6 16,-7 8-2-16,-4 9 1 15,-14 6-5-15,-2 4 5 16,0-3-3-16,-9-9 2 16,0-5 2-16,9-10-1 15,0-6 0-15,20-3 4 16,7-6 4-16,7 0 13 15,5 0-3-15,-3-12-15 0,-4 4-6 16,-2-5-48-16,-8 0-257 16</inkml:trace>
  <inkml:trace contextRef="#ctx0" brushRef="#br0" timeOffset="282">14128 14916 768 0,'0'0'89'16,"0"0"-85"-16,-69 78-8 15,32-26 13-15,-10 1 43 16,-5 12 10-16,-11 2-2 0,1 0-39 15,2-2 2 1,9-10-5-16,12-13-13 0,10-12 6 16,10-12-11-16,10-7-1 15,6-7 1 1,3-4-3-16,0 0-94 0,10-18-107 16,11-10-402-16</inkml:trace>
  <inkml:trace contextRef="#ctx0" brushRef="#br0" timeOffset="283">13889 15207 607 0,'0'0'151'0,"0"0"-129"0,0 0 16 15,0 0 69-15,71 4-47 16,-48 13-13-16,1 9 4 15,-4 6-33-15,1 5-3 16,-6 1-4-16,2 0 11 16,-8-2 0-16,-2-5-18 15,0-4 1-15,-3-3 5 16,1-5 0-16,-1-1-8 16,2-7 4-16,-6-2-6 15,0-6-4-15,0-3 4 16,0 0 0-16,0 0 3 15,-14-2 2-15,2-7 2 16,4 3-4-16,2 0 1 0,4 3 0 16,2 1-3-16,0 0-2 15,5 2 3-15,12-2-3 16,9-1 2-16,-1 1-2 16,7-4-1-16,-2-3 2 15,2-3 3-15,-9 0 5 16,0-6-7-16,-12 1 1 15,-5 2 6-15,-4 4-7 16,-2 2 4-16,0 4 2 16,0 5-3-16,0 0 7 15,6 0-11-15,4 16-4 16,4 2 3-16,3 5 0 0,3 4 2 16,-6-3-2-1,2-3 3-15,-5-1 0 0,1 0-2 16,-2-1 0-16,0-4-2 15,1-2-15-15,0-1-71 16,-2-3-57-16,3-9-120 16</inkml:trace>
  <inkml:trace contextRef="#ctx0" brushRef="#br0" timeOffset="284">13991 14426 551 0,'0'0'62'0,"0"0"-62"15,0 0 0-15,0 0 52 16,105-54 44-16,-56 36-39 16,0 3 3-16,-2 4-32 15,-11 2-27-15,-7 7-1 16,-7-2-4-16,-11 2 4 15,-8 2 8-15,0 0-7 16,-3 0-2-16,0 0 2 16,0 0 15-16,0 0 7 15,0 0-13-15,0 0-10 16,0 0 0-16,0 0-1 0,3 6 1 16,7 12 0-16,8 4 48 15,6 12-10-15,8 1 9 16,5 10-34-16,6 6 15 15,-1 5-12-15,1 11-14 16,-1 6 9-16,-2 5 12 16,4-3-6-16,-7 0-10 15,-2-1-2-15,-6-4 4 16,-6-3-9-16,-5-2 0 16,-6-5-10-16,-5-6 10 15,-1-3 6-15,-3-11-5 16,1-6 10-16,-2-2-10 15,2-6 0-15,-2 0-1 0,4 1 3 16,-2 3-3-16,2 2 3 16,-2 1-3-16,-3-2 0 15,-1-5 0-15,0-1 0 16,0-6 2-16,0-1-1 16,0-1 6-16,0-2 6 15,10 0-13-15,7 1 0 16,0-2 0-16,2-4 0 15,-4-2-8-15,-4-2-1 16,-1-4-12-16,-10 0-20 16,0 3-23-16,-18-3-3 15,-17 8 27-15,-16 0-75 16,-14 2 17-16,-7-3-35 16,-6-1 47-16,8-1 86 15,13-4 0-15,11-3-57 0</inkml:trace>
  <inkml:trace contextRef="#ctx0" brushRef="#br0" timeOffset="285">7702 15698 628 0,'0'0'57'0,"0"0"-31"16,0 0-3-16,0 0-21 15,0 0-2-15,0 0 0 16,0 0 0-16,-10-35-2 16,10 31 0-16,0 2-5 15,0 2 4-15,0 0-8 0,0 0 10 16,0 0-13-16,0 0 10 16,0 0 4-16,0 0 0 15,0 0 0-15,0 0 9 16,0 0 17-16,0 0 14 15,0 0-21-15,0 0 1 16,0 0-7-16,0 0-5 16,0 0 2-16,0 0-8 15,0 0 5-15,0 0-3 16,0 0-4-16,0 0 0 16,0 0 1-16,0 0 1 15,0 0-1-15,0 0 8 16,0 0 11-16,0 0 13 0,0 0-14 15,0 0 0-15,0 0-16 16,0 0-1-16,0 0 0 16,0 9 3-16,0 2-5 15,3 6-4-15,4 0 4 16,2 6 0-16,6 1 10 16,-2 2-8-16,6 3 9 15,3 3-1-15,-4 1 10 16,1-3-17-16,-4-2 3 15,0-4 0-15,-5-9-4 16,-6-4-1-16,-1-10 1 16,-3-1 1-16,0 0 7 15,0 0 35-15,0-7-6 16,-7-13-28-16,-6-10-11 0,-3-4-5 16,3-5 1-16,-2 3 4 15,6-1 1-15,4 5-1 16,5 7-1-16,0 5 0 15,9 5 0-15,5 8 1 16,2 7-2-16,6 0 2 16,-2 13 0-16,6 10 0 15,-3 2-2-15,-1 0 1 16,0-4 1-16,-8-3 0 16,-6-10 0-16,-5-1-2 15,-3-4 4-15,0-3 0 16,0 0 2-16,-3-4 13 15,-8-17-17-15,-4-9-4 0,5-9 4 16,6-6 7 0,4 4-7-16,0 12 1 0,8 10-5 15,11 14 3-15,2 5 1 16,8 9 0-16,10 18-3 16,-3 8 2-16,3 3 1 15,-4 1-1-15,-7-1-5 16,-4-5 2-16,-10-6 4 15,-2-3 0-15,-6-6-21 16,-6-3-44-16,0-2-94 16,0-11-65-16</inkml:trace>
  <inkml:trace contextRef="#ctx0" brushRef="#br0" timeOffset="286">15099 15106 693 0,'0'0'125'15,"0"0"-108"-15,0 0-15 0,0 0 16 16,0 0 2-16,0 0 6 16,0 0 11-16,93-49 0 15,-70 44-9-15,3-1-13 16,-3 3-14-16,2 3-1 16,-1 0 0-16,-1 0 0 15,-1 0-1-15,-4 9-11 16,-6-1-79-16,-6 4-3 15,-6-4-234-15</inkml:trace>
  <inkml:trace contextRef="#ctx0" brushRef="#br0" timeOffset="287">15161 15373 637 0,'0'0'161'16,"0"0"-147"-16,0 0-12 0,0 0 3 16,0 0-4-16,0 0-1 15,88-24 32-15,-41 9-18 16,5-3 14-16,3 6-10 15,-9 1-14-15,-3 5 4 16,-11 5-11-16,-12 1 3 16,-5 0-14-16,-10 0-5 15,-1 0-45-15,-4 9-61 16,0-3-161-16</inkml:trace>
  <inkml:trace contextRef="#ctx0" brushRef="#br0" timeOffset="288">16292 14968 78 0,'0'0'413'16,"0"0"-384"-16,0 0-28 15,0 0-1-15,0 0 0 16,0 0 1-16,21-18 39 15,-20 17 9-15,2 1 27 16,-3 0 10-16,0-3-38 0,0 3-26 16,0-3-6-1,-6 2-2-15,0 1-14 16,-4-2 0-16,-1 2 0 0,-3 0-1 16,2 0 2-16,-7 0-1 15,1 2 0-15,-6 6 0 16,2 6-1-16,-5 1 1 15,3 2 0-15,3 4 0 16,2 1-2-16,3 6 2 16,7 2 9-16,5 4 24 15,4 1-9-15,0 1 6 16,15 2-16-16,9-3-4 16,1-6-9-16,9-2-1 15,5-10 2-15,5-7-2 0,3-7 5 16,6-3 0-1,2-15 10-15,-1-8 29 0,-6-5-11 16,-8 2-9-16,-14 3 5 16,-15 2 0-16,-11 3-26 15,-3 1 15-15,-19-5-11 16,-13 3-6-16,-8 1 0 16,-11-1-1-16,0 4 0 15,3 7 0-15,8 3-1 16,7 5-2-16,7 0-33 15,9 3-43-15,0 5-98 16,11-1-317-16</inkml:trace>
  <inkml:trace contextRef="#ctx0" brushRef="#br0" timeOffset="289">17122 14679 835 0,'0'0'2'0,"0"0"-4"16,-78-10 0-16,55 10-4 16,3 0 6-16,3 3 0 15,2 7 0-15,1 7 11 16,-1 8 5-16,3 15 19 15,2 13-8-15,-4 4 17 16,6 11-10-16,4 0-31 16,4-3 6-16,0-3-3 15,12-9-4-15,13-8 0 16,9-1 4-16,5-8-2 16,4-3-4-16,2-9 0 15,-1-6-8-15,-8-5-73 0,-7-9-42 16,-4-4-178-1</inkml:trace>
  <inkml:trace contextRef="#ctx0" brushRef="#br0" timeOffset="290">17348 15002 812 0,'0'0'142'15,"0"0"-138"-15,0 0-4 16,0 0-13-16,0 0 8 0,0 0 5 16,33 85 0-16,-20-62-1 15,2 0-3-15,-2-2 4 16,2 0 0-16,-3-4 0 15,-6-4-2-15,-3-5 4 16,0-3-4-16,-3-4 4 16,0-1-2-16,0 0 45 15,0 0 4-15,0 0 4 16,-8-1-45-16,-2-8 6 16,4 1-9-16,0-8 21 0,6-2-5 15,0-3-21 1,9 0-5-16,7 2-1 0,-2 8 3 15,0 3 0 1,-2 3 0-16,3 5 0 0,1 0 0 16,2 0-2-16,-1 0 5 15,1 7 0-15,2 1 0 16,1 0 0-16,0 2-3 16,-3 6 3-16,-3-1 1 15,-7 5-1-15,-2-1-2 16,-5 3 2-16,-1-3 0 15,0-2-3-15,0-9-2 16,0-5 5-16,0 0 10 16,0-3 2-16,0 0 33 15,0-14-5-15,0-7-33 0,0-11-7 16,6-4 0-16,12 2-15 16,6 3 0-16,-1 9 9 15,2 9 3-15,-1 8-4 16,0 5 4-16,2 3 0 15,-1 12 3-15,-1 7-5 16,-2 1 11-16,-5 5-8 16,-5 0 2-16,-4-3-1 15,-2 0-1-15,-3-8-70 16,-3-6-124-16,0-11-593 16</inkml:trace>
  <inkml:trace contextRef="#ctx0" brushRef="#br0" timeOffset="291">18221 14817 800 0,'0'0'3'0,"0"0"-3"16,0 0-1-16,0 0 1 16,0 0 2-16,34 65 68 0,-18-22 16 15,-5 5-21 1,3 0-43-16,-1 0-21 0,-2-9-1 15,0-7 2-15,-1-5-2 16,0-9 0-16,1-2-2 16,1-8-48-16,1-8-94 15,6 0-168-15</inkml:trace>
  <inkml:trace contextRef="#ctx0" brushRef="#br0" timeOffset="292">18544 14985 850 0,'0'0'22'15,"0"0"-22"-15,0 0-1 16,0 0-6-16,-32 87 7 0,42-62 0 16,13 0 10-16,5-7-3 15,4-4-5-15,-4-4 5 16,-6-8-4-16,-6-2-3 15,-11 0 13-15,-5-2 51 16,0-16 5-16,-10-5-55 16,-10 2 48-16,-6-1-19 15,-4 2-4-15,3 6-28 16,3-1-11-16,12 5-9 16,12 2-60-16,0-6-135 15</inkml:trace>
  <inkml:trace contextRef="#ctx0" brushRef="#br0" timeOffset="293">18903 14960 868 0,'0'0'39'16,"0"0"-36"-16,0 0-2 15,0 0 0-15,-69 74-1 16,69-54 25-16,8-2-12 15,12-3-4-15,-1-5-7 16,1-5 18-16,-3-5-8 16,-6 0 5-16,-5 0 8 0,-6-12 16 15,0-3-11 1,-3-4-27-16,-10 0 4 0,-1 5 3 16,5 8 10-16,5 0 58 15,4 6-69-15,0 0-9 16,0 6-1-16,13 11-2 15,9 5-1-15,-3 9 4 16,-6 2 4-16,-6 1-1 16,-7 2-3-16,0-1-1 15,-17-6-4-15,-7 1 6 16,-3-6-2-16,-2-1 2 16,1-6-2-16,7-2 1 15,7-9-52-15,8-6-105 16,6 0-143-16</inkml:trace>
  <inkml:trace contextRef="#ctx0" brushRef="#br0" timeOffset="294">19114 14926 1008 0,'0'0'109'15,"0"0"-99"-15,0 0-10 16,0 0 0-16,0 0 2 16,0 0-2-16,27 23 0 15,-8 4 0-15,-3 8 3 0,2 0 0 16,-3-3-3-16,-6-6 0 16,-2-8 0-16,-5-9 0 15,0-5 1-15,-2-2-1 16,0-2 21-16,0 0 37 15,0 0 1-15,0-4-11 16,0-9-47-16,0-10 1 16,4 1-2-16,14-1-19 15,5-1 6-15,2 13 5 16,-5 1 7-16,-5 10-3 16,-2 0 3-16,-4 0-5 15,-4 10 4-15,-1 4-1 0,-2 1 2 16,-2-1 1-1,0-2-10-15,0-4 10 0,0-6 5 16,0-2 0-16,0 0-4 16,0-4 44-16,0-14-41 15,0-5-2-15,16-4-2 16,12 0-16-16,3 8 1 16,2 5 12-16,-6 13 3 15,0 1 0-15,-3 0-2 16,-3 15 2-16,-1 4 0 15,-6 8-2-15,-1-3 2 16,-7 2 0-16,-3-4 0 16,-3-2 0-16,0-8 0 0,0-3-19 15,-3-1-117 1,-7-8-75-16,-1 0-152 0</inkml:trace>
  <inkml:trace contextRef="#ctx0" brushRef="#br0" timeOffset="295">19379 14617 1129 0,'0'0'10'0,"0"0"-10"15,0 0-20-15,123-20 7 16,-57 38 13-16,9 16 3 0,0 11 26 15,-6 14 26-15,-11 14-16 16,-17 3-27-16,-20 5-11 16,-13-4 8-16,-8-6-9 15,-13-10 0-15,-16-10-7 16,-11-4 7-16,-6-6 0 16,-5-11 0-16,-2-8-5 15,-3-2-12-15,4-10-182 16,8-10-246-16</inkml:trace>
  <inkml:trace contextRef="#ctx0" brushRef="#br0" timeOffset="296">15429 14611 205 0,'0'0'154'16,"0"0"-154"-16,0 0-67 15,0 0-125-15</inkml:trace>
  <inkml:trace contextRef="#ctx0" brushRef="#br0" timeOffset="297">15588 15519 70 0,'0'0'618'0,"0"0"-546"16,0 0-35-16,0 0-7 16,0 0-1-16,0 0 3 15,-10-2 20-15,5 2-5 16,-4 0-16-16,-9 6-18 16,-7 13-13-16,-6 8-3 15,2 4 3-15,6 0 0 16,4-3 0-16,12-4-3 15,7-5 3-15,3-2-4 16,22-8 4-16,13-3 0 16,11-6 18-16,5 0-15 15,3-10-3-15,-4-3-3 0,-8 5-35 16,-9 3-91-16,-10 5-107 16</inkml:trace>
  <inkml:trace contextRef="#ctx0" brushRef="#br0" timeOffset="298">15698 15960 847 0,'0'0'107'16,"0"0"-107"-16,0 0-29 16,0 0 29-16,0 0 12 15,77-27-9-15,-44 22-3 0,-5 5-1 16,4 0-50-1,-2 0-48-15,1 0-298 0</inkml:trace>
  <inkml:trace contextRef="#ctx0" brushRef="#br0" timeOffset="299">16189 15602 828 0,'0'0'51'0,"0"0"-47"16,0 0-4-16,0 0-1 15,0 0 0-15,0 0 1 16,16 66 51-16,6-23 23 15,2 4-45-15,1-4 4 16,1-4-33-16,-5-6 0 16,2-8 0-16,-7-3 1 15,2-9-1-15,-7-7 3 16,1-3-3-16,1-3-35 16,-2-17-69-16,-1-12-26 0,-7-10-600 15</inkml:trace>
  <inkml:trace contextRef="#ctx0" brushRef="#br0" timeOffset="300">16455 15592 1041 0,'0'0'136'15,"0"0"-132"-15,0 0-4 16,0 0-19-16,0 0 19 16,-12 84 4-16,-2-39-4 15,1 0 0-15,6-8-1 16,7-4 7-16,1-9-9 15,22-3 3-15,8-9-1 16,3-7 0-16,4 2 0 16,-2-7-6-16,-3 0-2 15,-7 0-41-15,-9 0-37 0,-4-3-64 16,-2-8-120-16</inkml:trace>
  <inkml:trace contextRef="#ctx0" brushRef="#br0" timeOffset="301">16742 15743 896 0,'0'0'208'0,"0"0"-184"15,0 0-24-15,0 0-2 16,0 0 2-16,0 0 0 16,14 17-1-16,-3 1-1 15,5 0 0-15,-2 0 2 0,-1-4 0 16,-4-2 0-16,-5-7 0 15,-1-2 0-15,-2-2-1 16,-1-1 1-16,0 0 5 16,0 0 26-16,0 0 18 15,2-8-33-15,6-10-16 16,2-2-1-16,8 1 0 16,0 4-3-16,1 7 3 15,-1 5 0-15,-3 3-4 16,1 0 2-16,-3 0 1 15,0 8-4-15,1 3 6 16,-4 0 0-16,-2 0 2 16,-2-4-2-16,-4-5 0 15,-2-2 3-15,0 0-1 16,0 0 7-16,0-13-2 0,0-6-7 16,0-8 0-16,7 2-1 15,7 5 1-15,6 5-5 16,2 9-1-16,-3 3 6 15,4 3-9-15,-8 0 8 16,1 9 0-16,-2 6 1 16,-3 5 0-16,-1 2 0 15,-3 0 1-15,-3-4-1 16,0-1-8-16,-1-4-73 16,2-4-80-16,0-6-34 15,0-3-281-15</inkml:trace>
  <inkml:trace contextRef="#ctx0" brushRef="#br0" timeOffset="302">17261 15584 889 0,'0'0'212'15,"0"0"-209"-15,0 0-1 16,0 0-2-16,0 0 6 15,78 95 9-15,-66-58 20 16,1-1-26-16,-2-4 5 16,1-6-11-16,1-4-3 15,-1-6-6-15,2-7-15 0,3-9-34 16,4 0-69-16,5-15-71 16,-1-13-592-16</inkml:trace>
  <inkml:trace contextRef="#ctx0" brushRef="#br0" timeOffset="303">17721 15606 961 0,'0'0'142'0,"0"0"-132"16,0 0-10-16,-49 74 0 16,42-51-4-16,7 1 4 15,0 1 0-15,13-9 10 0,7 0-10 16,-3-8 1-1,-1-5 4-15,-5-3-5 0,-6 0 4 16,-5-7 13-16,0-8 61 16,-3-6-72-16,-15 0 20 15,-4-1 9-15,-1 5-10 16,3 1-14-16,7 3-11 16,5 4-18-16,8 3-77 15,0-3-74-15,23 1-167 16</inkml:trace>
  <inkml:trace contextRef="#ctx0" brushRef="#br0" timeOffset="304">17921 15610 792 0,'0'0'249'16,"0"0"-218"-16,0 0-30 0,0 0-1 16,0 0 2-1,0 0 23-15,-39 70 0 0,39-56-16 16,0-7-6-16,9-1 4 15,3-6 4-15,0 0 32 16,-4-3 2-16,1-7-23 16,-5-1 3-16,0 2-5 15,-4 3 17-15,4 4-14 16,-4 2-7-16,4 0-16 16,4 0-2-16,3 10 1 15,2 8 1-15,-4 7 0 16,-3-1-1-16,-6 4-3 0,0 0 8 15,0-2-8 1,-15-2 8-16,-1 0-4 0,-4-6 0 16,-1 0-1-16,1-3-8 15,4-6-25-15,7-9-62 16,9 0-136-16,0-9-215 16</inkml:trace>
  <inkml:trace contextRef="#ctx0" brushRef="#br0" timeOffset="305">18176 15624 574 0,'0'0'514'16,"0"0"-422"-16,0 0-92 16,0 0-15-16,0 0 15 15,0 0 3-15,19 83 13 16,-5-56-6-16,2-1 1 15,-2-5-2-15,-6-6-8 16,-2-5-1-16,-4-3 0 16,0-7-1-16,-2 0 1 15,0 0 27-15,0-5 49 16,3-12-57-16,8-11-18 16,6-1-1-16,8-4-1 15,1 6 0-15,1 7 1 0,-3 8 0 16,-3 9-12-1,-3 3 12-15,-1 0 0 0,-2 10-2 16,-1 9 2-16,1 5 1 16,-4-5-1-16,-3 1-5 15,-4-5 5-15,-3-8 3 16,-1-2 0-16,0-5-3 16,0 0 0-16,0 0 25 15,5-15 12-15,6-9-37 16,11-1-1-16,8-2-2 15,5 8 3-15,-2 8 0 16,-2 5 0-16,-5 6-2 16,-2 15 1-16,-3 11 0 15,-8 9-1-15,-5 2 2 0,-2 3 7 16,-6-8 2-16,0-3-9 16,0-8 0-1,0-6-13-15,-9-9-103 0,-3-6-265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1-17T04:03:31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17321 13243 1018 0,'0'0'23'0,"0"0"0"0,0 0-23 16,-85-36-3-16,63 47-96 15,3 14-8-15,9 0 40 16,6-3-75-16,4-12-205 16</inkml:trace>
  <inkml:trace contextRef="#ctx0" brushRef="#br0" timeOffset="1">4031 3754 650 0,'0'0'202'0,"0"0"-158"16,0 0-25-16,0 0 19 15,0 0 7-15,0 0-26 16,0 0-15-16,19-7-1 16,-19 7-2-16,0 0 3 15,0 0 4-15,0 0 12 16,0 0 1-16,0 0-2 0,0 0 0 16,0 0 4-16,0 0-9 15,0 0 1-15,0 2-5 16,0 1-5-16,0 4 3 15,0 14 0-15,0 13-3 16,-4 12 20-16,-1 11 10 16,-2 5-31-16,4 4 2 15,3-1 10-15,0-2-5 16,0-10-9-16,13-9 1 16,5-12 2-16,3-4-2 15,4-11 1-15,-1-5-2 16,3-5 4-16,3-7-6 15,0 0-9-15,-5-5-38 16,-4-14-69-16,-19-10-118 16</inkml:trace>
  <inkml:trace contextRef="#ctx0" brushRef="#br0" timeOffset="2">3794 4146 1109 0,'0'0'129'16,"0"0"-100"-16,0 0 6 16,0 0 6-16,0 0-20 15,110-55-11-15,-52 35-10 16,-4 4-5-16,4-1-71 16,-10 0-145-16,-5-4-222 0</inkml:trace>
  <inkml:trace contextRef="#ctx0" brushRef="#br0" timeOffset="3">4605 3662 1030 0,'0'0'207'15,"0"0"-172"-15,0 0-32 16,0 0 40-16,0 0-36 15,0 0-7-15,-42 72 0 16,20-4-6-16,-2 16 6 16,12 0 2-16,5-7 2 15,7-7 10-15,0-13-13 0,4-10 6 16,8-11 3-16,4-5-6 16,-5-6-4-16,5-6-4 15,-5-2-14-15,8-5-52 16,-1-5-80-16,3-7-54 15,1 0-63-15</inkml:trace>
  <inkml:trace contextRef="#ctx0" brushRef="#br0" timeOffset="4">4787 4064 993 0,'0'0'173'0,"0"0"-150"16,0 0-12-16,0 0-11 15,0 0 2-15,0 0-2 16,46 82 26-16,-28-45-20 16,0-3 2-16,-6-4-7 15,1-7-2-15,-5-8 1 16,-5-7 0-16,-3-2 6 16,0-6-3-16,0 0 5 15,0 0 11-15,0 0 6 16,-8-15-9-16,8-6-9 15,0-7-1-15,11-3-6 16,17-2-17-16,14 8 1 16,4 3 13-16,-1 12-2 0,-2 9 5 15,-10 1 0-15,-8 0-10 16,-8 11-4-16,-7 2-2 16,-7-4-5-16,-3-1 10 15,0-5-4-15,-13-2 15 16,-7-1 9-16,-5 0-7 15,3 0 3-15,17-12-3 16,5-2 38-16,18-5-40 16,22 1 2-16,2 4-5 15,4 8 1-15,-7 6 0 16,-6 1 4-16,-3 18 6 16,-2 3-5-16,-1 1 9 0,-5 0-8 15,-5-1 1-15,-7-3-5 16,-7-7 0-16,-3-2-1 15,0-4-35-15,0-5-100 16,-16-1-103-16,-1-7-545 16</inkml:trace>
  <inkml:trace contextRef="#ctx0" brushRef="#br0" timeOffset="5">5400 3759 1107 0,'0'0'125'16,"0"0"-125"-16,94 8 0 15,-27 21 30-15,6 13 8 0,-1 15-6 16,-7 9 8-16,-20 8-15 16,-21 3-15-16,-18-2-9 15,-6-7-1-15,-13-12 7 16,-13-11-7-16,-2-9-40 15,-8-6 18-15,-5-6-48 16,3-7-156-16,2-13-265 16</inkml:trace>
  <inkml:trace contextRef="#ctx0" brushRef="#br0" timeOffset="6">6830 3880 901 0,'0'0'119'16,"0"0"-114"-16,0 0-5 15,-95-14 20-15,54 23-14 16,3 16 2-16,2 8-8 16,9 1 0-16,5 3 2 15,16-3 2-15,6-4 0 16,6-2 16-16,22-4-7 16,14-6 14-16,10-5 38 15,8-6-33-15,-2-5-23 16,-3-2 8-16,-7 0-15 15,-12 0-2-15,-9 0-64 16,-11 6-106-16,-16 2-114 16</inkml:trace>
  <inkml:trace contextRef="#ctx0" brushRef="#br0" timeOffset="7">6590 4443 1005 0,'0'0'50'0,"0"0"-8"15,0 0 93-15,116 0-56 16,-69 0-60-16,-2-4-19 16,4 1-4-16,0 1-126 15,-4-3-113-15,1-4-293 16</inkml:trace>
  <inkml:trace contextRef="#ctx0" brushRef="#br0" timeOffset="8">7399 3897 810 0,'0'0'0'16,"0"0"-29"-16,0 0 29 16,0 0 46-16,67 92 0 0,-46-36 40 15,1 5-51-15,-4 0 18 16,0-4-36-16,-9-6-9 16,1-7 6-16,-6-8-12 15,-2-10-1-15,-2-9-1 16,0-7 0-16,0-4 0 15,0-6-7-15,0 0-41 16,0-5-59-16,14-21-32 16,5-15-300-16</inkml:trace>
  <inkml:trace contextRef="#ctx0" brushRef="#br0" timeOffset="9">7818 4065 851 0,'0'0'164'16,"0"0"-139"-16,0 0-19 0,0 0 0 15,0 0 72-15,-21 95-34 16,9-51-9-16,6-1-31 16,6 2 3-16,0-2 5 15,6-4-12-15,14-4 0 16,5-8 7-16,-4-5-7 16,4-7 2-16,-10-4 3 15,5-3-5-15,-6-8-11 16,-5 0-117-16,-5-6-168 15</inkml:trace>
  <inkml:trace contextRef="#ctx0" brushRef="#br0" timeOffset="10">8198 4246 1139 0,'0'0'83'0,"0"0"-83"16,0 0-94-16,0 0 94 15,0 0 3-15,61 82 26 16,-41-43-29-16,-4 1 0 0,-3-2-2 16,1-8 2-16,-5-5 29 15,-7-11-10-15,2-5-13 16,-4-8 10-16,0-1 8 15,0 0 52-15,0 0-31 16,-9-20-9-16,0-6-33 16,4-4 3-16,5-6-6 15,17 3 0-15,15 3-34 16,6 6 8-16,2 12 16 16,-1 7 4-16,-6 5 1 15,-2 5 0-15,-1 12 2 16,-6 6 2-16,-9-2-1 15,-5-1-3-15,-7-5 3 16,-2-3 1-16,-1-8 1 16,0-4 1-16,0 0 9 0,-11-1 20 15,2-15-15-15,3-4-9 16,6-4-5-16,0 2 3 16,25 3-4-16,8 9-5 15,2 6 5-15,0 4 10 16,0 9 15-16,-4 15-16 15,-6 7-9-15,-4 4 5 16,-7-1-4-16,-2-1-1 16,-2-7 0-16,-7-4-1 15,-3-9-52-15,0-7-161 16,-16-6-262-16</inkml:trace>
  <inkml:trace contextRef="#ctx0" brushRef="#br0" timeOffset="11">9181 3987 900 0,'0'0'0'0,"0"0"0"16,39 125 2-16,-26-59 75 0,0 9-11 16,-3 2-25-1,-10-4-18-15,0-8-16 0,0-10-7 16,0-15 3-16,0-10-3 16,0-12-17-16,0-12-98 15,10-6-226-15</inkml:trace>
  <inkml:trace contextRef="#ctx0" brushRef="#br0" timeOffset="12">9705 4207 882 0,'0'0'77'0,"-53"79"-67"15,31-26 67-15,6-3-43 16,5 2-8-16,8-9-21 15,3-9 2-15,6-10-7 16,18-13 9-16,-2-5 63 16,4-6 21-16,-7 0-11 15,-2-14-29-15,-13-7 7 16,-4-6-16-16,0-4-34 16,-4 1-3-16,-5 2-7 15,1 1-1-15,8 2-38 16,0 1-76-16,30 1-126 15,9 0-181-15</inkml:trace>
  <inkml:trace contextRef="#ctx0" brushRef="#br0" timeOffset="13">9990 4249 958 0,'0'0'110'0,"0"0"-110"15,0 0 93-15,-51 93-1 16,51-56-62-16,0 1-14 15,15-7-1-15,12-9-10 16,1-9 8-16,2-10 45 16,-9-3-11-16,-3-2-12 15,-11-18-10-15,-4-3-8 16,-3-4-7-16,0 5-10 16,0 8 0-16,0 9-11 0,0 5 10 15,0 0-4-15,2 16-13 16,14 16 16-16,5 8 2 15,-2 3 5-15,-9 1-3 16,-10 1-2-16,0 4 9 16,-23-6-9-16,-13-6 0 15,-6-8 2-15,-4-9-2 16,-1-8-15-16,1-8-26 16,1-4-34-16,2 0-80 15,13-26-256-15</inkml:trace>
  <inkml:trace contextRef="#ctx0" brushRef="#br0" timeOffset="14">10588 4252 1061 0,'0'0'22'16,"0"0"-21"-1,0 81-1-15,-3-40 39 0,0 5 51 16,0 1-34-16,3-2-18 15,0-7-33-15,0-12-3 16,0-9 9-16,0-10-1 16,0-4 4-16,0-3-11 15,0 0 57-15,0-16 31 16,6-14-52-16,7-9-33 16,8-4-6-16,9 2 1 15,3 5-1-15,10 6-1 16,-4 11-10-16,1 8 11 15,-3 11 0-15,-7 0-10 0,-6 7 10 16,-6 14-1 0,-6 5 1-16,-9 6 0 0,-3-3-1 15,0-4-1-15,0-8 2 16,-3-11 0-16,-6-4 0 16,0-2 0-16,0-2 1 15,7-19 1-15,2-8 0 16,14-5-2-16,18-5-1 15,13 7-3-15,8 9 2 16,-4 13-1-16,-8 10 3 16,-5 3 0-16,-8 23 2 15,-8 9 7-15,-10 5-7 16,-6 1-2-16,-4-1 3 16,-4 0-3-16,-15-5 0 0,-12 1-4 15,1-5-73-15,-7-6-80 16,-4-11-229-16</inkml:trace>
  <inkml:trace contextRef="#ctx0" brushRef="#br0" timeOffset="15">10338 4896 535 0,'0'0'218'15,"0"0"-194"-15,0 0-23 16,0 0 32-16,0 0 13 15,0 0-11-15,-3 3-21 16,3-3 10-16,0 1 8 16,0 1 9-16,5-2 2 15,5 0-19-15,-2 0-14 16,-2 0-6-16,-3 0-2 16,3 0 3-16,-3 0-1 15,-3 0-4-15,1 0 0 0,-1 0 5 16,0 0-4-16,0 0 1 15,0 0-2-15,0 0 1 16,0 0 0-16,0 0-1 16,0 0-2-16,0 0 1 15,0 0-4-15,0 0 5 16,0 0-1-16,0 0 0 16,0 0 1-16,0 0-10 15,0 0-23-15,0-2-126 16,2-12-442-16</inkml:trace>
  <inkml:trace contextRef="#ctx0" brushRef="#br0" timeOffset="16">2663 5487 1137 0,'0'0'109'0,"0"0"-94"15,0 0-10-15,0 0 8 16,0 0 11-16,0 0-24 16,0 0 0-16,0 0-8 15,0-32-78-15,0 30-90 16,0-3-62-16,0 2-531 15</inkml:trace>
  <inkml:trace contextRef="#ctx0" brushRef="#br0" timeOffset="17">1948 6106 1095 0,'0'0'163'0,"0"0"-163"15,0 0 0-15,0 0-2 16,0 0 0-16,0 0-8 16,-13 51-51-16,13-30-72 15,12-8-134-15</inkml:trace>
  <inkml:trace contextRef="#ctx0" brushRef="#br0" timeOffset="18">2909 6120 1076 0,'0'0'30'16,"0"0"-27"-16,0 0-3 16,0 0 10-16,0 0 43 15,0 0-27-15,23 1-17 16,-23 10-9-16,7 5-53 15,6-3-23-15,4-9-129 16,8-4-298-16</inkml:trace>
  <inkml:trace contextRef="#ctx0" brushRef="#br0" timeOffset="19">4307 5581 794 0,'0'0'95'15,"0"0"-95"-15,0 0 1 16,0 0 80-16,0 0 2 16,0 0-49-16,-17-2-17 15,17 2 1-15,0 0-16 16,0 0-2-16,0 5-5 0,0 20 5 15,0 12 2 1,0 13 23-16,0 7 3 0,3 1-7 16,3 0-13-16,-1-3-6 15,1-9-1-15,1-9-1 16,-4-8 0-16,0-12 6 16,-3-10-6-16,0-4 3 15,0-3 6-15,0 0 1 16,-6-7 0-16,-10-23-5 15,-5-18-5-15,6-13-10 16,9-11-3-16,6 1-8 16,6 6 12-16,19 7 2 0,14 11 7 15,7 13 0 1,-1 9 0-16,-3 15 18 0,-2 9-18 16,-10 1-1-16,-9 16-9 15,-8 12 10-15,-11 7-1 16,-2 6 0-16,0 0 1 15,-15-7 0-15,-3-9-26 16,3-9 25-16,6-7-4 16,3-9 10-16,6 0-15 15,6 0 9-15,27 0 0 16,10 0 1-16,8 0 27 16,-5 0-3-16,-11 9 1 15,-15 14-17-15,-17 8-7 16,-3 13 8-16,-33 1-3 0,-22 2-6 15,-9-4 0-15,1-11-3 16,2-6 3-16,15-6-6 16,16-9-36-16,11-10-62 15,13-1-70-15,6-32-250 16</inkml:trace>
  <inkml:trace contextRef="#ctx0" brushRef="#br0" timeOffset="20">4884 5765 997 0,'0'0'28'16,"0"0"-20"-16,30 73-6 0,-2-50 42 15,8 0-11-15,10-7 11 16,6-2-2-16,-8-8-6 15,-10-6-32-15,-15 0 0 16,-14 0 5-16,-5 0 10 16,0 0 5-16,0 0-16 15,-8 0-4-15,5 0 9 16,3 0-9-16,0 5-4 16,13 20-24-16,16 12 24 15,3 7 16-15,2 1 1 16,-9 2-7-16,-16-4-10 15,-9 3 2-15,-6 0-2 0,-32-4-1 16,-9-1 1-16,-14-7-5 16,0-7-5-16,7-10-79 15,11-13-67-15,16-4-217 16</inkml:trace>
  <inkml:trace contextRef="#ctx0" brushRef="#br0" timeOffset="21">6040 5828 1066 0,'0'0'61'0,"0"0"-56"16,0 0-5-16,30 106 84 15,-17-69-7-15,4 3-40 16,2-5-19-16,-3-4-17 16,-2-7-1-16,-5-7-1 0,-2-6-1 15,-4-5-5 1,0-3-76-16,-3-3-100 15,0-6 4-15,-3-23-246 0</inkml:trace>
  <inkml:trace contextRef="#ctx0" brushRef="#br0" timeOffset="22">6124 5732 1117 0,'0'0'68'0,"0"0"-68"15,0 0-36-15,0 0 34 16,0 0-18-16,0 0-183 15,-2-32-136-15,32 41-246 16</inkml:trace>
  <inkml:trace contextRef="#ctx0" brushRef="#br0" timeOffset="23">6365 5842 663 0,'0'0'81'16,"0"0"27"-16,43 82-38 0,-26-53 33 15,-1-4-44-15,-7-6-1 16,0 1-40-16,-5-8-10 15,-2-5-7-15,4-2 0 16,-6-5-1-16,0 0 10 16,0 0 10-16,0-10 42 15,5-10-42-15,11-5-15 16,4 0-4-16,9 6-1 16,4 8 7-16,-8 8-6 15,-1 3 2-15,-6 6 8 0,-3 16-8 16,-3 5-2-16,-4 1 1 15,0 2-2-15,-2-1-17 16,8-6-67-16,14-6-140 16,15-11-125-16</inkml:trace>
  <inkml:trace contextRef="#ctx0" brushRef="#br0" timeOffset="24">7169 5924 837 0,'0'0'89'16,"0"0"-89"-16,-115-2 0 16,82 22 10-16,10 9 47 15,15 6-42-15,8 0-3 16,0 0 0-16,15-7-7 0,15-7-3 16,2-9 18-16,7-9 25 15,-6-3-12-15,-10-5 24 16,-4-17 43-16,-10-9-16 15,-9-10-48-15,0-14-23 16,-21-7-6-16,-9-5-6 16,-7-1-1-16,-4 5-1 15,6 10 1-15,11 12-5 16,9 15 3-16,12 15 4 16,3 11-5-16,3 5-11 0,21 24 12 15,6 17 3 1,7 15-1-16,-7 9 11 0,4 2-8 15,-7-3-1 1,-3-7-2-16,-3-9-1 0,-2-11-39 16,-6-11-174-16,0-12-111 15</inkml:trace>
  <inkml:trace contextRef="#ctx0" brushRef="#br0" timeOffset="25">7463 6011 1013 0,'0'0'156'16,"0"0"-156"-16,0 0 0 15,0 0 12-15,40 88 32 0,-16-56-18 16,8-4-17-16,3-9 1 16,-5-6-9-16,-6-9 8 15,-10-4 7-15,-8-4-9 16,-2-16 33-16,-4-11-34 15,0-3-4-15,-10 3-2 16,3 9 4-16,0 5-4 16,7 14 38-16,0-1 19 15,0 4-43-15,0 0-14 16,10 17-11-16,10 4 11 16,5 7-9-16,-4-2 9 15,1 1-6-15,-2-4-9 0,2-6-85 16,8-5-125-16,1-10-146 15</inkml:trace>
  <inkml:trace contextRef="#ctx0" brushRef="#br0" timeOffset="26">8224 5983 1051 0,'0'0'56'16,"0"0"-51"-16,-114-8 53 15,81 33 0-15,5 11-34 16,13 5-5-16,12 5-6 16,3-3-5-16,18-7-7 0,10-6 0 15,7-8-1 1,2-10 0-16,-4-10-9 0,-1-2-69 16,-3-7-35-16,-2-17-173 15</inkml:trace>
  <inkml:trace contextRef="#ctx0" brushRef="#br0" timeOffset="27">8386 5767 1028 0,'0'0'170'16,"0"0"-170"-16,0 0 10 15,45 93-7-15,-21-36 95 16,1 9-59-16,-1 1-9 0,-12-1-25 15,-6-3-3-15,-6-7-4 16,0-8-18-16,-15-10-76 16,-15-12-103-16,-10-12-135 15</inkml:trace>
  <inkml:trace contextRef="#ctx0" brushRef="#br0" timeOffset="28">8367 6132 830 0,'0'0'54'0,"0"0"-54"16,104-77 0-16,-65 58 13 16,0 8 39-16,-4 3 9 15,4 8-17-15,-6 0-28 0,0 9 23 16,-2 18 16-16,-1 2-16 16,-8 7-15-16,1 3-17 15,-7 0-7-15,-2-3 0 16,-1-7-1-16,-4-10 1 15,-6-7 3-15,-3-7-3 16,0-5 2-16,0 0-1 16,0 0 31-16,0-15 6 15,0-12-24-15,-3-8-5 16,0-4 0-16,0-5-9 16,3-1 0-16,0 3-1 15,6 3-44-15,10 8-43 0,6 9-183 16,8 8-56-1</inkml:trace>
  <inkml:trace contextRef="#ctx0" brushRef="#br0" timeOffset="29">9114 5997 607 0,'0'0'77'16,"0"0"-16"-16,0 78 31 16,0-47-31-16,-3 3-28 15,3-3 10-15,0 2 15 16,9-8-50-16,7-8 7 15,1-9 15-15,-5-8 27 16,-5 0 11-16,-4-8 17 16,-3-18-19-16,0-3-47 0,-6-5-15 15,-7 4-1 1,7 2-3-16,6 5-49 0,0 0-59 16,0 6-110-16,19 1-22 15,3 5-49-15,7 6 45 16</inkml:trace>
  <inkml:trace contextRef="#ctx0" brushRef="#br0" timeOffset="30">9308 6004 429 0,'0'0'249'0,"0"0"-144"16,0 0 49-16,0 0-41 15,76 82-12-15,-55-58 5 16,-4-2-43-16,-2 3-35 16,-4-11-26-16,-8-3-2 0,0-5-2 15,-3-6 2 1,0 0 10-16,0-6 48 0,0-10-1 15,0-4-47-15,0-3 7 16,17 4 11-16,12 2-27 16,9 5 1-16,-1 7 3 15,-6 5 3-15,-4 0-4 16,-9 6-4-16,-1 13 1 16,-7 2 5-16,-7 5-12 15,-3 3-1-15,0 0-55 16,0-2-85-16,0-10-153 15,-3-12-241-15</inkml:trace>
  <inkml:trace contextRef="#ctx0" brushRef="#br0" timeOffset="31">10585 5609 695 0,'0'0'109'0,"0"0"-60"16,0 0-19-16,0 0 43 15,0 0 14-15,0 0-29 0,0-20 16 16,0 17-21 0,0 1-22-16,0-1-6 0,0 3 16 15,0 0-14-15,0 0-11 16,0 0-14-16,0 15-2 15,0 23 0-15,0 23 0 16,0 26 16-16,0 12 1 16,0 1-16-16,-3-6-1 15,0-17 1-15,-2-17-1 16,2-11 1-16,0-17-1 16,1-15-2-16,-3-10 2 15,5-7 1-15,0 0 13 0,0-20-7 16,0-16-7-1,0-9-12-15,27-2-24 0,4 10 19 16,5 14 10-16,1 10 4 16,-4 13 2-16,-8 0 1 15,-3 3 8-15,-4 16-5 16,-6 4-6-16,-1 2 5 16,-5 0-4-16,-6 4-2 15,3-5-39-15,0-5-73 16,3-5-148-16,4-13-128 15</inkml:trace>
  <inkml:trace contextRef="#ctx0" brushRef="#br0" timeOffset="32">10958 6053 928 0,'0'0'52'15,"0"0"-51"-15,0 0 34 16,10 87 14-16,5-65-34 15,5-2-8-15,1-6-3 16,-2-8 4-16,-6-6 7 16,-4 0-7-16,-3 0 17 15,-2-14 13-15,1-3-19 16,-1 7-19-16,-4 1 31 16,8 9 30-16,1 0-38 15,10 9-19-15,11 16 12 16,0 10 29-16,-9 10-21 0,-8 5-9 15,-13 4-13-15,0-1-2 16,-25-4 9-16,-14-6-9 16,-13-5-4-16,-3-13-13 15,-2-6-1-15,4-9-25 16,7-10-43-16,14-3-165 16,11-26-619-16</inkml:trace>
  <inkml:trace contextRef="#ctx0" brushRef="#br0" timeOffset="33">11332 6111 1182 0,'0'0'62'16,"0"0"-62"-16,0 0 0 15,39 116 59-15,-23-51-15 16,-6 6-20-16,6-1-17 15,-4-3-2-15,-2-11-5 16,-3-14-1-16,-3-12 1 16,-2-13 0-16,-1-10 0 15,-1-7 9-15,0 0-7 16,0-14 66-16,-14-20-49 16,-1-12-15-16,5-14-3 15,5-8-1-15,5-5 0 0,30 4-1 16,9 10 0-16,1 12 2 15,-11 17 4-15,-10 19 7 16,-12 8-1-16,-7 3-6 16,0 2-5-16,-7 20-16 15,-20 16 15-15,-7 8-7 16,1 3-69-16,11-8-56 16,18-7-144-16,8-12-225 15</inkml:trace>
  <inkml:trace contextRef="#ctx0" brushRef="#br0" timeOffset="34">11890 6182 1050 0,'0'0'92'0,"0"0"-92"16,-82 6 0-16,70 13 2 15,9 8 1-15,3 5 24 16,9-1-25-16,24-2 0 15,4-8 10-15,-2-11-5 16,0-6 3-16,-11-4-3 16,-13 0 15-16,-11-17 48 15,0-10-22-15,-15-2-39 16,-11-7-9-16,-1 1-85 16,8-1-106-16,13-4-304 15</inkml:trace>
  <inkml:trace contextRef="#ctx0" brushRef="#br0" timeOffset="35">12163 5828 1079 0,'0'0'189'0,"0"0"-125"16,0 0-29-16,0 0-7 15,9 82-8-15,5-17 45 16,6 10-17-16,1 3-36 15,-3-2-9-15,0-3-2 16,-7-9-1-16,-2-9 0 16,-2-11-5-16,-7-12-55 15,0-12-67-15,-8-7-126 16,-20-13-143-16</inkml:trace>
  <inkml:trace contextRef="#ctx0" brushRef="#br0" timeOffset="36">11954 6222 1053 0,'0'0'109'0,"0"0"-97"16,0 0 17-16,106-91 53 15,-48 69-27-15,10-1-27 16,3 0 13-16,-10-1-31 16,-3-1-6-16,-15-2-4 15,-13 1 0-15,-12-3 0 0,-6 0-1 16,-9 3-4-1,-3 3 2-15,0 7 2 0,0 6 0 16,0 10 1-16,0 0-5 16,0 0 2-16,0 26-12 15,0 18 7-15,0 17 8 16,0 4 0-16,-7 1-2 16,7-4 2-16,0-4 0 15,0-10 0-15,0-9-4 16,0-10 4-16,4-12 0 15,-1-7-1-15,0-6 1 16,-3-4 1-16,3 0-1 16,6 0 5-16,0-7-5 15,6 3-1-15,-7-1-3 16,3 5 3-16,-2 0-3 0,5 12 4 16,8 5 0-16,8 2 4 15,7-2 3-15,14-6 10 16,1-6 5-16,2-5 8 15,-3 0-6-15,-7-13-21 16,-14-5 6-16,-13-6-5 16,-10 1-4-16,-7 3-11 15,0 3-2-15,0 10 6 16,-2 4 2-16,1 3 3 16,1 0-2-16,0 16-5 0,0 4 4 15,0 0 5 1,0-3-2-16,14-1 2 0,5-3-6 15,6-6-100-15,5-5-180 16,8-2-322-16</inkml:trace>
  <inkml:trace contextRef="#ctx0" brushRef="#br0" timeOffset="37">13212 6185 1014 0,'0'0'205'0,"0"0"-196"15,0 0 18-15,0 0 7 16,0 0 27-16,70 98 1 16,-22-51-15-16,-7-2-30 15,-14-7-17-15,-18-4 0 0,-9-9 0 16,-9-5 0-16,-30-4 0 16,-8-9-18-16,-1-5-30 15,9-2-34-15,16-2-102 16,20-17-138-16</inkml:trace>
  <inkml:trace contextRef="#ctx0" brushRef="#br0" timeOffset="38">13559 6121 941 0,'0'0'127'0,"0"0"-107"16,49 103 153-16,-29-56-39 15,-4-1-98-15,-4 4-15 0,-5-9-18 16,-4-7-4-16,-3-10 1 16,0-11-25-16,0-6-33 15,0-7-38-15,0 0-17 16,0-20 53-16,0-10-4 16,0-9 30-16,0-5 34 15,0-5 8-15,0-4 24 16,0 6 8-16,0 5-2 15,0 9-38-15,0 10-24 16,0 6-80-16,8 7-172 16</inkml:trace>
  <inkml:trace contextRef="#ctx0" brushRef="#br0" timeOffset="39">14102 6146 1021 0,'0'0'240'15,"0"0"-210"-15,0 0 26 16,0 0 43-16,-103 49-53 16,88-15-24-16,15 5-9 15,0 6-4-15,15-1 3 16,6-1-12-16,-6-10 0 16,-3-10 0-16,-12-9 1 0,-3-5 2 15,-30-5 3 1,-9-1-1-16,-3-3-1 0,8 0 4 15,12 0-8-15,5-10-18 16,7 0-55 0,1-4-109-16,-2-5-311 0</inkml:trace>
  <inkml:trace contextRef="#ctx0" brushRef="#br0" timeOffset="40">15297 5743 835 0,'0'0'177'16,"0"0"-100"-16,0 0 16 15,0 0 38-15,0 0-76 16,0 0-25-16,-7 2-23 0,-8 19-7 16,-8 18 2-16,-13 23-4 15,-11 16 4-15,6 8 3 16,2 4 3-16,11-3 9 15,10-3-6-15,13-10-9 16,5-12 1-16,23-18 0 16,9-13-2-16,12-12 10 15,5-12-3-15,0-7-8 16,4-4-36-16,-7-21-81 16,-12-13-201-16,-12-11-644 0</inkml:trace>
  <inkml:trace contextRef="#ctx0" brushRef="#br0" timeOffset="41">14930 6092 1172 0,'0'0'223'16,"0"0"-187"-16,0 0-26 16,0 0-10-16,104-56 32 15,-49 46-25-15,-1 10-4 16,0 0-6-16,-2 0-102 15,-7 0-174-15,4 0-171 16</inkml:trace>
  <inkml:trace contextRef="#ctx0" brushRef="#br0" timeOffset="42">16077 5871 729 0,'0'0'144'15,"0"0"-72"-15,0 0-14 16,-88-29 101-16,64 29-46 16,0 0-75-16,-5 10-38 15,-4 19 2-15,0 17 4 16,-1 8 20-16,5 10-11 16,5 7 30-16,4 4-33 15,11 2 2-15,9-9-14 16,0-5 2-16,22-12-4 15,6-12 4-15,10-8-1 16,0-10-1-16,1-9 0 16,0-6-27-16,0-6-93 0,0 0-209 15</inkml:trace>
  <inkml:trace contextRef="#ctx0" brushRef="#br0" timeOffset="43">16281 6171 462 0,'0'0'470'15,"0"0"-409"-15,0 0-51 16,0 0 31-16,0 0-17 0,-2 73 14 15,7-29 21-15,5 4-39 16,0-6-16-16,-3-4-4 16,-1-9-2-16,-3-5 2 15,0-10 0-15,-2-8 0 16,-1-3 0-16,0-3 11 16,0 0 47-16,-4-14 26 15,-5-14-72-15,-2-9-9 16,11-2-3-16,8-1 9 15,24 3-5-15,10 8-4 16,7 12-5-16,-2 8 5 16,-6 9 3-16,-6 0-3 15,-5 16 3-15,-12 6 0 0,-1 5-3 16,-4 0 7-16,-3 3-7 16,-6-3 0-16,-4-2 4 15,0-4-4-15,0-5 0 16,0-3-32-16,-7-7-61 15,-7-2-66-15,-2-4-97 16,-2-4-154-16</inkml:trace>
  <inkml:trace contextRef="#ctx0" brushRef="#br0" timeOffset="44">16642 5746 1123 0,'0'0'165'0,"68"75"-164"16,0-2-1-16,7 14 83 15,2 11 10-15,-8-3-44 16,-17-1-8-16,-21-5-19 16,-16-9-12-16,-15-6-7 15,-17-11-3-15,-18-9 0 16,-14-9-4-16,-4-11-27 15,-2-11-4-15,0-7-24 16,3-5-116-16,11-11-277 16</inkml:trace>
  <inkml:trace contextRef="#ctx0" brushRef="#br0" timeOffset="45">17990 6075 1054 0,'0'0'132'0,"0"0"-124"16,0 0-7-16,0 0 7 15,-100-25-8-15,47 42-6 16,-14 11 6-16,-9 9 1 16,-2 2 6-16,11 5-5 15,14-8 16-15,24-5 11 16,15-6-9-16,14 2-13 16,21-4 21-16,33-1 18 15,26-2 10-15,19-6-25 16,2-4-22-16,-4 0-7 15,-16-1 0-15,-17 1-2 16,-18 0-71-16,-22-1-145 16,-18-4-124-16</inkml:trace>
  <inkml:trace contextRef="#ctx0" brushRef="#br0" timeOffset="46">17599 6677 1074 0,'0'0'259'16,"0"0"-254"-16,0 0-4 16,0 0 77-16,131 17 5 15,-66-17-62-15,0 0-17 16,-3 0-4-16,-3 0-34 16,-1 0-108-16,3-12-109 0,1-8-282 15</inkml:trace>
  <inkml:trace contextRef="#ctx0" brushRef="#br0" timeOffset="47">18704 6050 748 0,'0'0'71'16,"0"0"-36"-16,0 0 19 16,0 0 44-16,0 0-20 15,0 0 0-15,0-14-43 16,0 14-13-16,0 20-21 15,-8 20 4-15,-5 23 45 16,-1 13-8-16,-3 6-8 16,-2 3-14-16,3-6-11 15,-1-11 9-15,7-10-18 16,5-8 3-16,3-16 3 0,2-12-6 16,0-6 0-1,0-12-4-15,0 0-25 0,4-4-36 16,20-13-31-16,10-21-19 15,8-13-73-15,5-12-38 16,0-8-146-16</inkml:trace>
  <inkml:trace contextRef="#ctx0" brushRef="#br0" timeOffset="48">18966 6324 617 0,'0'0'398'0,"0"0"-217"16,0 0-134-16,0 0 1 0,0 0-23 15,-85 43 1 1,48-1 6-16,5 8-14 0,16 0-5 15,12 0-7-15,4-2 0 16,17-7-3-16,15-7 1 16,3-8 3-16,4-7-7 15,0-6-53-15,-3-10-71 16,-4-3-85-16,-2-10-135 16</inkml:trace>
  <inkml:trace contextRef="#ctx0" brushRef="#br0" timeOffset="49">19243 6457 957 0,'0'0'219'0,"0"0"-219"0,0 0-25 16,0 0 25-16,0 0 44 16,0 88-9-16,0-51-5 15,0-1-22-15,0-6-7 16,0-11 4-16,0-7-10 15,0-5 9-15,0-6-4 16,0-1 1-16,0-3 19 16,2-18 47-16,16-8-48 15,7-4-19-15,12 3 0 16,5 6 9-16,1 9-8 16,-7 8 11-16,-9 4 5 15,-9 3 12-15,-3 6-22 16,-2 13 5-16,4 9-9 0,-7 4 8 15,0 4 0-15,-4-2-1 16,-3-3-9-16,-3-6-1 16,0-4-5-16,0-8-29 15,0-1-91-15,0-8-98 16,0-4-154-16</inkml:trace>
  <inkml:trace contextRef="#ctx0" brushRef="#br0" timeOffset="50">19947 6238 360 0,'0'0'812'0,"0"0"-795"16,0 78 4-1,0-19-4-15,-4 5 94 0,-2 2-42 16,-3 2-31-16,3-7-27 15,-3-9-9-15,3-11-2 16,2-14 0-16,-1-7-5 16,5-8-61-16,0-8-149 15,10-4-119-15,17-2-372 16</inkml:trace>
  <inkml:trace contextRef="#ctx0" brushRef="#br0" timeOffset="51">20307 6472 911 0,'0'0'66'16,"-102"20"-61"-16,53 10 8 15,12 6 47-15,17 1-25 16,10 4-22-16,10-1-11 16,0-9 6-16,13-9-3 15,7-8 2-15,-1-7 45 16,-5-7 9-16,-1 0-7 15,-4-17 20-15,-1-6-30 16,0-10-44-16,0 2 0 16,4-3-66-16,10 0-93 15,11 5-42-15,9 5-64 0,2 2-135 16</inkml:trace>
  <inkml:trace contextRef="#ctx0" brushRef="#br0" timeOffset="52">20444 6481 208 0,'0'0'508'0,"0"0"-374"16,0 0-67-16,0 0 13 15,0 0-15-15,-35 77-1 16,34-47-15-16,1 0-27 16,5-7-2-16,11-7-4 15,0-3 24-15,-2-9-16 16,-4-4-10-16,-1 0-3 16,-4-11 3-16,-1-7 5 15,-1 1-15-15,-3 6-4 16,0 1 2-16,4 10 3 15,7 0-3-15,10 8-2 0,6 15 0 16,0 10 10-16,-3 3 14 16,-13-3-10-16,-11 1-10 15,-8-5 2-15,-25-3-5 16,-8-6-1-16,-3-3 0 16,-1-8 5-16,4-6 3 15,6-3-8-15,5 0-56 16,14 0-94-16,16-13-289 15</inkml:trace>
  <inkml:trace contextRef="#ctx0" brushRef="#br0" timeOffset="53">20832 6526 1008 0,'0'0'232'0,"0"0"-198"15,0 0-25-15,29 72 27 16,-16-30 31-16,1 8-18 16,-2-2-35-16,0-4 4 15,0-9-8-15,-4-13-7 16,-2-8-2-16,-5-9 8 16,-1-5-8-16,0 0 7 0,0-19 28 15,0-8 4 1,0-14-35-16,0-3-5 0,19-1 5 15,17 3-5-15,13 9 0 16,5 10-6-16,2 14 6 16,-4 9 4-16,-9 9 3 15,-7 22-2-15,-11 8-4 16,-6 6 11-16,-8-1-12 16,-6-4 0-16,-5-1 0 15,0-3 3-15,0-8-3 16,-9-5-6-16,-8-4-60 15,-8-6-90-15,-8-13-197 16</inkml:trace>
  <inkml:trace contextRef="#ctx0" brushRef="#br0" timeOffset="54">8270 7481 1012 0,'0'0'47'0,"106"0"-46"15,-32 0 4-15,12-3 11 0,7-2 35 16,-1 2-14-16,-5 3-37 16,-15 0 0-16,-17 16-16 15,-25 1-69-15,-21 4-52 16,-9 3-53-16,-27-2-259 15</inkml:trace>
  <inkml:trace contextRef="#ctx0" brushRef="#br0" timeOffset="55">8513 7795 973 0,'0'0'166'0,"0"0"-166"0,0 0-6 15,130-35 6 1,-63 13 23-16,3 5 8 0,-6 6-30 15,-5 1-1-15,-9 1-126 16,-7-4-119-16,-16-11-475 16</inkml:trace>
  <inkml:trace contextRef="#ctx0" brushRef="#br0" timeOffset="56">8698 7275 1090 0,'0'0'53'16,"91"-22"-53"-16,-16 22 0 0,15 5 2 15,1 32 90-15,-7 21-46 16,-25 20-34-16,-21 11-7 16,-23 12-8-16,-15-2 3 15,-30-5 0-15,-22-9 4 16,-6-14-4-16,-5-13-1 15,-1-15 1-15,5-4-4 16,8-11 4-16,15-12-33 16,13-10-33-16,16-6-31 15,7-16-90-15,30-24-272 16</inkml:trace>
  <inkml:trace contextRef="#ctx0" brushRef="#br0" timeOffset="57">9933 7232 1202 0,'0'0'39'15,"0"0"-39"-15,0 0-10 16,0 0 10-16,-37 120 10 15,30-39 36-15,7 13-10 16,0-3-7-16,0-5 9 0,17-9 2 16,10-8-14-1,0-14-18-15,3-11-2 0,-1-15-1 16,-3-9-5-16,-7-7-15 16,-5-9-81-16,-4-4-92 15,-10-6-17-15,0-22-270 16</inkml:trace>
  <inkml:trace contextRef="#ctx0" brushRef="#br0" timeOffset="58">9657 7711 1206 0,'0'0'113'16,"0"0"-113"-16,83-68-2 0,-27 48 2 15,2 5 0 1,3 9-1-16,-2 6 0 0,6 0-123 15,0 0-54-15,7 0-175 16</inkml:trace>
  <inkml:trace contextRef="#ctx0" brushRef="#br0" timeOffset="59">10666 7322 963 0,'0'0'111'0,"-117"2"-102"16,65 27 39-16,10 15 43 0,6 15-42 15,14 13-7-15,7 10 6 16,13 1-17-16,2-5-28 16,17-6-3-16,14-13 0 15,5-12 0-15,3-10 0 16,4-12-90-16,2-14-139 15,1-11-103-15</inkml:trace>
  <inkml:trace contextRef="#ctx0" brushRef="#br0" timeOffset="60">10867 7618 900 0,'0'0'283'0,"0"0"-283"15,0 0-9-15,0 0-13 16,0 0 22-16,6 86-1 16,13-41 7-16,2-1 2 15,-6-7-8-15,-2-10-11 16,-5-12 11-16,-2-8 0 16,-6-4 3-16,0-3 1 15,0-3 32-15,0-19 49 16,0-11-68-16,0-6-14 15,10-2-2-15,23 4 3 16,5 8-4-16,6 8 0 0,-3 12 4 16,-6 9 7-16,-8 0 7 15,-9 9-6-15,-1 13-9 16,-4 3 5 0,-3 6-7-16,-7-1-1 0,0 0-1 15,-3-5 0-15,0 1 1 16,3-7-37-16,-2-5-60 15,2-7-61-15,-1-4-92 16,-2-3-278-16</inkml:trace>
  <inkml:trace contextRef="#ctx0" brushRef="#br0" timeOffset="61">11250 7305 755 0,'0'0'138'15,"0"0"-77"-15,0 0-45 16,0 0 38-16,0 0-49 15,0 0 11-15,140 78 26 16,-71-20 23-16,-1 11-4 16,-10 10-38-16,-19 6-11 15,-13-1-4-15,-16-2-2 16,-10-6-4-16,0-6-2 16,-19-11 0-16,-11-7 5 15,-8-9-5-15,-2-6-2 0,2-7 2 16,8-11-19-1,7-9-35-15,10-10-93 0,9 0-135 16</inkml:trace>
  <inkml:trace contextRef="#ctx0" brushRef="#br0" timeOffset="62">12144 7738 1058 0,'0'0'86'16,"0"0"-86"-16,80-18-25 16,-27 9 25-16,3 6 6 0,-5 3-6 15,-12 0-24-15,-13 10-152 16,-16 1-255-16</inkml:trace>
  <inkml:trace contextRef="#ctx0" brushRef="#br0" timeOffset="63">12137 7982 1109 0,'0'0'128'0,"0"0"-123"16,0 0-2-16,114-40 19 16,-68 30-20-16,-4 3-2 15,-4 7-106-15,0-2-61 16,-1-5-302-16</inkml:trace>
  <inkml:trace contextRef="#ctx0" brushRef="#br0" timeOffset="64">13369 7620 958 0,'0'0'1'0,"0"0"4"15,0 0-2-15,-89-64 27 16,61 54 28-16,1 6-38 16,-6 4 1-16,-3 0 1 15,-7 21 2-15,-4 12 11 16,-2 14 40-16,3 10-20 0,12 11-19 15,5 4-11-15,15 4-8 16,11 3-7-16,3-6-5 16,29-6-5-16,19-15-1 15,15-13 1-15,7-19 6 16,11-9-6-16,5-11 4 16,-5-7-4-16,-10-19 14 15,-14-16-14-15,-14-12 11 16,-19-13-6-16,-18-2-5 15,-6 0-7-15,-24 3 5 16,-17 8-4-16,-4 8 3 16,0 9 2-16,-1 15-10 0,9 9-46 15,5 9-85 1,13 5-128-16,6 3-413 0</inkml:trace>
  <inkml:trace contextRef="#ctx0" brushRef="#br0" timeOffset="65">14175 7408 1082 0,'0'0'17'16,"0"0"-15"-16,-105-38-2 15,66 38 31-15,-1 21 30 16,-1 25-40-16,-1 23 29 16,9 14 3-16,7 16-36 15,13 3 28-15,13 0-24 16,0 1-17-16,23-8 0 15,8-8 3-15,9-14-7 16,5-20-1-16,0-14-4 0,-5-16 4 16,-7-10-8-16,-5-13-47 15,2 0-74-15,-6-13-99 16,1-17-466-16</inkml:trace>
  <inkml:trace contextRef="#ctx0" brushRef="#br0" timeOffset="66">14372 7779 1107 0,'0'0'55'0,"0"0"-55"15,0 0-50-15,-3 100 50 16,3-51 14-16,0 6 10 0,9 4-12 15,-5-6-8-15,-1-13-4 16,-2-15 10-16,-1-15-14 16,0-4 8-16,0-6 2 15,0-3 18-15,-8-19 68 16,-1-14-61-16,2-8-22 16,7-2-1-16,16-4 0 15,20 11-8-15,16 8 0 16,6 11-4-16,0 12 4 15,-3 8 0-15,-5 5 0 16,-12 19 1-16,-5 10 2 16,-6 8 18-16,-8 7 2 0,-4 1-10 15,-7-3-5-15,-5-7-3 16,-3-11-5-16,0-7-1 16,-3-8-1-16,-11-4-39 15,-4-7-47-15,-4-3-101 16,0-3-147-16</inkml:trace>
  <inkml:trace contextRef="#ctx0" brushRef="#br0" timeOffset="67">14913 7570 1079 0,'0'0'90'16,"0"0"-65"-16,0 0-25 15,0 0 2-15,79 79 26 16,-50-10 67-16,-7 9-39 16,-4 1-35-16,-6-1 0 15,-6-9-15-15,-6-7-6 16,0-15 0-16,0-10-1 16,0-15-39-16,0-8-54 15,0-8-91-15,17-6-49 16,12-3-341-16</inkml:trace>
  <inkml:trace contextRef="#ctx0" brushRef="#br0" timeOffset="68">15461 7936 1044 0,'0'0'36'16,"0"0"-35"-16,0 0 0 15,-53 79-1-15,46-36 7 16,7 3-7-16,0-2 16 15,13-7-12-15,10-15-4 16,-6-6 0-16,-3-13 25 16,-3-3 44-16,-4-3 30 15,-7-23-15-15,0-11-49 16,0-6-20-16,-10-3-15 16,-3 6-1-16,6 7-2 15,5 7-31-15,2 6-35 16,22 4-134-16,17 5-70 0,13 5-62 15</inkml:trace>
  <inkml:trace contextRef="#ctx0" brushRef="#br0" timeOffset="69">15832 7899 580 0,'0'0'273'0,"0"0"-247"16,0 0-11-16,0 0 111 15,-28 96-7-15,22-59-62 16,6-1-26-16,0-4-10 15,3-11-21-15,6-9 0 16,1-7 19-16,-3-5 9 16,1-7 17-16,-1-17-4 0,-3-8-29 15,-4-1-12-15,0 6 0 16,0 10-13-16,4 8 9 16,5 9 2-16,10 0-15 15,8 17 17-15,11 17 2 16,-5 7 3-16,-6 6-5 15,-17 1 15-15,-10-5-7 16,-7 0-6-16,-26-6 1 16,-6-6-1-16,-12-6 7 15,0-9-9-15,6-5 0 16,2-3-1-16,9-6 0 16,4-2-19-16,14 0-122 15,10-7-268-15</inkml:trace>
  <inkml:trace contextRef="#ctx0" brushRef="#br0" timeOffset="70">16268 7945 1031 0,'0'0'21'16,"0"0"-20"-16,31 105 14 15,-16-58 37-15,-8 0 17 16,2-1-18-16,-5-12-26 0,-2-12-19 16,-1-8-4-1,-1-9 2-15,0-5-1 0,0 0 14 16,-1-19 46-16,-6-11-51 16,7-9-7-16,0-3-1 15,17 2 4-15,19 3-6 16,12 11-2-16,1 14 2 15,3 10 10-15,-6 2-10 16,-10 14 2-16,-7 15 5 16,-8 5 6-16,-3 4 2 15,-11-1-13-15,-4-3-2 16,-3-3 1-16,0-6-2 16,-4-6-2-16,-5-5-18 15,-5-1-69-15,4-6-93 16,-2-7-74-16,-1 0-329 0</inkml:trace>
  <inkml:trace contextRef="#ctx0" brushRef="#br0" timeOffset="71">16478 7510 1184 0,'0'0'121'16,"0"0"-112"-16,109-13 3 16,-32 35-12-16,18 22 34 0,9 22-3 15,-4 23-3-15,-9 12 7 16,-20 5-6-16,-23 4 7 16,-20-9 9-16,-17-11-21 15,-11-8-2-15,-12-12-21 16,-26-12 1-16,-17-8-2 15,-10-5-10-15,-16-11-39 16,-5-6-103-16,-4-12-191 16</inkml:trace>
  <inkml:trace contextRef="#ctx0" brushRef="#br0" timeOffset="72">10488 9036 982 0,'0'0'49'16,"210"-4"-47"-16,-28 1 0 16,55 2 23-16,36 1 92 15,23 0 3-15,5 11-64 16,-15 3-17-16,-23 1-29 16,-29 2-9-16,-35 4-1 15,-31 1-3-15,-34-2 1 0,-30 0-44 16,-29 0-54-1,-30-1-35-15,-37-3-70 0,-13-7-181 16</inkml:trace>
  <inkml:trace contextRef="#ctx0" brushRef="#br0" timeOffset="73">10798 9343 1046 0,'0'0'65'0,"0"0"-65"16,0 0-21-16,97 10 21 16,24-7 50-16,52 1 29 15,55-1-4-15,37-3-33 16,34 2-5-16,2 1 2 15,-10 1-5-15,-21 2-24 16,-40 1-10-16,-39 0-3 16,-39 0 2-16,-35 2 1 15,-32-3 0-15,-26-1-26 16,-30-2-32-16,-16 0-24 16,-13-2-69-16,-13 1-21 15,-22 1-13-15,-8 2-133 16</inkml:trace>
  <inkml:trace contextRef="#ctx0" brushRef="#br0" timeOffset="74">1735 9907 556 0,'0'0'87'0,"0"0"-87"15,0 0-33-15,0 0 33 16,0 0 15-16,0-75 40 16,9 58 18-16,-3 3-21 15,-3 2-27-15,3-1 38 16,-4 6-17-16,-2 3 22 16,0 4-19-16,0 0-26 15,0 0-20-15,4 4-3 0,2 23-1 16,3 12 1-1,4 14 41-15,1 3-25 0,5 0-4 16,-4 0-6-16,1-9 4 16,-2-6-9-16,-1-9 0 15,-1-6 1-15,-1-6-2 16,-4-7 3-16,-4-7-3 16,-3 1-1-16,0-7-20 15,0 0-43-15,-7 0-3 16,-19 0-34-16,-20-16-140 15</inkml:trace>
  <inkml:trace contextRef="#ctx0" brushRef="#br0" timeOffset="75">1162 10151 925 0,'0'0'47'0,"0"0"-32"15,66-95-15-15,1 48 5 16,9-9-5-16,5 0 2 15,3-3-2-15,0 3 7 16,-6 3 12-16,-5 13-9 16,-12 8-8-16,-16 15-2 15,-12 13 0-15,-11 4 1 16,-4 15 7-16,-3 23-8 16,4 13 0-16,-2 10 0 15,5 6 0-15,5 1 18 16,-2-4-12-16,2-8-2 0,-2-11-4 15,-5-11 2-15,-1-5-2 16,-7-11 2-16,-4-5-2 16,-5-6 8-16,1-4-7 15,-4-3-1-15,0 0 3 16,0 0 25-16,0-17 27 16,0-12-38-16,0-5-17 15,0-5-1-15,0 6-6 16,0 11 0-16,0 10-15 15,0 12 22-15,0 0-6 16,12 12-1-16,6 14-3 16,3 10 8-16,6 6 2 0,1-3 4 15,8-8-4-15,7-12 0 16,2-8 2-16,4-11-1 16,3-3-1-16,-7-14 7 15,-9-5 3-15,-14 2 1 16,-13-4-11-16,-9 1 10 15,0 3-1-15,-18 3-8 16,-4 7-1-16,4 7 0 16,0 3-3-16,8 3-1 15,5 11 2-15,5 5-5 16,0 1 1-16,15-3 5 16,10-5-32-16,8-8-32 15,6-4-32-15,0 0-78 0,1-11-260 16</inkml:trace>
  <inkml:trace contextRef="#ctx0" brushRef="#br0" timeOffset="76">2891 9981 819 0,'0'0'60'0,"0"0"-59"16,0 0-1-16,0 0-1 15,-20 93 1-15,43-72 19 16,10-4 4-16,6-11-7 15,-3-6 6-15,-2 0 31 16,-10 0-7-16,-11-9-14 0,-13-5 18 16,0-2 15-16,-16 1-54 15,-14-4-11-15,-6 5-101 16,0 0-56-16,2 0-155 16</inkml:trace>
  <inkml:trace contextRef="#ctx0" brushRef="#br0" timeOffset="77">3070 9939 754 0,'0'0'43'15,"0"0"-30"-15,0 0 36 16,0 0 7-16,0 0-18 16,100 84-17-16,-77-70 1 15,2 2 23-15,-1-9-4 16,-5-3-18-16,-7-3 12 0,-2-1-9 15,-8 0-1-15,-2 0 30 16,0-12 22-16,0-10-45 16,-2-6-28-16,-11 3-4 15,1-3-5-15,-4 0-43 16,7 0-68-16,4 8-81 16,5 1-201-16</inkml:trace>
  <inkml:trace contextRef="#ctx0" brushRef="#br0" timeOffset="78">3488 9911 718 0,'0'0'47'0,"0"0"-33"0,0 0 35 15,0 0 70-15,0 0-31 16,0 0-12-16,82-6-2 16,-73-9-38-16,-6-1-36 15,-3 0 9-15,0 5 7 16,-3 6-16-16,-3 5-9 15,0 0 1-15,1 16 1 16,2 14 1-16,3 1 3 16,0 3 0-16,11-6 0 15,11-3 2-15,1-8-1 16,2-3 1-16,2-6-2 16,-2-6-116-16,-4-2-123 15,-6-4-594-15</inkml:trace>
  <inkml:trace contextRef="#ctx0" brushRef="#br0" timeOffset="79">3761 9838 873 0,'0'0'79'0,"0"0"-77"16,0 0-4-16,0 0 0 15,52 81 2-15,-30-59 6 16,5-3-5-16,-6-9 10 15,-3 1 5-15,-9-9-8 16,-4-2 1-16,-5 0 8 0,0 0 40 16,0-13 8-16,0-6-60 15,0-4-5-15,0 0-1 16,0 6-11-16,11 7 8 16,-6 3 3-16,-2 4 0 15,3 3-3-15,-1 0-6 16,6 0 7-16,-5 7 1 15,3-1-1-15,-6-2 0 16,3-4 3-16,-3 0 0 16,3 0-2-16,6-2 2 15,7-7 13-15,7-4-7 16,5 6 3-16,0 4 4 16,-4 3 20-16,-3 0-9 15,-3 4 4-15,1 9-26 16,-8 0 5-16,-1 0-4 0,-5 0-3 15,-1-1-24-15,-4-3-87 16,-3-9-120-16,0 0-635 16</inkml:trace>
  <inkml:trace contextRef="#ctx0" brushRef="#br0" timeOffset="80">4206 9553 1105 0,'0'0'112'16,"0"0"-90"0,0 0-22-16,0 0-9 0,0 0 8 15,0 0-45-15,31 14-40 16,-9-3-139-16</inkml:trace>
  <inkml:trace contextRef="#ctx0" brushRef="#br0" timeOffset="81">4739 9847 928 0,'0'0'141'0,"0"0"-135"15,0 0-6-15,0 0 24 16,0 0-24-16,0 0-10 16,-73 60-172-16</inkml:trace>
  <inkml:trace contextRef="#ctx0" brushRef="#br0" timeOffset="82">1763 11206 749 0,'0'0'62'0,"0"0"-60"15,117-17 22-15,-41-9 91 16,21-3-34-16,19-12-25 16,35-2 6-16,23-4 17 15,28-8-36-15,20-1-20 16,3-3-19-16,-7 5-8 0,-12 1 11 15,-18 3-7-15,-20 2 0 16,-14 5 1-16,-25 7-7 16,-18 2 4-16,-20 12 2 15,-21 5-44-15,-25 8-25 16,-21 6-24-16,-24 3-69 16,0 0-106-16</inkml:trace>
  <inkml:trace contextRef="#ctx0" brushRef="#br0" timeOffset="83">5561 9983 868 0,'0'0'74'15,"0"0"-73"-15,0 0-2 16,0 0-2-16,11 74 3 16,2-25 46-16,-1 13 17 15,0 11-14-15,-2 5-31 0,-1-4-5 16,-3-8-2-1,2-17-7-15,-5-12-4 0,1-14 2 16,2-6-2-16,-3-2-1 16,0-5-30-16,3-9-85 15,-3-1-136-15,-3-21-404 16</inkml:trace>
  <inkml:trace contextRef="#ctx0" brushRef="#br0" timeOffset="84">5491 9953 962 0,'0'0'21'0,"0"0"-19"16,106-65-2-16,-58 45-3 16,1 4 1-16,-3 6 1 15,-13 6 1-15,-5 4-9 16,-16 13-86-16,-12 14-73 15,-16 9-281-15</inkml:trace>
  <inkml:trace contextRef="#ctx0" brushRef="#br0" timeOffset="85">5728 10210 926 0,'0'0'64'0,"85"-25"-36"15,-49 8-7-15,-6 5-9 16,-11 2-9-16,-7 3-3 0,0 3-42 15,-10 4-104-15,2 0-215 16</inkml:trace>
  <inkml:trace contextRef="#ctx0" brushRef="#br0" timeOffset="86">5989 10330 599 0,'0'0'11'16,"3"75"36"-16,6-36 12 15,6-10-22-15,6-7-18 16,6-12 20-16,1-7 61 16,-4-3-22-16,-5-5 7 0,-10-12-31 15,-9-2 27-15,-2-4-20 16,-21-4-49-16,-7 4-11 16,-1 3-1-16,4 1-12 15,9 2-75-15,6 0-111 16,9 0-193-16</inkml:trace>
  <inkml:trace contextRef="#ctx0" brushRef="#br0" timeOffset="87">6222 10244 835 0,'0'0'33'16,"0"0"7"-16,0 0 14 15,112 74 9-15,-81-52-38 0,-4 5 15 16,-2-5 7-1,-4-1-44-15,-6-8 2 0,-6-6-5 16,-6-2 0-16,3-5 1 16,-6 0 38-16,0 0 28 15,3-16 11-15,-1-14-36 16,2-9-38-16,-1 0-3 16,0 2-2-16,-3 12 0 15,0 8-3-15,0 7-24 16,0 10-58-16,0 0-118 15,3 0-380-15</inkml:trace>
  <inkml:trace contextRef="#ctx0" brushRef="#br0" timeOffset="88">7339 10285 897 0,'0'0'25'0,"0"0"-25"0,-97-11-3 15,69 17 3-15,7 15 0 16,9 11-2-16,9 7 2 16,3 6 4-16,6-3 8 15,16-9-2-15,8-10-6 16,6-13-1-16,-3-6 40 16,-2-4 12-16,-8-7-7 15,-7-12-2-15,-6-11-3 16,-9-4-21-16,-1-2 0 15,0 0-18-15,-1 7-2 16,-2 9-1-16,0 9 0 16,3 8-1-16,0 3 0 0,0 0-5 15,6 0-11-15,11 15 12 16,-1 4 2-16,0 0 1 16,4 1 1-16,-4-3-4 15,-7-5-65-15,5-8-29 16,-4-4-67-16,2 0-5 15,-5-17-225-15</inkml:trace>
  <inkml:trace contextRef="#ctx0" brushRef="#br0" timeOffset="89">7542 10257 580 0,'0'0'166'16,"0"0"-74"-16,0 0-23 16,0 0-54-16,0 0 8 15,0 0 50-15,52 54-31 0,-34-27-9 16,-3-2-5-16,0-8-19 15,-7-8 17-15,-3-4-5 16,-2-5-2-16,-3 0 12 16,2-5 34-16,10-17 12 15,1-2-61-15,8-3-12 16,3 2-4-16,-5 11 1 16,-5 5 0-16,-8 6-2 15,-2 3-2-15,-1 0-6 16,2 15 7-16,-1 6-3 15,2 4 1-15,-3 4-1 16,1-1-78-16,9-8-106 16,3-9-72-16,8-11-376 0</inkml:trace>
  <inkml:trace contextRef="#ctx0" brushRef="#br0" timeOffset="90">7958 10270 916 0,'0'0'26'15,"0"0"-26"-15,0 0 0 16,0 0 39-16,0 0-14 16,0 0 14-16,112 68-10 15,-79-68 0-15,-4 0 4 16,-9 0 31-16,-4-14-22 16,-10-3 3-16,-5-5-14 15,-1 5-16-15,0 0-15 16,0 10 3-16,0 4-3 0,0 3 5 15,7 0-5-15,9 16-10 16,5 12 10-16,9 11 5 16,3 9 9-16,-7 7 10 15,-6 4-7-15,-15 0-14 16,-5 0-2-16,-14 1 0 16,-23-3 4-16,-5-9-5 15,0-12 1-15,2-12 1 16,7-14 0-16,15-10 4 15,5 0-1-15,10-17-2 16,3-12-3-16,6 0-3 16,13 0-2-16,2 7 4 0,-6 7-8 15,1 4-2 1,1 8-18-16,1-4-12 0,7 7-54 16,-4-1-26-16,0-4-144 15</inkml:trace>
  <inkml:trace contextRef="#ctx0" brushRef="#br0" timeOffset="91">9481 10212 570 0,'0'0'69'15,"0"0"-15"-15,0 0-22 16,0 0-28-16,-82 0 19 15,56 7 6-15,-1 11-15 0,-3 10-3 16,3 14 26 0,-2 8 21-16,10 6-13 0,9 0-1 15,10-3-22-15,6-5-9 16,23-9-3-16,7-10-7 16,3-10-2-16,7-8-1 15,2-8-23-15,4-3-157 16,-3-17-294-16</inkml:trace>
  <inkml:trace contextRef="#ctx0" brushRef="#br0" timeOffset="92">9705 10357 884 0,'0'0'51'16,"0"0"-51"-16,-54 98-2 15,54-61 2-15,0-4 7 16,27-3 14-16,6-6-5 15,10-9 0-15,-6-10 16 16,-4-5-12-16,-12 0 8 16,-15-5-6-16,-6-11 49 15,-14-4 23-15,-18-3-92 16,-7 0-4-16,-3 3-24 16,2-3-62-16,13-2-106 15,8-2-175-15</inkml:trace>
  <inkml:trace contextRef="#ctx0" brushRef="#br0" timeOffset="93">9869 10281 797 0,'0'0'96'16,"0"0"-95"-16,0 0 27 16,64 85 42-16,-43-51-25 15,-1 2-7-15,3 1-11 16,-7-7-23-16,1-8 5 15,-5-5-8-15,-6-11-2 16,-6-3 2-16,0-3 1 16,0 0 28-16,0-9 22 15,0-18-36-15,0 1-12 0,11-4-4 16,12 7-16 0,2 6 2-16,1 8 10 0,-4 9 3 15,-4 0-3-15,-6 17-7 16,0 3 11-16,0 2-1 15,-9 1 6-15,0-10-13 16,0-6 6-16,-3-4 2 16,0-3 3-16,0 0 5 15,0-7 8-15,2-12 1 16,16-6-9-16,8-3-8 16,-5 9 0-16,3 8 4 15,-13 11 6-15,0 0-10 16,-4 11 7-16,3 16-1 0,-8 5-1 15,3 7-5-15,-5 1 2 16,0-1-4 0,0-2-29-16,9-11-164 0,3-12-224 15</inkml:trace>
  <inkml:trace contextRef="#ctx0" brushRef="#br0" timeOffset="94">10512 10380 926 0,'0'0'86'0,"0"0"-85"0,0 0 4 15,67 89 2-15,-48-43 10 16,-3 1 8-16,4 2 29 16,-8 0-39-16,1-5-4 15,-6-11-5-15,-4-13-5 16,0-8-1-1,-3-7 12-15,0-5 18 0,-3 0 27 16,-14-20-11-16,-4-16-40 16,2-8-6-16,14-9 0 15,5-3 1-15,3 2-1 16,27 7 0-16,-1 13 0 16,3 17-2-16,-5 10 2 15,-13 7-10-15,-10 24-1 16,-4 13 3-16,-6 8 2 15,-22 4 4-15,1-1-17 0,-5-9-37 16,16-6-107-16,7-16-151 16</inkml:trace>
  <inkml:trace contextRef="#ctx0" brushRef="#br0" timeOffset="95">10895 10369 711 0,'0'0'52'0,"0"0"-35"16,-79 80 82 0,59-37-37-16,13 4-18 0,7-1-26 15,0-3 4-15,21-11-22 16,6-11 6-16,7-15 14 15,-5-6 11-15,1-6 5 16,-5-21 16-16,-7-3-13 16,-13-2 0-16,-5-5-24 15,0 4-9-15,-7 3-2 16,-2 10-4-16,2 7 1 16,4 9 17-16,3 4-18 15,0 0-7-15,0 12 5 16,16 10-8-16,-1 4 10 0,3 1 0 15,-3-4-1 1,-1-1-50-16,-1-9-92 0,0-12-64 16,-4-1-393-1</inkml:trace>
  <inkml:trace contextRef="#ctx0" brushRef="#br0" timeOffset="96">11110 10432 1013 0,'0'0'47'0,"0"0"-42"16,0 0-5-16,0 0 9 16,0 0 15-16,101 76 28 15,-74-53-8-15,-9-6-3 16,0-7-17-16,-9-6-18 0,-6-1-1 16,-3-3 10-16,0 0 38 15,0 0 7-15,0-10-31 16,0-6-29-16,-3-11-1 15,0 1-59-15,3-4-55 16,0-4-31-16,0-2-79 16,0 7-221-16</inkml:trace>
  <inkml:trace contextRef="#ctx0" brushRef="#br0" timeOffset="97">11417 10478 688 0,'0'0'149'0,"0"0"-67"16,18 77 18-16,-18-47-24 15,0-1-15-15,0-5-45 16,-6-5-11-16,2-2-5 16,4-6-4-16,0-3-24 15,0-7-65-15,0-1-68 16,4-8 80-16,8-18-106 15,-4-8-122-15</inkml:trace>
  <inkml:trace contextRef="#ctx0" brushRef="#br0" timeOffset="98">11417 10478 93 0,'-27'-61'361'15,"5"24"-306"-15,4 4-55 0,9 7-181 16</inkml:trace>
  <inkml:trace contextRef="#ctx0" brushRef="#br0" timeOffset="99">11719 10271 834 0,'0'0'58'15,"0"0"-53"-15,0 0 29 16,0 105 17-16,16-68 2 16,3-1-17-16,-7 1-11 15,-3-4-19-15,-9-1-10 16,0-5 8-16,-17-6-4 0,-3-3 2 15,-4-4-2-15,9-7-25 16,6-7-50-16,9-4-169 16</inkml:trace>
  <inkml:trace contextRef="#ctx0" brushRef="#br0" timeOffset="100">11912 10372 722 0,'0'0'14'0,"0"0"56"16,0 0-38-16,50 89 38 15,-22-72-6-15,2-6-18 16,-1-7 19-16,-6-4-31 0,-9 0 47 16,-9-1-25-16,-5-15 21 15,-12-5-45-15,-14-4-25 16,0 1-7-16,-1 4-27 15,11-3-78-15,13-7-223 16</inkml:trace>
  <inkml:trace contextRef="#ctx0" brushRef="#br0" timeOffset="101">12227 10294 811 0,'0'0'28'16,"0"0"66"-16,30 106-54 15,-19-71 38-15,3-3-15 0,1-6-32 16,-6-11 24-16,-3-8-10 16,-5-3-7-16,-1-4-2 15,0 0 38-15,0-7 12 16,2-13-56-16,12-13-30 16,12-1-1-16,10-2-5 15,-4 10-4-15,-2 6-1 16,-1 13 5-16,-10 7 5 15,4 0-2-15,-7 21 1 16,0 5 1-16,-6 5-1 16,-3-1 1-16,-4 2 1 15,-3-3-1-15,3-2-19 0,0-4-70 16,1-8-104-16,-1-7-181 16</inkml:trace>
  <inkml:trace contextRef="#ctx0" brushRef="#br0" timeOffset="102">13390 10062 810 0,'0'0'78'16,"0"0"-67"-16,0 0 15 15,0 0-24-15,0 0 11 16,0 0-7-16,0 0 9 16,-64 103 45-16,63-33-31 0,1 14-18 15,0 2-6-15,0-5-5 16,0-16 3-16,0-17-6 15,4-16 4-15,-1-12-1 16,-2-7 7-16,-1-10-7 16,0-3 1-16,3 0 13 15,10-19 57-15,7-11-51 16,18-6-18-16,11-1-2 16,2 4-15-16,-5 14 12 15,-13 9 3-15,-16 10-2 16,-12 12-8-16,-5 21 10 15,-10 11 2-15,-20 2-2 16,-8 4 0-16,0-11 10 0,5-3-9 16,3-12-1-16,11-8 0 15,7-6-34-15,9-10-117 16,3-24-309-16</inkml:trace>
  <inkml:trace contextRef="#ctx0" brushRef="#br0" timeOffset="103">13836 10343 868 0,'0'0'12'16,"-62"82"-10"-16,38-31 6 16,13-2 43-16,11 1-6 0,5-8 6 15,28-11-23-15,4-5-18 16,8-14 12-16,-4-12 8 15,-1 0 26-15,-7-9 20 16,-10-11-41-16,-14-6-15 16,-9-5-5-16,0-4-11 15,-14 2 4-15,-2 3-8 16,0 6-11-16,7 10 11 16,2 6-1-16,6 8-3 15,1 0-2-15,0 3-13 16,8 16 12-16,6 1 6 15,4-3 1-15,5 0 0 16,-4-7 3-16,4-7-2 16,-1-3 1-16,-1 0 15 0,-6-20-3 15,-1-2-7 1,-8-5-5-16,-6-2-2 0,0 1 0 16,0 9 0-16,0 5-11 15,-1 12 10-15,1 2-4 16,0 0 5-16,0 13-20 15,6 12 16-15,18 9 2 16,8 5 2-16,8 5 20 16,-5-1-17-16,-3 3-3 15,-9-6 0-15,-6-5 0 16,-8-11 0-16,-5-11 10 16,-2-7-10-16,-1-5 0 0,-1-1 8 15,0-3 3-15,0-23-8 16,5-11-3-16,7-10 0 15,3-7-3-15,-2-1-16 16,-4 3-6-16,-6 12-26 16,-3 13 5-16,0 10 45 15,0 12 1-15,0 5-3 16,1 9 3-16,8 17 0 16,2 14 11-16,5 4 14 15,4 2-19-15,-1-1-3 16,4-8-3-16,3-4-10 15,6-11-91-15,8-15-68 16,-1-7-152-16</inkml:trace>
  <inkml:trace contextRef="#ctx0" brushRef="#br0" timeOffset="104">14914 10476 974 0,'0'0'143'0,"0"0"-115"16,0 0-28-16,0 0 0 15,-92 46 1-15,77-17 0 16,12 7 6-16,3-5-7 16,8-1 3-16,18-7 6 15,8-10-8-15,-3-11 41 16,0-2 32-16,-2-9-39 16,-9-11 1-16,-8-11 23 15,-6-6-30-15,-6-7-9 0,-12-8-15 16,-18-8-3-16,-8-7 0 15,-11-8-2-15,-3 2-2 16,5 6-6-16,16 22 7 16,10 15 2-16,15 21-1 15,6 9 0-15,6 19-20 16,21 21 20-16,13 16-5 16,5 16 5-16,1 7 15 15,-1 1-10-15,0-12 2 16,4-14-7-16,0-11 0 15,3-17 7-15,-11-9-7 16,-4-10-18-16,-18-7-94 16,-13 0-223-16</inkml:trace>
  <inkml:trace contextRef="#ctx0" brushRef="#br0" timeOffset="105">16217 10168 768 0,'0'0'20'0,"0"0"-14"0,-114-3-4 16,74 9 52-16,9 11 4 16,7 7-27-16,11 5 2 15,13 15 4-15,11 1 8 16,26 5-11-16,7-3 22 15,-1-5-7-15,-13-13-47 16,-17-8 0-16,-13-9-2 16,0-1 5-16,-32 8 4 15,-15-5-1-15,-6 0-8 16,5-9-23-16,12-5-73 0,16-2-111 16,20-22-443-1</inkml:trace>
  <inkml:trace contextRef="#ctx0" brushRef="#br0" timeOffset="106">16296 10355 697 0,'0'0'15'0,"-2"78"-12"16,2-35 59-16,14-7-31 15,20-3 8-15,12-10 17 16,10-11 5-16,-1-12 2 15,-10 0-7-15,-12-15 11 16,-17-8 0-16,-16-7 34 16,-16-1-59-16,-26-3-41 15,-14 2-1-15,-2 3-11 16,9 6-99-16,13 3-117 0,14 1-261 16</inkml:trace>
  <inkml:trace contextRef="#ctx0" brushRef="#br0" timeOffset="107">16688 10299 880 0,'0'0'90'15,"0"0"-26"-15,0 0 11 16,88 95 21-16,-77-59-60 16,-2 1-12-16,-1-2 2 0,-1-6-15 15,-1-9-7-15,-1-6 8 16,-2-9-11-16,-2-3-1 15,1-2 29-15,0 0 39 16,-1-14 24-16,2-19-26 16,-3-9-53-16,0-8-8 15,0-6-5-15,0 0-16 16,-1 3-77-16,1 6-71 16,0 7-178-16,17 8-185 15</inkml:trace>
  <inkml:trace contextRef="#ctx0" brushRef="#br0" timeOffset="108">17104 10017 931 0,'0'0'120'15,"0"0"-114"-15,0 0 107 0,35 98-13 16,-16-48-27-16,4 9-19 16,-7 8-38-16,-3 2 19 15,-3 1-35-15,-3-7 1 16,-7-11 6-16,0-10-7 15,0-12-3-15,0-13-60 16,0-8-15-16,0-5-20 16,-18-4-1-16,-6-16-132 15,-10-14-137-15</inkml:trace>
  <inkml:trace contextRef="#ctx0" brushRef="#br0" timeOffset="109">17035 10417 692 0,'0'0'172'0,"0"0"-47"0,-1-79-23 16,22 52-59-16,11 1-41 15,0 2 5-15,5 3 12 16,-2 5-14-16,-4 10 5 16,-5 3 1-16,-2 3 5 15,-5 4 12-15,0 21-26 16,-2 12 9-16,-1 12 14 16,-4 4-13-16,3 0 15 15,-7-6-20-15,2-11-4 16,3-10-1-16,-6-10-2 15,0-9 8-15,-4-3-5 16,0-4-3-16,-3 0-5 16,0-4-49-16,0-22-113 15,0-8-100-15,0-10-18 16</inkml:trace>
  <inkml:trace contextRef="#ctx0" brushRef="#br0" timeOffset="110">17437 10178 589 0,'0'0'215'0,"0"0"-154"15,0 0-5-15,0 0-48 16,0 0-2-16,0 0-6 16,71 57 33-16,-45-11 14 15,-2 6-15-15,-8 1-4 16,-1-9 20-16,-7-7 1 16,-2-11-36-16,-6-11-12 0,0-8 9 15,0-3 3-15,0-4 6 16,0 0 11-16,0 0 30 15,0-16-16-15,0-11-33 16,8-5-9-16,15-6-2 16,15 1-4-16,0 8-3 15,1 10 6-15,-11 12 1 16,-7 7-4-16,-6 0-2 16,-4 10 3-16,-1 13 3 15,-7 7-7-15,-3-1 6 16,0 4 1-16,3-8-105 15,14-8-147-15,12-12-165 16</inkml:trace>
  <inkml:trace contextRef="#ctx0" brushRef="#br0" timeOffset="111">18191 10176 919 0,'0'0'131'16,"0"0"-125"-16,-104 2-5 15,82 25 21-15,5 3 13 16,17 6-10-16,0-3 17 16,23-4-36-16,13-7-1 15,1-10 3-15,0-10 35 16,-5-2 7-16,-9-2-17 0,-8-12 1 16,-12-9 9-1,-3-3-7-15,0-4-28 0,-11 5 0 16,-2 8-8-16,5 7 0 15,6 7 0-15,2 3 0 16,0 2-7-16,9 18-17 16,13 19 24-16,6 5 2 15,1 9 5-15,-8 0 0 16,-9 6 5-16,-12 1-3 16,-3 2-8-16,-26-5 1 15,-9-4 1-15,-1-17-1 16,2-10 0-16,5-10 2 15,8-10 3-15,6-1 30 0,7-5-6 16,8-5-13 0,3-17-11-16,0-7-7 0,24-7-4 15,11-5 2 1,3 11-12-16,-4 1-16 0,-7 15-13 16,-10 4-14-16,-7 10-36 15,-7 0-99-15,-3 0-115 16</inkml:trace>
  <inkml:trace contextRef="#ctx0" brushRef="#br0" timeOffset="112">19189 10069 374 0,'0'0'96'0,"0"0"28"16,0 0-38-16,0 0-32 15,0 0-42-15,0 0 22 16,0 0-12-16,-5-22-2 0,9 15-17 16,2-2-3-16,-3-2 9 15,0 2 12-15,-3-2 14 16,0 5-5-16,0-2 18 15,0 3-19-15,0 1 12 16,0 0 6-16,0 4 20 16,0 0-32-16,0 0-20 15,0 0-9-15,0 0 1 16,0 0-5-16,0 0 0 16,0 0-4-16,0 0-1 15,0 0 0-15,0 5 3 0,0 3-1 16,0-4 1-16,0 3-2 15,1-4 2-15,-1 0 0 16,2-3 0 0,-2 0-2-16,0 0 2 0,0 0 1 15,0 0 0-15,0 0-1 16,0 0 1-16,0 0 0 16,0 0-2-16,0 0 2 15,0 0-3-15,0 0-6 16,0 0 5-16,0 0 0 15,0 0-25-15,0 3 7 16,0-3 19-16,0 0 1 16,0 0 2-16,1 0 1 15,0 0 14-15,-1 0-2 16,0 0 8-16,0 0-7 0,0 0 12 16,0 0 4-16,0 0-12 15,0 0-3-15,0 0 6 16,0 0-3-16,0 0-12 15,0 0-5-15,-1 0-2 16,-3 0-1-16,-2 0-12 16,1 1-30-16,1 8-30 15,4-2-46-15,0 3 30 16,0 0-1-16,13-6 6 16,0-1 24-16,1-3 9 0,-6 0-190 15</inkml:trace>
  <inkml:trace contextRef="#ctx0" brushRef="#br0" timeOffset="113">19285 10026 730 0,'0'0'81'16,"0"0"-33"-16,0 0 13 15,0 0-22-15,0 0-13 16,0 0 9-16,0 0-34 16,0-15 6-16,0 15-7 0,0 0 0 15,0 0 1-15,0 0-1 16,0 0-9-16,-3 9 7 15,0 4 0-15,-1 1 2 16,-1-1 15-16,0-4-15 16,3-2 19-16,-1-4-7 15,3 0-9-15,0-3 5 16,0 0-6-16,0 0-1 16,0 0 9-16,0 0-8 15,0 0-1-15,0 0-2 0,0 0 0 16,0 0-44-1,-7-6-59-15,-3-10-278 0</inkml:trace>
  <inkml:trace contextRef="#ctx0" brushRef="#br0" timeOffset="114">19310 10023 781 0,'0'0'156'16,"0"0"-108"-16,0 0-39 15,0 0-7-15,0 0-1 16,0 0 4-16,0 59-5 16,8-6 49-16,0 7-10 15,0 13-13-15,-5-3-11 0,1-2-4 16,-1-7-4-1,-3-16 9-15,0-9-15 0,2-14-1 16,-2-7-1 0,0-8-4-16,5-5-89 0,-1-2-64 15,7-5-230-15</inkml:trace>
  <inkml:trace contextRef="#ctx0" brushRef="#br0" timeOffset="115">19573 10254 775 0,'0'0'37'0,"0"0"-37"16,0 0-10-16,-20 99 10 0,20-55 0 16,0-2 10-16,9-5 13 15,11-8 19-15,2-6-4 16,7-12 4-16,0-8 27 15,0-3-9-15,-6 0 16 16,-7-10-11-16,-8-7-9 16,-8-5-11-16,-3-4-20 15,-27-5-22-15,-11 1-6 16,-6 4 3-16,3 1-15 16,8 6-25-16,14 1-115 15,20-3-154-15</inkml:trace>
  <inkml:trace contextRef="#ctx0" brushRef="#br0" timeOffset="116">19886 10311 821 0,'0'0'65'0,"0"0"-60"15,-9 106 44-15,9-67 0 16,16-2-6-16,14-8-9 15,9-6-18-15,8-9 9 16,6-11 5-16,4-3 3 16,-8 0 6-16,-12-17-10 15,-14-6-8-15,-19-6 10 0,-4 3-18 16,-4 3-9 0,-15 9-4-16,8 7-6 0,3 6 3 15,7 1 3-15,1 5-11 16,0 15-9-16,6 2 19 15,13 2 1-15,6-5 3 16,4-6-1-16,-8-6 21 16,-6-4 6-16,-7-3 47 15,-6 0-14-15,-2-6 8 16,0-15-10-16,-19-6-60 16,-3-2-1-16,-4 0-9 15,8 3-27-15,9-2-67 0,9 6-113 16,17 5-229-1</inkml:trace>
  <inkml:trace contextRef="#ctx0" brushRef="#br0" timeOffset="117">20505 10389 535 0,'0'0'349'0,"0"0"-290"16,0 0-17-16,0 0 43 15,0 0 10-15,0 0-88 16,61-65 2-16,-55 42 15 15,-6 3-16-15,0 4-8 16,-13 2-9-16,-4 12-8 16,2 2 12-16,-2 16-7 15,3 18 3-15,-2 10 3 16,8-1 6-16,2 6 6 0,6-8-3 16,0-9-2-16,0-8-1 15,17-8-1-15,7-9-69 16,4-7-197-16</inkml:trace>
  <inkml:trace contextRef="#ctx0" brushRef="#br0" timeOffset="118">20754 10304 247 0,'0'0'89'0,"0"0"28"15,0 0 18-15,0 0 27 16,0 0-37-16,0 0-6 16,42 4-40-16,-26-8-26 15,4 1-4-15,2 3-10 16,4 0 0-16,3 20-28 15,1 6 13-15,0 7-1 16,-2 1-13-16,-5-4 1 16,-4-1 12-16,-9-7-12 15,-2-5-1-15,-5-10-2 16,-3-4-5-16,0-3 27 16,0 0 31-16,0 0 2 0,0-19-27 15,0-1-35-15,0-7 1 16,2-2-2-16,2-5-18 15,3-4-35-15,-4-3-110 16,-1 1-111-16,1 1-572 16</inkml:trace>
  <inkml:trace contextRef="#ctx0" brushRef="#br0" timeOffset="119">21682 10000 1057 0,'0'0'3'16,"0"103"-3"-16,-6-38 0 15,2-1 5-15,4 1 42 16,0-2 34-16,0-8-50 16,7-14-20-16,-3-14 1 15,-2-12-6-15,1-8 2 16,-3-7 5-16,0 0 41 0,1-2 32 16,8-15-42-16,8-2-32 15,9 1-12-15,6 4-8 16,-2 6 3-16,-5 8-6 15,-10 0 3-15,-7 8 6 16,-8 16 2-16,-8 6-5 16,-25 3 9-16,-12-4-9 15,-1 2 5-15,7-9-32 16,14-5-27-16,17-4-76 16,8-13-163-16,18 0-532 15</inkml:trace>
  <inkml:trace contextRef="#ctx0" brushRef="#br0" timeOffset="120">21943 10410 806 0,'0'0'2'0,"0"0"61"16,12 101-7-16,4-67-25 15,13-7-6-15,7-5 39 16,11-12-18-16,-4-7 30 15,-2-3 11-15,-13-3-40 16,-13-12-6-16,-10-6 5 16,-5-5-27-16,-2-1-15 15,-15 1-4-15,-2 1-28 16,1 0-70-16,11 3-83 16,7 1-142-16</inkml:trace>
  <inkml:trace contextRef="#ctx0" brushRef="#br0" timeOffset="121">22277 10386 765 0,'0'0'40'15,"0"0"12"-15,20 83 41 16,0-54-12-16,3-2-5 16,11-7-26-16,0-4 32 15,-1-12 0-15,-3-4-17 0,-13 0-21 16,-6-10-9-1,-6-13-1-15,-5-1-28 0,0-6-3 16,0 5-1-16,0 4-2 16,0 6-3-16,0 8-3 15,0 7 3-15,4 0-11 16,8 17-11-16,3 5 24 16,-2 5-3-16,-2 0 2 15,-5-5-19-15,-3 1-32 16,0-6-44-16,0-7-64 15,5-3-3-15,3-7 30 16,1 0-22-16,1 0-281 16</inkml:trace>
  <inkml:trace contextRef="#ctx0" brushRef="#br0" timeOffset="122">22641 10539 105 0,'0'0'375'16,"0"0"-202"-16,0 0-59 0,0 0-73 16,0 0-13-16,81-17 32 15,-61 30-25-15,-3 1 31 16,-1-2-33-16,-8-5 1 15,-4-3 7-15,-4-1 6 16,0-3 28-16,0 0 24 16,0-3-20-16,0-7-55 15,0-7-22-15,5 3 14 16,11 2-16-16,6 4-2 16,1 5-3-16,1 3 2 15,-4 0 0-15,-3 14 3 16,-4 6-2-16,-7 0-1 0,-6 8-7 15,0-1-39-15,0-6-117 16,0-8-202-16</inkml:trace>
  <inkml:trace contextRef="#ctx0" brushRef="#br0" timeOffset="123">23130 10473 960 0,'0'0'41'0,"0"0"-41"16,-91 59 33-16,84-30 0 15,7 2-9-15,7-5 8 0,23-1 27 16,7-11-6 0,-2-4 7-16,-1-10-18 0,-9 0 33 15,-5-16-5-15,-5-11-7 16,-9-5-39-16,-6-9-22 15,0-7-1-15,-10-6-1 16,-10-9 9-16,6-7-9 16,4-2 0-16,7 4 9 15,3 14 4-15,0 18 6 16,0 19-18-16,0 17-2 16,2 10-2-16,4 36-8 15,1 19 9-15,-6 19 2 0,-1 5 0 16,0-5-2-1,-1-12-15-15,-1-13-51 0,2-13-81 16,0-13-15-16,17-9-105 16,5-18-665-16</inkml:trace>
  <inkml:trace contextRef="#ctx0" brushRef="#br0" timeOffset="124">23673 10419 1082 0,'0'0'0'15,"0"0"-2"-15,20 92-6 16,-14-52 8-16,3 1 7 16,-2-2 26-16,-1-6-29 15,-4-10 13-15,0-3-8 16,-2-9-9-16,0-8-62 15,0-3-128-15,0-7-281 16</inkml:trace>
  <inkml:trace contextRef="#ctx0" brushRef="#br0" timeOffset="125">23831 10369 1033 0,'0'0'0'0,"0"0"-162"0,0 0-157 15</inkml:trace>
  <inkml:trace contextRef="#ctx0" brushRef="#br0" timeOffset="126">24036 10442 738 0,'0'0'172'16,"0"0"-139"-16,0 80 44 15,8-41-19-15,11 0 42 16,6-1-34-16,2-2-15 15,1-7-4-15,-11-9-9 16,-9-8-18-16,-8-7-12 16,-5-5 19-16,-28 0-9 15,-11 0-5-15,-18 0-10 0,-3-5-6 16,0-3-80 0,7 4-167-16,12-1-254 0</inkml:trace>
  <inkml:trace contextRef="#ctx0" brushRef="#br0" timeOffset="127">6383 11608 456 0,'0'0'0'16,"0"0"-2"-16,0 0-7 0,0 0 9 16,0 0 10-16,0 0-3 15,-40-39 30-15,40 35-16 16,-3 1 6-16,3-4 64 15,0 2 17-15,0-2-40 16,0-3 1-16,0 0-9 16,0 6-7-16,0-1-5 15,0 5-26-15,0 0-3 16,0 0-19-16,0 3-1 16,10 23-9-16,11 16 10 15,3 12 1-15,-1 11-1 16,3-5 0-16,-5-8 0 0,3-5 3 15,-8-10 3-15,-5-12-6 16,-5-11 0-16,-3-6-5 16,-3-5 5-16,0-3 6 15,0-14 3-15,0-14 46 16,-9-17-53-16,2-11-2 16,7-4-4-16,0 9 4 15,13 6-2-15,9 19 1 16,2 16-1-16,4 10-7 15,8 20 9-15,0 24 1 16,2 12-1-16,-2 3 0 16,-3 2 0-16,-6 0 1 15,-6-11-2-15,-3-8 1 0,0-11-1 16,-2-12-56-16,-2-9-44 16,-4-10-77-16,-2-10-119 15</inkml:trace>
  <inkml:trace contextRef="#ctx0" brushRef="#br0" timeOffset="128">6947 11430 843 0,'0'0'26'0,"0"0"-26"15,0 0 1-15,49 103-1 0,-19-38 27 16,1 2 23-16,2-2-38 15,3-10-3-15,-4-11-9 16,7-10 0-16,-9-8-50 16,-5-10-73-16,1-13-235 15</inkml:trace>
  <inkml:trace contextRef="#ctx0" brushRef="#br0" timeOffset="129">7445 11727 754 0,'0'0'1'15,"31"83"-1"-15,-1-47 3 16,14-10-3-16,9-12 0 0,-6-11 3 16,0-3 27-16,-11-9 5 15,-18-8-9-15,-11-6 10 16,-7-1 43-16,-12 2-32 15,-16-1-44-15,-2 3-3 16,1-4-15-16,9 7-98 16,8-5-228-16</inkml:trace>
  <inkml:trace contextRef="#ctx0" brushRef="#br0" timeOffset="130">7918 11572 388 0,'0'0'341'0,"-19"79"-338"16,11-32 14-16,8-5 15 16,0-11-28-16,27-12 7 15,6-12 13-15,2-7 6 16,1 0-14-16,-3-12-14 16,-11-10-2-16,-5-6 7 15,-4-6-4-15,-4 4 5 16,-3 3-5-16,-2 9 27 15,2 10 38-15,4 8 3 16,0 0-58-16,3 10-8 16,4 17 6-16,-5 8-2 0,-12 10-2 15,0 0-6 1,-6 4 1-16,-17-6-2 0,4-2 0 16,-7-7 0-16,6-5 0 15,-2-7-1-15,5-9-26 16,-3-9-59-16,7-4-128 15</inkml:trace>
  <inkml:trace contextRef="#ctx0" brushRef="#br0" timeOffset="131">8325 11483 1009 0,'0'0'32'15,"0"0"-32"-15,12 112-6 0,4-61 4 16,4-7 2-16,5-4 1 16,2-2-1-16,-8-9 7 15,-2-10-7-15,-7-9 0 16,-4-3 0-16,-6-7 0 16,0 0 23-16,0-19 73 15,0-15-44-15,0-11-50 16,0-2 4-16,15 5-5 15,6 8 5-15,0 14 15 16,3 17-13-16,4 3-6 0,2 16-2 16,3 14 0-16,-1 11 1 15,1-2 1-15,-7 0-1 16,-2-2 4-16,-3-7-4 16,-1-5-2-16,-7-5-14 15,-3 0-97-15,-7-6-39 16,-3-8-108-16</inkml:trace>
  <inkml:trace contextRef="#ctx0" brushRef="#br0" timeOffset="132">10273 11407 910 0,'0'0'95'15,"0"0"-93"-15,0 0 3 0,0 0-5 16,0 103 34-16,9-58 15 16,4-2-12-16,1-9-32 15,2-7 3-15,-7-10-6 16,0-5-2-16,-4-4-2 16,-3-8-53-16,3 0-106 15,-5-12-35-15</inkml:trace>
  <inkml:trace contextRef="#ctx0" brushRef="#br0" timeOffset="133">10273 11436 686 0,'0'0'52'16,"0"0"-52"-16,0 0-1 16,103 40 1-16,-54-40 20 15,3 0 25-15,0-7-7 16,-6-8-4-16,-10 0-1 15,-10 1-20-15,-14-1-4 16,-12-2 21-16,0-1 13 16,-12 1-40-16,-15 3 7 15,-1 7-11-15,-5 5 1 16,5 2-1-16,10 0-4 16,3 0 5-16,4 6 0 15,4 11 2-15,4 5 7 16,3 3-8-16,0 4 20 0,0 1 3 15,0-4-15-15,0 1-7 16,4-11-2-16,5-3-9 16,-1-4 9-16,1 1 1 15,4-3-1-15,5 3 0 16,9-3 1-16,9-4-1 16,7 0 5-16,-5 0-5 15,-3 0-6-15,-8 5-57 16,-10 1-96-16,-9-1-107 15</inkml:trace>
  <inkml:trace contextRef="#ctx0" brushRef="#br0" timeOffset="134">10364 12044 908 0,'0'0'198'0,"0"0"-124"16,0 0-12-16,0 0 13 16,111-82-37-16,-40 42-23 15,2 7-7-15,-3 7-7 0,-11 12-1 16,-12 5-102-1,-11 5-101-15,-9 1-79 0</inkml:trace>
  <inkml:trace contextRef="#ctx0" brushRef="#br0" timeOffset="135">12133 11774 528 0,'0'0'407'16,"0"0"-404"-16,0 0 1 0,0 0-4 15,0 0-4-15,0 0 4 16,-28 47-6-16,57-32 14 16,9-5 9-16,8-7-5 15,-4-3 10-15,-3 0 4 16,-5-13 2-16,-13 0-8 15,-7 0 0-15,-8-3 6 16,-6-4-5-16,0 0 5 0,-16-7-13 16,-14 4-10-16,-5-5 1 15,-1 0-4-15,1 2 2 16,11-4-1-16,14 0 9 16,10 1 34-16,0-4-40 15,30-3 4-15,6 5-8 16,7 1-9-16,2 5 9 15,1 5 0-15,-5 6-3 16,-5 11 3-16,-6 3 2 16,-4 0-2-16,-7 20-15 15,-10 13 14-15,1 9 2 16,-6 15-2-16,3 10 0 16,-4 2 1-16,3 0 2 15,3-3-2-15,3-14 0 16,6-8-3-16,-1-8 3 0,5-10 7 15,-3-6-7-15,-2-10-1 16,5 0 1-16,0-10 2 16,5 0 25-16,6 0-10 15,-1-15 1-15,4-6-7 16,3 1-8-16,0 0-3 16,-11 6-22-16,2 2-22 15,-14 7-59-15,-2 0-50 16,-11 1-140-16</inkml:trace>
  <inkml:trace contextRef="#ctx0" brushRef="#br0" timeOffset="136">13371 11172 812 0,'0'0'115'0,"0"0"-88"15,0 0 4-15,0 0 3 16,0 0-12-16,0 0-21 15,-55 74 8-15,61-5 42 16,11 19 19-16,9 9-29 16,4 1-20-16,5-8-2 15,8-15-12-15,11-22 2 16,5-14-3-16,-1-11 1 16,-3-11-7-16,-3-14-4 15,-3-3-88-15,-7-3-41 16,-6-21-135-16</inkml:trace>
  <inkml:trace contextRef="#ctx0" brushRef="#br0" timeOffset="137">13741 11410 916 0,'0'0'138'16,"0"0"-135"-16,0 0-3 15,0 0-4-15,16 79-5 16,4-32 9-16,2 6 20 16,5-7-20-16,-5-5 5 0,1-13 1 15,-12-11-6-15,-2-13 0 16,-6-2 1-16,-3-2 29 16,0 0 85-16,0-17-19 15,-7-12-79-15,2-10-17 16,5-8 0-16,0 2-3 15,23 4 1-15,7 12 2 16,10 12-10-16,-1 10 7 16,0 7 2-16,-2 5-4 15,-5 17-1-15,-3 4 3 16,-5 5 3-16,-3 1 0 16,-2-6 1-16,-5 1-5 15,-4-10 2-15,-6-8-49 16,1 2-33-16,-4-8-47 0,-1-3-123 15</inkml:trace>
  <inkml:trace contextRef="#ctx0" brushRef="#br0" timeOffset="138">14264 11222 990 0,'0'0'117'0,"0"0"-117"0,0 0-27 16,0 0 27-16,59 106 2 16,-26-51 22-16,6-2 2 15,-3 8 23-15,-4-8-30 16,-8-5-16-16,-3-7-2 15,-10-15-1-15,-3-3-2 16,-2-10-27-16,5-9-73 16,5-4-110-16,6-12-98 15</inkml:trace>
  <inkml:trace contextRef="#ctx0" brushRef="#br0" timeOffset="139">14777 11375 910 0,'0'0'58'0,"0"0"-58"0,-62 94 0 16,62-54 21-16,0-3-7 15,27-4-3-15,7-6 28 16,7-11-37-16,0-9 3 16,-7-7 1-16,-5 0 9 15,-17-14 27-15,-8-9 44 16,-4-4-24-16,-4-5-33 15,-20-1-27-15,3 5-1 16,0 3-1-16,10 8-26 16,11 1-121-16,0-1-108 15,26 5-481-15</inkml:trace>
  <inkml:trace contextRef="#ctx0" brushRef="#br0" timeOffset="140">15112 11364 730 0,'0'0'76'15,"0"0"-57"-15,0 0 40 16,-30 100-21-16,30-74-12 16,14 1 24-16,13-8-19 15,5-5-13-15,-7-14-4 16,1 0 24-16,-10-4 29 16,-9-19 3-16,-6-7-20 15,-1 1-39-15,0-1-7 16,0 10 6-16,-2 6-8 0,2 7 3 15,0 7 12-15,0 0-17 16,18 4 0-16,1 18-7 16,4 12 13-16,-14 6-7 15,-9 10 1-15,-3 2 0 16,-33 1 4-16,-8-5-4 16,-2-10-7-16,10-12-24 15,16-9-42-15,11-9-94 16,9-8-213-16</inkml:trace>
  <inkml:trace contextRef="#ctx0" brushRef="#br0" timeOffset="141">15538 11298 1052 0,'0'0'85'0,"0"0"-85"16,0 0-11-16,0 0 11 16,29 95 7-16,-10-54 10 15,5 5 16-15,-3-6-24 16,-5-10-2-16,-5-11-7 16,-5-10 0-16,-6-8 11 15,0-1 46-15,0 0 24 16,0-10 21-16,0-13-53 0,0-4-33 15,8-6-16-15,17 3-2 16,8 10 2-16,6 3-3 16,-1 15 2-16,-3 2-2 15,-6 0 1-15,-2 17 0 16,-7 5 2-16,-1 5 0 16,-6 4-5-16,-6-2 5 15,-4-3 0-15,-3 0-1 16,0-6 0-16,0-6-39 15,0-4-76-15,0-3-48 16,-7-7-22-16,1 0-56 16</inkml:trace>
  <inkml:trace contextRef="#ctx0" brushRef="#br0" timeOffset="142">15732 11028 20 0,'0'0'1202'16,"0"0"-1156"-16,0 0-46 15,130 7 0-15,-45 12 7 16,13 14 33-16,9 6 26 16,-3 8-2-16,-16 9-31 15,-23 4-22-15,-21 5-6 0,-27 6-10 16,-17 1 11-1,-5-1-6-15,-32-4 0 0,-12-9 1 16,-9-7 3-16,-4-5-4 16,-10-7-19-16,-15-2-92 15,-10 0-122-15,-4-10-217 16</inkml:trace>
  <inkml:trace contextRef="#ctx0" brushRef="#br0" timeOffset="143">9681 12772 187 0,'0'0'0'0</inkml:trace>
  <inkml:trace contextRef="#ctx0" brushRef="#br0" timeOffset="144">9681 12772 491 0,'0'12'169'0,"0"-12"-148"0,3 0-21 16,-3 0 3-16,4 3-1 16,6-3 36-16,16 3 3 15,13-2 32-15,16 2-17 16,23-3-9-16,26 0-17 16,29-10-4-16,32-22 10 15,34-8 5-15,23-6-16 16,8 5 41-16,-10 12-50 15,-15 16-15-15,-26 6-2 16,-24 7-9-16,-28 0-38 0,-19 0 0 16,-21 0-71-1,-23 11-66-15,-25-5-392 0</inkml:trace>
  <inkml:trace contextRef="#ctx0" brushRef="#br0" timeOffset="145">10386 13082 888 0,'0'0'19'15,"0"0"-19"1,0 0 0-16,0 0 0 0,0 0 8 15,151 2 83-15,1-45-23 16,39-12-41-16,32-9 0 16,25 0 35-16,9 0 18 15,-20 11-36-15,-42 17-25 16,-44 24-19-16,-43 7-4 16,-33 5-52-16,-16 0-12 15,-13 0-3-15,-12 5-82 16,-11-2-104-16</inkml:trace>
  <inkml:trace contextRef="#ctx0" brushRef="#br0" timeOffset="146">10965 11053 443 0,'0'0'32'16,"0"0"-32"-16,0 0 0 15,0 0 21-15,0 0-8 16,0 0-4-16,56 4 22 16,-18-4 6-16,13-7-14 15,7-8-16-15,15-2-7 16,11 0-30-16,4-3-62 16,3 0-395-16</inkml:trace>
  <inkml:trace contextRef="#ctx0" brushRef="#br0" timeOffset="147">12686 11952 181 0,'0'0'0'16,"0"0"-40"-16</inkml:trace>
  <inkml:trace contextRef="#ctx0" brushRef="#br0" timeOffset="148">12686 11952 178 0,'0'0'0'0,"0"12"-159"0</inkml:trace>
  <inkml:trace contextRef="#ctx0" brushRef="#br0" timeOffset="149">12615 11979 430 0,'0'0'108'16,"0"0"-47"-16,0 0-18 15,0 0-36-15,0 0-7 16,0 0-57-16,6 0-23 15,3 0-57-15</inkml:trace>
  <inkml:trace contextRef="#ctx0" brushRef="#br0" timeOffset="150">17291 11916 710 0,'0'0'71'16,"0"0"-59"-16,0 0-12 15,0 0 16-15,0 0 1 16,0 0 1-16,0 0 1 16,-9 14 11-16,9-11 7 15,0-3-16-15,0 0-12 16,0 0-6-16,0 2 3 16,0-2 7-16,0 0 22 15,0 0-21-15,0 4-7 0,-6 7-3 16,-6 8-3-1,-4 10-1-15,-2 17 0 0,-5 7 0 16,4 10 3-16,-2 3-3 16,12 1 21-16,6-2-20 15,3-6 9-15,12-6-10 16,15-9 2-16,6-8-1 16,2-6 0-16,3-10 0 15,0-8 1-15,-3-4-4 16,-6-8-2-16,-2 0-15 15,-10-5-33-15,-13-14-97 16,-6-4-210-16</inkml:trace>
  <inkml:trace contextRef="#ctx0" brushRef="#br0" timeOffset="151">16836 12487 1031 0,'0'0'4'16,"100"-49"-4"-16,-26 23-4 15,3-1 3-15,3 3 1 16,3 4 0-16,-6 5-2 16,-12 1-25-16,-10-5-186 15</inkml:trace>
  <inkml:trace contextRef="#ctx0" brushRef="#br0" timeOffset="152">17987 11936 1132 0,'0'0'4'16,"0"0"2"-16,-82 11-12 16,46 28 6-16,2 16 0 15,7 11 0-15,11 16-10 16,12 5 10-16,4-5 1 15,11-6-1-15,18-16 0 16,0-21-2-16,3-12 0 16,1-11-7-16,-7-12 4 0,1-4-31 15,-6-4-17-15,-1-15-65 16,-8-10 11-16,-5-5-59 16,-3-5-133-16</inkml:trace>
  <inkml:trace contextRef="#ctx0" brushRef="#br0" timeOffset="153">18083 12233 556 0,'0'0'212'0,"0"0"-129"16,0 0-50-16,0 0-31 16,0 0 4-16,0 0 13 15,74 33 12-15,-62 0 4 16,2 4-11-16,-2-7-11 16,-2-4 3-16,-2-10-6 15,-3-10-5-15,-3-3 0 0,-1-3-3 16,-1 0 30-1,1 0 29-15,6-16 11 0,11-13-45 16,6-4-24-16,10-1-3 16,3 11 0-16,-7 10-4 15,-7 9 4-15,-4 4-1 16,-1 0-4-16,-3 14 2 16,-1 9 0-16,2 4 3 15,-7 2-2-15,-2 1 2 16,-4-6 2-16,-3-2-1 15,0-5-2-15,0-7-90 16,0-1-12-16,-5-9-94 0,-6 0-394 16</inkml:trace>
  <inkml:trace contextRef="#ctx0" brushRef="#br0" timeOffset="154">18418 11998 891 0,'0'0'0'16,"88"20"0"-16,-29 17 5 15,-3 12 47-15,-3 7-18 16,-12 10 8-16,-10 4 12 16,-8 9-27-16,-14 1-4 0,-9-5-8 15,0-2-14 1,-12-14 4-16,-12-12 1 0,-4-5-12 15,-5-11 6-15,1-6-74 16,6-11-96-16,16-14-254 16</inkml:trace>
  <inkml:trace contextRef="#ctx0" brushRef="#br0" timeOffset="155">19029 12339 864 0,'0'0'13'0,"0"0"-4"16,98 0 2-16,-67 0-10 15,-5 0 0-15,-9 0-1 16,-11 12-8-16,-6 12-52 15,-15 6-84-15,-16 6-226 16</inkml:trace>
  <inkml:trace contextRef="#ctx0" brushRef="#br0" timeOffset="156">19088 12550 436 0,'0'0'157'0,"0"0"2"16,0 0-67-16,0 0-5 16,107 10-12-16,-78-13-37 15,-4-4-24-15,-1 4-14 16,1-7-1-16,5-1-156 0,3-4-629 15</inkml:trace>
  <inkml:trace contextRef="#ctx0" brushRef="#br0" timeOffset="157">19990 12075 868 0,'0'0'56'16,"0"0"-47"-16,0 0-9 0,0 0 0 15,-110 55 16-15,76-14 13 16,0 15 13-16,1 10-17 16,3 9 1-16,5 8-4 15,9-1-20-15,16 0 5 16,0-12-6-16,26-9 3 16,13-20-4-16,5-20 0 15,7-11 6-15,3-10 42 16,2-11 29-16,1-19-14 15,3-12-10-15,-6-10-16 16,-5-9 5-16,-9-8-23 16,-16-3-13-16,-13-7-6 0,-11 3 9 15,-20 7-9-15,-24 8-1 16,-10 19-2-16,-2 19-31 16,0 22 9-16,6 2 16 15,13 35-12-15,9 13 20 16,13 4 0-16,15 0-3 15,4-9-4-15,27-13 5 16,13-11 3-16,8-9 0 16,3-8 5-16,-1-3-2 15,-8 0-4-15,-11 0 1 16,-13 0-34-16,-13-6-87 16,-6-5-105-16,-3-6-230 15</inkml:trace>
  <inkml:trace contextRef="#ctx0" brushRef="#br0" timeOffset="158">20689 11919 831 0,'0'0'15'0,"0"0"-15"16,0 0-6-16,-109 60 6 15,86-14 0-15,1 14 23 16,1 15 33-16,4 15-5 16,6 6 8-16,2 2-34 15,7 5-7-15,2-11-17 16,5-16 0-16,19-14-1 15,2-21 2-15,5-12 4 16,1-9-5-16,-1-7-1 16,1-13-42-16,-3 0-143 0,0-16-429 15</inkml:trace>
  <inkml:trace contextRef="#ctx0" brushRef="#br0" timeOffset="159">20938 12358 1151 0,'0'0'0'0,"0"0"-6"16,0 0 0-16,0 0-4 15,0 0 7-15,0 0 2 16,31 106 1-16,-19-59 0 16,-3-2 1-16,-3-5-4 15,-3-7 6-15,-2-13-6 0,-1-10 7 16,0-7-2-16,0-3 33 15,0-3 34-15,0-19 19 16,-1-12-52-16,1-12-36 16,0-5-5-16,23 5-4 15,17 7-11-15,4 9-11 16,0 11 22-16,-3 13 8 16,-4 6-6-16,-4 6 7 15,-1 19-6-15,-4 8 4 16,-7 4 0-16,-5 2-3 15,-7 2 5-15,-3-1 0 16,-5-7 0-16,-1-7-4 0,0-10 1 16,-4-10-101-1,-8-6-108-15,2-14-190 0</inkml:trace>
  <inkml:trace contextRef="#ctx0" brushRef="#br0" timeOffset="160">21536 12085 416 0,'0'0'541'0,"0"0"-537"15,0 0-4-15,45 113 7 16,-31-51 28-16,-2 7 16 16,-4 3-15-16,1-1 6 15,-5-3-29-15,1-5-12 16,-1-15 0-16,1-11-2 0,5-16-42 15,7-15-91-15,6-6-56 16,10-19-288-16</inkml:trace>
  <inkml:trace contextRef="#ctx0" brushRef="#br0" timeOffset="161">22014 12325 936 0,'0'0'6'16,"0"0"-5"-16,-49 80-1 15,34-38 0-15,8-2 11 16,7-4 1-16,0-6-1 16,13-10 4-16,-3-7-1 0,0-12 45 15,-4-1 29-15,-3-4 43 16,3-19-8-16,-1-7-93 16,3-6-30-16,2 0-51 15,2 0-32-15,9-1-116 16,6 6-209-16</inkml:trace>
  <inkml:trace contextRef="#ctx0" brushRef="#br0" timeOffset="162">22306 12325 803 0,'0'0'104'0,"0"0"-104"16,-26 76 0-16,16-46 36 15,7 0-30-15,3-4 9 0,9-5 6 16,11-6 24-16,2-8 9 15,0-7 20-15,-4 0-8 16,-1-7 8-16,-5-15-22 16,-4-2-33-16,-3 2-12 15,-2 8-7-15,1 4-7 16,2 10 7-16,4 0-1 16,5 7-7-16,5 16-6 15,-3 13 12-15,-6 4 1 16,-11 10 1-16,0 5 0 15,-20-1-6-15,-18-2 8 16,-4-10-2-16,-7-11 10 16,4-8-6-16,3-9-4 15,7-1 2-15,7-10-4 0,8-3 2 16,9 0-95 0,11-24-131-16</inkml:trace>
  <inkml:trace contextRef="#ctx0" brushRef="#br0" timeOffset="163">22593 12388 945 0,'0'0'15'16,"0"0"-15"-16,60 89 30 15,-39-43 2-15,-2 1 16 16,-3 3 16-16,-2-8 22 0,-5-16-86 15,-2-9-10-15,-4-10 10 16,-3-7 14-16,0 0 45 16,0-10 72-16,0-21-40 15,2-11-91-15,13-11-4 16,15 7 1-16,6 10-15 16,2 12 10-16,-5 12 4 15,-3 9 0-15,-2 3 0 16,-4 9-8-16,-2 14-1 15,-2 6 7-15,-8 5 2 16,-5 3 4-16,-6 2 0 16,-1-3-13-16,-2-6-114 0,-12-17-169 15,-2-6-414-15</inkml:trace>
  <inkml:trace contextRef="#ctx0" brushRef="#br0" timeOffset="164">22877 11952 1338 0,'0'0'0'16,"0"0"-52"-16,110 20 40 16,-40 26 8-16,8 18-8 15,-2 14 12-15,-13 9 8 0,-17 7 6 16,-17 6 0-1,-17 2-4-15,-12-6-8 0,-10-3-1 16,-30-7-1-16,-14-11-5 16,-16-5-120-16,-12-10-25 15,-16-11-76-15</inkml:trace>
  <inkml:trace contextRef="#ctx0" brushRef="#br0" timeOffset="165">18785 13332 939 0,'272'-6'25'16,"54"-1"-9"-16,41 7 50 16,17 0-28-16,-8 0-9 15,-19 0-23-15,-24 0-3 16,-35 0-3-16,-39 0-15 15,-42 0-46-15,-50 0-33 16,-54-3 4-16,-57 1-11 16,-54-8-406-16</inkml:trace>
  <inkml:trace contextRef="#ctx0" brushRef="#br0" timeOffset="166">18248 13659 1074 0,'119'-2'39'0,"72"-15"-39"15,72-3 0-15,68-10 4 16,54 1 86-16,36 2-10 0,8 7-28 15,-23 7-31-15,-36 3-21 16,-55-2-9-16,-65 2-48 16,-58 0-75-16,-60-2 1 15,-53 0-72-15,-54-5-317 16</inkml:trace>
  <inkml:trace contextRef="#ctx0" brushRef="#br0" timeOffset="167">1877 13072 787 0,'0'0'82'15,"0"0"-30"-15,0 0 10 16,0 0-16-16,0 0-21 16,0 0-6-16,0 0-7 15,0 0 8-15,0 0 2 16,0 0-18-16,0 0 7 15,0 0-7-15,0 0-8 16,0 10-3-16,3 23 2 16,4 11 5-16,2 14 5 15,-3-2-3-15,2-3-2 16,-1-10 2-16,2-10-2 0,-3-7 9 16,0-12-12-1,-3-4 3-15,1-7 0 0,-4-3 5 16,0 0 3-16,0 0 64 15,0 0-1-15,-4-5-6 16,-9-17-36-16,-5-7-29 16,4-17-8-16,5-5 6 15,6-8-15-15,3-3-12 16,14 2-3-16,11 17 17 16,5 16 9-16,-2 12 0 15,-4 15-3-15,-1 0 8 16,2 10-17-16,-3 16 13 15,-2 6-2-15,-4 2 11 0,0 2-4 16,-2-6 1-16,-8-8-1 16,-3-11 3-16,0-4-1 15,-3-4-2-15,0-3 0 16,0 0 27-16,-6-4 0 16,-6-21-24-16,4-12-4 15,8-10 2-15,0 2-2 16,14 2-2-16,8 16-1 15,1 17 0-15,-1 10 4 16,-1 5-5-16,1 27-1 16,1 17 4-16,-1 7 4 15,-3 10 5-15,-2-6 2 16,-4-5-5-16,-1-12-4 16,3-9 0-16,0-10-1 15,7-12 0-15,-1-12-162 16,-3-15-230-16</inkml:trace>
  <inkml:trace contextRef="#ctx0" brushRef="#br0" timeOffset="168">2550 13164 1059 0,'0'0'21'15,"0"0"-20"-15,0 0-1 16,80 70 3-16,-44-64-1 15,0-6 26-15,3 0 74 0,-2-6-68 16,-9-7-10-16,-7 0-13 16,-12 1-9-16,-9 3 9 15,0 1-3-15,-11 3 0 16,-14 5-8-16,-2 0 3 16,2 17 7-16,4 13-10 15,9 3 0-15,6 6 0 16,6-6-1-16,0-1-4 15,15-1 1-15,9-12-1 16,1-5 3-16,2-8-22 16,5-6-71-16,0-3-109 15,-5-20-73-15</inkml:trace>
  <inkml:trace contextRef="#ctx0" brushRef="#br0" timeOffset="169">2930 13208 921 0,'0'0'267'0,"0"0"-210"15,0 0-57-15,0 0 1 16,0 0 5-16,0 0-6 16,72 49 2-16,-44-19-1 15,-1 2 3-15,-5-5-1 16,-3-7-3-16,-8-11 2 16,-5-5-2-16,0-4 3 15,-6 0-1-15,0 0 42 16,3-17 28-16,-3-12-32 15,0-2-39-15,0 2-1 16,0 3-18-16,0 6-37 0,7 3-74 16,10-2-98-16,8-1-56 15</inkml:trace>
  <inkml:trace contextRef="#ctx0" brushRef="#br0" timeOffset="170">3471 13068 511 0,'0'0'426'15,"0"0"-345"-15,0 0-70 16,0 0 1-16,0 0-10 16,-71 94 3-16,62-55-1 15,9-6-2-15,0 1-2 16,9-9-1-16,13-11 1 16,-1-9 5-16,-6-5-5 0,-2 0 3 15,-5-12 62 1,-5-8 34-16,-3-3-55 0,0 0-28 15,0 10-13-15,0 2 1 16,0 11 20-16,0 0-7 16,2 0-17-16,12 8-14 15,6 14 11-15,2 12 3 16,0 11 0-16,-8 5 1 16,-5 6 0-16,-5 0 1 15,-4-3-2-15,0-12 2 16,0-12-2-16,-4-13 1 15,4-12-8-15,0-4 14 0,0 0-2 16,9-31-5-16,16-11 27 16,6-18-19-16,4-3-7 15,-1-3-1-15,-6 1 0 16,-11 5 0-16,-7 11-6 16,-10 9 11-16,0 17-6 15,0 7 2-15,-10 11 8 16,7 5 17-16,3 4-26 15,0 25-1-15,7 10-6 16,14 8 3-16,5 1 3 16,8-10 1-16,-3-8 6 15,2-7-6-15,-6-13-6 16,-2-2-1-16,-4-2-29 0,-6-6-124 16,-5 0-168-1</inkml:trace>
  <inkml:trace contextRef="#ctx0" brushRef="#br0" timeOffset="171">4478 12989 340 0,'0'0'745'16,"0"0"-718"-16,0 0-25 0,0 0-2 15,0 0 0 1,-91-33-2-16,69 50 2 0,4 13-12 15,8 8 12-15,10 5-3 16,0 7 2-16,19-3-2 16,12-2 3-16,2-8 0 15,0-3 0-15,-11-7 0 16,-11-2 0-16,-11-2 1 16,-8-3 0-16,-23 6-1 15,-8-2 0-15,-4-4-39 16,13-10-98-16,15-10-104 15</inkml:trace>
  <inkml:trace contextRef="#ctx0" brushRef="#br0" timeOffset="172">4845 13095 896 0,'0'0'71'16,"0"0"-71"-16,-12 96 0 15,9-50-5-15,3 0 5 16,12-5 7-16,18-10 3 16,6-7-8-16,-2-14 12 15,-7-7 13-15,-8-3 17 16,-14 0 4-16,-5-13 43 0,-8-11-9 16,-20-2-77-1,-2 1-5-15,0 1-58 0,5 1-39 16,9 0-134-16,5-1-636 15</inkml:trace>
  <inkml:trace contextRef="#ctx0" brushRef="#br0" timeOffset="173">5083 13147 372 0,'0'0'503'0,"0"0"-448"15,0 0-37-15,87 66 44 16,-70-36-32-16,-7 0 9 15,2-3-22-15,-6-8 25 16,3-9-22-16,-3-3 14 0,-6-4-13 16,3-3 5-16,-3 0 44 15,0-3 14-15,0-17 11 16,0-13-69-16,0-7-26 16,0-2-3-16,0-5-87 15,0 1-120-15,0 3-191 16</inkml:trace>
  <inkml:trace contextRef="#ctx0" brushRef="#br0" timeOffset="174">5397 12861 971 0,'0'0'136'16,"0"0"-118"-16,0 0 19 15,0 0-14-15,15 76 42 16,0-30 12-16,7 7-28 0,5 0-34 15,3 0 2-15,1-4-8 16,2-6-4-16,-6-9-1 16,-5-5-3-16,-7-10-1 15,-4-2-38-15,-1-7-79 16,-10-7-80-16,0-3-91 16,-16-7-365-16</inkml:trace>
  <inkml:trace contextRef="#ctx0" brushRef="#br0" timeOffset="175">5314 13174 1073 0,'0'0'157'0,"0"0"-95"0,52-76-56 15,0 43-6-15,12 4 3 16,-6 5-3-16,-1 4-5 16,-15 8 2-16,-9 4-76 15,-8 5-203-15,-12 0-587 16</inkml:trace>
  <inkml:trace contextRef="#ctx0" brushRef="#br0" timeOffset="176">1928 14033 421 0,'0'0'171'16,"0"0"-100"-16,0 0-17 16,0 0-6-16,0 0-15 15,0 0 2-15,-5-10-3 16,5 10 4-16,0 0-5 16,0 0-31-16,0 7 0 15,0 22 0-15,0 12 0 16,0 10 9-16,0 7 9 15,0-2-2-15,0-5-10 0,3-6-2 16,-1-9-6-16,5-6 2 16,-1-5 0-16,-2-8-4 15,-1-3-9-15,-1-12-90 16,-2-2-109-16,0-2-439 16</inkml:trace>
  <inkml:trace contextRef="#ctx0" brushRef="#br0" timeOffset="177">1865 14126 651 0,'0'0'165'15,"0"0"-163"-15,19-96 6 16,17 63-7-16,9 6 0 16,4 12 27-16,-1 15 4 15,-11 0-32-15,-13 32 1 0,-9 11-1 16,-9 10 0-16,-6 3-5 15,-6 0 2-15,-15-10-16 16,-1-10 7-16,5-13 5 16,1-13 7-16,7-6 0 15,3-4 5-15,6 0-5 16,0 0 3-16,0-10 8 16,0-3-4-16,11 6-7 15,9 3 1-15,1 4 2 16,0 0-3-16,-3 7 0 15,1 13 0-15,-10 3 2 16,-6 6-2-16,-3 3 8 0,0-1-5 16,-22 2 3-16,-5-5 7 15,-5-2-13-15,0 1 10 16,-4-5-10-16,0-2-17 16,5-11-83-16,4-9-330 15</inkml:trace>
  <inkml:trace contextRef="#ctx0" brushRef="#br0" timeOffset="178">2448 14198 1047 0,'0'0'17'0,"0"0"-17"15,0 0-30-15,0 0 29 16,0 0 1-16,0 0 2 15,0 0-2-15,6 0-4 16,-1-3 4-16,-1-7 3 16,-4 4-3-16,0-2 3 15,0 2 6-15,-4 3 1 16,-7 3 3-16,-1 0-13 16,2 20-1-16,1 10 1 15,6 3 0-15,3 4 1 16,0-3-2-16,6-3 1 15,13-7-3-15,5-9 2 0,7-12-38 16,2-3-161 0,-3-23-325-16</inkml:trace>
  <inkml:trace contextRef="#ctx0" brushRef="#br0" timeOffset="179">2618 14159 511 0,'0'0'445'0,"0"0"-441"15,0 0-7-15,51 84 4 16,-30-50-1-16,-2 3 0 16,-7-4 1-16,-1 0 19 15,-7-5-19-15,-4-6 1 16,0-13-2-16,0-2 7 0,0-6-5 16,0-1 57-1,0 0 0-15,0-10 22 0,0-14-40 16,0-9-40-16,3-6-1 15,3-2 0-15,-3-1 0 16,-3-4-1-16,0 2 1 16,0 8-14-16,0 9 5 15,0 11 8-15,0 6-1 16,0 10 2-16,0 0 0 16,3 4-7-16,6 16-8 15,4 9 15-15,4 7 3 16,2 5 10-16,-1-5-3 15,-4 1-8-15,6-5-2 16,-6-5 1-16,-5-4 1 0,-2-7-2 16,-4-3-75-16,-3-9-136 15,0-4-166-15</inkml:trace>
  <inkml:trace contextRef="#ctx0" brushRef="#br0" timeOffset="180">2764 14251 1057 0,'0'0'143'0,"0"0"-133"16,29-83 2-16,-7 60 3 16,2 4-5-16,-2 8-9 15,-2 5-1-15,5 6-32 16,-1 0-146-16,-2 0-297 16</inkml:trace>
  <inkml:trace contextRef="#ctx0" brushRef="#br0" timeOffset="181">3239 14357 178 0,'0'0'856'0,"0"0"-803"15,0 0-53-15,0 0 0 16,0 0 0-16,0 0 7 16,-8 73-16-16,-1-37 11 15,-1 3-2-15,4-3 0 16,0-2 0-16,3-5 0 15,1-5-1-15,2-7-9 16,0-11-48-16,0-6-91 0,5-4-90 16</inkml:trace>
  <inkml:trace contextRef="#ctx0" brushRef="#br0" timeOffset="182">3707 14053 717 0,'0'0'44'0,"0"0"-29"15,0 0 3-15,0 0-6 16,0 0 8-16,-18 96 29 16,18-57-11-16,6-2 0 15,12-2-19-15,0-8 5 16,9-4-24-16,-5-13 19 16,5-3 3-16,-9-7-5 15,2 0 3-15,-3 0 5 16,-8-11-3-16,-6-4 10 15,0 4 1-15,-3 1-29 0,0 7 4 16,0 3-6-16,0 0-2 16,8 0-14-16,8 3 6 15,9 8 5-15,5 2-3 16,6-1 2-16,-3-7 4 16,-5-5 2-16,-4 0 4 15,-9 0 9-15,-9 0 28 16,-6-7 32-16,0-10 16 15,-3-3-53-15,-15-6-38 16,0 0 0-16,0-1-33 16,8 0-120-16,10-2-192 15</inkml:trace>
  <inkml:trace contextRef="#ctx0" brushRef="#br0" timeOffset="183">4262 14079 872 0,'0'0'110'16,"0"0"-96"-16,-30 89-14 16,30-56 2-16,12-9-2 15,18-4 6-15,3-7-4 16,1-13 21-16,-4 0 3 16,-11 0 21-16,-12-17 41 15,-7-3 13-15,0-6-35 16,-19-7-66-16,-9 3-16 15,1 1-80-15,5 5-102 16,11 1-100-16</inkml:trace>
  <inkml:trace contextRef="#ctx0" brushRef="#br0" timeOffset="184">4411 14019 681 0,'0'0'99'0,"0"0"-41"15,0 0 41-15,94 60-21 16,-72-34-28-16,-2 1-16 15,-1 0-8-15,2-2-24 16,-10-8 2-16,-1-6-3 16,-7-8 4-16,-3-3 1 15,0 0 13-15,0 0 63 16,0-3-30-16,0-21-52 16,0-10-100-16,0-5-55 0,7-3-92 15,7 8-292-15</inkml:trace>
  <inkml:trace contextRef="#ctx0" brushRef="#br0" timeOffset="185">4693 13958 752 0,'0'0'158'0,"0"0"-117"15,0 0-35-15,0 0 46 16,30 78 5-16,-2-48-18 16,8 0 5-16,7-4 1 15,-1-3-3-15,-6-6-36 16,-8 0-6-16,-10-8-1 15,-9 1 1-15,-9-7 0 0,0-3 5 16,0 0 6-16,-13 0-6 16,-4 0-5-16,1-9-22 15,10-15-10-15,6-10-85 16,0-4-75-16,0-2 9 16,0 0 35-16,0 8-271 15</inkml:trace>
  <inkml:trace contextRef="#ctx0" brushRef="#br0" timeOffset="186">5073 13930 779 0,'0'0'204'0,"0"0"-195"16,0 0-8-16,0 0 21 15,-85 4-18-15,60 17 5 16,1 5-9-16,2-1-1 16,10 2-10-16,12-1 10 15,0-6 1-15,22 1 4 16,8-6-4-16,6-4 0 15,1-3 3-15,-7 0 33 16,-11-4-12-16,-5 1 7 0,-14 3-31 16,0 1 2-16,-11 8 6 15,-21 7 7-15,-3 1-2 16,-2-4-9-16,9-8-4 16,11-6-79-16,8-7-149 15,9-5-592-15</inkml:trace>
  <inkml:trace contextRef="#ctx0" brushRef="#br0" timeOffset="187">5154 13776 908 0,'0'0'112'16,"0"0"-112"-16,0 0-12 15,0 0 11-15,0 75 2 16,26-29 36-16,6 4 17 16,1 0-5-16,-3-8-37 15,1-2 9-15,-7-4-19 16,-3-9 7-16,-3-4-6 16,-5-9 0-16,-4-5-3 15,-9 1 0-15,0-7-80 16,-3-3-175-16</inkml:trace>
  <inkml:trace contextRef="#ctx0" brushRef="#br0" timeOffset="188">5233 14105 375 0,'0'0'919'0,"0"0"-862"16,0 0-56-16,73-91 2 15,-43 66 8-15,0 3-11 16,1 5-8-16,-4 8-34 15,-2 6-136-15,-4-1-197 16</inkml:trace>
  <inkml:trace contextRef="#ctx0" brushRef="#br0" timeOffset="189">5755 14014 950 0,'0'0'110'0,"0"0"-108"16,0 72 108-16,-3-33-74 16,-13 4-32-16,-1 4-3 15,-2 0-1-15,-1-2-41 16,-2-12-206-16</inkml:trace>
  <inkml:trace contextRef="#ctx0" brushRef="#br0" timeOffset="190">2510 14793 738 0,'0'0'90'0,"0"0"-78"15,0 0-4-15,0 0-6 16,0 0 7-16,0 0 1 16,-30-20 17-16,30 20 1 15,0 0-16-15,0 0 12 16,-2 0 11-16,2 0 15 0,0 0-9 15,0 0-4 1,-3 0-5-16,3 0-24 0,0 0 2 16,0 0-10-16,0 0 0 15,0 0 0-15,0 0 1 16,0 22-1-16,3 16-10 16,6 25 10-16,-2 12 3 15,-4 5 13-15,2-5-2 16,-5-9-5-16,0-22-7 15,0-15 1-15,1-15-5 16,-1-11 7-16,0-3-2 16,0 0 25-16,0-14 53 0,-16-21-23 15,-8-16-53 1,0-14-5-16,5-5 1 0,9 0-7 16,10 9 5-1,0 17-6-15,26 18 2 0,10 12 3 16,2 14-5-16,9 0 3 15,-5 11 2-15,-1 18-1 16,-2 4 1-16,-3 7-3 16,-3 2 5-16,-5-1-4 15,-7 1 4-15,-7 0-3 16,-7 0-55-16,-7-4-147 16,-3-11-95-16</inkml:trace>
  <inkml:trace contextRef="#ctx0" brushRef="#br0" timeOffset="191">2560 15216 1122 0,'0'0'91'0,"0"0"-90"15,94-99-2-15,-52 68-1 16,-2 6 1-16,-6 5 1 16,-1 6-53-16,-6 5-36 15,-6 2-202-15</inkml:trace>
  <inkml:trace contextRef="#ctx0" brushRef="#br0" timeOffset="192">3024 14945 1056 0,'0'0'141'0,"0"0"-141"0,0 0-9 15,0 0 7-15,58 92-3 16,-34-71 5-16,1-6 3 15,-2-8 2-15,-4-7 5 16,-7 0 27-16,-4 0 0 16,-8-10 26-16,0-9 19 15,-1-15-40-15,-15-4-42 16,1 6-1-16,5 6 1 16,2 10-23-16,8 3-17 15,0 4-101-15,24-2-99 16,9 5-49-16,7-2-244 0</inkml:trace>
  <inkml:trace contextRef="#ctx0" brushRef="#br0" timeOffset="193">3470 14800 778 0,'0'0'116'0,"0"0"-27"16,0 0-7-16,0 0-64 16,0 0-18-16,0 0-1 15,-30 75 0-15,30-49-1 16,6 1-1-16,12-8 3 15,2-5-3-15,0-10 1 16,-3-4 2-16,-4 0 5 16,-4-18 31-16,-6-4 25 0,0-1 5 15,-3 3-13-15,0 7-27 16,0 6 28-16,0 7-17 16,0 0-37-16,10 0-2 15,7 7-4-15,8 12 6 16,-1 14 0-16,1 7 4 15,-5 7-4-15,-13 3 14 16,-7 1-9-16,0-3 4 16,-13-9-1-16,-4-14-3 15,1-10-3-15,7-10 12 16,2-5-8-16,4-5 6 16,0-24-12-16,3-15-2 15,0-2-28-15,0-1 24 16,0 14-6-16,6 7-2 15,-6 12-28-15,0 11-59 0,0 3-99 16,0 0-186-16</inkml:trace>
  <inkml:trace contextRef="#ctx0" brushRef="#br0" timeOffset="194">5946 13676 593 0,'0'0'94'0,"0"0"-72"16,0 0 7-16,0 0 38 15,0 0-19-15,0 0-12 16,40-19-10-16,-40 19 15 15,0 0-24-15,0 0-11 16,0 0 4-16,0 0-10 16,0 10-9-16,3-1 9 15,-3 5 4-15,3 9 5 16,-3 2-9-16,0 9 14 0,2 13 13 16,-2 5-8-16,4 7-10 15,-1 5 8-15,5 1 1 16,2 8-3-16,5-1-4 15,1-4 6-15,4-7-15 16,2-8 6-16,8-12-7 16,0-13 1-16,-2-8 6 15,-1-10-4-15,-5-6 3 16,-5-4-6-16,-8 0 8 16,-5-4 26-16,-4-12 13 15,0-1-32-15,-10 2-16 16,-14 3-1-16,3 9 0 15,-3 3-12-15,2 0 6 0,5 20 5 16,7 7-8-16,10 13 3 16,0-1 6-16,18 4-7 15,10 0 8-15,2 5 8 16,-2-4-7-16,2 3-1 16,-14-1 0-16,-5 7 0 15,-11 0 3-15,-18 9 19 16,-24-2-7-16,-10-7-13 15,-4-10 10-15,2-14-7 16,3-9-2-16,5-16-3 16,4-4-14-16,9-14-114 15,11-22-210-15</inkml:trace>
  <inkml:trace contextRef="#ctx0" brushRef="#br0" timeOffset="195">6750 14268 810 0,'0'0'100'16,"0"0"-62"0,0 0-8-16,0 0 19 0,0 0-20 15,0 0-17-15,-27-17 4 16,27 17-15-16,0 0-1 16,0 0 0-16,0 0-7 15,-6 9 16-15,-7 22-8 16,-1 15 5-16,5 10 26 15,2 1-4-15,7 2-7 16,13-7-7-16,17-2 4 16,15-11-10-16,7-13-4 15,9-11-4-15,1-15 2 0,-1 0 9 16,-2-21-6-16,-9-12-4 16,-3-6 9-16,-14-4 13 15,-14-3 11-15,-14-8-26 16,-5 2-7-16,-14-4-1 15,-14 6-5-15,-13 4-9 16,3 7 14-16,-7 12 0 16,-2 13 0-16,-1 8 0 15,-3 6-1-15,2 10 8 16,6 16-7-16,8 2 0 16,10 3-3-16,13 3 2 15,12 2-1-15,7 0-2 16,23-2 4-16,5-4 0 15,5-10 1-15,2-11-3 16,-6-5 1-16,-1-4 1 0,-5 0 0 16,-4-8 5-16,-4-1-5 15,-6 0-20-15,-7 2-51 16,-5-3-43-16,-4-2-53 16,0-3-352-16</inkml:trace>
  <inkml:trace contextRef="#ctx0" brushRef="#br0" timeOffset="196">7594 13941 675 0,'0'0'108'16,"0"0"-108"-16,0 0 0 16,0 0 18-16,0 0-6 15,0 0 5-15,-16-7 21 16,6 26 5-16,-1 9 12 16,-4 12 14-16,-2 12-31 15,4 7-10-15,4 10 2 16,2 5 5-16,7-2-10 15,4-6-14-15,21-13-2 16,14-7-9-16,3-15-3 0,7-9 2 16,-7-6 1-16,-3-10-1 15,-2-2-60-15,-12-4-78 16,-5-7-103-16</inkml:trace>
  <inkml:trace contextRef="#ctx0" brushRef="#br0" timeOffset="197">7797 14149 994 0,'0'0'60'0,"0"0"-60"16,0 0-50-16,0 0 47 15,21 76-2-15,-5-43 5 16,-1-1 7-16,0-2-4 15,-3-3-3-15,-7-10 18 16,-1-5-14-16,-4-5 2 16,0-4-1-16,0-3 13 15,0 0 16-15,0 0 9 16,-6-3 19-16,-6-11-55 16,2-8-4-16,3-11-3 15,7-4 0-15,0 1-12 16,10 4 5-16,15 7 6 15,5 9 0-15,3 13-6 0,-2 3 6 16,-4 14-11 0,-4 12 12-16,0 10 0 0,-8 3 18 15,-5-3-17-15,-5-2 4 16,1-5-1-16,-3-8-3 16,-3-5-1-16,0-7 0 15,0-1-29-15,-7-8-55 16,-4 0-99-16,-1-17-292 15</inkml:trace>
  <inkml:trace contextRef="#ctx0" brushRef="#br0" timeOffset="198">8097 13994 693 0,'0'0'223'0,"0"0"-165"16,0 0-48-16,0 0 0 15,0 0 77-15,67 79-45 16,-46-32 18-16,1 1-34 16,-1 2 13-16,0 2-37 15,-5-8 2-15,1-8-4 16,-1-10 0-16,-3-9-8 16,1-7 0-16,1-10-109 15,-2-3-106-15,1-21-162 16</inkml:trace>
  <inkml:trace contextRef="#ctx0" brushRef="#br0" timeOffset="199">8425 14129 811 0,'0'0'235'0,"0"0"-233"16,0 0-2-16,0 0-3 16,0 85 3-16,8-54-3 15,14-4 3-15,6-5 0 16,2-6 1-16,-5-12 3 15,-5-2 5-15,-7-2 4 16,-7 0 19-16,-6-2 48 16,0-12-7-16,-13-9-64 15,-7 1 2-15,4 1-11 16,1-1-8-16,9-2-52 0,6 4-75 16,0 1-35-16,6 2-85 15,13 7-197-15</inkml:trace>
  <inkml:trace contextRef="#ctx0" brushRef="#br0" timeOffset="200">8577 14122 443 0,'0'0'164'0,"0"0"1"16,0 0-76-16,17 82 0 15,-4-57-25-15,-1-3-39 16,5-8 2-16,0-4-10 16,-2-8 7-16,-5-2 15 15,-3 0-17-15,-3-2 27 16,-4-15 23-16,0-7-57 15,0-1-15-15,0 1-2 0,-8 10-16 16,5 8 7-16,3 3 11 16,0 3 0-16,3 0-8 15,20 9-4-15,3 12 12 16,3 5 24-16,-5 7-16 16,-12 6-6-16,-12 8 6 15,0-1-2-15,-20-4-3 16,-8-1-3-16,-5-7-7 15,4-12-44-15,6-8-108 16,7-14-174-16</inkml:trace>
  <inkml:trace contextRef="#ctx0" brushRef="#br0" timeOffset="201">8892 14142 556 0,'0'0'680'0,"0"0"-653"16,0 0-27-16,0 0-4 16,0 0 4-16,0 0 7 15,69 79-4-15,-47-45-3 16,-3-5 2-16,-1-3-4 16,-6-12 2-16,-9-5 0 15,0-9 0-15,-3 0 3 16,0 0 30-16,0-9 2 0,3-15 3 15,7-11-37 1,10 1-1-16,3 1-7 0,6 6 7 16,1 15 2-16,-5 4 1 15,2 6 0-15,-6 2-3 16,3 5-1-16,-2 12-2 16,-8 7 1-16,2 6 2 15,-7 0-1-15,-6-5 1 16,-1-4 0-16,-2-2-10 15,0-6-49-15,-2-5-87 16,-7-8-114-16,-7 0-179 16</inkml:trace>
  <inkml:trace contextRef="#ctx0" brushRef="#br0" timeOffset="202">8877 13716 1075 0,'0'0'24'0,"0"0"-24"15,0 0 4-15,88-76-2 16,-24 70 59-16,14 6-3 16,20 12-8-16,11 18 28 15,3 12-17-15,-12 12-8 16,-12 13-9-16,-21 5-16 15,-18 4-22-15,-19-1-6 0,-15 2 0 16,-15-4 2 0,-3-5-2-16,-35-1-16 0,-12-4-25 15,-14-4-10-15,-8-6-40 16,5-5-40-16,1-6-92 16,8-12-198-16</inkml:trace>
  <inkml:trace contextRef="#ctx0" brushRef="#br0" timeOffset="203">2702 15847 463 0,'0'0'293'15,"0"0"-245"-15,0 0 5 16,0 0-21-1,0 0-13-15,0 0-16 0,-36-34 15 16,27 28-7-16,0 3 6 16,-1-4 5-16,-4 0-8 15,-5 0-10-15,-1 1 1 16,-11 6 3-16,-9 0 1 16,-2 0-9-16,-7 13 1 15,4 7-1-15,6 10 1 16,9 7-2-16,8 2 0 15,12 4 1-15,10 3 0 0,3 0 1 16,29-2-1-16,15-6-2 16,17-14-1-16,7-11 3 15,4-13 0-15,1-8 6 16,-12-17-5-16,-13-5-1 16,-14 1 4-16,-16 2 1 15,-16 1-2-15,-5-4 36 16,-14-3-32-16,-19-1-2 15,-9 2-10-15,-2 5 5 16,2 8-2-16,9 9 2 16,11 3-3-16,7 7 2 15,6 0-25-15,9 7-51 0,0 15-59 16,0 12 77 0,9 6-17-16,7-1-109 0</inkml:trace>
  <inkml:trace contextRef="#ctx0" brushRef="#br0" timeOffset="204">2630 16243 738 0,'0'0'99'0,"0"0"-48"15,0 0 30-15,-91-62-5 16,85 29-52-16,6-2-4 16,21 6-8-16,18 6-11 15,13 18 2-15,5 5-6 16,8 22 4-16,0 15-8 0,3 5 7 15,-4-3 0 1,-4-2-3-16,-8-4 3 16,-7-4 0-16,-12-5-2 0,-8-2-18 15,-7-8-114-15,-15-8-169 16</inkml:trace>
  <inkml:trace contextRef="#ctx0" brushRef="#br0" timeOffset="205">3106 16025 995 0,'0'0'101'15,"0"0"-101"-15,0 0-20 16,0 0 20-16,97 99 3 0,-52-61-3 16,4-4-10-16,3-10 9 15,-1-7 1-15,-8-14 0 16,-7-3 2-16,-11 0-2 15,-11 0 1-15,-11-17 0 16,-3-7 3-16,-5-5 4 16,-17-4-8-16,-4 0 2 15,1 13-2-15,5 6 0 16,10 5 0-16,7 9 2 16,3 0-2-16,6 0 0 15,24 17-4-15,8 3 1 16,9 0 3-16,4-5-2 15,1-7 2-15,3-8 6 0,-10 0-5 16,-5-7 0-16,-13-4-1 16,-15-1 1-16,-12-5 1 15,0-7 30-15,-19-2-32 16,-11-2-2-16,-3 7-31 16,9 5 21-16,6 9 12 15,12 4 13-15,6 3 5 16,0 0-18-16,6 9-9 15,20 8 3-15,11 7 6 16,3-5 2-16,0 1-2 16,-7-8 0-16,-3-4-6 15,-5-8-5-15,-5 0-67 16,-7-13-55-16,-10-11-7 0,-3-1-116 16,-16-2-72-16,-20 0 206 15,-13 3 122-15,-2-1 0 16</inkml:trace>
  <inkml:trace contextRef="#ctx0" brushRef="#br0" timeOffset="206">4165 15734 784 0,'0'0'45'0,"0"0"-38"16,0 0 20-16,0 0 1 15,-24 103 17-15,11-54-31 16,13-7-7-16,0-8-5 16,18-8-2-16,19-12 3 0,6-7-2 15,2-7 8-15,-2 0-8 16,-7-4-2-16,-8-12-19 16,-9 2-64-16,-8-6-40 15,-8-2-107-15</inkml:trace>
  <inkml:trace contextRef="#ctx0" brushRef="#br0" timeOffset="207">4293 15640 767 0,'0'0'131'0,"0"0"-46"16,0 0-42-16,0 0-43 0,0 0-2 16,0 0 2-1,94 84 3-15,-49-38 2 0,1 0-5 16,-4 0-3-16,-5-8 3 15,-7-10 9-15,-6-7-8 16,-9-12-1-16,-9-8-1 16,-3-1 1-16,-3 0 10 15,0-4 24-15,0-23 50 16,-14-7-84-16,1-8-45 16,-2 6 18-16,-1 13 27 15,7 10 0-15,7 6 35 16,2 7-4-16,0 0-31 15,9 10-11-15,14 11 11 0,11 5 3 16,0 3-3-16,5-2 3 16,-5-5-3-16,-1-2 1 15,-9-8-2-15,-3-3 1 16,-5-6-42-16,-7-3-112 16,-6-3-236-16</inkml:trace>
  <inkml:trace contextRef="#ctx0" brushRef="#br0" timeOffset="208">4969 15687 950 0,'0'0'153'16,"0"0"-141"-16,0 0-12 16,0 0-15-16,0 0 15 15,0 0 2-15,107 68-2 16,-74-39 7-16,-3 3-16 15,-5-1 11-15,-11-4-2 16,-8-5 0-16,-6-2 0 16,0-6-1-16,-17-2 0 15,-8-2-1-15,1-10-34 16,9 0-89-16,8-22-166 16</inkml:trace>
  <inkml:trace contextRef="#ctx0" brushRef="#br0" timeOffset="209">5318 15668 679 0,'0'0'22'15,"0"0"-15"-15,15 73 56 16,1-41-36-16,11 2 5 16,6-4-8-16,12-8-4 15,-1-4-17-15,-5-16 13 16,-6-2 17-16,-14 0 24 15,-8 0-5-15,-11-10 15 16,0-7 46-16,-10-5-84 16,-10-8-29-16,-9 3-92 15,6-1-38-15,-1 7-189 16</inkml:trace>
  <inkml:trace contextRef="#ctx0" brushRef="#br0" timeOffset="210">5602 15727 580 0,'0'0'91'0,"0"0"-12"16,0 0-13-16,0 0 21 16,92 70-17-16,-84-63-60 15,0-1 11-15,-8-3-4 16,0-3 5-16,0 0 17 16,0 0 12-16,0 0 59 15,-4 0-13-15,-8-9-68 16,-6-12-29-16,3-1-21 15,6-8-103-15,2-3-67 0,4-6-136 16</inkml:trace>
  <inkml:trace contextRef="#ctx0" brushRef="#br0" timeOffset="211">5764 15480 786 0,'0'0'57'0,"0"0"-43"16,0 0 109-16,52 72-35 15,-28-31-24-15,2 8-13 16,6 4 9-16,-2 0-5 16,2-4-35-16,2-3-18 15,-4-12 5-15,-4-11-1 0,-6-7-6 16,-4-9-63-16,-10-7-94 16,-6 0-140-16,-12-12-474 15</inkml:trace>
  <inkml:trace contextRef="#ctx0" brushRef="#br0" timeOffset="212">5816 15763 1125 0,'0'0'203'0,"0"0"-185"15,36-72-8-15,6 43-10 16,7 1 0-16,0 6 0 16,-1 5-24-16,-8 1-135 15,-10 6-142-15</inkml:trace>
  <inkml:trace contextRef="#ctx0" brushRef="#br0" timeOffset="213">2663 16869 205 0,'0'0'42'15,"0"0"-42"-15,0 0-210 16</inkml:trace>
  <inkml:trace contextRef="#ctx0" brushRef="#br0" timeOffset="214">2663 16869 299 0,'-91'-66'92'0,"91"66"-41"0,0 0 6 16,0 0 29-16,0 0-25 16,0 0 16-16,0 0-42 15,6 0-21-15,18 0 12 16,17 0 31-16,15-1 13 15,29-10 31-15,28-9-47 16,33-10 2-16,33-15 19 16,29-8-33-16,26-7-17 15,12 1-9-15,0 8-12 16,-15 16-4-16,-25 11-8 16,-30 12 8-16,-25 9-1 15,-23 3-27-15,-26 0 11 16,-19 0-2-16,-25 0 3 15,-19 0-32-15,-14 0 38 16,-14 0 10-16,-6 0-1 16,-5-4 1-16,0 3 15 15,0-5 4-15,0 0-19 0,0-1-90 16,-5 4-74-16,-3-4-70 16</inkml:trace>
  <inkml:trace contextRef="#ctx0" brushRef="#br0" timeOffset="215">6455 15569 1212 0,'0'0'34'16,"0"0"-34"-16,0 0-50 15,0 0-29-15,0 0-137 0,0 0-127 16</inkml:trace>
  <inkml:trace contextRef="#ctx0" brushRef="#br0" timeOffset="216">6593 15995 1064 0,'0'0'169'15,"0"0"-127"-15,0 0-32 16,0 0-10-16,0 0-5 16,0 0-51-16,9-59-33 15,-5 48-131-15,0 5-586 16</inkml:trace>
  <inkml:trace contextRef="#ctx0" brushRef="#br0" timeOffset="217">7678 15526 972 0,'0'0'122'16,"0"0"-62"0,0 0-49-16,0 0-10 0,0 0-2 15,0 0-2-15,25 83 3 16,-7-30 5-16,0 0 12 15,1 0-8-15,-1-8-8 16,-6-8 0-16,-2-8-1 16,1-12 0-16,-5-7 0 15,-3-5 0-15,-3-3-6 16,0-2-13-16,0 0 14 16,-14-7 0-16,-5-11-12 15,0-11 11-15,-4-6 3 16,1-9 3-16,4-11 0 15,9-8 0-15,9-6 3 16,6 2 2-16,24 8-4 0,6 12 2 16,7 14 1-1,-3 17 7-15,2 8 4 0,-2 8-14 16,-4 14 9-16,-9 20-20 16,-5 8 11-16,-10 9-2 15,-8 1-1-15,-4-3-10 16,0-12-20-16,0-11 13 15,-1-10 5-15,-2-9 12 16,0-7 4-16,3 0 1 16,0 0 12-16,24-10-5 15,1-2-2-15,8 8 10 16,-8 4-6-16,-8 0-1 0,-8 16-8 16,-9 18 17-16,0 5-19 15,-16 11 14-15,-23-4-9 16,-9-5 8-16,-4-7-14 15,4-10-13-15,8-7 7 16,6-11-47-16,10-6-92 16,7-3-185-16</inkml:trace>
  <inkml:trace contextRef="#ctx0" brushRef="#br0" timeOffset="218">8262 15721 697 0,'0'0'43'0,"0"0"-31"15,0 0 11-15,81 8 53 16,-48-13-11-16,4-12 10 16,-6-2-37-16,-8 2-26 15,-10 0-12-15,-10 0 0 16,-3 5 6-16,-6 2-3 15,-16 7 22-15,-2 3-16 16,2 0 8-16,8 16 4 16,5 5-18-16,3 9 0 15,6 3-6-15,0-1 6 16,15-3-1-16,6-9-2 16,5-6-30-16,3-11-121 0,-7-3-219 15</inkml:trace>
  <inkml:trace contextRef="#ctx0" brushRef="#br0" timeOffset="219">8532 15674 825 0,'0'0'91'0,"0"0"-90"16,0 0 67-16,81 80-24 15,-64-44-33-15,-1 4-8 0,-6-1 0 16,-2-9-2-16,-4-6 3 15,-4-14-4-15,3-5-1 16,-3-5 1-16,0 0 2 16,1-15 26-16,4-20-10 15,3-10-18-15,5-14-2 16,-4-1-3-16,1 1 3 16,-7-1 2-16,-3 14-1 15,0 9 1-15,0 15 10 16,0 12 36-16,0 7 13 15,0 3-32-15,6 3-27 16,15 19-13-16,1 9 12 16,10 12 2-16,1-1 2 15,-3-1-2-15,5-2 2 16,-9-2 1-16,-4-5-1 0,-9-5-1 16,-5-11-2-16,-8-3-39 15,-3-9-87-15,-24-4-155 16</inkml:trace>
  <inkml:trace contextRef="#ctx0" brushRef="#br0" timeOffset="220">8789 15674 1080 0,'0'0'147'0,"0"0"-144"16,120-75-3-16,-74 55 0 15,-1 0 0-15,-3 0-4 16,0 3-37-16,-6-3-232 0</inkml:trace>
  <inkml:trace contextRef="#ctx0" brushRef="#br0" timeOffset="221">9812 15255 970 0,'0'0'24'16,"0"0"-24"-16,-117 13-5 15,79 17 5-15,1 10 1 16,14 13 12-16,13 3 29 15,10 6 0-15,3-2-35 16,24-9 10-16,7-9-13 16,6-13 7-16,2-12-11 0,0-7 0 15,-2-10-98 1,-4 0-245-16</inkml:trace>
  <inkml:trace contextRef="#ctx0" brushRef="#br0" timeOffset="222">10058 15430 851 0,'0'0'78'15,"0"0"-78"-15,-51 74 0 16,51-39 21-16,8-4 14 16,19-3-13-16,6-3-2 15,6-14-10-15,2-8 0 16,-6-3 3-16,-1-3-5 0,-14-16 3 15,-7-5 7-15,-13-5-8 16,0 0-10-16,-5 0-11 16,-10 8-5-16,5 8 6 15,3 7 10-15,5 6 2 16,2 0-2-16,0 11-7 16,2 8 2-16,15 3 5 15,3-2 1-15,2-4 2 16,-2-9-2-16,-1-4-1 15,-2-3 2-15,-4 0 5 16,-6-3 3-16,-4-14 1 16,-3-3-11-16,0-2 1 15,0 5-1-15,0 7 0 16,0 4-3-16,3 6 3 16,9 0-6-16,9 10 6 0,1 10-2 15,-3 6 4-15,1 7 10 16,-8 2-12-16,-6 2 10 15,-6-3 20-15,0-12-25 16,0-5-1-16,0-11-1 16,0-5 2-16,0-1 24 15,0-4-15-15,10-21 18 16,10-12-32-16,3-10 0 16,2 2-10-16,-7-1 5 15,-8 5-3-15,-7 4 8 0,-3 9-1 16,0 10 1-1,-3 7 2-15,-4 5 4 0,6 6 18 16,1 0-24 0,0 24 0-16,14 9-2 0,8 8 2 15,11-5 0-15,-1 0 0 16,-2-13-6-16,2-6 6 16,-9-7 7-16,0-5-7 15,-11-5-21-15,-3 0-105 16,-9 0-201-16</inkml:trace>
  <inkml:trace contextRef="#ctx0" brushRef="#br0" timeOffset="223">11312 15553 213 0,'0'0'576'16,"0"0"-552"-16,-62 81 23 16,29-53-6-16,2-6-12 15,1-5-5-15,3-6 6 16,12-8 11-16,4-3 6 16,9 0-10-16,2-3 41 15,0-14-33-15,6-10-45 16,8-4-2-16,5-1 2 15,0 3 0-15,2-4 8 16,-3 3-7-16,-4 0 0 16,-6 0 1-16,-7 1 0 15,-1-1-1-15,0 7 1 16,-9 3-1-16,-2 10 1 16,2 6 13-16,6 4 11 0,0 10-26 15,3 20 10-15,3 9-20 16,19 8 20-16,14-3-10 15,6-6 1-15,10-10-1 16,-3-6 0-16,-1-9 0 16,-5-6-4-16,-7-2-4 15,-10-2-125-15,-7-3-185 16</inkml:trace>
  <inkml:trace contextRef="#ctx0" brushRef="#br0" timeOffset="224">11994 15279 825 0,'0'0'160'0,"0"0"-127"16,0 0-33-16,0 0-5 0,0 0 5 15,17 84 1-15,-4-27 30 16,-4 6 2-16,-2-1-25 15,-1-2 3-15,-1-11-8 16,-3-15-1-16,-2-10-2 16,0-18 14-16,0-3 15 15,0-3 26-15,0 0-7 16,0-9 19-16,0-19 23 16,0-11-86-16,-8-11 4 15,-4-3-7-15,-1-6-1 16,4-4-18-16,-1 0-13 0,10 8 2 15,0 15-5-15,13 14 29 16,10 19 4-16,9 7-13 16,4 7 11-16,3 25 1 15,2 12 3-15,-2 10-1 16,-3 6 5-16,-6-2 2 16,-8 0-6-16,-5-7 6 15,-7-7-5-15,-7-3-2 16,-3-11-4-16,-3-4-77 15,-28-9-124-15,-7-13-201 16</inkml:trace>
  <inkml:trace contextRef="#ctx0" brushRef="#br0" timeOffset="225">12007 15576 511 0,'0'0'469'0,"81"-34"-469"16,-32 18-5-16,-4 6-7 15,-5 3-60-15,-5 0-170 16</inkml:trace>
  <inkml:trace contextRef="#ctx0" brushRef="#br0" timeOffset="226">12533 15453 1029 0,'0'0'85'0,"0"0"-85"0,0 0 36 15,0 0 4-15,94 80-18 16,-71-51-3-16,0 4-17 16,-1-8 7-16,-2-8-3 15,-5-6-4-15,-5-7-1 16,1-4 6-16,-2 0 4 16,-2-23 54-16,0-8-43 15,-2-8-17-15,-5-8-5 16,0-1 0-16,-9 9-1 15,-1 8-23-15,5 11-54 16,5 7-84-16,3 3-181 16</inkml:trace>
  <inkml:trace contextRef="#ctx0" brushRef="#br0" timeOffset="227">13150 15377 817 0,'0'0'79'0,"-87"34"-62"16,55-12 75-16,9 6-51 16,16-2-19-16,7-1-11 15,19-1-9-15,17-7 4 16,6-8-4-16,3-9 11 16,-1 0 11-16,-6-10-15 15,-12-9 10-15,-9-5 20 16,-11 5 35-16,-6-4-40 0,0 9-13 15,-6 5 23-15,-1 2-32 16,0 7 9-16,7 0-21 16,0 10-1-16,14 16-1 15,4 10 2-15,6 7-1 16,-5 0 1-16,-6 7 0 16,-6 0 0-16,-7-7 0 15,-7-4 0-15,-13-9-9 16,-3-13 18-16,1-8-8 15,-1-9 2-15,8 0-1 16,4-20 6-16,5-9 3 16,6-1-11-16,0-8-17 15,9 3-59-15,4 6-54 16,1 0-121-16,-8 1-445 16</inkml:trace>
  <inkml:trace contextRef="#ctx0" brushRef="#br0" timeOffset="228">14002 15312 875 0,'0'0'105'16,"0"0"-93"-16,0 0 4 16,0 0 30-16,0 0-40 15,0 0-1-15,-73 115 27 16,73-59 11-16,6-6-19 0,14-1-10 16,6-8-14-16,4-10 9 15,3-6-9-15,-4-9-39 16,3-13-115-16,4-3-199 15</inkml:trace>
  <inkml:trace contextRef="#ctx0" brushRef="#br0" timeOffset="229">14304 15391 946 0,'0'0'142'0,"0"0"-139"16,-40 89 1-16,40-46 15 0,0 3 21 15,11-10-18-15,10-4-10 16,9-10-9-16,-5-10 1 16,2-9 13-16,-8-3 13 15,0 0 11-15,-8-20-10 16,-4-6-12-16,-5-9-14 16,-2 1-5-16,0-2-13 15,-9 10 2-15,6 6 3 16,0 13 8-16,3 4 0 15,0 3-14-15,0 3 0 16,6 14-2-16,6 3 16 16,9 2-1-16,2-1 1 15,6-9 0-15,-7-4-3 16,7-7 7-16,-9-1 3 16,-4-2 1-16,-3-17 10 0,-8-5-9 15,-5-5-8-15,0 2 0 16,0 1-1-16,-5 9-31 15,1 10 31-15,4 4 0 16,4 3-5-16,14 3 3 16,9 18-7-16,3 8 8 15,-5 5 0-15,-4 4 2 16,-6-1 1-16,-7-1-2 16,-6-6 0-16,-2-7 0 15,0-7 0-15,0-9 0 0,0-3 6 16,0-4-6-1,0 0 5-15,0-14 27 0,3-9-32 16,17-10 2-16,7-6-2 16,3-2-2-16,-1-2 2 15,-4-1 0-15,-6 1 3 16,-3 11-6-16,-10 10 6 16,-5 12 5-16,-1 6 15 15,0 4 18-15,0 0-37 16,0 16-4-16,3 15-7 15,3 9 6-15,3 9 0 16,8-6 1-16,5-7 0 16,8-10 0-16,2-9 0 0,8-10 0 15,2-7-1 1,-3 0 3-16,-3-9-5 0,-12-8-124 16,-12-7-209-16</inkml:trace>
  <inkml:trace contextRef="#ctx0" brushRef="#br0" timeOffset="230">16096 15020 926 0,'0'0'127'0,"0"0"-124"16,0 0-3-16,0 0 0 16,0 0 17-16,-81-6-15 15,64 39-2-15,-1 17 11 16,-5 16 9-16,7 19 32 15,2 1-7-15,10 5-20 16,4-4 0-16,1-11-14 16,23-16-11-16,8-17 3 0,1-16 0 15,7-11 0 1,1-16 35-16,0 0-13 16,-3-13 7-16,-1-17-10 0,-5-3 4 15,-9-10-10-15,-7-6-9 16,-9-10-7-16,-7-4-2 15,-1-4-15-15,-21 2-21 16,-10 5 6-16,-4 12 18 16,-3 14 13-16,0 10-1 15,0 18 0-15,6 6 2 16,6 13 4-16,9 21-4 16,8 8-3-16,10 1 2 15,3 3 1-15,30-7 0 16,8-9 0-16,3-10 5 0,0-11 10 15,-7-5-9-15,-5 0-3 16,-7-4-3-16,-5 0-12 16,-7 0-105-16,0-13-110 15,-2-11-419-15</inkml:trace>
  <inkml:trace contextRef="#ctx0" brushRef="#br0" timeOffset="231">16609 14991 1136 0,'0'0'171'15,"0"0"-152"-15,0 0-19 16,0 0 0-16,-100 57-7 16,81 1 7-16,2 15 3 0,16 10-3 15,1 2 3-15,23-8-3 16,12-14 0-16,8-17-7 15,3-17 7-15,-2-9 0 16,-3-12-5-16,-6-8-92 16,-5 0-146-16,-14-14-206 15</inkml:trace>
  <inkml:trace contextRef="#ctx0" brushRef="#br0" timeOffset="232">16853 15143 1215 0,'0'0'89'0,"0"0"-89"16,0 0-17-16,0 0 10 15,64 102-2-15,-42-56 6 16,-1 4 2-16,-7-4 1 16,-3-13 5-16,-5-9-5 15,-1-14 0-15,-5-3 0 16,0-7 1-16,0 0 4 15,0-14 39-15,-7-13-16 16,0-10-21-16,7-2-7 16,0 0 5-16,27 3-4 15,9 12 0-15,1 8-1 16,0 8 3-16,-1 8-3 0,-6 0-2 16,-3 17-4-16,0 10 6 15,-8 3 3-15,-1 2-3 16,-11 2-4-16,-2-8 4 15,-5-2 1-15,0-9-1 16,0-4-12-16,0-4-84 16,0-7-105-16,-6 0-57 15</inkml:trace>
  <inkml:trace contextRef="#ctx0" brushRef="#br0" timeOffset="233">17255 15020 618 0,'0'0'449'16,"0"0"-449"-16,0 0 11 16,59 86 2-16,-40-35 7 15,-2 1 17-15,-5 4 1 16,-1-2-26-16,-4-7-5 16,-4-5-7-16,2-14-11 15,5-14-152-15,4-14-205 16</inkml:trace>
  <inkml:trace contextRef="#ctx0" brushRef="#br0" timeOffset="234">17616 15176 1001 0,'0'0'39'0,"0"0"-33"15,-13 79-7-15,13-46 1 16,0 1 0-16,8-2 0 15,10-9 0-15,2-9 3 16,-4-7 1-16,-6-5 13 16,-8-2 36-16,-2-2 69 15,0-13-36-15,-10-10-78 16,-2 1-7-16,3-2-1 16,9-3-36-16,0-2-198 15,13-1-222-15</inkml:trace>
  <inkml:trace contextRef="#ctx0" brushRef="#br0" timeOffset="235">17837 15199 817 0,'0'0'75'16,"0"0"-31"-16,-32 70 52 16,32-44-63-16,0-2-18 15,0-5 1-15,14-6 3 16,1-10 4-16,-2-3 43 15,0 0-28-15,0-7 30 16,-6-13-43-16,0-2-6 16,-2 2-17-16,-5 5-2 15,1 10-1-15,1 5 1 16,3 0-1-16,5 0-16 0,8 17 13 16,-2 9 3-16,-6 3 1 15,-10 8-4-15,0 0 8 16,-20 2 1-16,-18-2 0 15,-7-5 1-15,-2-6-6 16,3-9-1-16,12-9-39 16,12-8-219-16,17-4-745 15</inkml:trace>
  <inkml:trace contextRef="#ctx0" brushRef="#br0" timeOffset="236">18116 15179 1222 0,'0'0'163'16,"0"0"-163"-16,0 0-8 15,0 0 6-15,0 0 1 16,0 0 1-16,47 90 1 16,-36-64 0-16,-5-13 2 15,-1-3-3-15,-2-10 2 16,-3 0 6-16,0 0-3 15,0-20 9-15,0-8-11 16,2-4 2-16,13 1-5 16,12 3 0-16,4 6 4 15,5 9-4-15,3 9-4 16,-12 4 4-16,0 4 0 16,-5 18 6-16,-4 8-4 0,-8 3 11 15,-2 0-10-15,-7 0 3 16,-1-1-4-16,0-2-4 15,-10-10-20-15,-2-3-38 16,-5-11-94-16,1-6-128 16,0 0-633-16</inkml:trace>
  <inkml:trace contextRef="#ctx0" brushRef="#br0" timeOffset="237">18263 14822 493 0,'0'0'707'0,"85"-6"-688"16,-30 22-13-16,5 24-6 15,0 9 26-15,-5 9 4 16,-6 4 20-16,-10 0-11 16,-15 1-10-16,-15 4-20 15,-9 2-2-15,-12-5-3 16,-24 0-4-16,-12-7-19 15,-13-5-56-15,-12-12-141 16,-10-10-298-16</inkml:trace>
  <inkml:trace contextRef="#ctx0" brushRef="#br0" timeOffset="238">9412 16276 794 0,'0'0'50'15,"0"0"-50"-15,-3 89 0 16,3-40 1-16,0 2 14 16,10 1-1-16,3-5 3 15,-4-8-7-15,1-13-2 16,-7-7-5-16,0-9 0 16,-3-6 0-16,3-1-6 15,-3-3 6-15,0 0 1 16,0 0 5-16,-3-20 5 0,-13-8-14 15,-4-13-2-15,1-8-2 16,4-8 4-16,4-8-4 16,11 5 0-16,17 1 4 15,22 10 1-15,16 11 8 16,3 18-5-16,1 15-3 16,-6 8 0-16,-8 29-1 15,-13 15-2-15,-3 4 0 16,-10 7 1-16,-9-4 0 15,-4-11-5-15,-6-5-11 16,0-18 0-16,0-9 12 16,0-8 5-16,4-3-2 15,9 0 5-15,6-14 3 0,10 2-1 16,1 4 27 0,-2 8-1-16,-4 8-27 0,-12 24 10 15,-5 4 12-15,-7 11-14 16,-2 0 3-16,-21-5-2 15,-7-3-7-15,-3-8-6 16,2-8-1-16,-2-8-5 16,3-15-87-16,5 0-141 15</inkml:trace>
  <inkml:trace contextRef="#ctx0" brushRef="#br0" timeOffset="239">10166 16537 844 0,'0'0'1'16,"43"78"7"-16,-9-31 59 16,5-10-45-16,4-10 6 15,5-12 0-15,0-12 21 16,1-3-2-16,-2-11-14 15,-9-10-28-15,-11-9-4 16,-15-4 4-16,-12 1-4 16,0-1-1-16,0 7-8 15,-9 13 8-15,6 5 1 16,0 8 27-16,3 1-23 0,0 4-5 16,9 11-3-16,13 9-3 15,5-2 6-15,5 1 5 16,4-5-5-16,-1-8-7 15,1-7 7-15,-8-3 9 16,-4 0 3-16,-11-3-2 16,-7-7 4-16,-6-8 23 15,0-5-11-15,-12-8-26 16,-10-9-10-16,-11-7-12 16,-7 1-23-16,4 0-7 15,8 2 28-15,4 15 24 16,14 12 2-16,5 10 55 0,5 7 3 15,0 0-60-15,15 24-8 16,15 9 8-16,7 10 0 16,3 7 15-16,-4-1-13 15,0 1 7-15,-9-4-9 16,-5-6 0-16,-6-10 1 16,-5-8-1-16,-11-7-74 15,0-10-62-15,-30-5-107 16</inkml:trace>
  <inkml:trace contextRef="#ctx0" brushRef="#br0" timeOffset="240">10617 16508 1013 0,'0'0'76'0,"0"0"-76"16,108-89 0-16,-61 61 0 16,3 6-2-16,-1 2 2 15,-4 6-34-15,-9 4-189 16,-8 0-589-16</inkml:trace>
  <inkml:trace contextRef="#ctx0" brushRef="#br0" timeOffset="241">11666 16250 905 0,'0'0'185'0,"0"0"-185"15,0 0-3-15,0 0 3 16,-52 72 2-16,52-36 10 16,16 5 27-16,14-2-8 15,6-7-22-15,-2-5-6 16,0-13 4-16,-2-11 14 16,-7-3 3-16,-8 0-2 15,-6-11 12-15,-9-10-5 16,-2 0-27-16,0-4-1 15,-4 3-1-15,-1 10-7 16,1 4 2-16,1 8 4 16,3 0-3-16,0 0-6 15,10 0-17-15,11 14 26 16,9-1 1-16,10 4-5 0,-1-5 9 16,0-1-10-16,0-11 12 15,-4 0 1-15,-8 0 31 16,-14-13-12-16,-7 1-14 15,-6-5 48-15,0-3-25 16,-19-4-24-16,-11-5-3 16,-4 5-8-16,3 2-1 15,5 2-7-15,9 3-36 16,15 0-64-16,2 0-104 16,12 4-31-16,15-1-85 15</inkml:trace>
  <inkml:trace contextRef="#ctx0" brushRef="#br0" timeOffset="242">12248 16167 443 0,'0'0'170'16,"0"0"-47"-16,0 0-41 15,12 96-10-15,-4-66-5 16,6-1-37-16,7-4-8 16,-2-3 0-16,7-9-3 15,-5-7-10-15,1-6 22 16,-12 0 19-16,-2 0 14 15,-7-16 41-15,-1-1-46 16,0-9-34-16,-4-1-17 16,-5 1-8-16,-4-4-34 15,2 0-113-15,5 1-125 0,4 2-314 16</inkml:trace>
  <inkml:trace contextRef="#ctx0" brushRef="#br0" timeOffset="243">12585 16167 773 0,'0'0'64'0,"0"0"53"16,0 0 11-16,85 87-95 15,-73-65-2-15,-1-1 18 16,-1-6 9-16,-4-5-22 16,-3-5-22-16,0-3-13 15,-3-2-1-15,0 0 21 0,0 0 17 16,7-12-1-16,5-12-24 15,9-13-13-15,7-3-87 16,2 1-79-16,-5 7-94 16,2 10-119-16</inkml:trace>
  <inkml:trace contextRef="#ctx0" brushRef="#br0" timeOffset="244">12923 16123 586 0,'0'0'216'15,"0"0"-119"-15,0 0-12 16,28 90-31-16,-8-63-31 15,7 2 19-15,-8-5 0 16,1 5-7-16,-8-5 5 16,-5 2-34-16,-7-4-6 15,0-5 5-15,0-7 2 16,-3-6-3-16,1-1 5 0,2-3 21 16,0 0 21-16,0-23-14 15,12-7-23-15,6-10-14 16,2-5-3-16,4-2 2 15,-6 0 1-15,-4 8-4 16,-1 10 4-16,-6 12 2 16,-4 10-2-16,-3 7 0 15,2 0-7-15,8 11-3 16,3 14 3-16,4 12 3 16,0-1 4-16,2 5 5 15,-6-2-3-15,2-5-2 16,-2 0 0-16,0-4 1 0,-3-7-1 15,-3-9-148-15,-4-11-128 16,-3-3-475-16</inkml:trace>
  <inkml:trace contextRef="#ctx0" brushRef="#br0" timeOffset="245">13326 16249 1143 0,'0'0'157'0,"0"0"-137"16,0 0 14-16,0 0-34 15,52-79 0-15,-20 63-3 16,-2 10-15-16,-4-2-183 16,0-1-186-16</inkml:trace>
  <inkml:trace contextRef="#ctx0" brushRef="#br0" timeOffset="246">14030 16120 922 0,'0'0'187'0,"0"0"-138"15,0 0 14-15,0 0-25 16,0 0-25-16,0 0-12 16,-49 3-1-16,13 41-5 15,5 9 4-15,-4 6 1 0,15-3 11 16,13-5-10-16,7-6-1 16,12-14-5-16,21-9 5 15,7-13-8-15,7-9-36 16,2-2-103-16,-3-27-99 15,-3-2-290-15</inkml:trace>
  <inkml:trace contextRef="#ctx0" brushRef="#br0" timeOffset="247">14320 16140 643 0,'0'0'354'16,"0"0"-284"-16,0 0-69 15,0 0 11-15,0 0-7 16,-64 97 29-16,64-58-3 0,0 0-18 15,19-9 1-15,7-9 3 16,3-9-11-16,-5-5 29 16,3-7-3-16,-8 0 4 15,-3-16-2-15,-5-6-2 16,-11-6-30-16,0-5 11 16,0 6-13-16,0 1-9 15,-11 9-1-15,6 10 10 16,1 2 1-16,4 5-1 15,0 0-10-15,0 12-8 0,14 12 14 16,-1 5 0 0,6 0 3-16,0-2 1 15,-4-7-2-15,3-9 4 16,-2-6-3-16,-3-5 2 16,4 0 5-16,-5-16 3 0,-5-14-6 15,0-2 2-15,-7-2-5 16,0 1-14-16,0 7 3 15,0 6 11-15,0 12 0 16,0 6 0-16,5 2 0 16,2 10-12-16,7 16 0 15,-5 18 12-15,3 2 9 16,-5 7-3-16,0 2-2 16,-3-8 3-16,-4-6-7 15,0-6-2-15,0-18 2 0,0-7 3 16,3-10 0-16,3 0-1 15,8-17 4-15,8-19 5 16,7-5-11-16,3-7 0 16,-7 1 0-16,-3 7 2 15,-7 5-1-15,-5 11 0 16,-7 11 5-16,1 7 19 16,-4 6 20-16,0 0-25 15,3 0-20-15,3 19-19 16,5 11 11-16,4 3 7 15,5 3 2-15,1-6-2 16,3-10 2-16,-4 0-2 0,0-7 1 16,-2-8-5-1,-1-3-36-15,-1-2-68 0,-6 0-156 16,-4-4-411-16</inkml:trace>
  <inkml:trace contextRef="#ctx0" brushRef="#br0" timeOffset="248">15677 16229 37 0,'0'0'562'15,"0"0"-495"-15,0 0-49 16,0 0 58-16,0 0-19 15,-82 17-19-15,64-9-5 16,1 4 8-16,7 8-14 16,5 6-10-16,5 3-5 15,0 12 18-15,25-2-23 16,10 1 2-16,10-7-6 16,9-7 4-16,4-9-7 15,-2-10-6-15,-2-7-32 0,-8 0-57 16,-11-4-67-1</inkml:trace>
  <inkml:trace contextRef="#ctx0" brushRef="#br0" timeOffset="249">15868 16220 532 0,'0'0'206'0,"0"0"-194"16,0 0-4-16,0 0 26 16,0-75-4-16,0 64-13 15,0 8-5-15,0 3 23 0,0 0 18 16,0 0-5-16,0 0-26 15,-12 19-18-15,-12 15-3 16,-4 11 5-16,1 5-4 16,9-4 28-16,11-2-8 15,7-2-12-15,3-10-10 16,20-5 0-16,11-10 10 16,8-13-9-16,5-4-1 15,-1 0 10-15,0-24-9 16,-4 0 9-16,-8-3 3 15,-12-4 2-15,-11-2 17 16,-11-7-25-16,-5 4 6 0,-23 0-13 16,-9 9 0-16,-12 10 1 15,0 11 2-15,-4 6-3 16,1 6 2-16,1 21-2 16,9 9 0-16,10-2-5 15,8 0 2-15,16 4-2 16,8-9-69-16,15-2-13 15,19-10-62-15,7-12-115 16</inkml:trace>
  <inkml:trace contextRef="#ctx0" brushRef="#br0" timeOffset="250">16453 16034 541 0,'0'0'175'0,"0"0"-115"16,-69 114 27-16,54-61 6 16,5 2-35-16,7-3-26 15,3-2-5-15,0-6-9 16,20-5-9-16,9-10-8 16,7-8 10-16,1-8-11 15,3-6-44-15,-4-7-98 0,-3-3-160 16</inkml:trace>
  <inkml:trace contextRef="#ctx0" brushRef="#br0" timeOffset="251">16625 16098 396 0,'0'0'670'16,"0"0"-670"-16,10 83-1 15,9-34-6-15,-1 1 7 16,0-3 0-16,-2-2 2 0,3-6 6 16,-5-7-2-16,-4-8-6 15,0-10 1-15,-3-4-2 16,-7-10 2-16,3 0 14 16,-3 0 37-16,0-10 26 15,0-13-34-15,0-14-42 16,0-6-2-16,10-3-8 15,17 7 7-15,12 5-4 16,2 12-5-16,-2 11-6 16,-3 11 11-16,-5 0 4 15,-6 20-6-15,-5 4 2 16,-2 6 10-16,-6-1 4 16,-5-2-2-16,-5-1-6 15,-2-6-1-15,0-6 1 16,0-2-1-16,0-7-11 0,0-5-116 15,-6 0-158 1</inkml:trace>
  <inkml:trace contextRef="#ctx0" brushRef="#br0" timeOffset="252">17191 15966 138 0,'0'0'728'0,"0"0"-716"16,0 0-9-16,0 0-3 0,0 0 27 15,-87 29 2-15,77-29 26 16,3 0 3-16,0 0-37 16,6-7-11-1,1-9 12-15,0-4 3 0,11 1-25 16,8 5 4-16,3 3-4 15,0 6 10-15,1 5-10 16,-1 0 2-16,-2 17 11 16,-2 12 1-16,-8 5-10 15,-6 8 1-15,-4-2 1 16,0-1 2-16,0-6 0 16,0-5-7-16,0-9-1 15,15-2 0-15,8-5 1 0,7-5-1 16,-1-4 4-16,-2-3-1 15,-3 0-3-15,-4 0-2 16,-6-7-17-16,-2-10-96 16,-4-3-173-16</inkml:trace>
  <inkml:trace contextRef="#ctx0" brushRef="#br0" timeOffset="253">17210 15754 1177 0,'0'0'89'0,"0"0"-89"15,91-20 0-15,-19 24-6 0,3 26 6 16,11 12 21-16,-3 7 34 16,-9 11-2-16,-15 7-33 15,-21 5-17-15,-21 4-1 16,-17-1-1-16,0-4 0 15,-28-10 0-15,-12-3-2 16,-14-14-2-16,-6 0-10 16,-2-11-61-16,0-6-197 15,10-18-224-15</inkml:trace>
  <inkml:trace contextRef="#ctx0" brushRef="#br0" timeOffset="254">18386 15899 979 0,'0'0'73'15,"0"0"-73"-15,0 0-21 16,-60 116 21-16,19-47 11 16,-5 7 19-16,-8 1 5 0,-5-6 9 15,1-7-15-15,9-11-25 16,5-8-2-16,13-14 1 16,12-12-3-16,8-5 0 15,4-8 0-15,7-6-43 16,0 0-81-16,7-16-115 15,16-17-516-15</inkml:trace>
  <inkml:trace contextRef="#ctx0" brushRef="#br0" timeOffset="255">18574 15877 1086 0,'0'0'117'0,"0"0"-108"0,1 81 6 15,-11-23 23-15,-16 10-7 16,-5-1-11-16,-10 2-5 16,-6-6-9-16,-3-5-3 15,0-5-2-15,1-6-1 16,7-7 0-16,3-4-70 16,6-9-163-16,5-12-296 15</inkml:trace>
  <inkml:trace contextRef="#ctx0" brushRef="#br0" timeOffset="256">11465 16930 518 0,'0'0'0'0,"0"0"-17"15,0 0-60-15,0 0 77 16,0 0 37-16,0 0 20 16,0 0-36-16,-30 9 1 0,30-9-14 15,0 0 0-15,0 0 9 16,0 0-10-16,0 2-7 16,0 1 0-16,0-1 0 15,0 0-1-15,7 6 1 16,6-6 0-16,0 3 1 15,3-1 28-15,4-1 19 16,-4 0-20-16,4-1-8 16,2 0-19-16,1 1 6 15,6-3-3-15,1 0-1 16,5 0 3-16,10 0 2 16,0 0-2-16,7-3-3 0,2-4 0 15,-3 0-3 1,0 2 0-16,-1 0-2 0,-5 5 2 15,-2 0 0-15,-4 0 0 16,-5 0 0-16,-4 0 0 16,3 3 0-16,-10 7 8 15,2-1-8-15,-6 2-5 16,5-2 4-16,-4-2-2 16,6 3 3-16,-1-6 1 15,11-1-1-15,0-3 0 16,3 0 13-16,7 0-4 15,-4 0 20-15,3-3-21 16,-4 1-4-16,-2-3-4 0,-2 5 0 16,-2-3-1-1,-1 2 0-15,-7 1 1 0,10-3 1 16,2 0-1-16,6-4 0 16,4 1 4-16,3-5-4 15,0 2 6-15,2-4-6 16,0-1 1-16,1 2 0 15,0 1 0-15,-5 2-1 16,4-4 10-16,1 2-10 16,-4 5-3-16,-3-2 3 15,-1 0 0-15,-5 1 0 16,0 2 0-16,0 0 4 16,-3 1-4-16,0 1 0 15,-2 1 2-15,-5 2-2 0,0 0-3 16,1-3 3-1,-3 1 7-15,2-1-7 0,0 0-5 16,-1-1 5-16,2-1 4 16,0 1 12-16,6 1 17 15,-2-4-14-15,-5 4-17 16,3-4 10-16,1 7-12 16,0-6 2-16,-4 3-2 15,4 2 0-15,2-1 5 16,-4 2-1-16,-2 0-3 15,-3 0 12-15,1 0-8 16,-7 0-2-16,2 0 6 16,-2 0 18-16,2 0-4 0,2 0-2 15,-1 0 8-15,-4 0-13 16,1-5-5-16,-10 2 0 16,2 3-6-1,-3-3 4-15,-6 3-7 0,1 0-2 16,1 0-1-16,2 0 1 15,4 0 0-15,-5 0 0 16,0 0 0-16,-2 0 0 16,-6 0 0-16,1 0-2 15,-2 0 2-15,0 4-4 16,0 5-29-16,0 1-10 16,-6-3-88-16,-7-7-254 0</inkml:trace>
  <inkml:trace contextRef="#ctx0" brushRef="#br0" timeOffset="257">14797 16894 793 0,'0'0'64'15,"0"0"-61"-15,0 0-3 16,0 0 0-16,0 0 0 15,0 0 2-15,25 0 0 16,-5 0-1-16,2 0 0 16,3 0-2-16,7 0 1 15,0 0 0-15,7 0 0 0,10 3 0 16,8 0 0 0,9 4 0-16,2-7 5 0,5 0-5 15,4 0 0-15,2 0 4 16,5-7-4-16,0 1 10 15,3-2 4-15,-8 1-3 16,-3 5 18-16,-6-1-6 16,-8 3-13-16,-5 0 2 15,-8-3-11-15,-4 3 7 16,1-2 2-16,2-1-3 16,3 1 2-16,6 2 3 15,-4-3-9-15,-2 3 9 16,-5 0-12-16,-8 0 5 15,-1 0-11-15,-6 0 6 16,-1 5-1-16,3 0 1 16,1 1 4-16,5-6-1 0,5 0 1 15,6 0 1-15,2 0-2 16,5-3-3-16,-2-5 17 16,-3 3 5-16,2 1-12 15,-4 1 31-15,-3-2-26 16,-3 3-5-16,-3-1-3 15,2-1 7-15,-4-1-14 16,0 0 7-16,-1-1 0 16,2 2-2-16,1-3 7 15,-1 2-7-15,2-2 16 16,-5 4-11-16,-2-1-3 16,-6 1 0-16,-3 3-4 15,-4 0-2-15,-2 0 5 0,-1-3-5 16,1 3-1-1,3 0 7-15,3-5-2 0,-4 4 4 16,-3 0-4-16,-5 1-3 16,-5 0 2-16,-2 0-4 15,-6 0 0-15,-1 0 0 16,0 0 0-16,0 0 0 16,0 0 5-16,0 0-5 15,0 0-4-15,0 0 3 16,2 0 1-16,-2 0 0 15,0 0 1-15,0 0-2 16,0 0 1-16,0 0 0 16,1 0-1-16,2 0-1 0,-1 0 3 15,1 0-1-15,-3 0 0 16,0 0-3-16,0 0-35 16,0 0 12-16,0 0 1 15,0 2-32-15,0 3-54 16,0-5-125-16</inkml:trace>
  <inkml:trace contextRef="#ctx0" brushRef="#br0" timeOffset="258">19134 16044 941 0,'0'0'61'0,"0"0"-60"15,0 0-2-15,0 0-17 16,0 0 18-16,0 0 1 15,27 104 6-15,-13-53 27 16,0 9 13-16,-6-4-30 16,-4-5-2-16,-2-3-14 0,-2-10 4 15,0-9-5-15,0-7 0 16,1-5 0-16,2-7 0 16,4-6-73-16,1-4-135 15,5-10-311-15</inkml:trace>
  <inkml:trace contextRef="#ctx0" brushRef="#br0" timeOffset="259">19438 16288 879 0,'0'0'100'16,"0"0"-87"-16,0 0-13 16,94-92 0-16,-77 68 14 15,-9 0 30-15,-8-6-24 0,0 3-1 16,-1-3-18-16,-13 10-1 15,-2 4-3-15,5 7 1 16,5 8 1-16,3 1 1 16,3 2 0-16,0 27-4 15,0 16-3-15,4 12 7 16,2 6 32-16,1 2-3 16,-7 0-2-16,0 2-14 15,-7-8-12-15,-12 1-1 16,-4-14 0-16,-2-7 8 15,0-8-17-15,2-12-14 16,4-6-37-16,3-13 19 16,5 0 15-16,10-22 26 0,1-8-4 15,0-6 4-15,22 0 8 16,11 2 28-16,7 4-19 16,5 1-16-16,3 4-1 15,-3 3 0-15,-2 10-6 16,-6 4 6-16,-7 8-15 15,-3 0-99-15,-4-3-77 16</inkml:trace>
  <inkml:trace contextRef="#ctx0" brushRef="#br0" timeOffset="260">20220 16246 634 0,'0'0'161'15,"0"0"-161"-15,0 0-16 0,0 0 16 16,0 0-1-1,0 0 1-15,-28 14-2 0,26-11 2 16,1-3-1-16,-5 0 1 16,5 3 0-16,1-3 47 15,0 0-10-15,0 0 16 16,0 0-20-16,0-6 2 16,11-5-34-16,4 2-1 15,-3 2-1-15,-1 7 1 16,-5 0-2-16,-2 7-1 15,1 16 1-15,2 2 2 16,0 3 0-16,6 1 1 16,0-5 0-16,3-7-1 0,5-4 2 15,0-7-2-15,-2-3 0 16,-2-3-2-16,-7 0 2 16,-4-9 17-16,-6-12 16 15,0-2-28-15,0-5 5 16,-6 6-10-16,-4 3 1 15,2 9-1-15,4 3 2 16,3 7 24-16,1 0-26 16,0 1 0-16,13 17-8 15,2 9 8-15,-1 7 1 16,-3 5 7-16,-6 4-8 16,-5 0 1-16,0-3-1 0,-3-3 10 15,-10-9-6 1,-1-4-2-16,2-12 4 0,4-1-3 15,2-10-1-15,6-1 9 16,0-1 1-16,0-22 20 16,11-11-32-16,8-11-9 15,5-2 2-15,0 1-10 16,-2 9 15-16,-5 8 2 16,-7 11 1-16,-2 12 0 15,-8 4-2-15,3 2-3 16,3 2-13-16,0 18 15 15,5 7-1-15,1 4 3 16,5-2 2-16,1-4-2 16,4-5 0-16,2-5 0 15,1-12-4-15,-2-3 7 0,-3 0-3 16,-2-10 12-16,-6-10 14 16,-4-3-11-16,-8-7-13 15,0 1-1-15,-6-1 1 16,-16 2-2-16,-8 9 1 15,-5 2 6-15,-3 7 1 16,-1 5-8-16,4 5-5 16,7 0-83-16,12 5-131 15</inkml:trace>
  <inkml:trace contextRef="#ctx0" brushRef="#br0" timeOffset="261">20766 16286 1024 0,'0'0'99'16,"0"0"-99"-16,0 0-3 15,0 0 3-15,84 55 33 16,-47-40 2-16,5-2-3 16,0-7-21-16,-3 1 1 15,-7-7-8-15,-12 0-4 16,-7 0 0-16,-12-7 11 15,-1-16 4-15,0-4-13 16,-10-3 3-16,-2 11-6 16,4 2 3-16,4 12-2 0,4 5 3 15,0 0-3-15,0 5-15 16,18 12 9-16,7 5 6 16,5 2 1-16,-2-1 12 15,-1-7-11-15,-1-2 1 16,-7-4 4-16,-1-4-5 15,0-3-4-15,-6-3-9 16,1 0-136-16,-3-8-206 16</inkml:trace>
  <inkml:trace contextRef="#ctx0" brushRef="#br0" timeOffset="262">21424 16137 1047 0,'0'0'36'0,"0"0"-36"15,0 0-4-15,0 0 1 16,18 100 2-16,10-64 0 16,-4-2 0-16,-12 0-2 15,-12 3 2-15,0-4 0 16,-18-6 2-16,-3-10-2 15,3-7 4-15,8-5-6 16,5-5 7-16,5 0-3 0,0-12 7 16,12-15-8-1,10-5 1-15,5-6-1 0,-4-1-4 16,-4-4 2-16,-4 4-1 16,-5 5-3-16,-5 7-16 15,-3 15 19-15,-2 7 3 16,3 5 0-16,4 15-8 15,5 14-1-15,4 5 9 16,5 2 4-16,3-5-4 16,0-6-4-16,0-2 4 15,0-9 8-15,1-8-8 16,2-6 34-16,1 0 5 16,0-19 44-16,-2-5-36 15,-8-8-27-15,-9-5 6 0,-3-6-19 16,-6-7-6-1,-8-7-1-15,-14-2 0 0,-3 5-7 16,4 12-1-16,12 17 8 16,3 11 0-16,6 14-3 15,0 0 1-15,4 19-22 16,11 21 24-16,4 11 2 16,-3 7-2-16,1 5 0 15,1-7-1-15,-1-6-7 16,6-11 8-16,4-12 0 15,6-10 3-15,4-10-2 16,-1-7-1-16,-3 0 10 16,-6-11 10-16,-8-12 6 0,-8-3-10 15,-11-11-2-15,0 1-12 16,-5 10-2-16,-5 4 0 16,1 11 0-16,6 11 0 15,3 0-2-15,0 16-24 16,6 13 21-16,7 5 5 15,5-1 0-15,0-2 1 16,3-6-1-16,1-2-8 16,2-7 3-16,6-5-81 15,3-11-97-15,5 0-110 16</inkml:trace>
  <inkml:trace contextRef="#ctx0" brushRef="#br0" timeOffset="263">22604 16150 877 0,'0'0'39'0,"0"0"-39"16,-58 79 9-16,49-42 22 15,5 2-2-15,4-3-12 16,2-5-12-16,216-258-1012 109,-214 167 1007-109,-2 2 0 0,1 9 0 16,2 9 0-16,2 15 0 16,2 3 0-16,1 10 0 15,6 5 991-15,-16 7-920 16,0 0-71-16,0 0-8 15,99 44 8-15,-81-10 1 16,-11 8-1-16,-7 7-1 16,0-3 0-16,-14-2-11 15,-9-8-5-15,-7-4-47 16,-6-11-24-16,-5-4-62 0,5-14-316 16</inkml:trace>
  <inkml:trace contextRef="#ctx0" brushRef="#br0" timeOffset="264">22786 15879 740 0,'0'0'48'0,"0"0"-25"16,0 0-22-16,0 0-1 15,0 0 6-15,0 0-3 16,22 27 0-16,-11 0 20 16,3 9 19-16,-7 14-2 15,-3 9 9-15,-4 4-20 16,0 0-14-16,0-8 1 16,-4-9-12-16,4-10-4 15,0-8 0-15,0-9 0 16,0-5 8-16,2-11-8 15,4 0-2-15,-1-3-6 16,4 0-8-16,-3-14-5 16,1-8-92-16,-2-4-120 0,-2-3-236 15</inkml:trace>
  <inkml:trace contextRef="#ctx0" brushRef="#br0" timeOffset="265">22589 16181 738 0,'0'0'151'0,"0"0"-19"16,0 0-83-16,112 0-46 16,-13-11 7-16,17-5 1 0,-6-4-11 15,-18 6-1-15,-18 1-1 16,-25 7-23-16,-27-8-184 15</inkml:trace>
  <inkml:trace contextRef="#ctx0" brushRef="#br0" timeOffset="266">2602 17325 780 0,'0'0'104'0,"0"0"-62"16,0 0-30-16,0 0-3 16,0 0-7-16,0 0-2 15,0 0 0-15,-3-2 0 16,3 2 7-16,0 0-12 15,0 0 11-15,0 0-5 16,0 0 1-16,-3 0 11 16,1 2 1-16,-4 3 7 0,6 1-2 15,-8 1-18-15,6 2 0 16,-1 11-1-16,0 10 4 16,0 10 0-16,3 13-4 15,0 6 4-15,3 3 7 16,10 1 2-16,-2-2-9 15,-2-13-2-15,-4-12 2 16,0-10-4-16,1-8-1 16,-3-8 1-16,-3-1-1 15,0-5 1-15,0-1 0 16,0-3 2-16,0 0 5 16,0 0 5-16,0 0 45 0,-14-6 8 15,-8-12-42-15,-6-14-11 16,-2-13-8-1,2-19-4-15,4-12-14 0,12-4-2 16,12-1-6-16,9 12 10 16,26 20 11-16,5 22-7 15,3 23-4-15,-9 6 2 16,-4 32 2-16,-8 10 5 16,-5 12-9-16,-14 5 12 15,-3 3 0-15,-3-3 1 16,-17-6-3-16,1-16-6 15,0-10-31-15,-1-15 16 16,-4-11-38-16,-4-3-62 0,-5-19-164 16</inkml:trace>
  <inkml:trace contextRef="#ctx0" brushRef="#br0" timeOffset="267">3040 17577 408 0,'0'0'394'0,"0"0"-363"0,100 51 8 16,-67-26-1-1,-3-1-1-15,-2 2-26 0,-7-6-9 16,-3-3 2-16,-2-5-2 15,-5-3-2-15,-2-4 0 16,-6-5-40-16,-3 0-72 16,0-20-17-16,-18-11-432 15</inkml:trace>
  <inkml:trace contextRef="#ctx0" brushRef="#br0" timeOffset="268">3148 17524 734 0,'0'0'59'0,"0"0"-59"16,0 0-124-16</inkml:trace>
  <inkml:trace contextRef="#ctx0" brushRef="#br0" timeOffset="269">3468 17515 783 0,'0'0'72'16,"0"0"-44"-16,0 0 4 15,81 89 20-15,-60-60-38 16,-6-2 11-16,-2-8-11 15,1-4-8-15,-1-6-8 16,-4-9 9-16,0 0-4 16,-2-11 1-16,-2-14 47 15,-5-6-3-15,0-1-40 16,0-2-8-16,0 5-7 16,0 5-102-16,3 2-92 0,19 2-26 15,5 3-211 1</inkml:trace>
  <inkml:trace contextRef="#ctx0" brushRef="#br0" timeOffset="270">3852 17414 82 0,'0'0'603'16,"0"0"-507"-16,0 0-11 15,10 86-8-15,2-52-24 16,6-4-25-16,3-7-4 16,3-4-13-16,1-10-5 15,-1-7 5-15,-9-2 8 16,-2 0 8-16,-11 0 17 15,-2-13 59-15,-5-4-24 16,-20-6-66-16,-5 6-13 16,-3-1-33-16,5 8-52 15,7-1-30-15,12-2-92 0,9-7-431 16</inkml:trace>
  <inkml:trace contextRef="#ctx0" brushRef="#br0" timeOffset="271">4028 17169 918 0,'0'0'85'0,"0"0"-33"15,0 0-11-15,0 0-6 16,0 0-32-16,0 0-3 16,-12 30-5-16,37 17 2 0,5 9-4 15,1 2 6-15,4-2 2 16,2-3 1-16,-1-7 6 15,-2-5 0-15,-4-3-8 16,-3-8-5-16,-2-6 5 16,-4-7 10-16,-9-8-10 15,-6-1-11-15,-6-6-58 16,-3-2-65-16,-27 0 16 16,-12-5-368-16</inkml:trace>
  <inkml:trace contextRef="#ctx0" brushRef="#br0" timeOffset="272">4111 17606 818 0,'0'0'216'0,"0"0"-81"16,0 0-101-16,0 0-34 16,63-89 2-16,-27 67 1 0,1 2-3 15,0 3-11-15,-4 1-90 16,0 2-101-16,-8-6-482 16</inkml:trace>
  <inkml:trace contextRef="#ctx0" brushRef="#br0" timeOffset="273">4789 17611 792 0,'0'0'32'0,"0"0"-32"0,0 0-21 16,0 0 13-16,0 0 6 16,0 0 4-16,44 0 8 15,-41 0-10-15,0 0 12 16,-3 0 6-16,0 0 44 15,0-10 23-15,-3-4-83 16,-16 5-2-16,-2 1 0 16,0 6-1-16,0 2-4 15,2 2 0-15,1 22 3 16,6 13 0-16,5 5-4 0,7 8 6 16,14-10 4-16,22-5-4 15,5-15 0-15,12-11 1 16,-1-9 0-1,-4-8 13-15,-5-16 20 0,-10-2-1 16,-13-7-10-16,-10 0-15 16,-10-8 8-16,-3 2-15 15,-18-6-1-15,-10 1-1 16,-2-1-2-16,-3 1-6 16,2 1-5-16,7 7 3 15,9 14 11-15,9 11 10 16,9 11 20-16,0 0-30 15,6 16-2-15,21 14 1 16,9 10-6-16,6 7 7 16,4-3 3-16,6 0-3 0,-4-11 2 15,1-3-1-15,-4-7-1 16,-8-13 0-16,-13-5 4 16,-5-5 0-16,-8 0-4 15,-4 0 3-15,-7-12 50 16,0-17 62-16,-7-8-104 15,-10-9-10-15,-14-6 0 16,-5-4-1-16,-1-4-44 16,4 4-4-16,12 15 38 15,8 14 8-15,10 19 2 16,3 8 0-16,16 13-18 16,14 16 16-16,10 12 2 15,-1 10 36-15,-1 0 16 0,-3 2-47 16,-2-5 5-16,-5-1-7 15,-11-7-3-15,-1-7 7 16,-7-8-7-16,-9-5-56 16,0-10-45-16,-17-6-81 15,-18-4-198-15</inkml:trace>
  <inkml:trace contextRef="#ctx0" brushRef="#br0" timeOffset="274">5082 17568 948 0,'0'0'182'15,"0"0"-180"-15,0 0-2 16,0 0 0-16,91-70 3 16,-58 53-2-16,-3-2-2 15,-1 2-8-15,0 0 8 0,-9 0-24 16,-1 0-7-16,-3 2-11 16,-7 2 4-16,-4 7 7 15,-2 1 32-15,-3 5 16 16,0 0 31-16,3 0-11 15,-1 5-19-15,9 12-16 16,1 5 19-16,12 4 4 16,4 0-7-16,5 1-2 15,0-5 6-15,-8 2-8 16,-4-1-3-16,-12 0-3 0,-9 5 1 16,0 2-3-1,-6-1-3-15,-15-2-2 0,-4-5-44 16,1-8-86-16,-4-14-300 15</inkml:trace>
  <inkml:trace contextRef="#ctx0" brushRef="#br0" timeOffset="275">5494 17416 535 0,'0'0'145'0,"0"0"-114"16,-57-93-26-16,25 50 8 0,3-3-13 15,-6-1-4-15,5-3 4 16,4 11 2-16,5 13 33 15,12 6 12-15,2 13 28 16,4 7 37-16,3 0-76 16,0 0-30-16,0 14-2 15,22 25-4-15,11 20 4 16,13 18 29-16,5 8-17 16,6 0 17-16,1-3-8 15,-3-10-22-15,-7-10 4 16,-8-17-2-16,-7-11-5 15,-11-17-5-15,-10-7 5 16,-5-4 1-16,-4-6-1 16,-3-3-30-16,0-20-24 15,-30-10-140-15</inkml:trace>
  <inkml:trace contextRef="#ctx0" brushRef="#br0" timeOffset="276">5291 17488 1019 0,'0'0'86'16,"0"0"-86"-16,0 0 0 16,97-39 1-16,-48 9 4 15,2 2 0-15,-8 6-5 16,-10 13-5-16,-8 2-62 16,-8 7-144-16,-8 0-314 15</inkml:trace>
  <inkml:trace contextRef="#ctx0" brushRef="#br0" timeOffset="277">6219 17559 822 0,'0'0'109'0,"0"0"-105"16,0 0-3-16,0 0 1 16,-77 74-2-16,77-42 0 15,2 2 15-15,25 0 4 16,6-6-2-16,6-6-11 16,-2-10-6-16,3-8 1 0,-7-4 10 15,-6-1 10 1,-6-16 3-16,-11-4-8 0,-7-6 15 15,-3-2-27-15,-6-5 5 16,-19 1-18-16,1 7 15 16,-1 2-9-16,4 10 4 15,12 9-1-15,9 5 6 16,0 0-3-16,6 9-3 16,21 10-5-16,7 5 1 15,6 1 8-15,4-3-9 16,-4-7 3-16,0-7 2 15,-7-6 5-15,-5-2 0 16,-11-2-1-16,-7-15-2 16,-7-3 9-16,-3-5-11 15,-13-2-1-15,-14 3-17 0,2 3-14 16,5 9 23-16,8 5 9 16,12 7 38-16,0 0-32 15,24 4-6-15,19 19 2 16,7 7 4-16,8 2 11 15,-6 7-4-15,-3-1-9 16,-13-1-1-16,-14 2-3 16,-16 0 2-16,-6-2-2 15,-33-6 0-15,-8-6-8 16,-11-11-85-16,3-14-164 0</inkml:trace>
  <inkml:trace contextRef="#ctx0" brushRef="#br0" timeOffset="278">7108 17481 882 0,'0'0'96'0,"0"0"-96"16,0 0 0-16,4 106 24 15,26-60 0-15,3 3-6 16,3-7-14-16,-2-3 3 16,-4-7-3-16,-8-9-3 15,-8-14 0-15,-7-4 4 16,-4-5 1-16,-3 0 11 15,0-2 72-15,-13-20-10 16,-3-10-79-16,5-11-9 16,11-3 6-16,0 4-5 15,10 8 5-15,13 7 3 0,2 13 0 16,2 11-2-16,0 3-1 16,-2 10-4-16,-1 14 5 15,0 6 1-15,-3-1 1 16,-2-5 0-16,-7-5-2 15,-8-10 2-15,-1-5 11 16,-3-4-10-16,0 0 7 16,-3-1 33-16,-7-20-28 15,1-8-13-15,9-3-14 16,0 0 2-16,3 4 4 0,12 9 3 16,3 12 3-1,-3 7 0-15,1 0-5 0,3 17 7 16,5 13 0-16,2 4 11 15,-6 0-11-15,-1 0 1 16,-3-6 2-16,-7-3-3 16,-2-8-13-16,1-10-94 15,-8-7-138-15</inkml:trace>
  <inkml:trace contextRef="#ctx0" brushRef="#br0" timeOffset="279">7958 17643 776 0,'0'0'149'0,"0"0"-137"0,0 0-12 15,0 0 35-15,0 0 27 16,0 0-17-16,81-27-22 15,-62 12-4-15,-7 1-19 16,-8-3 1-16,-4 5 2 16,0 3-3-16,-16 7-5 15,-14 2-1-15,-4 7 3 16,4 17 1-16,4 9 2 16,16 4 9-16,7 2-9 15,3-3 2-15,9-3 8 16,15-6-10-16,1-10-1 15,11-5 1-15,3-6 0 16,6-6-43-16,1-3-290 0</inkml:trace>
  <inkml:trace contextRef="#ctx0" brushRef="#br0" timeOffset="280">8340 17567 913 0,'0'0'134'16,"0"0"-133"-16,0 0-1 16,-74 100 4-16,74-68-4 15,10-2 1-15,17-7 11 16,3-6-8-16,7-7 0 16,-4-8 13-16,5-2-11 15,-5-2 11-15,-9-17 13 0,-3-5-7 16,-8-6 1-16,-11-3-14 15,-2-9 4-15,-6-2-13 16,-15-2-2-16,-9 3 1 16,-3 0-4-16,2 7-7 15,4 6 11-15,8 13 0 16,9 7 1-16,6 8 9 16,4 2-9-16,0 12-1 15,6 18-11-15,11 13 10 16,6 7 1-16,3 3 0 15,4 3-3-15,-2-3 3 16,-1-5-1-16,-1-10 1 16,2-10 0-16,-6-9 3 0,2-10-2 15,-8-3-1-15,1-6 4 16,-4 0 10-16,-1-10-12 16,-2-12 13-16,4-2-15 15,1 1-13-15,1 3 11 16,5 8-33-16,-3 8 26 15,0 4 8-15,3 0 2 16,-2 14 8-16,5 5 9 16,-1 4-1-16,-1 0-11 15,-2-4 1-15,0-2-4 16,-5-4-3-16,-5-7 2 16,1-3-4-16,-5-3-86 0,0-5-169 15,0-17-425-15</inkml:trace>
  <inkml:trace contextRef="#ctx0" brushRef="#br0" timeOffset="281">8996 17547 1097 0,'0'0'198'0,"0"0"-184"16,0 0-14-16,0 0-10 15,0 0-30-15,0 0-58 16,-41 23-56-16,54-15-298 15</inkml:trace>
  <inkml:trace contextRef="#ctx0" brushRef="#br0" timeOffset="282">9224 17594 975 0,'0'0'130'15,"0"0"-119"-15,0 0 63 16,0 0-22-16,0 0-29 16,0 0-7-16,-29 1-16 15,18 35-4-15,5 7 1 16,6-1 2-16,0-6 1 16,24-7 7-16,0-8-7 15,13-8-8-15,-1-9 3 0,-3-4 5 16,-2-1 8-16,-4-15-4 15,-10-3 1-15,-9-5 8 16,-7-3-12 0,-1-2 2-16,-1 0 1 0,-9 10-2 15,4 9 26-15,3 5-2 16,3 5-8-16,0 0-18 16,0 3-1-16,11 16-6 15,4 4 2-15,0 4 5 16,2 1 3-16,-5-2-3 15,3-4-85-15,3-10-106 0,0-4-72 16,3-8-293 0</inkml:trace>
  <inkml:trace contextRef="#ctx0" brushRef="#br0" timeOffset="283">9603 17643 1054 0,'0'0'180'16,"0"0"-171"-16,0 0-9 15,0 0-2-15,0 0-3 16,0 0 5-16,30 69 0 16,-20-49-1-16,4-6 1 15,-8-8-1-15,-3 1 1 16,-3-7 0-16,0 0 0 16,0 0 11-16,0-16 29 0,0-11-40 15,2-5 4 1,19 1-8-16,11 1 10 0,1 11-15 15,-2 11 5-15,-4 8 4 16,-6 0 10-16,0 20-2 16,-6 9 0-16,-1 3 3 15,-1 3-1-15,-10-1 7 16,1-4-13-16,-4-6-4 16,0 0-4-16,0-4-1 15,0-6-74-15,-4-11-225 16</inkml:trace>
  <inkml:trace contextRef="#ctx0" brushRef="#br0" timeOffset="284">10542 17319 786 0,'0'0'75'0,"0"0"-68"16,46 89 41-16,-20-31 40 16,6 3-34-16,-2 2-24 0,-4-5 9 15,0-3-15-15,-8-12 2 16,0-6-15-16,-6-12-7 15,-2-6 1-15,-6-8 3 16,-2-8-8-16,-2-3-69 16,0 0-117-16,-25-14-238 15</inkml:trace>
  <inkml:trace contextRef="#ctx0" brushRef="#br0" timeOffset="285">10338 17712 483 0,'0'0'698'0,"0"0"-698"16,0 0-38-16,0 0 38 16,108 0-3-16,-54-20 3 0,4-7 3 15,1-1 17-15,-4 2-18 16,-15-1-2-16,-10 2-17 16,-8 3-13-16,-10 5 30 15,-8 6-2-15,-1 4 4 16,-3 3 8-16,0 4 14 15,0 0-16-15,0 0-8 16,6 0-6-16,4 0 0 16,10 12 6-16,2 12 0 15,4 6 18-15,-1 7-4 16,2-4-11-16,-5 6-3 0,-1-7 9 16,-6-2-7-1,-3-4-1-15,0-1-1 0,-6-6 5 16,0-5-9-16,-3-4 7 15,0-4-3-15,-3-6 1 16,0 0 9-16,2 0-7 16,1-16-1-16,0-8 4 15,2-5-6-15,-1 9-21 16,0 6 18-16,2 8-2 16,1 6 4-16,2 3 0 15,9 17 1-15,5 7 0 16,3-4 4-16,1 0-4 15,3-7 8-15,1-10-8 0,2-6 0 16,3 0 8 0,-8-6-7-16,0-14 2 0,-10-3-6 15,-10 1 1 1,-8 1-15-16,0 9-6 0,0 1 23 16,0 8 36-16,0 3-5 15,0 0-30-15,0 3-1 16,6 8-12-16,7 1 12 15,2 2-3-15,6-4 1 16,-6-6-93-16,6-4-180 16,-6-1-547-16</inkml:trace>
  <inkml:trace contextRef="#ctx0" brushRef="#br0" timeOffset="286">11562 17564 1074 0,'0'0'246'15,"0"0"-246"-15,0 0-1 16,0 0-2-16,0 0 6 16,0 0-3-16,82 73 9 15,-63-48-3-15,-6 0-4 16,1-6 0-16,-8-5 3 16,-3-8-5-16,-3-3 7 15,0-3-2-15,0 0 24 16,-6 0 10-16,-5-20-21 15,10-7-6-15,1-12 4 16,18 0-14-16,18-1-2 16,-1 10-3-16,1 13 2 0,-4 8-2 15,-12 9 1-15,3 0-8 16,-5 16 7-16,3 8 2 16,-5 5-1-16,-3 0 0 15,-2-2 2-15,1-5 4 16,-7-4-3-16,-5-9 4 15,0 1-5-15,0-6-99 16,0-4-136-16,0 0-255 16</inkml:trace>
  <inkml:trace contextRef="#ctx0" brushRef="#br0" timeOffset="287">12767 17445 581 0,'0'0'287'0,"0"0"-277"15,0 0-10-15,0 0 8 16,0 0 39-16,0 0-41 15,0 13 5-15,0 15-9 16,9 5 52-16,4 4-16 16,4 1-13-16,0-6-24 15,6-5 7-15,-5-6-7 16,6-8-1-16,-1-8 4 16,3-5-1-16,-5-2 4 0,0-15-5 15,-5-11 2-15,-10-2 3 16,-3-1-14-16,-3 1-4 15,0 5 7-15,0 13 1 16,0 7 3-16,0 5 17 16,0 0-17-16,6 8-1 15,15 12-1-15,7 4 2 16,5-1 3-16,6-4-3 16,0-8 0-16,-4-5 7 15,-1-6-7-15,-9 0 0 16,-9-3 12-16,-10-13 16 15,-6-4 25-15,-8-6-22 16,-20-3-13-16,-10 2 4 0,-1-3-16 16,0 3-12-1,4 1-24-15,15 1-103 16,17 3-102-16,3-1-155 0</inkml:trace>
  <inkml:trace contextRef="#ctx0" brushRef="#br0" timeOffset="288">13381 17379 615 0,'0'0'129'16,"0"76"-89"-16,0-33 37 15,0-7-23-15,5 0 10 16,12-5-13-16,9-12-22 16,4-5-9-16,0-8-5 15,-8-6 23-15,-6 0 12 0,-2-9 27 16,-14-11-18-16,0-4-6 15,-8-5-42-15,-10 0-11 16,1 0-5-16,-4-1-61 16,6 2-138-16,6 5-189 15</inkml:trace>
  <inkml:trace contextRef="#ctx0" brushRef="#br0" timeOffset="289">13700 17455 797 0,'0'0'230'16,"0"0"-185"-16,0 0 25 0,0 0 13 16,64 74-52-16,-54-54-23 15,-4 1 9 1,4-1 4-16,-1-6-11 0,-4-3-6 16,5-9-3-16,-10-2-1 15,0 0 8-15,0 0 25 16,0-11 66-16,0-14-41 15,0-9-58-15,3 2-14 16,3-4-78-16,4 6-65 16,13 4-43-16,0 2-142 15</inkml:trace>
  <inkml:trace contextRef="#ctx0" brushRef="#br0" timeOffset="290">14041 17372 740 0,'0'0'140'16,"0"0"-58"-16,0 77-7 15,0-45-33-15,9 2-27 16,6 0 13-16,2 4 23 16,3-5-36-16,-7 0-9 15,-4-9-4-15,-3-7-2 16,-1-8-1-16,-5-6 1 16,0-3 7-16,0 0 13 15,0 0 70-15,3-7-7 16,0-18-39-16,7-6-30 15,-3-11-11-15,4-5-3 16,1 1 4-16,-7-7-3 0,-1-3-1 16,-4-3 0-16,0 6 0 15,0 5-19 1,0 19-6-16,0 14 11 0,0 10 1 16,0 5 13-16,6 9-13 15,8 29-12-15,8 5 25 16,-2 10 2-16,6 5 24 15,-8-8-3-15,2-1-16 16,0-5-4-16,-7-8-3 16,4-2 1-16,-8-14-7 15,-3-4-3-15,-2-8-51 16,-4-6-97-16,0-2-44 16,-4 0-72-16</inkml:trace>
  <inkml:trace contextRef="#ctx0" brushRef="#br0" timeOffset="291">14266 17519 1058 0,'0'0'204'0,"0"0"-153"16,0 0-43-16,100-85-8 15,-59 62 0-15,-2 3-1 16,-6 8-35-16,-10-2-142 16,-10 4-166-16</inkml:trace>
  <inkml:trace contextRef="#ctx0" brushRef="#br0" timeOffset="292">15046 17347 607 0,'0'0'325'0,"0"0"-285"16,0 0-40-16,-93-4 0 15,74 8 42 1,6 15 4-16,5 11-25 0,8 12 7 16,0 8 10-16,14 2 11 15,11-2-33-15,6-7-16 16,7-14 3-16,5-7 2 15,-1-12-10-15,4-8-22 16,-5-2-35-16,-2-9-55 16,-9-16-143-16</inkml:trace>
  <inkml:trace contextRef="#ctx0" brushRef="#br0" timeOffset="293">15290 17449 869 0,'0'0'101'15,"0"0"-97"-15,-15 88 51 16,15-58-9-16,5-3-42 16,16-7 2-16,-2-6 3 15,7-6-2-15,-1-8 3 16,-1 0 2-16,-6-5-9 16,-7-15 3-16,-4-7 4 15,-7-6-10-15,0 2 0 16,0 6-5-16,-15 8 3 0,7 8 2 15,4 6 13 1,4 3-6-16,0 0-7 16,0 12-2-16,13 8-4 0,7-1-1 15,-1 1 7-15,1-9 3 16,0-3 0-16,-5-5 4 16,2-3 5-16,-10 0 3 15,-1-12 7-15,-3-8-9 16,-3-7-13-16,0 2-5 15,-4-1 2-15,-1 5-27 16,1 12 18-16,4 3 12 16,0 6-1-16,7 1-5 15,11 19 0-15,3 12 3 16,-2 0 3-16,1 7 11 16,-5-3-2-16,1-5-1 0,1-4-7 15,-6-15-1 1,-2-5 3-16,-2-7-3 0,6-2 9 15,-1-23 42-15,-1-8-36 16,-2-3-13-16,-1-1-4 16,-3 6-19-16,-2 3 21 15,0 12 0-15,1 12 9 16,-4 4 16-16,3 0-25 16,4 20-7-16,4 12 7 15,4 9 18-15,-6 1-4 16,4 1-13-16,-1-6 1 15,1-11-1-15,-2-11 11 16,-7-5-12-16,1-10 0 0,1 0 4 16,0-14-3-16,2-16 23 15,2-13-24-15,-7-1-5 16,-3-2-8-16,0 7-11 16,0 9 2-16,0 10 22 15,0 14 43-15,0 6-2 16,0 0-31-16,0 9-10 15,0 16-14-15,7 4 11 16,14 3 2-16,6-1 2 16,3-5 1-16,1-6-2 15,0-10-15-15,-4-10-93 16,-10 0-183-16</inkml:trace>
  <inkml:trace contextRef="#ctx0" brushRef="#br0" timeOffset="294">16548 17404 590 0,'0'0'315'0,"0"0"-249"0,0 0-64 15,0 0-1-15,-78 86 32 16,78-39 27-16,0 3-28 16,5-4-8-16,19-6-15 15,-1-10-7-15,6-9-1 16,1-9 1-16,-2-8-2 15,3-4-1-15,1-4-65 16,2-19-175-16</inkml:trace>
  <inkml:trace contextRef="#ctx0" brushRef="#br0" timeOffset="295">16806 17509 911 0,'0'0'144'16,"0"0"-140"-16,-45 72-5 15,45-42 8-15,0-7-7 16,18-3 22-16,14-9-11 16,-1-3 2-16,-1-8-1 15,-6 0-9-15,-8 0 13 16,-11-13-6-16,-5-7 30 16,-4-4-21-16,-18-2-16 15,-3 0-3-15,-1-1-71 16,11-1-172-16,7 0-640 15</inkml:trace>
  <inkml:trace contextRef="#ctx0" brushRef="#br0" timeOffset="296">17042 17449 615 0,'0'0'411'0,"0"0"-396"15,0 0-10-15,29 80 40 16,-21-48-20-16,3-3-7 15,-4-2 9-15,3-4-16 16,-2-6-10-16,-6-7-1 16,2-4 0-16,-2-6 7 15,-2 0-5-15,3-18 25 16,7-11-9-16,0-7-18 16,11 2-7-16,4 7-13 0,0 10 9 15,-2 10 0-15,-5 7 5 16,0 0-5-16,-11 3 0 15,1 13-3-15,-2 1 13 16,-5 0 1-16,1-7-1 16,-1-5 1-16,-1-5 0 15,4 0 0-15,9-6 1 16,4-14 8-16,10 0-3 16,3 3-5-16,-4 9 37 15,-9 8-15-15,-9 0-5 16,-4 3-15-16,1 12 5 15,-4 9-5-15,-1-1 1 0,0 0-4 16,0 1-18-16,0-15-144 16,5-6-270-1</inkml:trace>
  <inkml:trace contextRef="#ctx0" brushRef="#br0" timeOffset="297">17537 17472 1034 0,'0'0'246'0,"0"0"-246"16,0 0-12-16,0 0 9 16,37 75 2-16,-14-35 1 15,-1 4 9-15,5-2 4 16,-4-3-9-16,-4-2-4 0,-10-7-1 16,-2-11 1-1,-4-9 1-15,-3-6 5 0,0-4-6 16,0 0 29-16,-13-2 36 15,-9-17-37-15,-4-11-24 16,-3-11 1-16,9-14-2 16,9-6 0-16,11-3-3 15,11 2 0-15,18 12-12 16,4 16 10-16,-4 14-6 16,-7 15 3-16,-10 5-3 15,0 13 1-15,-9 16-1 16,-3 9-3-16,-3 8 11 15,-24-1 0-15,-5-1-7 16,0-5-35-16,-1-9-82 0,7-13-134 16,9-14-666-16</inkml:trace>
  <inkml:trace contextRef="#ctx0" brushRef="#br0" timeOffset="298">18026 17481 1192 0,'0'0'219'15,"0"0"-208"-15,0 0-11 16,0 0-4-16,0 0 4 16,0 0-6-16,-59 46-49 0,56-36-166 15,3-8-407-15</inkml:trace>
  <inkml:trace contextRef="#ctx0" brushRef="#br0" timeOffset="299">17752 17072 825 0,'0'0'147'16,"0"0"-147"-16,0 0 12 15,17 87-7-15,4-22 57 16,3 7-20-16,5-2 2 0,4-3 9 16,-2-11-32-16,-1-4-21 15,-3-12 1-15,-7-10 7 16,-5-8-8-16,-1-10 0 15,-8-9-42-15,-5-3-245 16</inkml:trace>
  <inkml:trace contextRef="#ctx0" brushRef="#br0" timeOffset="300">18129 17481 1109 0,'0'0'356'0,"0"0"-302"15,0 0-37-15,0 0 1 16,0 0-18-16,0 0-3 0,-42 0-3 16,42 0-80-16,0 7-157 15,0-7-254-15</inkml:trace>
  <inkml:trace contextRef="#ctx0" brushRef="#br0" timeOffset="301">18571 17449 945 0,'0'0'148'0,"0"0"-148"15,0 0-2-15,0 0 0 16,0 0 1-16,0 0-8 16,-30 56 9-16,30-32 1 15,3 1 4-15,14-6-5 16,7-2 8-16,4-9 1 15,-1-5 26-15,-2-3 2 16,-3-3-5-16,-5-11 0 16,-10-6-10-16,-4-4-19 15,-3 1 6-15,0 1-9 16,-15-1-2-16,-1 6-7 16,6-2 9-16,2 5 0 15,6-6-5-15,2-5-7 0,0-3-22 16,0-5 9-16,5 4-2 15,-4 3 18-15,2 11 2 16,-3 8 7-16,2 7 16 16,5 0-16-16,5 7 0 15,7 20-5-15,5 10 5 16,3 8 24-16,-2 6 3 16,1 4-7-16,-6 1-7 15,-6-3-9-15,-4 0-4 16,-4-9 9-16,-6-12-7 0,0-8-2 15,0-15 0 1,0-5 13-16,0-4-6 0,2 0 14 16,6-10 23-16,14-17-19 15,10-12-25-15,9-4 0 16,3 7-4-16,-5 4 4 16,-10 10-24-16,-7 4-30 15,-10 7-45-15,0 1-165 16</inkml:trace>
  <inkml:trace contextRef="#ctx0" brushRef="#br0" timeOffset="302">19655 17379 818 0,'0'0'260'15,"0"0"-260"-15,-84-27-61 0,53 24 61 16,3 3 5-16,2 0 12 16,4 13 6-16,6 16-19 15,6 8 0-15,9 4-3 16,1-5-1-16,9-4-6 16,12-10-5-16,9-8 4 15,-1-10 4-15,1-4 3 16,0-10 13-16,-6-13-10 15,-4-6 6-15,-11-5-8 16,-4 2 2-16,-5-6 0 16,0 9-1-16,0 9 13 15,0 10 4-15,-1 10 7 16,1 0-17-16,0 20-9 0,0 24-4 16,0 12 4-1,0 11 23-15,0 0-15 0,0-3 28 16,0-5-19-16,3-9 20 15,6-14 17-15,1-10-31 16,5-6-3-16,2-11-3 16,7-9-15-16,5 0-2 15,6-18-28-15,1-15-74 16,1-10-150-16,-15-9-192 16</inkml:trace>
  <inkml:trace contextRef="#ctx0" brushRef="#br0" timeOffset="303">20004 17399 448 0,'0'0'571'0,"0"0"-530"15,0 0-40-15,0 91 91 16,0-54-49-16,0-3-23 15,0-1-8-15,12-7-7 16,0-6 3-16,9-10-1 16,1-10-3-16,1 0 4 15,2-13 25-15,-3-13-11 16,-7-8-14-16,-5-4-8 16,-7-3-9-16,-3 5 4 15,0 7-6-15,0 12 9 0,0 7 2 16,0 10 27-16,0 0-27 15,0 10-11-15,0 12-6 16,6 9 17-16,8-2 4 16,2 0-1-16,7-9-1 15,-4-6-1-15,7-5 15 16,-1-9-4-16,0 0 8 16,-1-6-1-16,-6-14-10 15,0-2 1-15,-3 0-7 16,-4 8-2-16,-4 3 3 15,-4 11-8-15,0 0 4 0,0 0-8 16,5 6 3-16,1 11 5 16,-1 0 9-16,2-1-7 15,-1 0 2-15,-3-5-2 16,-1-2-2-16,-2-8 0 16,-2-1-17-16,1 0-40 15,-2-1-34-15,1-15-42 16,1-6-72-16,-2-5 155 15,0 3 41-15,0-5 18 16,0 3 2-16,0 2 99 16,0 4-19-16,-2 4 5 15,-1 6-96-15,2 4-19 16,1-1-271-16</inkml:trace>
  <inkml:trace contextRef="#ctx0" brushRef="#br0" timeOffset="304">20757 17302 958 0,'0'0'77'15,"-100"12"-77"-15,63 18 0 16,15 5 60-16,12 2 22 15,10 2-53-15,0 1-8 16,17-4-2-16,9-3-13 0,6-10-3 16,0-6 3-16,-1-7-12 15,-3-10-6-15,-2 0-51 16,-4-13-27-16,-6-11-81 16,-2-6-91-16</inkml:trace>
  <inkml:trace contextRef="#ctx0" brushRef="#br0" timeOffset="305">20936 17098 1169 0,'0'0'141'16,"0"0"-141"-16,0 0-8 16,29 120 3-16,-23-62 5 15,4 6 9-15,0-5 20 0,5-9-16 16,3-4-8-16,0-12-5 15,2-7-2-15,-3-13 2 16,0-7 4-16,0-7-2 16,1-4 5-16,-3-18 7 15,0-10-14-15,-6-8-1 16,-4-3-30-16,-5-2-15 16,1 14 2-16,-1 11 38 15,0 10 2-15,3 10 4 16,5 0-3-16,1 19 2 15,1 6 1-15,-1 7 23 0,1 0-11 16,-2-1-10-16,1-5-2 16,-4-6-32-16,-1-8-251 15</inkml:trace>
  <inkml:trace contextRef="#ctx0" brushRef="#br0" timeOffset="306">21481 17266 498 0,'0'0'714'0,"0"0"-714"16,0 0-43-16,0 0 28 0,-30 79 10 16,60-45 4-16,1 1 1 15,0 0 0-15,-12 2 3 16,-12-8 0-16,-7-3-1 15,-2-3 0-15,-17-6 18 16,-5-4-12-16,-5-3-5 16,1-10-3-16,4 0-64 15,11-3-169-15</inkml:trace>
  <inkml:trace contextRef="#ctx0" brushRef="#br0" timeOffset="307">21776 17330 795 0,'0'0'238'16,"0"0"-236"-16,-42 76 6 15,38-44-4-15,4-1 7 16,3-2 21-16,18-8-11 16,1-6-12-16,0-9-8 15,-5-5 43-15,-1-1 39 16,-9-1-17-16,-5-15-14 15,-2-3-46-15,-2-5-6 16,-14 1-45-16,3 1-101 16,2-1-71-16,5 1-229 15</inkml:trace>
  <inkml:trace contextRef="#ctx0" brushRef="#br0" timeOffset="308">21932 17343 545 0,'0'0'334'0,"0"0"-307"0,0 0 51 15,36 76 27-15,-24-53 3 16,0 4-38-16,0-1-12 16,1-4-28-16,-2-2-29 15,-3-10 3-15,-1-3-2 16,-6-5-2-16,1-2 8 16,-1 0 23-16,5-12 37 15,3-12-25-15,6-8-43 16,0-7-15-16,0-6-68 15,-1 1-94-15,-3-3-140 0,3 0-600 16</inkml:trace>
  <inkml:trace contextRef="#ctx0" brushRef="#br0" timeOffset="309">22270 17120 860 0,'0'0'209'0,"0"0"-204"16,0 0 115-16,16 95-10 15,-10-49-28-15,-1 3-36 16,1 1-7-16,-2-8-20 16,-1-3-15-16,1-8 1 15,-2-5-5-15,-2-12-1 16,0-4-12-16,0-5-68 0,-17-5-53 16,-12 0-79-16,-4-18-346 15</inkml:trace>
  <inkml:trace contextRef="#ctx0" brushRef="#br0" timeOffset="310">22227 17377 1146 0,'0'0'189'0,"85"-50"-109"16,-35 25-39-16,-2 3-40 15,-10 0 0-15,-3 5-1 16,-8 3-55-16,-8-3-109 16,-7-2-381-16</inkml:trace>
  <inkml:trace contextRef="#ctx0" brushRef="#br0" timeOffset="311">23239 16995 237 0,'0'0'211'0,"0"0"-98"16,0 0-3-16,0 0-27 16,0 0-25-16,0 0 7 15,0-9 12-15,0 9-13 16,0-3-14-16,0 3 1 16,0 0 12-16,0 0-14 0,-3 0-30 15,0 0 8 1,-5 0-13-16,-2 0-14 0,-6 3 0 15,-8 16-2-15,-7 12 2 16,-2 12 2-16,1 9 6 16,7 4 10-16,7 5-4 15,9-5-7-15,8 0 2 16,1-14-7-16,9-8 2 16,16-8-4-16,8-7 1 15,4-10 6-15,8-7-7 16,1-2 5-16,3-3 3 15,1-11 2-15,-9-3 20 0,-8-3-10 16,-7-2-20 0,-14-3 11-16,-5-3-6 0,-7-2 0 15,0-10 2-15,-18-2-7 16,-4-2 1-16,-3-4 2 16,-1 2-3-16,-1 5 0 15,2 2 0-15,-1 11 0 16,0 15-4-16,-7 13-1 15,-7 0-12-15,-4 30 7 16,-2 10 10-16,9 6-6 16,10 6 7-16,15 3-4 15,12-7 3-15,15-6-12 16,27-11 10-16,14-15 2 16,10-8 1-16,-2-8 4 15,-6 0-10-15,-10-15-24 0,-12 0-56 16,-14-11-175-16,-12-5-699 15</inkml:trace>
  <inkml:trace contextRef="#ctx0" brushRef="#br0" timeOffset="312">23885 16860 806 0,'0'0'140'16,"0"0"-137"-16,0 0 30 15,-79-25 11-15,46 25-35 16,0 6-6-16,5 22 31 15,6 10 8-15,5 16 8 16,7 4-6-16,5 9-19 16,4 1-22-16,1-4 7 15,0-5-4-15,4-9-5 16,11-11-1-16,2-11 0 16,6-6-7-16,-1-10-13 15,-2-12-141-15,-2 0-149 16</inkml:trace>
  <inkml:trace contextRef="#ctx0" brushRef="#br0" timeOffset="313">23855 17054 852 0,'0'0'119'15,"0"0"-115"-15,0 0 4 16,32 77-8-16,-19-46 0 15,-1 5 45-15,0-3 7 0,-5-1-32 16,-2-5-13-16,-4-13-1 16,1-5-4-16,-2-9-1 15,0 0 31-15,0 0 47 16,-2-17 11-16,-7-10-72 16,5-8-15-16,4-1-3 15,0-2-1-15,27 9-3 16,6 6-13-16,1 9 6 15,0 11-2-15,-4 3 4 16,-3 10-3-16,-8 14 9 16,0 8 2-16,-6 6 1 15,-3 1 11-15,-5 0-4 16,-3-7-2-16,-2-4 0 0,0-6-4 16,0-8-1-1,0-6-37-15,-12-8-198 0,-1 0-209 16</inkml:trace>
  <inkml:trace contextRef="#ctx0" brushRef="#br0" timeOffset="314">24245 16866 397 0,'0'0'803'0,"0"0"-769"16,0 0-34-16,30 75-4 0,-20-29 4 15,2 6 7-15,-4-2 9 16,2 1 11-16,-2-3 4 16,-2-2-23-16,-3-11 1 15,0-8-9-15,-1-10-8 16,-2-11-79-16,0-6-172 16,0 0-60-16</inkml:trace>
  <inkml:trace contextRef="#ctx0" brushRef="#br0" timeOffset="315">24462 17034 502 0,'0'0'156'0,"0"0"-87"0,0 0 22 15,0 0-2 1,-6 94-14-16,6-70-26 0,0-2-28 15,9-1-14-15,6-8-2 16,2-3 7-16,2-4 31 16,1-6 35-16,-3 0-36 15,-3 0-18-15,-5-14 15 16,-9-6-1-16,0-2-25 16,0-6-11-16,-16 6-1 15,-8-1-2-15,2 7-1 16,2 2-1-16,5 8-46 15,5-5-98-15,6 5-142 0</inkml:trace>
  <inkml:trace contextRef="#ctx0" brushRef="#br0" timeOffset="316">24795 16948 984 0,'0'0'109'0,"0"0"-109"16,0 0-29-16,0 0 29 16,0 0-2-16,0 74 5 15,0-62-12-15,2-4 12 16,1-5-3-16,-2-3 3 0,-1 0 8 16,3 0 35-1,0-3 25-15,-2-13-71 0,4 2-5 16,-1 4 1-16,-1 0-5 15,3 8 0-15,-1 2 4 16,2 0-2-16,4 5 7 16,-3 12 6-16,3 10 15 15,-8-1 3-15,-3 7-9 16,0 4 5-16,-3-3-6 16,-15 1-2-16,-5-5-1 15,0-3-6-15,-4-8 9 16,6-3-12-16,2-7 5 0,2-1-7 15,3-8-17-15,3 0-106 16,2-3-141-16,4-20-575 16</inkml:trace>
  <inkml:trace contextRef="#ctx0" brushRef="#br0" timeOffset="317">24960 16916 1003 0,'0'0'164'15,"0"0"-164"-15,0 0-13 16,0 0 8-16,15 81 10 16,-7-56-3-16,1-4 3 15,0-2 19-15,-3-2-24 16,-3-10 1-16,0-2-1 0,-1-5 7 15,-2 0-3-15,0-2 16 16,0-15 63-16,5-12-69 16,7 0-12-16,10 1-4 15,5 0 1-15,4 11 1 16,-1 9-1-16,-4 8 1 16,-5 0 0-16,-2 3 0 15,-4 14 3-15,-2 3 0 16,-5 4 8-16,-7-2-1 15,-1-2-10-15,0 0-2 0,-6-6 2 16,-8 2 6-16,-3-7-6 16,1 1-68-16,-1-10-85 15,-2 0-133-15</inkml:trace>
  <inkml:trace contextRef="#ctx0" brushRef="#br0" timeOffset="318">24982 16500 1166 0,'0'0'95'0,"96"3"-95"16,-27 31-6-1,1 15 6-15,4 13 15 0,-8 5 19 16,-8 3 25-16,-13-1-25 15,-15-3-24-15,-17 0-1 16,-13-4-6-16,-13-2 7 16,-27 0-6-16,-12-7-4 15,-19-1-35-15,-17-9-62 16,-16-12-320-16</inkml:trace>
  <inkml:trace contextRef="#ctx0" brushRef="#br0" timeOffset="319">22516 17740 114 0,'0'0'586'16,"0"0"-568"-16,0 0-18 15,0 0-1-15,-81 0 0 16,56 9 0-16,1 1 1 16,2 0 2-16,3 0 15 15,5-3-13-15,3-3 8 16,5 1 22-16,2-5 0 16,4 0 16-16,0 0 48 15,0 0-10-15,6 0 34 16,19 0-36-16,27 0-6 15,33 0-19-15,39-7-6 0,33-12-10 16,35-4-5 0,13 0-7-16,2-6-10 0,-1 0-10 15,-9 7 12-15,-14-1-19 16,-19 7 2-16,-28 7-6 16,-35 4-4-16,-35 2-16 15,-29 3-34-15,-25 0-4 16,-12-3-8-16,-19 0-19 15,-33 3 52-15,-32 0-122 16,-37 0-106-16</inkml:trace>
  <inkml:trace contextRef="#ctx0" brushRef="#br0" timeOffset="320">22674 17931 706 0,'0'0'120'0,"-131"29"-106"16,79-15 28-16,14-5 26 16,17-6 1-16,20-3 25 15,11 0 7-15,45 0-64 16,41-12-9-16,41-14 13 16,38-6-22-16,29 1-18 15,12-2 1-15,-3 3 28 16,-10 6 13-16,-28 5 3 15,-36 3-18-15,-32 5-26 0,-36 5-4 16,-32 1-6-16,-18 4-56 16,-19-3-6-16,-2 0-21 15,-27 4 45-15,-21 0-103 16,-16 0-66-16,-12 0-260 16</inkml:trace>
  <inkml:trace contextRef="#ctx0" brushRef="#br0" timeOffset="321">8441 18121 84 0,'0'0'33'16,"0"0"-31"-16,0 0 59 16,0 0-6-16,0 0 35 15,0 0 47-15,0 0-71 16,-55 2 38-16,52-2-50 16,-7 0-45-16,4 0 35 15,-2 0-6-15,2 0-18 16,-1 0-3-16,1 0-13 15,-1 0 3-15,-1 0-7 16,5 0-1-16,-5 0 1 16,4 0 0-16,2 0 1 15,-3 0-1-15,3 0 1 0,-4 0 0 16,0 3 1 0,2-3 20-16,4 0 16 0,-3 0-9 15,3 0 0-15,0 0-7 16,0 0-14-16,0 0 5 15,-3 0-10-15,3 0 1 16,0 0 2-16,0 0-3 16,0 0-2-16,0 3 1 15,0-3-2-15,0 0 0 16,0 0 4-16,0 3-2 16,10 1 8-16,-1 0 6 15,4-2-5-15,4 1 6 16,5 0-7-16,1-3-7 15,6 1-3-15,6 1 2 16,8-2 1-16,2 0-2 0,4 0 0 16,3-9 1-16,7-7-2 15,9-9 0-15,4 0 7 16,5 1-7-16,-5 3-3 16,-14 4-1-16,-12 7 6 15,-13 6-2-15,-12 4 1 16,-7 0-1-16,-4 0 0 15,-4 0 0-15,1 0-1 16,-1 3-1-16,0 0 4 16,-1 4-2-16,0-6 0 0,-1 0 0 15,-1 1 0 1,-3-2 0-16,4 0-2 0,-4 0-7 16,0 0-5-16,0 3-11 15,0-3-11-15,0 7-45 16,-16 1 2-16,-5 2-76 15,-8 1-495-15</inkml:trace>
  <inkml:trace contextRef="#ctx0" brushRef="#br0" timeOffset="322">8100 18235 568 0,'0'0'209'15,"0"0"-142"-15,0 0-10 16,0 0 13-16,0 0-20 16,0 0-17-16,-45-11-4 15,45 11-15-15,0 0 3 16,0 0-16-16,0 0-1 0,0 0 3 16,0 0-3-16,0 0 1 15,0 0-1-15,0 0 4 16,0 0-4-16,0 0 0 15,0 0-1-15,0 0-2 16,3 0 3-16,12 0 0 16,3 0-3-16,7 0 3 15,1 5 2-15,11 0-2 16,0-4 0-16,6 2 9 16,1 0-8-16,3 0 8 15,-2-2-9-15,2-1 1 16,1 0-1-16,0 0 2 15,-3-1 2-15,-1-9-3 16,0 2 6-16,-5-2-4 0,1 9-3 16,-1-2 0-16,6 3 0 15,1 0 9-15,6 0-10 16,-1 0 1-16,-5 0-9 16,-4 0 9-16,-2 0 7 15,-5-5-7-15,-3 2 0 16,-2-2 0-16,-7 2 1 15,-4 2-1-15,-6-4 0 16,-7 5-8-16,-3-3-7 16,-3 3 12-16,0 0 3 15,0 0 2-15,0-2 7 16,-9 2-9-16,-8 0-13 0,1 0-6 16,0 0-13-16,-3 0-8 15,2 0-33-15,4 0-16 16,1 0-93-16</inkml:trace>
  <inkml:trace contextRef="#ctx0" brushRef="#br0" timeOffset="323">8577 18170 294 0,'0'0'43'16,"0"0"-34"-16,0 0-9 15,0 0-31-15,0 0 25 16,0 0 2-16,-22-8-140 15</inkml:trace>
  <inkml:trace contextRef="#ctx0" brushRef="#br0" timeOffset="324">8399 18234 82 0,'0'0'54'0,"0"0"-36"16,0 0 31-16,0 0 0 15,0 0 68-15,0 0-7 16,-59 14 18-16,59-14-36 15,0 0-52-15,0 0 13 16,-3 0-20-16,-1 0 11 0,4 0-6 16,0 0-17-16,0 0-17 15,0 0-4-15,0 0 0 16,0 0 0-16,0 0 0 16,0 0-2-16,0 0 3 15,7 0-1-15,6 0 0 16,4 0 1-16,5 0 2 15,-1-3-3-15,7-1 0 16,-2-3 2-16,5-1-1 16,3 1 3-16,2 3 0 15,0-2-4-15,3 1 1 16,-4 0-1-16,8 1-4 0,0-1 4 16,1 0-3-16,-2-1 3 15,-3 0 0-15,-3-2 1 16,-1-1 7-16,-2-7-8 15,0 5 1-15,0-3 0 16,-6 0 2-16,-2 6 1 16,-4 1-4-16,-7 2 0 15,-1 3-1-15,-7 2 1 16,-2 0 0-16,-1 0 0 16,-3 0 1-16,0 0 3 15,0 0-3-15,0 0 5 16,0 0-5-16,0 0 1 15,0 0 4-15,0 0-3 0,0 0-3 16,0 0-3-16,0 0-1 16,0 0-3-16,0 0-10 15,0 0-6-15,0 0 1 16,0 0-17-16,0 0-8 16,0 2 5-16,0 0-80 15,-7 1-233-15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1-16T11:24:45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9071 7674 426 0,'0'0'359'0,"0"0"-359"15,0 0-118-15,0 0-41 16,0 0-174-16</inkml:trace>
  <inkml:trace contextRef="#ctx0" brushRef="#br0" timeOffset="1">1928 8738 492 0,'0'0'75'0,"0"0"-70"15,0 0 8-15,0 0 33 16,0 0 20-16,0 0-14 16,0 0-20-16,0 0-7 0,-18-9-13 15,18 9 22-15,0 0 3 16,0 0 12-16,-3 0-14 16,-3 0-16-16,-5 12-5 15,-5 18-5-15,0 17-6 16,-4 16 13-16,1 9 5 15,2 7-17-15,1 0 30 16,1-5-22-16,3-12 1 16,3-12-1-16,6-14-11 15,0-9 1-15,0-15-4 16,-1-2 9-16,4-7-7 16,0-3 2-16,0 0 2 15,-2-3 1-15,-6-19 6 0,0-19-2 16,-9-14-9-1,-2-15-6-15,1-3-4 0,9-3 8 16,3 4-6-16,6 13-1 16,0 11 0-16,0 13 5 15,9 12 2-15,7 9 0 16,1 7-10-16,7 7 7 16,1 0 4-16,8 14-4 15,0 16 5-15,1 13 1 16,2 10 2-16,1 6-3 15,-4 4 3-15,-9 2 7 16,3-8-10-16,-8-8 3 0,-4-9 1 16,3-10-3-16,-6-3-2 15,-2-5 2-15,-1-5-1 16,-3-4 0-16,-1-2-19 16,2-9-16-16,-4 4-41 15,-3-6-45-15,0 0 8 16,0-3-180-16</inkml:trace>
  <inkml:trace contextRef="#ctx0" brushRef="#br0" timeOffset="2">1813 9380 805 0,'0'0'40'0,"0"0"-22"16,0 0 9-16,0 0-1 15,0 0-11-15,0 0-5 16,83-77 0-16,-44 50-4 16,-3 11-6-16,-6 3-60 15,-5 7-46-15,-4 5-57 16,-6 1-465-16</inkml:trace>
  <inkml:trace contextRef="#ctx0" brushRef="#br0" timeOffset="3">2542 9118 839 0,'0'0'173'15,"0"0"-160"-15,0 0-13 0,0 0-6 16,85-65 5-16,-58 51 1 16,-8 11-1-16,-2 3-24 15,-5 0 4-15,-3 10-26 16,-5 13-2-16,-4 9 21 16,0 7 3-16,-16-2 0 15,-2-4 4-15,3-8 21 16,6-11 27-16,6-6 4 15,3-2-12-15,0-5-18 16,6-1 36-16,13 0 11 0,1-3-4 16,2-9-8-16,-2 0-26 15,-1 2-9-15,2 1-2 16,-2-2-24-16,2 5-87 16,-3-1-51-16,1 1-550 15</inkml:trace>
  <inkml:trace contextRef="#ctx0" brushRef="#br0" timeOffset="4">3118 8864 816 0,'0'0'27'16,"0"0"-27"-16,0 0 0 15,0 0 8-15,-20 100 29 16,25-58 17-16,10 1-26 16,0 5-12-16,3-5-1 0,1-6-10 15,-7-4 4-15,1-11 2 16,-5-5-7-16,-5-6 3 16,0-7-3-16,-3-4 0 15,0 0 5-15,0 0 6 16,0 0 15-16,0 0-2 15,-9-12-18-15,-2-8-9 16,4-11-2-16,7-6-4 16,0-3-8-16,0 3 10 15,11 8-6-15,5 7 8 16,0 5-6-16,4 10 5 16,-2 7 2-16,-1 0-7 15,0 5 3-15,-1 14 0 0,-1 1 8 16,-4 6-5-1,-1 1 1-15,-7-8-1 0,0-7-5 16,-3-4 12-16,0-8-11 16,0 0 11-16,0 0-4 15,0-3 7-15,3-18-3 16,0-7-6-16,10-3 9 16,1 5-14-16,2 6 5 15,-1 9-5-15,0 9 5 16,0 2-1-16,0 5 1 15,5 20 0-15,0 7 16 16,-3 7-1-16,-1 1-8 0,-1-3 6 16,-3-6-10-1,0-5-3-15,-6-3 2 0,4-6-2 16,-4-5-33-16,3-9-49 16,-1-3-80-16,-1-13-138 15</inkml:trace>
  <inkml:trace contextRef="#ctx0" brushRef="#br0" timeOffset="5">3768 8956 756 0,'0'0'101'0,"0"0"-32"15,106 20 1-15,-60-10 6 16,-4 1-28-16,0 0-23 16,-5 0-21-16,-7 2-1 15,-3 0 3-15,-3 0-6 16,-5-2-2-16,-4-2-15 16,-6-2-31-16,-3-5-26 15,-3 0-52-15,0-2 26 16,-3 0-26-16,0-13 36 15,0-7-229-15</inkml:trace>
  <inkml:trace contextRef="#ctx0" brushRef="#br0" timeOffset="6">4128 8891 516 0,'0'0'248'0,"0"0"-184"0,0 0-28 16,0 0-20-16,-69 78 20 15,46-25 26-15,3 10-27 16,2-4-14-16,3-5-3 15,-3-8-10-15,9-7-4 16,-2-6-3-16,9-10-1 16,2-9-4-16,0-11-26 15,10-3-80-15,8-20-6 16,0-19-304-16</inkml:trace>
  <inkml:trace contextRef="#ctx0" brushRef="#br0" timeOffset="7">4341 8836 816 0,'0'0'27'0,"0"0"-26"16,0 0 7-16,0 0 59 15,95 75-26-15,-75-42 7 16,-1 1-4-16,-2-1-26 15,2-5-9-15,-3-5-8 16,-5-6 1-16,-2-7-1 0,-3-2 4 16,-6-6-3-16,0-2 2 15,0 0 14-15,0 0 21 16,0-14-15-16,0-15-15 16,13-12-9-16,8-8-8 15,10 0 8-15,5 9-3 16,6 10 2-16,-3 11 1 15,1 15 4-15,-7 4-4 16,-2 4 0-16,-1 23 4 16,-9 4-3-16,0 6 4 15,-2 6-1-15,-6-2-3 16,1-3 0-16,-5-7-2 0,-3-6-34 16,-3-5-83-1,-3-13-83-15,0-4-499 16</inkml:trace>
  <inkml:trace contextRef="#ctx0" brushRef="#br0" timeOffset="8">2241 10115 852 0,'0'0'79'15,"0"0"-77"-15,0 0-2 16,0 0-2-16,0 0 0 0,0 0 4 16,-27 109 12-16,27-34 25 15,15 6 5-15,0-2-24 16,0 1-10-16,3-9-2 16,-2-13-6-16,-4-16-1 15,1-15-1-15,-2-12 0 16,-1-10-14-16,-4-5-46 15,-1-3-13-15,-1-24-3 16,-4-14-30-16,0-11-242 16</inkml:trace>
  <inkml:trace contextRef="#ctx0" brushRef="#br0" timeOffset="9">2229 10235 695 0,'0'0'115'0,"0"-86"-56"16,19 46 8-16,17 7-23 0,3 7-21 15,6 9-6-15,-3 15 7 16,-4 2-22-16,-6 6-1 16,-2 21 2-16,-4 8 1 15,-5 10-4-15,-6 4-2 16,-2-2 2-16,-7-6 2 16,-1-8-2-16,-2-14-2 15,3-5-18-15,-1-6 15 16,12-3 5-16,4 2-2 15,4-2 2-15,4 3 1 16,-1 1 4-16,-7 5 10 16,-8 2-7-16,-10 14-5 0,-3 7 21 15,-13 9 8-15,-14 4-22 16,-7-8 0-16,-2-2-7 16,0-11-3-16,6-8-20 15,2-8-17-15,7-3-20 16,-1-10-94-16,4 0-71 15</inkml:trace>
  <inkml:trace contextRef="#ctx0" brushRef="#br0" timeOffset="10">3131 10222 657 0,'0'0'433'0,"0"0"-394"16,0 0-34-16,81-51-3 15,-60 42-2-15,-6 6-1 16,-2 3 1-16,-7 0-1 16,-3 9-20-16,0 18 6 0,-3 9-8 15,0 3 16-15,0-2-14 16,0-11 14-16,7-6 6 16,1-6-7-16,4-4 1 15,4-4 5-15,-1-3 4 16,0-3-2-16,-3 0 7 15,4 0-4-15,-5 0-3 16,1-9-14-16,1-5-115 16,-1-6-163-16</inkml:trace>
  <inkml:trace contextRef="#ctx0" brushRef="#br0" timeOffset="11">3807 9964 860 0,'0'0'119'15,"0"0"-119"-15,0 0-10 16,0 0-5-16,0 0 11 15,25 105 8-15,-2-59 5 0,2 1 12 16,-1-2-18 0,1-8 7-16,-9-4-5 0,1-11-1 15,-5-10-2-15,-6-5 4 16,-3-6-5-16,0-1 2 16,-3 0 21-16,0-1 22 15,0-20-8-15,-3-15-38 16,-3-15-1-16,6-10-10 15,0 1-22-15,0 8 17 16,12 14 16-16,0 12 0 16,7 14-3-16,2 11-8 15,6 1 11-15,3 1 8 16,7 21 11-16,-5 4 6 16,0 5-6-16,-2 1-1 0,0-1-4 15,-9-2-3 1,-2-2-8-16,-4-4-3 0,-9-7 0 15,0-4-10-15,-3-4-57 16,-3-7-39-16,0-1-68 16,0-4-188-16</inkml:trace>
  <inkml:trace contextRef="#ctx0" brushRef="#br0" timeOffset="12">4332 9910 837 0,'0'0'131'0,"0"0"-126"16,0 0-3-16,88 0 10 15,-42 9 48-15,8 0-13 16,1 2 2-16,-2 1-30 16,-10 1-17-16,-2 1-4 15,-11-3 2-15,-7-1-40 16,-4-2-34-16,-7-4-80 15,-5-4-119-15</inkml:trace>
  <inkml:trace contextRef="#ctx0" brushRef="#br0" timeOffset="13">4726 9794 142 0,'0'0'808'0,"0"0"-789"16,0 0-19-16,0 0-2 15,0 0-2-15,0 0 4 16,-72 94 22-16,66-48-10 16,2 6 4-16,-2-2-7 15,3 0-6-15,-6-7-4 16,4-7 1-16,2-3-3 16,3-9-22-16,0-11-33 15,0-9-68-15,10-4-206 16</inkml:trace>
  <inkml:trace contextRef="#ctx0" brushRef="#br0" timeOffset="14">4960 9718 511 0,'0'0'25'16,"0"0"92"-16,36 107-22 16,-17-58-23-16,8-1-21 15,-3 0-9-15,0 2-17 0,4-3-25 16,-4-8 8 0,-6-10-1-16,0-2 0 0,-12-11-3 15,0-4-1-15,-2-7 2 16,-1-2 8-16,-3-3-11 15,0 0 26-15,0 0 9 16,0 0-13-16,-7-5-4 16,-5-12-16-16,-2-8-3 15,-5-11 13-15,-2-10-10 16,6-9-4-16,-4-8-3 16,11-7 3-16,8 0 1 15,5 5 1-15,28 8-4 16,17 11 2-16,4 13-3 15,0 16 3-15,-8 14 2 16,-12 3-2-16,-10 20-1 0,-15 13-11 16,-9 17 12-16,-12 9 2 15,-28 7-2-15,-5-3-10 16,-8-10-50-16,6-14-62 16,3-18-23-16,3-18-476 15</inkml:trace>
  <inkml:trace contextRef="#ctx0" brushRef="#br0" timeOffset="15">2836 11665 559 0,'0'0'125'16,"0"0"-40"-16,0 0-25 16,0 0 8-16,0 0-5 15,0 0-18-15,0 0-29 0,-13-17-9 16,11 11-5 0,-1-1-2-16,0 1 0 0,-1 2 2 15,-1-3 3-15,-4 4 2 16,-4 0 4-16,-4 3-10 15,-5 0 11-15,-2 0-7 16,-4 20-3-16,1 3 5 16,6 10 4-16,0 6-10 15,7 5 6-15,12-1 8 16,2-2-8-16,7-3-5 16,18-6 2-16,11-7-6 15,3-9 3-15,6-10-1 16,4-3 1-16,-3-3 7 15,-4 0-5-15,-3-6-3 16,-6-4-18-16,-2-2-40 0,-4-5-82 16,-5-7-19-16,-5 1-357 15</inkml:trace>
  <inkml:trace contextRef="#ctx0" brushRef="#br0" timeOffset="16">3309 11480 1082 0,'0'0'35'0,"0"0"-32"15,0 0 2-15,0 0 47 16,0 0-22-16,0 0-27 16,-54-36-1-16,54 36-3 15,0 0 1-15,0 0-30 16,15 0-29-16,3 6-7 15,0 8-97-15,1 5-55 16,-1-2-397-16</inkml:trace>
  <inkml:trace contextRef="#ctx0" brushRef="#br0" timeOffset="17">3576 11821 526 0,'0'0'125'15,"0"0"-68"-15,0 0 24 16,0 0-15-16,0 0 21 16,0 0-15-16,6 5-35 15,-6-5-31-15,0 0-6 16,0 0-2-16,3 0-34 16,1 0-102-16,-1 0-50 15</inkml:trace>
  <inkml:trace contextRef="#ctx0" brushRef="#br0" timeOffset="18">4199 11218 117 0,'0'0'81'16,"0"0"-81"-16,0 0 0 15,0 0 0-15,0 0 6 16,0 0-7-16,0 0 1 0,0 0 0 16,0 0 22-1,0 0-4-15,0 0 25 0,0 0 33 16,0 0-15-16,0 0-4 16,0 0-35-16,0 0 8 15,0 0-9-15,0 0 15 16,3 0-22-16,-3 0-1 15,0 0-2-15,0 0 4 16,0 0 8-16,0 0 0 16,0 0-10-16,0 0 2 15,0 0 24-15,0 0-16 16,0 0 7-16,0 0-3 0,0 0 0 16,0 0-5-1,0 0 12-15,0 0-5 0,0 0-6 16,0 0 3-16,0 0 2 15,0 0-8-15,0 0-10 16,0 0 3-16,0 0-6 16,0 0-2-16,0 0-1 15,0 0 0-15,0 0 11 16,0 0-11-16,0 0-1 16,0 4-3-16,8 13-3 15,5 9 3-15,1 5 9 16,5 1-7-16,-4 1-1 15,-2-4 13-15,2-5-14 0,-4-2 3 16,-1-2 4 0,-1-4-6-16,-3-2 8 15,0-3-3-15,-2-8-6 0,-2 3 0 16,-2-6 0-16,0 0 5 16,0 0-1-16,0 0 10 15,0 0-8-15,0 0 6 16,0 0 10-16,-10-16-7 15,-1-7-11-15,-1-14-8 16,2-3-2-16,7-6-15 16,3 3 18-16,0 7 2 15,0 6 0-15,9 7-22 16,1 11 18-16,-1 5 5 16,3 7-2-16,3 0-3 0,0 7-7 15,6 12 11-15,-2 10 1 16,-4 2 0-16,3-2 5 15,-3-2-5-15,-6-7-4 16,1-4 4-16,-7-9 1 16,-3-2 1-16,1-5-2 15,-1 0 0-15,0 0 2 16,0 0 13-16,0 0 8 16,-4-12-10-16,-6-15-13 15,1-10-2-15,3-8-14 16,6-2 2-16,0 5 7 15,13 8-5-15,2 9 11 16,6 14-4-16,0 8-2 0,3 3 7 16,1 10 0-16,5 14 5 15,-4 5 19-15,3 1-14 16,-2-1-1-16,-6 1 2 16,0-3-11-16,-5-2 4 15,-1-8 1-15,-3 0-8 16,-6-4 3-16,0-3-2 15,-3-3-61-15,-3-2-49 16,0-5-61-16,0 0-14 16,0-9-418-16</inkml:trace>
  <inkml:trace contextRef="#ctx0" brushRef="#br0" timeOffset="19">4778 10952 610 0,'0'0'109'0,"0"0"-97"16,0 0 28-16,94 46 15 15,-55-36-1-15,0 0-14 16,7-1 18-16,-4-3-34 15,-1 1-19-15,-8 0 1 16,-6-4-6-16,-9 1-15 16,-5-1-27-16,-5 0-42 15,-2-3-34-15,-6 0-162 0</inkml:trace>
  <inkml:trace contextRef="#ctx0" brushRef="#br0" timeOffset="20">5103 10882 476 0,'0'0'446'16,"0"0"-416"-16,0 0-26 15,0 0-4-15,0 0-9 16,0 0 9-16,-55 57 5 16,45-7 6-16,2 1 15 0,-2 2-21 15,5-3-4-15,-2-1 1 16,4-12-2-16,3-6 0 15,0-9 0-15,0-6-26 16,7-9-70-16,5-7-42 16,2-7-418-16</inkml:trace>
  <inkml:trace contextRef="#ctx0" brushRef="#br0" timeOffset="21">5366 10767 834 0,'0'0'69'0,"0"0"-69"16,0 0-7-16,0 0 7 15,0 0 12-15,0 0 4 16,34 79 45-16,-13-36-27 15,4-1-21-15,1 2-7 16,-2-8-6-16,1 0 0 16,-4-9-5-16,-2-4 10 15,-1-6-9-15,-8-5 4 16,-2-4 0-16,-5-6 4 0,-1-2 0 16,-2 0-4-1,0 0 0-15,0 0 14 0,0 0 16 16,0-10-9-16,-5-9-9 15,-10-12 0-15,3-5 1 16,-4-7-7-16,2-7-5 16,-5-5 11-16,0-1-6 15,5-1 9-15,11 1-15 16,3 1 0-16,6 5-1 16,18 7 1-16,3 10 0 15,3 13-3-15,-5 10-2 16,-3 10 4-16,-10 7-1 15,-4 23-9-15,-8 15 8 0,0 9 2 16,-20 5-7 0,-10-4 8-16,-5-5-30 15,2-11 7-15,3-8 15 0,9-2-46 16,8-9-83-16,10-7-172 16</inkml:trace>
  <inkml:trace contextRef="#ctx0" brushRef="#br0" timeOffset="22">17321 10667 153 0,'0'0'282'0,"0"0"-245"15,0 0 17-15,0 0-14 16,0 0 14-16,0 0-37 16,0 0 27-16,-35-29 0 15,32 28-12-15,-2-2-9 16,3 0 5-16,-7 0-16 16,0 1-6-16,1-3-1 15,-2 2 6-15,3-1 2 0,-3 1-5 16,3 2 9-16,0-2 0 15,1-3 1-15,-2 5-1 16,1 0-10-16,-4 1-5 16,1 0 0-16,-1 0-2 15,-2 0 0-15,1 0 3 16,-2 0-3-16,0 11 0 16,-2 3 0-16,-1 5 1 15,1 6-1-15,4 3 0 16,5-1 6-16,6-1-3 0,1 4-6 15,0-4-2 1,17-2 5-16,3-7 0 0,6-8 2 16,2-1-2-1,5-8 3-15,0 0 2 0,-1-8-1 16,-5-4 5-16,-5-5 9 16,-9 3-13-16,-6-5-4 15,-4 2 17-15,-3-5-15 16,0-2-2-16,-4 1 1 15,-11 2-1-15,-5 2-1 16,3 3 10-16,0 3-6 16,-5 3-4-16,-2 6-5 15,-3 1-11-15,1 0-16 0,0 3 2 16,5 0-14 0,2 0-62-16,7 3-153 0</inkml:trace>
  <inkml:trace contextRef="#ctx0" brushRef="#br0" timeOffset="23">17898 10905 753 0,'0'0'0'0,"0"0"-26"15,0 0 7-15,0 0 15 16,0 0 4-16,0 0-17 15,12 0 4-15,-3 0-2 16,-3 0-105-16</inkml:trace>
  <inkml:trace contextRef="#ctx0" brushRef="#br0" timeOffset="24">17898 10905 682 0,'97'-16'134'0,"-97"16"-125"16,1-1-7-16,2-2-4 15,4 0-11-15,3-1-132 16,0 1-199-16</inkml:trace>
  <inkml:trace contextRef="#ctx0" brushRef="#br0" timeOffset="25">18149 10875 560 0,'0'0'46'15,"0"0"-46"-15,0 0-13 16,0 0 3-16,0 0-55 16,0 0-239-16</inkml:trace>
  <inkml:trace contextRef="#ctx0" brushRef="#br0" timeOffset="26">18149 10875 583 0,'105'-12'0'16,"-116"12"-49"-16</inkml:trace>
  <inkml:trace contextRef="#ctx0" brushRef="#br0" timeOffset="27">18444 10730 204 0,'0'0'311'0,"0"0"-191"15,0 0-55-15,0 0 13 0,0 0-16 16,0 0-18-1,3 0 2-15,-3 0-39 0,0 0-7 16,0 0 0-16,0 0-7 16,0 0-35-16,0 0-22 15,3 0-93-15,-1 0-261 16</inkml:trace>
  <inkml:trace contextRef="#ctx0" brushRef="#br0" timeOffset="28">18827 10657 174 0,'0'0'0'16,"0"0"-33"-16,0 0 31 15,0 0-6-15,0 0 8 16,0 0-6-16,-3 0-21 15</inkml:trace>
  <inkml:trace contextRef="#ctx0" brushRef="#br0" timeOffset="29">18827 10657 14 0,'-3'0'104'16,"3"0"-61"-16,0 0-19 16,-3 0-24-16,2 0-1 0,1 0-5 15,-2 0-11 1,2 0 13-16,0 0 1 0,0 0-12 15,0 0 12-15,0 0 3 16,0 0 1-16,0 0 5 16,0 0-2-16,0 0-8 15,0 0 8-15,0 0 0 16,0 0 17-16,0 0 0 16,0 0-3-16,0 0 2 15,0 0-18-15,-1 0 6 16,1 0-7-16,0 0-2 15,0 0-1-15,0 0 2 0,0 0-1 16,0 0-5-16,0 0 4 16,-2 0-2-16,2 0-5 15,-1 0 0-15,1 0 8 16,0 0-1-16,0 0-8 16,0 0-5-16,-2 0 11 15,2 0-16-15,0 0 2 16,0 0 8-16,0 0 10 15,0 0 2-15,0 0 35 16,0 0 9-16,0 0-28 16,0 0 1-16,0-3 6 15,0 3-12-15,0 0 19 16,0-3-5-16,0 3-24 16,0 0-3-16,0 0 0 15,0 0-1-15,0 0 1 0,0 0 0 16,0 0-4-16,0 0-4 15,0 0-31-15,0 0 33 16,0 0-6-16,0 0 5 16,0 0 0-16,0 0-2 15,0 0 4-15,0 0-2 16,0 0-8-16,0 0 4 16,0 0-5-16,0 0 14 15,0 0 0-15,0 0 1 16,0 0-19-16,0 0-36 0,0 0 54 15,0 0-33 1,0 0 24-16,0 0 11 0,0 0 13 16,0 0 37-16,0 0-13 15,0-3-4-15,0 3-28 16,0 0 0-16,0-1 4 16,0-3-5-16,0 4-2 15,0 0-1-15,0 0 10 16,0 0-11-16,0 0-1 15,0 0 0-15,0 0-11 16,0 0 0-16,0 0-1 16,0 0-26-16,0 0-104 15</inkml:trace>
  <inkml:trace contextRef="#ctx0" brushRef="#br0" timeOffset="30">18897 10634 222 0,'0'0'30'0,"0"0"-30"15,0 0 0-15,0 0 19 16,0 0 14-16,0 0-20 16,0-3-2-16,0 3 21 15,0 0-7-15,0 0 36 16,0 0-52-16,0 0-9 16,0 0 0-16,0 0-7 15,0 0 6-15,0 0 0 16,0 0 1-16,0 0 0 15,0 0 1-15,0 0-1 0,0 0 3 16,0 0 15-16,0 0 14 16,0 0 6-16,0 0-1 15,0 0-19-15,0 0 3 16,0 0-3-16,0 0-12 16,0-3 2-16,0 3-4 15,0-2-4-15,0 0-1 16,2 2 1-16,-2 0 6 15,0 0-2-15,0 0-3 16,0 0 1-16,0 0-1 16,0 0-1-16,0 0 2 15,0 0-2-15,0 0-16 16,0 0-3-16,0 0-29 0,0 0-25 16,0 0-89-1</inkml:trace>
  <inkml:trace contextRef="#ctx0" brushRef="#br0" timeOffset="31">18890 10607 460 0,'0'0'137'16,"0"0"-88"-16,0 0-7 15,0 0 18-15,0 0-7 16,0 0 2-16,0-20-13 16,-4 20-21-16,4 0-21 15,0 0 0-15,0 0 0 16,0 0-2-16,0 5 0 15,4 12 2-15,0 2 0 16,-1 4 2-16,-1 2 5 16,-2 0-3-16,0-3-1 15,0-2 2-15,0-6-4 0,0-2 1 16,0-7-2 0,0-3 0-16,0-2 0 0,0 0 6 15,0 0 16-15,0 0 13 16,0 0-4-16,-5 0-5 15,1-7-25-15,-1-5 1 16,3-5 0-16,2-2-2 16,2-4 0-16,16-1 0 15,9 4-6-15,-2 0-2 16,4 7-2-16,-10 3 7 16,4 10-3-16,-4 0 4 15,-1 0-3-15,-2 13 3 16,-5 1 0-16,-4 2-6 15,-3 4 4-15,-1-4 3 0,-3-2-1 16,0 0 1-16,0-6 2 16,0-4-2-16,0-4 0 15,0 0 1-15,0 0 0 16,0 0 1-16,0 0 25 16,0-7-6-16,0-9-18 15,0-4-2-15,0 1 1 16,11-1-1-16,4 6-6 15,0 4 2-15,2 7 4 16,-1 3 0-16,1 0-1 16,-1 17-3-16,-2 5 3 15,-4 4 1-15,-3 1 4 16,-4 0 5-16,1 0-7 16,-4-1 0-16,0-3-2 15,0-3-3-15,-4-5-23 0,-6-11-134 16,3-4-435-16</inkml:trace>
  <inkml:trace contextRef="#ctx0" brushRef="#br0" timeOffset="32">19421 10735 634 0,'0'0'133'0,"0"0"-128"15,85 0-1-15,-52 0 38 16,-5 0-3-16,0-5-16 16,-7 2-14-16,-7 2-7 15,-8 1-2-15,-2-2-12 16,-4-1-78-16,0 0-291 15</inkml:trace>
  <inkml:trace contextRef="#ctx0" brushRef="#br0" timeOffset="33">19868 10483 780 0,'0'0'68'0,"0"0"-62"16,0 0-6-16,0 0 37 16,60 72 9-16,-51-35 4 15,-2-1-29-15,1-4-10 16,-4 1-6-16,1-2-3 16,-4-3-2-16,-1-1-8 15,0-4-129-15,-7-12-261 16</inkml:trace>
  <inkml:trace contextRef="#ctx0" brushRef="#br0" timeOffset="34">17453 11436 245 0,'0'0'119'0,"0"0"-104"15,0 0 48-15,0 0 8 16,0 0 13-16,0 0-4 0,-35-11-36 15,25 8 3 1,3 0-3-16,-2 1-13 0,-3-1-3 16,2 3-8-16,-7-1-13 15,1 1-5-15,0 0 10 16,-4 0 1-16,1 14-3 16,-7 12 9-16,3 4-6 15,-4 10 5-15,9 2-7 16,6 1-5-16,9-7-3 15,3-4-3-15,1-7 1 16,23-5 1-16,8-7 7 16,5-7-8-16,9-6 6 15,-1 0-2-15,-1-10-1 16,-9-10 1-16,-5 0-5 16,-15-5 4-16,-2-1 0 0,-10-1 0 15,-3-3-4-15,-2 3-3 16,-20 5 3-16,-9 8 0 15,-5-2 0-15,2 10-11 16,-1 2-2-16,10 4-18 16,7 0-46-16,9 0-74 15,9 0-322-15</inkml:trace>
  <inkml:trace contextRef="#ctx0" brushRef="#br0" timeOffset="35">18185 11540 926 0,'0'0'44'0,"0"0"-44"16,0 0 3-16,80 0-1 16,-64-1-2-16,4-2 0 15,0-3-23-15,0 2-95 0</inkml:trace>
  <inkml:trace contextRef="#ctx0" brushRef="#br0" timeOffset="36">18665 11598 1004 0,'0'0'112'16,"0"0"-112"-16,0 0-22 16,0 0-3-16,0 0-52 15,0 0-225-15</inkml:trace>
  <inkml:trace contextRef="#ctx0" brushRef="#br0" timeOffset="37">19165 11569 549 0,'0'0'224'0,"0"0"-175"15,0 0-32-15,0 0-12 0,0 0-5 16,0 0-16 0,53 3-103-16,-53-3-138 0</inkml:trace>
  <inkml:trace contextRef="#ctx0" brushRef="#br0" timeOffset="38">19634 11444 775 0,'0'0'118'16,"0"0"-94"-16,0 0-23 16,0 0 2-16,0 0-3 15,0 0 32-15,2-5-10 16,-2 5 12-16,1 0-28 0,1 0 1 15,-1 17-7 1,-1 17 0-16,0 15 2 0,-3 4 6 16,-14 3-1-16,-2-6 1 15,5-13-8-15,1-9-2 16,6-11 2-16,4-6 0 16,3-5-42-16,0-6-59 15,3 0-69-15</inkml:trace>
  <inkml:trace contextRef="#ctx0" brushRef="#br0" timeOffset="39">19539 11330 789 0,'0'0'108'15,"0"0"-108"-15,0 0-23 16,97-58 6-16,-57 58 13 16,-6 0 4-16,-3 15-2 15,-13 16 2-15,-15 6-13 16,-3 5 3-16,-21 5 4 16,-19-5 1-16,-6-2-19 15,-5-6-19-15,2-12 39 16,3-3 0-16,10-5 1 15,5-7 3-15,7-4-646 0</inkml:trace>
  <inkml:trace contextRef="#ctx0" brushRef="#br0" timeOffset="40">20119 11598 382 0,'0'0'114'16,"0"0"-23"-16,0 0-1 15,0 0-20-15,0 0-33 16,0 0-21-16,-8 0-5 15,6 0 11-15,1 0 2 16,1 0 7-16,0 0-8 16,0 0 3-16,0 0 7 15,0 0-5-15,14 0-13 16,11 0-3-16,10-6 9 16,-3-1-8-16,0 1-7 15,-4 2 3-15,-6-2-9 16,-3 5 1-16,-5-2-1 15,-6 3 0-15,-5 0-25 0,-1 0-113 16,-2-3-276-16</inkml:trace>
  <inkml:trace contextRef="#ctx0" brushRef="#br0" timeOffset="41">20601 11394 789 0,'0'0'142'0,"0"0"-138"0,0 0 4 16,0 0-8-16,83 42 2 16,-66 2 35-16,-1 9 20 15,-6 9-18-15,-2 2-36 16,-7-5-3-16,-1-3 0 15,0-7-54-15,-10-3-27 16,-2-7-6-16,-4-8-18 16,-1-11-162-16</inkml:trace>
  <inkml:trace contextRef="#ctx0" brushRef="#br0" timeOffset="42">19005 14396 369 0,'0'0'440'15,"0"0"-420"1,0 0-20-16,-102-30 2 0,80 28 2 16,5-3 23-16,7 5-3 15,0 0-14-15,-1 5-10 16,-2 17 3-16,-1 8-1 15,0 9 2-15,1-2 2 16,6 0 0-16,5-5-6 16,2-6 1-16,2-5 0 15,13-9 4-15,7-4-2 16,5-6 9-16,4-2 5 16,2 0-5-16,1-2-5 15,-7-11 5-15,-4-1-12 16,-13-3-4-16,-5-2 4 15,-5-3 4-15,0-2 1 0,-14 0-6 16,-10 1 2-16,-3 1 1 16,-1 2-2-16,3 7 0 15,4 6 13-15,2 2-13 16,6 5-25-16,3 0-65 16,6 5-60-16,4 2-366 15</inkml:trace>
  <inkml:trace contextRef="#ctx0" brushRef="#br0" timeOffset="43">19494 14495 937 0,'0'0'109'16,"0"0"-103"-16,0 0-6 15,0 0-28-15,0 0-74 16,0 0 10-16,80-10-81 16</inkml:trace>
  <inkml:trace contextRef="#ctx0" brushRef="#br0" timeOffset="44">20102 14475 670 0,'0'0'157'16,"0"0"-133"-16,0 0-22 0,80 0-2 15,-76 0-2-15,2 0-10 16,-5 0-9-16,-1 0-110 16</inkml:trace>
  <inkml:trace contextRef="#ctx0" brushRef="#br0" timeOffset="45">20331 14492 869 0,'0'0'169'0,"0"0"-169"16,0 0-8-16,0 0-80 15,0 0-26-15,0 0-186 16</inkml:trace>
  <inkml:trace contextRef="#ctx0" brushRef="#br0" timeOffset="46">20872 14212 417 0,'0'0'206'15,"0"0"-174"-15,0 0-24 16,0 0 19-16,0 0 21 16,0 0 8-16,0 0-31 15,-6-3 9-15,6 3-7 16,0 0 23-16,0-4-20 0,0 4 3 15,0 0-20 1,0 0 9-16,0 0-6 0,0 0 0 16,0 0-14-16,-2 0-2 15,0 0 0-15,-3 16-4 16,-4 14 8-16,-3 6-4 16,-1 4 0-16,2-3-5 15,4-8 5-15,1-2 1 16,0-10 1-16,3-4-2 15,2-8 0-15,-1-3 8 16,2 0-8-16,0-2-1 16,0 0 1-16,0 0 7 0,-1 0 28 15,-1-9-14 1,2-14-16-16,0-8-3 0,0-8-2 16,18-4-2-16,3-1-8 15,4 9 4-15,1 12 5 16,-1 9-5-16,-3 11 3 15,-2 3-3-15,-3 6-2 16,-1 18 7-16,-5 9 1 16,-6 3 10-16,-3 3 0 15,-2-1 15-15,0-9-21 16,0-4 0-16,0-3 6 16,0-6-7-16,0-4 7 15,-4-4-10-15,0 1-9 16,-2-1-14-16,0-3-74 15,2-4-98-15,4-1-404 0</inkml:trace>
  <inkml:trace contextRef="#ctx0" brushRef="#br0" timeOffset="47">21239 14376 711 0,'0'0'75'16,"0"0"-48"-16,119 3 14 15,-73-3 8-15,-6 0-1 0,-5 0-46 16,-8 0-2 0,-3-3-14-16,-8-4-53 0,-4-5-50 15,-8-4-638-15</inkml:trace>
  <inkml:trace contextRef="#ctx0" brushRef="#br0" timeOffset="48">21600 14185 522 0,'0'0'451'16,"0"0"-379"-16,0 0-66 15,0 0 5-15,0 0 45 16,34 95-16-16,-25-51-12 0,0-2-16 15,-4 0-1 1,-1-4-6-16,0-1-3 0,-2-6-1 16,0-2-1-16,-1-4-34 15,-1-6-70-15,0-5-95 16,0-11-369-16</inkml:trace>
  <inkml:trace contextRef="#ctx0" brushRef="#br0" timeOffset="49">2645 13392 739 0,'0'0'22'0,"0"0"10"16,0 0 5-16,0 0-4 15,0 0-4-15,0 0-22 16,0 0-3-16,-18-6 2 16,18 6-5-16,0 0 5 15,0 0-2-15,0 0-2 16,0 0 1-16,0 0 8 0,0 0-6 15,0 0 5 1,-3 0 20-16,0 0 10 0,-3 0-16 16,-7 0-12-16,-9 0-8 15,2 13 0-15,-7 4-4 16,-1 5 0-16,7 4 1 16,6 11 1-16,5 10-2 15,10 5-13-15,0 5 13 16,28 2 0-16,12 1 2 15,11-2-4-15,9-1 4 16,4-7-2-16,10-16 0 16,1-15-3-16,4-12 2 15,-7-7 1-15,2-4 3 0,-10-18 5 16,-9-9 4-16,-11 4-12 16,-13-2 5-16,-8-5 2 15,-10-1-4-15,-6-8 0 16,-7-4-2-16,0-6 1 15,-13-3-2-15,-11-3 8 16,-10-4-8-16,-8 3 0 16,-4 5 0-16,-5 8 0 15,-6 11 1-15,-4 9-1 16,-3 14 1-16,1 10 3 16,2 3 0-16,0 14-4 15,10 12 2-15,4 6 3 0,11 8-5 16,14 0 5-16,17 6-12 15,5 0 4-15,18-2-2 16,16 1-3-16,8-9 8 16,4-3-15-16,-1-5-10 15,1-6-33-15,-7-5-71 16,-9-3-26-16</inkml:trace>
  <inkml:trace contextRef="#ctx0" brushRef="#br0" timeOffset="50">3719 12821 819 0,'0'0'17'16,"0"0"-16"-16,0 0 6 16,0 0-3-16,-85-10 5 15,76 10 2-15,3 0-2 16,-1 0 5-16,4 10-14 16,-2 10-1-16,-1 5-1 15,0 9 4-15,-1 5 4 16,7 11-2-16,0 7 8 15,0 9 7-15,4 6-10 16,14 4 18-16,9-3-13 16,3-4 1-16,9-7-10 15,7-8-5-15,3-11 14 0,-2-7-11 16,6-10 5-16,-8-12 0 16,-5-5 3-16,-3-5 3 15,-7-4-9-15,0 0-5 16,-2-4-5-16,-1-5-11 15,0-4-13-15,-9 1-42 16,-2-3-18-16,-6-2-41 16,-3-2-223-16</inkml:trace>
  <inkml:trace contextRef="#ctx0" brushRef="#br0" timeOffset="51">3971 13089 432 0,'0'0'123'0,"0"0"-86"15,0 0-6-15,0 0 9 0,0 0-4 16,0 0-21-16,0 0 18 15,0 0-9-15,0 0-1 16,0 0-4-16,0 0-11 16,0 0 5-16,0 0-7 15,0 0-3-15,0 0-1 16,0 0-2-16,0 3-1 16,6 9-3-16,3 2 8 15,3 6 5-15,1 6 4 16,1 1 17-16,2 3-10 15,2 3 1-15,3 0-15 16,1-1 4-16,1 1-7 16,-4-10 2-16,-1-2-3 15,-6-9-2-15,-6-4 1 0,-3-5 4 16,0-3-4-16,-3 0 2 16,0 0 5-16,0 0 35 15,0 0-13-15,0 0 27 16,-6-6-16-16,-7-11-40 15,-1-10 9-15,2-9-10 16,3-3 1-16,9-8-1 16,0-2-2-16,0 2 2 15,18 5 0-15,-1 11-5 16,5 11 5-16,-6 5-1 16,5 11-2-16,-3 4-1 15,3 0 4-15,1 14-2 16,-5 11 2-16,2 12-5 0,-5-1 5 15,2 1 0 1,-7-8 0-16,0-12-2 0,-5-11 1 16,-1-3-1-16,-3-2 4 15,0-1 3-15,0 0-4 16,0 0 1-16,0-17 9 16,0-14-5-16,-3-14-6 15,-5-8-2-15,8 1 2 16,0 3-1-16,4 8 2 15,12 12-2-15,5 7-2 16,0 10-4-16,3 10 6 16,4 2-2-16,2 22 0 15,0 15-1-15,-3 13-1 0,1 1 5 16,-6-1 1-16,1-3-1 16,-4-14 0-16,2-6-1 15,-9-12-21-15,0-11-59 16,-8-4-125-16,-4-4-610 15</inkml:trace>
  <inkml:trace contextRef="#ctx0" brushRef="#br0" timeOffset="52">4593 12762 765 0,'0'0'74'16,"0"0"-74"-16,0 0 5 15,0 0-5-15,0 0 2 16,61 82 36-16,-34-46-14 16,1 6-12-16,-2-1 3 15,1-7-5-15,-5-2-9 16,-6-8 0-16,-5-9 4 15,-5-5-5-15,-4-6 2 16,-2-2-2-16,0-2 4 16,0 0 46-16,0 0 11 0,0-12-25 15,-5-12-25 1,-9-10-11-16,1-8 1 0,1-10 0 16,9-4-1-16,3 3-3 15,0 10-3-15,3 7 4 16,9 16 1-16,7 10-2 15,-2 6 0-15,5 4 2 16,-1 4-5-16,0 23 1 16,3 6 4-16,-5 4 1 15,-2 2-1-15,-1-3 2 16,-4-7-1-16,-2-5 1 16,-6-7-2-16,3-2-27 15,-7-8-38-15,0 0-50 16,0-7-24-16,0 0-255 0</inkml:trace>
  <inkml:trace contextRef="#ctx0" brushRef="#br0" timeOffset="53">4960 12605 212 0,'0'0'521'0,"0"0"-492"15,0 0 22-15,0 0-24 16,0 0-25-16,0 0-2 16,25 17 0-16,5 23 4 15,3 10 4-15,1 13 34 0,-1 3-18 16,-3 1-19-16,-2-12 0 16,-4-4-4-16,-6-10-1 15,0-12 0-15,-3-4 4 16,-5-6-4-16,-4-5-11 15,-2-8-42-15,-1 0-10 16,-3-6-52-16,0 0-11 16,0-3 47-16</inkml:trace>
  <inkml:trace contextRef="#ctx0" brushRef="#br0" timeOffset="54">5083 12755 552 0,'0'0'73'0,"-53"-104"-68"16,35 60 79-16,8 4-17 16,10 6-28-16,0 7-25 15,13 8-12-15,14 7 0 16,4 7-4-16,-1 5 2 16,-6 19-2-16,-6 22 3 15,-9 12-1-15,-6 10 15 16,-3 0-4-16,0-10-11 15,-7-14-1-15,-4-6-6 16,-4-13 4-16,-6-3-1 16,0-5-18-16,-1-12-80 0,-2 0-273 15</inkml:trace>
  <inkml:trace contextRef="#ctx0" brushRef="#br0" timeOffset="55">4833 12110 753 0,'0'0'0'0,"84"-59"2"16,-16 33-1-16,7-1 52 0,10 10-17 15,-6 17 3 1,-6 15 6-16,-12 37-23 0,-16 21-16 16,-11 27 32-16,-17 14-21 15,-14 9-14-15,-3 5 4 16,-11-9-2-16,-8-17-6 16,-5-16 1-16,6-20-12 15,-4-9-42-15,0-5-31 16,2-8-36-16,-4-11-329 15</inkml:trace>
  <inkml:trace contextRef="#ctx0" brushRef="#br0" timeOffset="56">4056 14495 624 0,'0'0'190'16,"0"0"-165"-16,0 0-21 16,0 0 0-16,0 0 13 15,0 0-6-15,-6-16-6 16,61-21 14-16,26-22 23 0,20-13-13 16,13-8-7-16,8-5 11 15,3 1-3-15,-4 3-11 16,0 5-9-16,-6 10 4 15,-14 12-13-15,-17 17-2 16,-26 15 2-16,-15 5-4 16,-20 7-9-16,-7 4-19 15,-10 6-58-15,-6 0-30 16,-6 23-40-16,-21 7-49 16</inkml:trace>
  <inkml:trace contextRef="#ctx0" brushRef="#br0" timeOffset="57">4290 14486 476 0,'0'0'75'0,"0"0"22"16,0 0-43-16,0 0 1 15,0 0-6-15,0 0-38 16,-10 30 27-16,62-57 34 15,8-15-4-15,16-12-16 16,13-12-29-16,8-9 7 0,8 2 20 16,5 1-13-1,-4 8-27-15,-5 10-1 0,-17 9-2 16,-17 15-7-16,-23 10-1 16,-9 6 1-16,-14 12-2 15,-2-2 2-15,-10 4-4 16,-1 0-9-16,-5 0-11 15,-3 0-27-15,3 0 3 16,-3 6-5-16,0 8-28 16,0 3 18-16,0-1-5 15,0 1-35-15,-3-1-59 16,0-6-127-16</inkml:trace>
  <inkml:trace contextRef="#ctx0" brushRef="#br0" timeOffset="58">16915 8970 685 0,'0'0'54'0,"0"0"-22"16,0 0-11-16,0 0 9 15,0 0-13-15,0 0-8 16,0 0 4-16,7-51 18 0,-7 49-2 16,0 2-19-16,0 0-8 15,2 0 0-15,-2 0-2 16,0 0 0-16,0 0-2 15,0 0 2-15,0 0-1 16,0 13-11-16,0 10 10 16,0 16 1-16,-12 8 2 15,-6 8-1-15,-3 8 3 16,4-2-2-16,0-6-1 16,6-11 2-16,5-11-2 15,1-11 0-15,5-5 0 16,-3-9 2-16,3-6-1 0,0-2 5 15,0 0 15-15,0 0 28 16,-3 0-5-16,-2-10 24 16,2-12-45-16,1-16-11 15,2-15-12-15,0-5-8 16,10-9 2-16,10 1-3 16,9 0 3-16,2 8-8 15,3 11-22-15,1 13 19 16,-4 14 14-16,-3 12 0 15,0 8 2-15,-2 0-6 16,1 8 1-16,-2 16 5 16,-3 6-4-16,-2 9 5 15,1 1 0-15,-11-4 0 16,1 0 0-16,-3-2 0 16,-2-5 0-16,-2 0 0 0,-1 2 1 15,-3-1-1-15,0 3 0 16,0-1-23-16,0-2-11 15,-10-4-33-15,-3 2-19 16,-6-7-91-16</inkml:trace>
  <inkml:trace contextRef="#ctx0" brushRef="#br0" timeOffset="59">16703 9414 822 0,'0'0'31'0,"0"0"-1"0,0 0-25 16,72-75-3-16,-26 52-2 16,-1 0 0-16,-3 4 0 15,-7 6-1-15,-5-1-53 16,-4 2-128-16</inkml:trace>
  <inkml:trace contextRef="#ctx0" brushRef="#br0" timeOffset="60">17415 8978 967 0,'0'0'31'0,"0"0"1"0,0 0-20 16,0 0-12-16,0 0-13 15,0 0-50-15,19-5-69 16,-18 18-86-16</inkml:trace>
  <inkml:trace contextRef="#ctx0" brushRef="#br0" timeOffset="61">17508 9319 884 0,'0'0'37'0,"0"0"4"0,0 0 4 16,0 0-33-16,0 0-12 15,0 0-2-15,4-6-24 16,1 6-15-16,1 11-43 16,-4 1-169-16</inkml:trace>
  <inkml:trace contextRef="#ctx0" brushRef="#br0" timeOffset="62">16778 9211 824 0,'0'0'19'16,"0"0"-9"-16,0 0-10 15,0 0-1-15,108-57 0 16,-78 43-4-16,-3 5 5 15,-4-1-1-15,0 4 1 16,0 0 0-16,-5 4 0 16,-1 1-2-16,1-1 2 15,-3-1 0-15,2 3 0 0,-5 0-3 16,-2 0 3-16,0 0-3 16,-3 0 3-16,-1 0 0 15,-6 3-3-15,3 4-9 16,-1 0-5-16,0 6-12 15,-2 3-37-15,0-6-108 16</inkml:trace>
  <inkml:trace contextRef="#ctx0" brushRef="#br0" timeOffset="63">18006 9185 749 0,'0'0'24'15,"0"0"-14"-15,0 0 1 16,0 0-5-16,0 0-5 16,0 0 0-16,39 19-1 15,-24 4-1-15,0 4 1 0,-3 0 0 16,0-5 0-16,-4-6 0 16,-5-5 0-16,0-8 1 15,-3 0 3-15,0-3 11 16,0 0 38-16,0 0 16 15,-2-3-8-15,-10-14-45 16,0-9-15-16,5-10-1 16,7-7 3-16,0-6 3 15,19 1-6-15,12 6-9 16,7 9 7-16,1 13-1 16,1 13 2-16,-3 7-4 15,-3 0 2-15,-2 10-2 16,-2 14-1-16,-8 6 3 0,0 5 1 15,1 2 2 1,-4 3 3-16,-5-8-2 0,-4-1-1 16,-7-3-1-16,-3-4-1 15,0 3-58-15,-9-8-48 16,2-10-198-16</inkml:trace>
  <inkml:trace contextRef="#ctx0" brushRef="#br0" timeOffset="64">18704 9172 588 0,'0'0'245'0,"0"0"-241"0,0 0-4 16,110 32 8-16,-60-15 0 15,5-1 8-15,1-1 3 16,-2-1-19-16,-12 3-2 15,-12-1-1-15,-8-5-6 16,-14-2-61-16,-8-9-162 16</inkml:trace>
  <inkml:trace contextRef="#ctx0" brushRef="#br0" timeOffset="65">19003 9002 863 0,'0'0'23'16,"0"0"-23"-16,0 0-2 16,0 0-1-16,-91 115 3 15,62-55 0-15,4-2 2 16,8-3 3-16,3-9-4 16,2-10-2-16,3-6-1 15,5-6 0-15,-2-8-17 16,6-5-59-16,0-11-122 15</inkml:trace>
  <inkml:trace contextRef="#ctx0" brushRef="#br0" timeOffset="66">19181 9029 220 0,'0'0'509'0,"0"0"-509"15,0 0 0-15,0 0 16 16,94 75 26-16,-74-41-11 16,0 2-6-16,-2 1-13 15,3-7-5-15,-8-10-1 16,-1-10 5-16,-8-7-8 16,-2-3-2-16,-2 0 6 15,0 0 67-15,0-8 4 16,0-7-42-16,-5-13-32 15,4-7-4-15,1-5 1 0,12-2 0 16,22 5-2-16,8 7-2 16,3 10-3-16,-4 16 4 15,-3 4 1-15,-7 0 0 16,-3 24-5-16,-5 6 4 16,-7 12 0-16,-4 4-3 15,0 1 5-15,-4 0 0 16,-5-8 2-16,-3-5-2 15,0-5-33-15,-7-2-56 16,-13-8-35-16,3-10-306 16</inkml:trace>
  <inkml:trace contextRef="#ctx0" brushRef="#br0" timeOffset="67">20545 9058 850 0,'0'0'2'16,"0"0"8"-16,0 0-9 15,0 0-1-15,0 0-2 16,0 0 2-16,-1 57 0 16,7 2 2-16,-2 4 6 15,-4 2-5-15,0-11 1 16,0-11 1-16,2-16-5 16,-1-11 13-16,2-10-12 15,-2-6 10-15,-1 0 2 0,0 0 25 16,0 0 16-1,0 0 0-15,0-4 11 0,0-15-27 16,0-12-32-16,-2-7-6 16,-7-11 0-16,8-11 2 15,1-6 0-15,0 0-4 16,11 7-3-16,17 6-8 16,5 14-29-16,2 8 25 15,-1 12-3-15,0 11 12 16,1 8 1-16,-1 5-3 15,-6 17 4-15,-8 11 0 16,-16 9-12-16,-4 3 5 16,-3 1 13-16,-12-7-12 15,-1-13 8-15,2-13 0 0,3-5 2 16,5-8 2-16,-2 0 2 16,8 0 2-16,0 0 14 15,0-4-11-15,19-3-7 16,8 5-8-16,3 2 3 15,-6 9 4-15,-6 21-2 16,-16 13 1-16,-2 6 1 16,-12 1 1-16,-21-4 0 15,-9-6 1-15,-9-7-1 16,-2-7 1-16,-1-10 10 16,6-10-11-16,9-6-2 15,12-2-27-15,14-25-101 16,13-19-192-16</inkml:trace>
  <inkml:trace contextRef="#ctx0" brushRef="#br0" timeOffset="68">21269 8997 1062 0,'0'0'39'0,"0"0"-39"0,0 0 0 15,0 0-14 1,0 0-40-16,0 0-58 0,-11 81-37 16</inkml:trace>
  <inkml:trace contextRef="#ctx0" brushRef="#br0" timeOffset="69">21248 9537 877 0,'0'0'91'0,"0"0"-70"16,0 0 64-16,0 0-58 16,0 0-26-16,0 0-1 15,13-19-4-15,-13 9-111 16,0-4-505-16</inkml:trace>
  <inkml:trace contextRef="#ctx0" brushRef="#br0" timeOffset="70">21672 9121 742 0,'0'0'7'0,"0"0"-7"16,0 0 35-16,0 0-14 15,0 0-13-15,0 0-8 16,29 16 0-16,-15 11 0 16,2 7 0-16,-3 9 4 15,-3 2-4-15,-4 2-1 16,-2-8-1-16,0-3-2 16,-1-13 4-16,-1-7 3 15,-1-8-3-15,-1-7 0 16,0 1 0-16,0-2 59 0,0 0 31 15,0-5-27-15,0-13-54 16,0-8-9-16,-1-3 0 16,1-12 0-16,0 1 1 15,18-10-2-15,6 2 0 16,7 4-2-16,2 15-8 16,1 12-2-16,3 17 11 15,-2 0-5-15,-1 20 1 16,-4 11-1-16,-5 5 5 15,-7 3-5-15,-3-2 6 16,-1-1 0-16,-1-7-1 16,-3 1 2-16,-1-7 0 15,-3 1-5-15,0-4-50 16,-6-8-55-16,0-5-403 0</inkml:trace>
  <inkml:trace contextRef="#ctx0" brushRef="#br0" timeOffset="71">22325 9177 833 0,'0'0'3'15,"0"0"-3"-15,111 92-3 16,-73-59 3-16,-4-5 2 15,-2-5 0-15,-4-7-2 0,-3-3-2 16,-4-3-4-16,-3-5-4 16,-7-5-138-16</inkml:trace>
  <inkml:trace contextRef="#ctx0" brushRef="#br0" timeOffset="72">22628 9174 741 0,'0'0'44'0,"0"0"-44"16,-69 100 3-1,37-57 20-15,3 0-4 0,3-6-6 16,4-6 4-16,4-3-15 16,4-3 0-16,3-3-4 15,-1-5 0-15,3-4-8 16,4-9-138-16</inkml:trace>
  <inkml:trace contextRef="#ctx0" brushRef="#br0" timeOffset="73">22842 9185 744 0,'0'0'20'0,"0"0"-16"0,0 0-1 16,0 0 17-16,88 79 13 16,-78-50-4-16,3-5 7 15,-6-2-13-15,-1-8-2 16,0-4 7-16,-4-5 7 16,-1-4-2-16,1-1 5 15,-2 0 24-15,0 0-3 16,0 0-5-16,0-1-2 15,1-17-5-15,8-8-31 16,8-8-16-16,11-2-3 16,13-3 2-16,10 1-5 15,6 12-18-15,-2 6 10 16,-4 17 6-16,-9 3 6 0,-10 3 1 16,-6 23-4-16,-12 5 2 15,-6 8-1-15,-8 7-3 16,0 0 7-16,-6-2 0 15,-3-5 0-15,-1 1-4 16,-3-7-10-16,-4 6-50 16,-11-6-51-16,-10-9-87 15,-9-17-395-15</inkml:trace>
  <inkml:trace contextRef="#ctx0" brushRef="#br0" timeOffset="74">21815 9994 818 0,'0'0'7'0,"0"0"2"0,0 0 16 15,0 0-23 1,-94-50-2-16,56 50 0 0,-2 17 2 16,4 12 3-16,5 14 28 15,4 10-27-15,9 4 4 16,7 2-7-16,11 0 2 16,0-6 0-16,23-7-5 15,7-9 0-15,6-9 0 16,2-9 0-16,0-11-20 15,5-8-117-15</inkml:trace>
  <inkml:trace contextRef="#ctx0" brushRef="#br0" timeOffset="75">22212 9977 1101 0,'0'0'21'0,"0"0"-14"16,0 0-4-16,0 0-3 16,0 0-53-16,0 0-113 15,10-26-240-15</inkml:trace>
  <inkml:trace contextRef="#ctx0" brushRef="#br0" timeOffset="76">22262 10380 645 0,'0'0'273'0,"0"0"-269"16,0 0 5-16,0 0 39 15,0 0-33-15,0 0-15 16,0-4-27-16,0-17-260 16</inkml:trace>
  <inkml:trace contextRef="#ctx0" brushRef="#br0" timeOffset="77">22666 10072 864 0,'0'0'0'16,"0"0"-10"-16,0 0 10 15,48 84 1-15,-33-52-1 16,1 9 0-16,-2-2 0 16,5 0 31-16,-8-6-10 15,0-10-18-15,-5-10 0 16,-4-9 5-16,-2-4-3 16,0 0 50-16,0 0 32 15,0-13-3-15,0-11-53 16,0-8-28-16,0-5-3 15,0 2 9-15,8 1-8 16,12 5-1-16,9 4-12 0,0 9 9 16,3 6-13-16,-2 8 4 15,1 2 8-15,0 9 2 16,1 15-6-16,-1 13 8 16,-4 5-2-16,-5 8 2 15,-4-5-1-15,0 1 1 16,-6-12-1-16,0-8-4 15,-3-6-45-15,-8-7-85 16,-1-9-70-16</inkml:trace>
  <inkml:trace contextRef="#ctx0" brushRef="#br0" timeOffset="78">23368 10135 874 0,'0'0'44'16,"0"0"-44"-16,0 0 0 16,113 92 4-16,-79-65 6 15,2 4 26-15,-2-9-15 16,-2-3-12-16,-5-2-5 16,-8-3-8-16,-12-4-8 15,-7-10-146-15,0 0-457 16</inkml:trace>
  <inkml:trace contextRef="#ctx0" brushRef="#br0" timeOffset="79">23633 10125 726 0,'0'0'211'16,"0"0"-202"-16,0 0-9 15,0 0-8-15,-58 90 8 16,28-40 19-16,3-4-5 15,1-2 1-15,6-6-15 16,7-9 0-16,3-7 0 16,6-2 0-16,4-11-90 15,0-9-134-15</inkml:trace>
  <inkml:trace contextRef="#ctx0" brushRef="#br0" timeOffset="80">23864 10106 644 0,'0'0'50'16,"0"0"10"-16,30 92-9 16,-24-59-37-16,-2-4 27 15,-1-8-8-15,2-8-10 16,-2-6 2-16,0-7 14 15,-1 0 2-15,-2 0 49 16,0-7-2-16,8-17-33 0,7-9-52 16,12-3-1-16,9 0-1 15,11 6-2-15,4 4-5 16,-3 13 5-16,1 6-8 16,-7 7 6-16,-6 4-4 15,-6 16 7-15,-8 9-4 16,-8 5 4-16,-7 2-7 15,-7 6 5-15,0 3 2 16,-12-4 0-16,-8-1 0 16,-3-3-40-16,-6-7-62 0,-1-8-85 15,1-8-303 1</inkml:trace>
  <inkml:trace contextRef="#ctx0" brushRef="#br0" timeOffset="81">22283 10995 357 0,'0'0'46'0,"0"0"17"16,-118 59 34-16,78-26-10 16,3 9 0-16,1 8-36 15,4 3-1-15,10 9-7 16,10 2-16-16,12 5-6 16,8-3-8-16,28-13-5 15,16-17-4-15,10-17 27 16,9-12 10-16,6-7-12 15,-2-16-9-15,-1-16 18 16,-11-8-2-16,-14-7-12 16,-13-7-20-16,-15-1 4 0,-17-4-8 15,-4-3-10 1,-19 1-19-16,-17 2 14 0,-5 12 3 16,-5 11 8-16,-4 17-12 15,-5 13 0-15,0 6-43 16,2 0-59-16,7 13-15 15,16-1-253-15</inkml:trace>
  <inkml:trace contextRef="#ctx0" brushRef="#br0" timeOffset="82">23214 10978 883 0,'0'0'42'15,"0"0"-3"-15,0 0-14 16,0 0-9-16,0 0-15 15,-96-53 5-15,70 67-6 16,-3 24 0-16,-2 18 0 16,-1 18 6-16,1 15 15 15,6 16 4-15,7 4 2 0,6-2-17 16,12-9-9 0,0-17 2-16,16-16-3 0,13-12 11 15,5-12-11-15,5-10-1 16,5-9-18-16,3-8-9 15,-1-10-74-15,-6-4-225 16</inkml:trace>
  <inkml:trace contextRef="#ctx0" brushRef="#br0" timeOffset="83">23412 11215 918 0,'0'0'0'16,"0"0"-40"-16,0 0-13 15,0 0 29-15,0 0 10 16,0 0 14-16,-9 115 39 15,6-57 0-15,0 4-8 16,2-6-5-16,1-7-5 16,0-12-10-16,0-17 10 15,0-7-3-15,0-9-6 16,0-4 17-16,0 0 46 16,0 0-12-16,0-7-14 15,0-20-7-15,3-13-37 16,10-12-5-16,4-1-1 15,6-3 0-15,7 9-3 0,6 11-22 16,4 10 2-16,2 9 4 16,-2 11 5-16,2 6 11 15,-6 10-4 1,-6 16 8-16,-4 14-5 0,-7 10 10 16,-5 5-5-16,-8 2 4 15,-6-4 5-15,0-8 2 16,0-8-9-16,0-17 0 15,0-4 1-15,0-8-3 16,0-6 0-16,0 1 0 16,0-2-28-16,-6-1-128 15,-2 0-110-15</inkml:trace>
  <inkml:trace contextRef="#ctx0" brushRef="#br0" timeOffset="84">23913 10909 941 0,'0'0'5'0,"0"0"-5"15,93-29-7-15,-52 29 1 16,-3 0-2-16,-4 5 5 15,-6 7 3-15,-5 5 0 0,-11 0 2 16,-9 7 0-16,-3-2 8 16,-6-1-6-16,-15-2-2 15,1-8 13-15,3-3 7 16,8-4-15-16,2-4-7 16,7 0 5-16,0 3-5 15,0 1 0-15,16-4-5 16,14 7 5-16,1 3-8 15,-1 2 8-15,-8 2 0 16,-11 3 1-16,-4-2-5 16,-7 2 7-16,0 0-3 0,-21 0 23 15,-9-5 4 1,-4 1-2-16,-2-5-14 0,3-2-11 16,4 1 1-16,2 3-1 15,4-1-47-15,7-4-110 16,10-5-244-16</inkml:trace>
  <inkml:trace contextRef="#ctx0" brushRef="#br0" timeOffset="85">24320 10572 731 0,'0'0'17'0,"0"0"-11"15,0 0-10-15,126 92 8 0,-68-32 17 16,-2 12 43-16,-1 14-1 16,-11 16 8-16,-16 7-28 15,-16 10 6-15,-12 7-25 16,-2-1 7-16,-21-13-5 15,-8-8-9-15,-7-15-14 16,-7-11 4-16,-5-8-6 16,-962 131-1175 77,986-224 1174-77,3-6 0-16,1-8 0 16,16 0 0-16,0-7 0 15,-6-3 0-15,6 0 0 16,5 1 0-16,1-4 0 16,0 8 0-16,0 0 0 15,0 4 0-15,0 4 0 16,0 2 0-16,0-4 0 15,0 0 0-15,0 3 0 16,-5-4 0-16,1 4 0 16,-9 3 0-16,10 1 0 0,-5 15 0 15,0-35 0 1,5 20 0-16,0 12 0 0,3-33 0 16,0 25 0-16,0-9 0 15,0 7 0-15,3 13 0 16,5-27 0-16,-8 21 0 15,1 11 0-15,6-2 0 16,-6-26 0-16,-1 1 0 16,2 13 0-16,-2 13 0 15,0-24 0-15,0 15 0 16,0-7 0-16,0 26 0 16,0-11 0-16,5-28 0 15,3 2 0-15,-1-5 0 16,-7 42 0-16,10-30 0 15</inkml:trace>
  <inkml:trace contextRef="#ctx0" brushRef="#br0" timeOffset="86">22392 10558 0 0,'-6'0'0'0,"-9"-7"0"15,9 4 0-15,-4 3 0 16,-10 0 0-16,-28 0 0 16,2 1 0-16,39 18 0 15,-102 0 0-15</inkml:trace>
  <inkml:trace contextRef="#ctx0" brushRef="#br0" timeOffset="87">21284 12405 0 0,'-11'3'0'16,"8"10"0"-16,3 17 0 0,0-14 0 15,0 23 0-15,6-5 0 16,-9-34 0-16,-23 56 0 16,-6-35 0-16,-23 44 0 15,-2 15 0-15,3-43 0 16,-10-15 0-16,0-22 0 16,-7 0 0-16,2 3 0 15,0 30 0-15,-23-16 0 16,2-5 0-16,-17 22 0 15,-20-21 0-15,13 23 0 16,-4-25 0-16,7 25 0 16,19 1 0-16,-12-25 0 15,8 24 0-15,2-28 0 0,3 1 0 16,25 11 0-16,66-4 0 16,-52-11 0-16,29-5 0 15,23-14 0-15,28-13 0 16,43 24 0-16,5-47 0 15,8 1 0-15,19 16 0 16,-9-3 0-16,7 2 0 16,-4 12 0-16,-3 22 0 15,-2-3 0-15,6-5 0 16,-15 2 0-16,-17-7 0 16,1-7 0-16,-17 13 0 15,-9 7 0-15,-41 0 0 16,0 0 0-16,0 0 0 0,7 0 0 15,13 0 0-15,-6 0 0 16,-14 0 0-16,0 0 0 16,0 3 0-16,-7-2 0 15,-8 2 0-15,-4 3 0 16,10-6 0-16,-12 0 0 16,-2 3 0-16,19 1 0 15,-9-4 0-15,7 0 0 16,-5 0 0-16,4 0 0 15,1 0 0-15,1 0 0 16,5 0 0-16,0 0 0 16,-1 0 0-16,1 0 0 15,0 0 0-15,-3 0 0 16,3 0 0-16,0 0 0 0,-3 0 0 16,-5 0 0-16,-2 0 0 15,0 0 0-15,-7 0 0 16,10 0 0-16,-14 0 0 15,19 0 0-15,-8-4 0 16,-1 1 0-16,2-6 0 16,2 1 0-16,7 8 0 15,-6 0 0-15,4 0 0 16,-2 0 0-16,0 4 0 16,4-1 0-16,-5 7 0 0,5-10 0 15,0 0 0 1,0 3 0-16,0-3 0 15,0 0 0-15,0 0 0 0,0 0 0 16,0-3 0-16,0 0 0 16,0 3 0-16,0 0 0 15,0 0 0 1,0 0 0-16,0 6 0 0,12-2 0 16,-11-4 0-16,4 4 0 15,5 5 0-15,-10-5 0 16,0-1 0-16,9-3 0 15,-7 0 0-15,1 0 0 16,0 0 0-16,-3 0 0 16,4 0 0-16,-1 0 0 15,2 0 0-15,-1 0 0 0,-2 0 0 16,5 0 0-16,-4 0 0 16,-2 0 0-16,3 0 0 15,-4 0 0-15,3 0 0 16,-3 0 0-16,4 0 0 15,-1 0 0-15,0 0 0 16,0 2 0-16,3 0 0 16,-3-2 0-16,-1 0 0 15,-2 2 0-15,2 6 0 16,-2-8 0-16,0 3 0 16,0-3 0-16,0 0 0 15,0 2 0-15,-4-2 0 0,-1 4 0 16,3-4 0-1,0 0 0-15,2 0 0 0,0 0 0 16,0 0 0-16,0-4 0 16,2-1 0-16,6 0 0 15,0 0 0-15,-1 1 0 16,2 1 0-16,-3 3 0 16,-1-4 0-16,-2 4 0 15,-2 0 0-15,-1 0 0 16,0 0 0-16,0 0 0 15,0 0 0-15,-1 0 0 16,-4 0 0-16,-2 0 0 16,1 0 0-16,1 0 0 0,1 0 0 15,1 0 0 1,0 0 0-16,1 0 0 16,0 0 0-16,1 0 0 0,0 0 0 15,-1-3 0-15,1 3 0 16,1-3 0-16,-2 0 0 15,2-1 0-15,-2 0 0 16,2 1 0-16,0-3 0 16,-2 3 0-16,1-5 0 15,-2 5 0-15,0-6 0 16,0-5 0-16,0-3 0 16,0 7 0-16,-4-15 0 15,3-9 0-15,-2-5 0 16,0-1 0-16,-1 40 0 15,-4-2 0-15,7-3 0 0,-2-5 0 16,1-9 0-16,2 3 0 16,2-1 0-1,-4 0 0-15,-1 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1-17T04:14:25.2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2186 1124 548 0,'0'0'130'0,"0"0"-75"15,0 0-26 1,0 0 2-16,0 0 14 0,0 0 1 16,0 0 2-16,0-23-12 15,0 21-15-15,0 1-6 16,0 1-10-16,2 0-4 15,-2 0 1-15,0 0 2 16,1 0-3-16,4 11-2 16,0 16-1-16,3 15 0 15,1 12 2-15,-4 7 0 16,-1 0 0-16,-4-5 6 16,2-9-9-16,-2-12 4 15,0-5-1-15,3-7 4 16,-3-3-2-16,2-4-2 0,-2-3 4 15,0-5-4-15,0-3-9 16,0-5-78-16,-2 0-22 16,-14-5-71-16</inkml:trace>
  <inkml:trace contextRef="#ctx0" brushRef="#br0" timeOffset="1">1816 1180 892 0,'0'0'51'16,"0"0"-51"0,78-53-5-16,-42 32 5 0,9 3 9 15,0 0-3-15,0 2-3 16,3 4-3-16,-4 7 0 15,1 2-47-15,0 3-5 16,2 0-44-16,-3-3-126 16</inkml:trace>
  <inkml:trace contextRef="#ctx0" brushRef="#br0" timeOffset="2">2968 940 555 0,'0'0'110'16,"0"0"-109"-16,0 0 5 15,0 0 2-15,-72 26 4 16,49 3-8-16,2 10 31 15,1 12 1-15,3 9 2 16,4 11-22-16,3 2-4 16,8-3-1-16,2-10-9 0,0-11-2 15,0-12 1 1,14-7-2-16,6-6 1 0,0-8-17 16,6-10-125-16</inkml:trace>
  <inkml:trace contextRef="#ctx0" brushRef="#br0" timeOffset="3">3125 1278 772 0,'0'0'6'16,"0"0"-6"-16,0 0-11 15,0 0 11-15,50 86 5 0,-35-64 0 16,-2-2 7-16,-1-4-12 16,-4-5 0-16,-5-7 0 15,-3-1 2-15,0-2-2 16,0-1 20-16,0 0 23 16,0 0 4-16,-3-4 14 15,-3-13-59-15,1-8 12 16,5-11-14-16,0-10 1 15,16-1-1-15,14 2 0 16,10 9-26-16,-4 14 0 16,-3 14 25-16,-2 8-3 15,-4 1 1-15,-1 18-3 16,-4 12 6-16,-5 6 3 16,-2 2-1-16,-3 6 6 0,-1-6-5 15,-1-6 4-15,-3-7-6 16,-2-7 0-16,1-6-2 15,-6-4-14-15,0-9-99 16,0 0-610-16</inkml:trace>
  <inkml:trace contextRef="#ctx0" brushRef="#br0" timeOffset="4">3591 802 643 0,'0'0'16'0,"89"45"-2"16,-36-1 39-16,0 15 21 15,-5 12-29-15,-10 9-8 16,-10 7-4-16,-9 2-19 15,-11-2-12-15,-8-10 0 16,0-13 5-16,0-8-5 16,-8-10-2-16,-2-5-9 15,-2-11-23-15,4-10-102 16</inkml:trace>
  <inkml:trace contextRef="#ctx0" brushRef="#br0" timeOffset="5">4380 1420 947 0,'0'0'45'0,"0"0"-45"15,0 0-5-15,0 0 5 16,0 0 0-16,0 0 0 16,90 0-3-16,-61 0-9 15,-12 2-99-15,-15 6-201 16</inkml:trace>
  <inkml:trace contextRef="#ctx0" brushRef="#br0" timeOffset="6">4547 1643 931 0,'0'0'54'16,"0"0"-54"-16,0 0 4 15,0 0-8-15,77-31 8 16,-61 26-8-16,-2 0-21 16,3 1-66-16,0 1-137 0</inkml:trace>
  <inkml:trace contextRef="#ctx0" brushRef="#br0" timeOffset="7">5860 1167 817 0,'0'0'26'0,"0"0"-22"16,0 0-8-16,0 0 8 15,-90-66-4-15,73 55 18 16,-3 5 3-16,-2 1-9 16,-8 5-10-16,-8 0-2 15,-4 9 0-15,-7 11-1 16,0 6 0-16,5 2 1 0,10 0-1 16,12 2 2-16,9-1-3 15,13 4-2-15,0 3 4 16,30-1 0-16,17 5 0 15,11-5 6-15,3-2 5 16,-8 1-7-16,-11 1 2 16,-18-2-6-16,-15 2-1 15,-9-1-1-15,-5-4 2 16,-20-3-1-16,-3-9 3 16,-2-5-2-16,6-9 3 15,8-4-3-15,8 0 38 0,2-8 7 16,6-15-15-1,0-14-6-15,20-5-15 0,10-6-9 16,9 1 0 0,2 3-1-16,-4 2 1 0,-6 4-10 15,-6 0-20-15,-12 8-35 16,-7 3-30-16,-1 5-100 16</inkml:trace>
  <inkml:trace contextRef="#ctx0" brushRef="#br0" timeOffset="8">6466 1168 589 0,'0'0'135'0,"0"0"-126"15,0 0 20-15,0 0 11 16,0 0-15-16,0 0-18 16,16 12-7-16,-2 26 0 15,3 17 5-15,0 10 8 16,-4 1 6-16,-3-6-11 16,2-10 1-16,-2-11 0 15,-4-9 2-15,0-8 10 0,-3-7-19 16,-3-4 5-16,0-3-4 15,0-4-3-15,0-2-50 16,0-2-55-16,-11-13-526 16</inkml:trace>
  <inkml:trace contextRef="#ctx0" brushRef="#br0" timeOffset="9">6299 1208 814 0,'0'0'16'16,"97"-20"-15"-16,-33 10 2 0,-3 0 9 16,-10 1 25-16,-9 1-2 15,-7 2-23-15,-8 3-11 16,-6 3-1-16,-3-3-68 15,-12-2-256-15</inkml:trace>
  <inkml:trace contextRef="#ctx0" brushRef="#br0" timeOffset="10">7015 1037 884 0,'0'0'0'0,"0"0"-16"16,0 0-36-16,0 0 19 15,0 0 25-15,0 0 8 16,-47 92 5-16,44-29 18 15,0 14 1-15,3 7-21 16,0-1-2-16,3-5 3 16,11-9 0-16,8-12-4 15,3-12 3-15,3-10-1 0,2-10-1 16,1-12-2 0,2-6-16-16,1-7-104 0,-4-7-581 15</inkml:trace>
  <inkml:trace contextRef="#ctx0" brushRef="#br0" timeOffset="11">7311 1229 739 0,'0'0'0'0,"0"0"-24"0,0 0 19 15,0 0 5-15,37 82 0 16,-29-58 21-16,0-8-4 16,-2-5-9-16,-2-5 19 15,-4-5-10-15,0-1 18 16,0 0 10-16,0 0 11 16,0-9 11-16,-4-12-52 15,-2-5-15-15,3 0 0 16,3-3 3-16,0 5 5 15,13 3-5-15,10 9-3 16,5 3-4-16,-3 8 2 16,0 1 2-16,-5 3-8 15,-1 16 6-15,-8 7-5 16,-2 6 3-16,-2 2 6 0,-4-2-2 16,3-3 0-16,-3-6-3 15,-3-9-96-15,2-11-103 16</inkml:trace>
  <inkml:trace contextRef="#ctx0" brushRef="#br0" timeOffset="12">7817 1096 390 0,'0'0'335'0,"0"0"-333"0,0 75 20 15,0-33 29-15,0 8-21 16,-9 2-4-16,-3 1-11 16,-4-1-7-16,-7-3-7 15,-4-4-1-15,0-4 0 16,-2-10-56-16,14-10-316 16</inkml:trace>
  <inkml:trace contextRef="#ctx0" brushRef="#br0" timeOffset="13">7961 1512 613 0,'0'0'18'0,"0"0"-13"15,82 5 48-15,-62 8 19 16,-6 5-38-16,-7 4-12 15,-5 4-6-15,-2 3-4 16,0 2-4-16,0-1 2 16,-3-5 0-16,3-5-5 15,0-5 13-15,8-3 6 16,14-3 10-16,-1-3-9 16,5-3-2-16,-3-3-12 15,-10 0-5-15,-1 0 4 16,-6-11-10-16,-4-8-72 15,-2-7-226-15</inkml:trace>
  <inkml:trace contextRef="#ctx0" brushRef="#br0" timeOffset="14">8119 994 808 0,'0'0'40'15,"0"0"-40"-15,0 0-18 16,113-20 18-16,-66 20 26 0,9 16 4 16,2 14 8-1,-5 13-5-15,-11 18-24 0,-16 17-3 16,-11 13-3-16,-15 9-1 15,0 1-2-15,-22-10 0 16,0-11 10-16,-5-11-10 16,4-15-10-16,6-12-11 15,4-8-14-15,5-11-33 16,8-12-171-16</inkml:trace>
  <inkml:trace contextRef="#ctx0" brushRef="#br0" timeOffset="15">9009 1456 723 0,'0'0'32'15,"98"0"-12"-15,-46-2-18 16,-15-2 37-16,-5 2-13 15,-10 0-24-15,-13 0-1 16,-5 0-1-16,-4-2 0 16,0-1-33-16,-4-4-266 0</inkml:trace>
  <inkml:trace contextRef="#ctx0" brushRef="#br0" timeOffset="16">9092 1255 709 0,'0'0'89'16,"0"0"-75"-16,0 0-14 15,8 70-4-15,5-20 4 16,3 5 14-16,-2-4-6 16,5-4 5-16,-3-11-10 15,1-5 1-15,-6-8 15 16,-5-5-19-16,-3-4 1 0,-3-4-2 15,0-5-51-15,0-5-213 16</inkml:trace>
  <inkml:trace contextRef="#ctx0" brushRef="#br0" timeOffset="17">9872 1206 496 0,'0'0'419'16,"0"0"-396"-16,0 0-20 16,0 0-2-16,0 0-1 15,0 0 0-15,-45 36-2 16,18 12 2-16,0 11 2 15,9 0 4-15,10-3-4 16,5-12-2-16,3-7 0 16,11-7 1-16,8-4-1 15,7-8 1-15,-2-6 0 16,2-4-1-16,-1-8-10 16,-5 0-121-16</inkml:trace>
  <inkml:trace contextRef="#ctx0" brushRef="#br0" timeOffset="18">10138 1265 395 0,'0'0'630'15,"0"0"-630"-15,0 0-30 16,0 0 5-16,0 0 19 15,0 0 1-15,59 70 2 16,-43-36 3-16,-5-1-5 16,2-7 10-16,-1-6-7 0,-7-9 5 15,-2-6-3 1,1-3 3-16,-4-2 4 0,0 0 15 16,0 0 27-16,0-8 7 15,-4-10-15-15,-4-7-39 16,3-4-2-16,5-4 6 15,0 0-5-15,22 3-1 16,6 6-13-16,5 10-11 16,6 6 3-16,-2 8 13 15,2 3 6-15,-5 16-1 16,-6 8 2-16,-8 4-3 16,-9 1-2-16,-5-1 4 15,-1-3 0-15,-5-5 2 16,0-3 2-16,0-6-2 0,0 0-1 15,-7-3-25-15,-5-4-109 16,3-6-63-16</inkml:trace>
  <inkml:trace contextRef="#ctx0" brushRef="#br0" timeOffset="19">10699 945 804 0,'0'0'0'16,"0"0"-57"-16,0 0 34 15,0 0 23-15,0 0 67 16,0 0-21-16,-32-41-24 16,32 37-15-16,10-2-2 15,5 1-2-15,11 0-6 16,0 3 0-16,4 2 0 16,-10 0 1-16,-3 7 2 15,-7 8 2-15,-10 6-2 0,0 9 1 16,-20 3 2-1,-13 3-1-15,-3 1 5 0,9-6-7 16,10-5 0-16,11-5 8 16,6 0 0-16,8 2 3 15,20-3 3-15,14-1 17 16,1-6-3-16,5-6-17 16,-5-5-8-16,-8-2 3 15,-9 0 0-15,-8 0-6 16,-6-9-74-16,-6-10-294 15</inkml:trace>
  <inkml:trace contextRef="#ctx0" brushRef="#br0" timeOffset="20">3556 3930 624 0,'0'0'115'16,"0"0"-113"-16,0 0 3 15,0 0-2-15,0 0 5 16,0 0-2-16,0 0-5 16,-18 0 0-16,18 0 9 15,0 0-7-15,14 0 5 16,13 2 25-16,8-2 10 15,7 0-22-15,8 0 5 16,-4 0-8-16,-1 0-10 16,-6 0 0-16,-8 0-6 15,-7 0-2-15,-4 0-5 16,-12 7-42-16,-8 7-79 0,0-1-345 16</inkml:trace>
  <inkml:trace contextRef="#ctx0" brushRef="#br0" timeOffset="21">3548 4238 232 0,'0'0'594'0,"0"0"-577"15,0 0-17-15,76 0 1 16,-5-10 17-16,9-3-5 0,6-1 12 15,-3 2-17-15,-10 6-1 16,-15 6-7-16,-17 0-53 16,-19 0-178-16</inkml:trace>
  <inkml:trace contextRef="#ctx0" brushRef="#br0" timeOffset="22">4998 3826 99 0,'0'0'563'15,"0"0"-518"-15,0 0-31 0,0 0-2 16,0 0 41-16,0 0-13 16,3 3-16-16,-3-3-2 15,0 0-12-15,3 0 8 16,-3 0 12-16,0-3-2 16,0-3-9-16,0-3-4 15,0-1-9-15,-3 0 12 16,-2-1-18-16,-7 0 1 15,-1-3 6-15,-3 3-7 16,1 0 0-16,-4 0 0 0,-4 5-3 16,-5 4 3-16,-2 2-19 15,-1 0 1 1,1 0 7-16,5 3 1 0,5 6 9 16,6 3 0-16,-2 5 0 15,8 0-6-15,0 4 5 16,5-1 1-16,3 2-12 15,3 2 3-15,19 1 8 16,13-3-1-16,10 0 3 16,5-2 0-16,5-1 0 15,-7 4 0-15,-10 2 7 16,-10 2-7-16,-8 5 1 16,-15 4-6-16,-5-1 6 15,-8 1-1-15,-17-1 0 16,-7-4-1-16,8-7-5 0,0-9 3 15,13-5 0-15,2-6 3 16,6-2 3-16,3-2-2 16,0 0 2-16,0-9 3 15,0-13 57-15,9-9-47 16,2-7-15-16,5-1 9 16,1 0 6-16,1 1-15 15,6 2-1-15,1 2 0 16,0 3 0-16,3 5-2 15,-4 5-16-15,-2 2-4 16,-2 5-21-16,-7 4-30 16,-1 2-62-16,-6-1-464 0</inkml:trace>
  <inkml:trace contextRef="#ctx0" brushRef="#br0" timeOffset="23">5847 3343 427 0,'0'0'162'0,"0"0"-42"16,0 0-66-16,0 0-37 15,0 0 0-15,0 0-8 16,-19 2-3-16,16-2-5 16,0 0 13-16,-7 0-1 15,4-3-9-15,-8-2-4 0,-1 1-2 16,-8 2-1 0,2 1 6-16,-3 1-6 0,-4 0 8 15,5 0-5-15,1 0 0 16,8 0 1-16,6 0-2 15,2 0 1-15,3 0-2 16,3 0 0-16,0 0 1 16,0 0 1-16,0 0 0 15,-1 7-3-15,-1 9 4 16,1-1-3-16,1 5 2 16,-3 0-1-16,3 2 2 15,0 1-1-15,0 3 0 16,0 3 0-16,0 3 3 0,0 3-2 15,7 1 3-15,4 4 6 16,1 1-4-16,2 4-6 16,0 0 2-16,-3 6 1 15,3 2-3-15,-5 4-1 16,3 2 1-16,-5 1 1 16,-2 5 0-16,1-1 0 15,-6 3-1-15,2-3 4 16,-2 0-4-16,0-4 0 15,0-5 0-15,3-8 1 16,-1-8-2-16,4-5 2 16,-3-4-2-16,0-5 2 15,-3-7-1-15,0-4 0 0,0-3 3 16,0-3-5-16,0 0 3 16,0-3-2-16,0-1 0 15,0 0 1-15,3 1 0 16,-1-1 2-16,8 0-2 15,6 1 0-15,11-5 0 16,9 0 0-16,12 0 1 16,5 0 5-16,6 0-3 15,0 0-3-15,-5 0-1 16,-12 0-6-16,-7 0-29 16,-10 0-66-16,-14 0-162 15</inkml:trace>
  <inkml:trace contextRef="#ctx0" brushRef="#br0" timeOffset="24">6272 3596 727 0,'0'0'0'0,"0"0"-47"16,0 0 38-16,0 0 9 15,0 0 4-15,0 0 17 16,-73-51 1-16,66 49 10 16,5-1-19-16,-2 2 1 15,-5-1-11-15,-5 2 9 16,-9 0-9-16,-1 2-3 0,-7 8 1 15,-2 6-1 1,1 1 0-16,-4 7 5 0,7 2 4 16,8 4-8-16,3 0 4 15,13 4-4-15,5 0 2 16,3 3 2-16,27-1-4 16,14 1 2-16,17-1 18 15,11-1-9-15,-7 0-11 16,-10-1 6-16,-19 1-7 15,-8 0-1-15,-20 3 1 16,-8-1 2-16,-8 1-1 16,-22-7-1-16,-13-5-1 0,5-9-17 15,7-13 16-15,6-4 2 16,14 0 5-16,9-21 4 16,2-8-1-16,8-12-8 15,12-9 0-15,4-4-1 16,-2 1 1-16,-2 4 0 15,-3 7 2-15,-1 5-2 16,-2 4-2-16,-5 1-28 16,-2 5-113-16,-2 4-178 15</inkml:trace>
  <inkml:trace contextRef="#ctx0" brushRef="#br0" timeOffset="25">6854 3767 994 0,'0'0'0'16,"0"0"-5"-16,0 0-83 15,0 0 79-15,15 85 9 16,3-40 0-16,5 6 15 16,2 6 7-16,-5-1-9 15,0-4 1-15,-2-7-12 16,-5-10 11-16,-4-8-9 0,-3-8 0 16,-6-3-2-16,0-3-2 15,0-3-2-15,-12 1-19 16,-6-7-49-16,0-4-121 15</inkml:trace>
  <inkml:trace contextRef="#ctx0" brushRef="#br0" timeOffset="26">6581 3908 1025 0,'0'0'55'16,"0"0"-47"-16,0 0-8 16,104-57-7-16,-47 36 7 0,5 7 1 15,-10 4 1-15,2 7-2 16,-5 3-81-16,-7-1-97 16</inkml:trace>
  <inkml:trace contextRef="#ctx0" brushRef="#br0" timeOffset="27">7514 3525 848 0,'0'0'23'16,"0"0"-23"-16,0 0-113 15,0 0 34-15,0 0 79 16,0 0 47-16,-69 63 30 16,61-9-36-16,2 18-2 15,3 4-15-15,3 0 2 0,0 1-11 16,3-5-5-16,11-7 0 16,8-8-10-16,1-10 5 15,-1-13 1-15,0-10 0 16,2-6-6-16,-4-4 6 15,0-6-12-15,-4-6-54 16,-6-2-30-16,2-10-282 16</inkml:trace>
  <inkml:trace contextRef="#ctx0" brushRef="#br0" timeOffset="28">7730 3759 997 0,'0'0'4'16,"0"0"-4"-16,0 0-42 15,0 0 0-15,0 0 27 16,0 0 12-16,37 12 3 16,-30 14 6-16,-3 0-6 15,1-1 0-15,-2-7-6 16,0-6 12-16,-3-5-6 15,1-4 3-15,1-1-3 16,-2-2 0-16,0 0 12 16,0 0 25-16,0 0 3 0,0-6 8 15,0-12-18-15,0-4-29 16,0-7-1-16,9-1-4 16,7 3-1-16,3 7-10 15,6 7-7-15,-1 7 8 16,2 6 8-16,-1 0 0 15,-1 19 4-15,-1 7-2 16,-5 4 0-16,0 5 4 16,-10-2 4-16,-5-5-4 15,-3-3 0-15,0-7-1 16,0-2 1-16,0-6-5 16,0-3-57-16,5-6-79 0,5-1-257 15</inkml:trace>
  <inkml:trace contextRef="#ctx0" brushRef="#br0" timeOffset="29">8238 3685 902 0,'0'0'60'0,"0"0"-60"15,0 0-11-15,0 0-3 16,0 0 12-16,-2 103 2 15,-19-49 5-15,0 2 0 16,-7-1-5-16,5-3 0 16,-1-7 1-16,1-4 0 15,4-3-1-15,2-4 0 0,4-4-4 16,5-5-22-16,4-9-127 16</inkml:trace>
  <inkml:trace contextRef="#ctx0" brushRef="#br0" timeOffset="30">8354 4147 658 0,'0'0'75'16,"0"0"-55"-16,0 0 41 15,0 0 25-15,0 0-15 16,0 0-29-16,14 0-42 16,-2 5 4-16,4-1-4 15,-2 5 5-15,-6 1-5 16,-4 3-4-16,-2 1 4 16,-2 2 0-16,0 1 0 15,0 3 1-15,0-2 2 16,0-1 3-16,4-1-1 15,6-1 7-15,3-4-3 16,3-7 4-16,2 3-4 16,-4-7-5-16,-6 0 2 0,2 0-12 15,-1-9-23-15,-3-11-56 16,0-8-157-16</inkml:trace>
  <inkml:trace contextRef="#ctx0" brushRef="#br0" timeOffset="31">8521 3902 897 0,'0'0'0'16,"0"0"-26"-16,0 0-17 0,0 0 42 15,0 0 2-15,74-4 14 16,-60 19-10-16,-2 2 2 15,-3 6-1-15,-6-2 5 16,2-1-6-16,2-2-5 16,2-7-2-16,5-1 2 15,5-5 31-15,4-1 17 16,-2-4-17-16,-3 0-27 16,-6 0-3-16,0 0-1 15,-6-10-58-15,-4-6-35 16,-2-4-409-16</inkml:trace>
  <inkml:trace contextRef="#ctx0" brushRef="#br0" timeOffset="32">8496 3343 1081 0,'0'0'0'0,"0"0"-1"16,0 0-26-16,0 0-13 16,0 0 35-16,89-32 4 15,-41 52 1-15,11 17 0 16,10 15 2-16,-1 13-2 16,-7 16-1-16,-9 9 1 15,-23 7 10-15,-13 1-7 0,-13-6 3 16,-3-5-4-16,-3-13-1 15,-15-8 0-15,0-9 5 16,-3-4-12-16,0-5-6 16,10-8-139-16,1-13-597 15</inkml:trace>
  <inkml:trace contextRef="#ctx0" brushRef="#br0" timeOffset="33">9364 4005 928 0,'0'0'0'16,"74"-4"-34"-16,-27-1-15 15,1-1 49-15,-10-1 1 16,0 1 22-16,-5 0-2 16,-3 0-8-16,-10-2-13 0,-4-1-2 15,-10-4-18-15,-6-5-122 16</inkml:trace>
  <inkml:trace contextRef="#ctx0" brushRef="#br0" timeOffset="34">9520 3791 786 0,'0'0'12'0,"0"90"-9"15,0-39 18-15,0-1 3 16,0-5-1-16,6-1-1 16,4-4 0-16,-1-6-6 15,-1-4-12-15,0-9-4 0,-3 1 0 16,-5-6 0-16,0-1-34 16,-3-6-116-16</inkml:trace>
  <inkml:trace contextRef="#ctx0" brushRef="#br0" timeOffset="35">10677 3882 160 0,'0'0'172'0,"0"0"-41"16,0 0-59-16,0 0 46 16,0 0-21-16,0 0-28 15,0 0-18-15,0 4 1 16,0-4-8-16,0 0-6 15,0 0-21-15,0-2-5 16,0-3-8-16,-4 1 1 16,-2-2-4-16,-6 1 1 15,-6 0 4-15,-6 1-6 16,-2 1-8-16,-4 2 8 0,3 1 0 16,4 0 1-16,-2 0-1 15,3 5-1-15,-3 9 0 16,1 6 1-16,6 10 0 15,4 6-2-15,2 4-1 16,11 6 3-16,1-4-2 16,16-1 7-16,13-3-5 15,14-10 1-15,2-4 4 16,10-8 2-16,-5-5-7 16,-5-6-2-16,-6-2 2 15,-7-3-45-15,-8 0-107 16,-3-3-416-16</inkml:trace>
  <inkml:trace contextRef="#ctx0" brushRef="#br0" timeOffset="36">11220 3898 437 0,'0'0'385'0,"0"0"-385"16,0 0-44-16,0 0 21 16,0 0 23-16,0 0 21 15,20 14-11-15,-14-4 6 16,2 7 2-16,2 5-8 16,-7 3 3-16,0 4-4 15,2 1 0-15,-2 1-7 0,3-5-1 16,-2-4-1-1,1-6 10-15,-2-7-10 0,-1-4 0 16,-2-4 3-16,0-1 9 16,0 0 12-16,0 0 24 15,0 0 16-15,0-12-34 16,0-9-21-16,0-5-9 16,-2-8-2-16,2 2-2 15,0-2 2-15,6 1-12 16,9 8 11-16,0 5 1 15,9 7-1-15,-4 8-7 16,4 5 3-16,-1 0 4 16,-1 12-2-16,0 9 3 15,-2 7-1-15,-3 1 3 16,1 2 1-16,-7-2-1 0,2-7-1 16,-5 0 1-16,-1-6 0 15,-4-4 0-15,-3 1-6 16,0 1-3-16,-12-3-129 15,1-8-310-15</inkml:trace>
  <inkml:trace contextRef="#ctx0" brushRef="#br0" timeOffset="37">11833 3930 804 0,'0'0'38'0,"0"0"-37"15,0 0-1-15,0 0-5 16,0 0 0-16,0 0 5 16,-50 113 13-16,9-55 25 15,-4 4-2-15,-5 0-16 16,-1-3-11-16,7-4-1 15,1-4-6-15,9-10-2 16,4-6 1-16,2-6-1 16,9-6 0-16,1-1-28 15,6-8-92-15,11-11-322 0</inkml:trace>
  <inkml:trace contextRef="#ctx0" brushRef="#br0" timeOffset="38">11790 4423 830 0,'0'0'94'0,"0"0"-94"16,0 0-14-1,0 0 11-15,0 0 3 0,0 0 4 16,73 44-2-16,-66-26-2 16,-7 2 8-16,0 5-4 15,0-1 8-15,0 0 14 16,0-4-11-16,0-1 1 16,11-3 17-16,8-5-12 15,1-3-2-15,4-5-18 16,-6-3 0-16,-4 0 3 15,-4 0-4-15,-7-3 0 16,-3-13-19-16,0-4-176 16,0-6-320-16</inkml:trace>
  <inkml:trace contextRef="#ctx0" brushRef="#br0" timeOffset="39">11195 3624 610 0,'0'0'5'0,"0"0"-2"16,-80 92 0-16,60-37 65 15,8 12 8-15,9 13-10 16,3 14-35-16,15 7-7 16,15 10-11-16,8 1-12 15,10-9 6-15,8-11-13 16,3-21 6-16,7-18-5 15,-2-13-11-15,-1-15 13 16,-4-10-5-16,-9-10-19 16,-3-5-109-16</inkml:trace>
  <inkml:trace contextRef="#ctx0" brushRef="#br0" timeOffset="40">11964 3685 503 0,'0'0'174'0,"0"0"-83"16,89 42-50-16,-53 3-20 15,2 16 12-15,-5 12 15 16,-2 13 0-16,-9 3-16 16,-7 2-5-16,-2-1-3 15,-8-6-16-15,-2-11-3 16,-3-13-5-16,0-12-1 15,0-14 0-15,-5-8 1 16,-1-11-3-16,-7 0-18 16,2-7-44-16,-1-8-57 15,-3 0-171-15</inkml:trace>
  <inkml:trace contextRef="#ctx0" brushRef="#br0" timeOffset="41">12306 3482 555 0,'0'0'177'15,"0"0"-163"-15,0 0-7 16,0 0 1-16,0 0-2 15,0 0 23-15,66 3-1 16,-36 5-8-16,-7 1-12 16,-2 2-3-16,-10 4 3 15,-11 6-8-15,0 8-3 16,-19 4 3-16,-6 6 3 0,-5-4-2 16,12-4 6-16,13-6 9 15,5 1 2-15,0-5-4 16,18 0 1-16,8-5 7 15,3-2-6-15,2-5-5 16,-2-3-10-16,-3-4 6 16,-4-2-7-16,-10 0-84 15,-4 0-72-15</inkml:trace>
  <inkml:trace contextRef="#ctx0" brushRef="#br0" timeOffset="42">12252 3170 874 0,'0'0'0'0,"0"0"-8"0,0 0-2 16,80-10 10-16,-35 10 12 15,8 0 6-15,7 0 2 16,-1 0-11-16,0 0-7 15,-2 7-1-15,-10 2 7 16,-8 0-8-16,-9 3 0 16,-9 2-1-16,-6 3 3 15,-3 12-4-15,-4 7 2 16,-2 14-4-16,1 6 4 16,0 8 0-16,-2 8-2 15,4 9 2-15,-4 4 0 16,1 5 0-16,0 3 0 0,1 4 0 15,3 1 6-15,-1 6 0 16,4-1 3-16,-3-5 2 16,-3-12-8-16,0-9-1 15,-7-12 11-15,0-4-9 16,-7-7 5-16,-5-9-4 16,2-5-2-16,-3-7-3 15,1-6 3-15,2-3-1 16,2-3 0-16,0-4-4 15,-2-1 5-15,3-7-6 16,2-3 3-16,0-1-8 16,-2-5-2-16,-4 0 6 0,-8 0 2 15,-3-8-18-15,-6-2 5 16,-8-1-35-16,-8-9-86 16</inkml:trace>
  <inkml:trace contextRef="#ctx0" brushRef="#br0" timeOffset="43">13602 4216 739 0,'0'0'56'0,"0"0"-40"0,0 0-6 16,92-20-2-16,-67 12 32 15,-5 3-26-15,8 1-13 16,-1 0-1-16,1 4-2 15,3 0 1-15,-4 0-16 16,-4 0-18-16,-12 0-47 16,-8 0-114-16</inkml:trace>
  <inkml:trace contextRef="#ctx0" brushRef="#br0" timeOffset="44">13614 3866 787 0,'0'0'113'0,"0"0"-113"16,0 0-23-16,14 85 17 15,4-40 6-15,8 7 1 16,6 2 35-16,-2-1-5 15,0-3-7-15,-13-5-13 16,-1-11-4-16,-8-5-1 16,-8-8-4-16,0-3 1 15,0 0-2-15,-8-2-1 0,-5 2-11 16,2-2-72 0,6-10-64-16,5-6-477 0</inkml:trace>
  <inkml:trace contextRef="#ctx0" brushRef="#br0" timeOffset="45">14736 3951 869 0,'0'0'15'0,"0"0"-8"16,0 0-7-16,0 0 9 16,-79-50-7-16,64 46 8 15,1 0-3-15,-1 4-7 16,1 0-1-16,-3 9-1 0,-2 17-3 16,-6 7 5-16,7 11 10 15,-2 3-6-15,11 2-1 16,9-3 4-16,0-4-3 15,17-7-2-15,11-4 4 16,7-6 1-16,1-9-1 16,3-3 3-16,-7-9-3 15,0-4-6-15,-6 0-122 16</inkml:trace>
  <inkml:trace contextRef="#ctx0" brushRef="#br0" timeOffset="46">14921 3923 364 0,'0'0'525'0,"0"0"-525"15,0 0-21-15,0 0 6 16,44 93 10-16,-40-58 5 15,-1 4 6-15,0-4-6 16,1-4 8-16,-1-7-5 16,-3-8 1-16,2-8 6 15,-2-7 9-15,0-1 9 0,0 0-3 16,0 0 18 0,0-6 15-16,-2-10-43 0,-9-7-15 15,6-2-1-15,5-3 1 16,0 0 0-16,18 0 8 15,8 3-8-15,7 4 0 16,1 10-1-16,3 7 1 16,0 4-4-16,-9 2 0 15,0 14 4-15,-8 5-1 16,-7 4-7-16,-4 1 8 16,-5-2 0-16,-4-3 0 15,0-3-1-15,0-6 1 16,0-3 0-16,0-1-3 0,0-2-25 15,0-4-119-15,0-2-147 16</inkml:trace>
  <inkml:trace contextRef="#ctx0" brushRef="#br0" timeOffset="47">15231 3549 945 0,'0'0'7'16,"0"0"-7"-16,0 0-13 15,0 0 13-15,0 0 0 16,112-39 4-16,-74 39 12 15,-4 4-6-15,-7 10-10 16,-9 5 0-16,-10 8 0 16,-8 2 1-16,0 2 1 15,-12 1 5-15,-2-3-3 16,1-7-3-16,8-5 9 16,5-2 2-16,0-4-11 15,22 2 12-15,9-4 1 16,7-3 0-16,-2-3-8 0,-4-3-2 15,-11 0-8-15,-4 0-17 16,-10 0-80-16,-5-4-125 16</inkml:trace>
  <inkml:trace contextRef="#ctx0" brushRef="#br0" timeOffset="48">15813 4339 788 0,'0'0'49'0,"0"0"-49"15,83-11 0-15,-40 5 0 16,-1 2 32-16,-3 0-9 16,-7 3-3-16,-4 1-14 15,-7 0-5-15,-6 0 5 16,-9 0-12-16,-6 0-7 16,0 1-59-16,-20 6-200 0</inkml:trace>
  <inkml:trace contextRef="#ctx0" brushRef="#br0" timeOffset="49">15752 4543 802 0,'0'0'92'0,"0"0"-69"15,0 0-13-15,0 0 16 16,0 0 19-16,0 0-5 15,106-7-22-15,-67 5-9 0,-4 2-9 16,-6 0-9 0,-2 0-63-16,-7 0-39 0,-6 0-112 15</inkml:trace>
  <inkml:trace contextRef="#ctx0" brushRef="#br0" timeOffset="50">17068 4335 811 0,'0'0'24'15,"0"0"-2"-15,0 0-6 16,-80-73 12-16,58 60-4 16,-1 2 1-16,4 1 2 15,0 4-26-15,1 2 1 16,-2 2-2-16,1 1-1 15,-2 1 1-15,-1 0-1 16,0 0-3-16,-1 0 2 16,-1 1 1-16,7 3 1 15,8-2 0-15,-1 0 8 16,6 1-7-16,-1-2-1 16,0 2-2-16,1-1 2 0,1-1-1 15,1 0 1-15,2-1 1 16,0 0-1-16,0 0-8 15,0 0 8-15,-2 2-4 16,-1 1 4-16,-2 4 0 16,-5 4-5-16,-1-1 5 15,-5 6 2-15,0 3-2 16,4 2-2-16,2 4-2 16,9 1 4-16,1 4-4 15,16 2 4-15,24 1 5 16,16 2-5-16,12 0 4 15,1 1-4-15,-4-3 2 0,-11-2-2 16,-15 0 8-16,-16-5-6 16,-12-3-2-16,-11-2-1 15,-9-2 1-15,-21-4 4 16,-11-6-4-16,0-1-2 16,6-7 1-16,11-1 2 15,13 0-2-15,8 0 7 16,3-5 4-16,6-14 18 15,16-5-27-15,6-4-2 16,5-4 2-16,1 2 4 16,-7 2 2-16,-2 2-7 15,-6 1-9-15,-6-1-23 16,-6 1-34-16,1-4-19 0,-8-2-164 16</inkml:trace>
  <inkml:trace contextRef="#ctx0" brushRef="#br0" timeOffset="51">17353 4071 740 0,'0'0'0'0,"0"0"-8"15,0 0 8-15,0 0 41 16,0 0 6-16,0 0-10 16,-53-45-16-16,47 35-3 15,2-1 6-15,-1-1 22 16,3-4-23-16,2 1-9 15,0 0 4-15,0 1-14 16,7 3 5-16,15 2-9 16,8 2 0-16,2 5-7 15,1 2 6-15,0 0-1 16,-4 14 2-16,-10 9-3 16,-9 9-4-16,-10 5 2 0,-9 5 3 15,-20 2 2-15,-3-7 0 16,-6-7-4-16,7-7-5 15,6-10 9-15,7-5 9 16,8-4-9-16,4-1-2 16,6-2 2-16,0 2 0 15,0 1-4-15,17 7 3 16,8 5 0-16,-2 3-4 16,1 5 5-16,-4 0-5 15,-1 4 0-15,-9-2 2 16,3 3-8-16,-4 0-45 15,-3-6-86-15,0-9-541 0</inkml:trace>
  <inkml:trace contextRef="#ctx0" brushRef="#br0" timeOffset="52">17838 4398 792 0,'0'0'52'16,"0"0"-52"-16,0 0-1 15,0 0 1-15,21 67 4 16,-7-25 21-16,1 7 4 0,-3 4 12 15,0-2-26 1,0-6-9-16,-2-8 4 0,-3-7-3 16,-3-9 2-16,-2-2-7 15,-2-5 0-15,0-3 1 16,0 0-6-16,-2 0 1 16,-9-5-44-16,0-3-33 15,-3-3-16-15,2 0-149 16</inkml:trace>
  <inkml:trace contextRef="#ctx0" brushRef="#br0" timeOffset="53">17594 4452 338 0,'0'0'593'15,"0"0"-535"-15,0 0-8 16,0 0-28-16,0 0-12 16,83-42 1-16,-17 36-3 15,5 1 2-15,-7 4-4 16,-12 1 0-16,-15 0-6 16,-15 0-1-16,-12 0-28 15,-6 0-81-15,-4 0-180 16</inkml:trace>
  <inkml:trace contextRef="#ctx0" brushRef="#br0" timeOffset="54">18420 4153 688 0,'0'0'0'0,"0"0"-13"16,0 0 13-16,-75-10 7 15,59 12 23-15,1 21-9 16,-5 16 4-16,-3 19 21 16,-4 13-20-16,0 16 4 15,1 5-27-15,2 2 11 16,5-2 12-16,4-4-23 15,12-9-2-15,3-13 0 16,11-8 0-16,11-13 0 0,6-9 1 16,3-8-4-16,0-6 0 15,-8-14-76-15,-4-8-354 16</inkml:trace>
  <inkml:trace contextRef="#ctx0" brushRef="#br0" timeOffset="55">18526 4462 323 0,'0'0'23'15,"0"0"61"-15,0 0-12 16,16 69-46-16,-11-37 9 16,0-2-35-16,1-5 4 15,3-3 15-15,-1-11 33 16,-7-4 10-16,-1-5-43 16,0-2 8-16,0 0 35 15,0 0-5-15,-5-2-24 16,-1-12-19-16,-5-3 19 15,6-3 5-15,5-3 8 0,0-2-29 16,0-2 2-16,16 2-12 16,10 6-6-16,8 4-1 15,6 5 0-15,-1 9 0 16,-5 1-7-16,-6 0-5 16,-8 17 12-16,-7 2 0 15,-2 5-4-15,-8 1-2 16,-3-3 3-16,0-1 2 15,0-4-15-15,0-3-28 16,-9-2-40-16,1-12-111 16</inkml:trace>
  <inkml:trace contextRef="#ctx0" brushRef="#br0" timeOffset="56">18992 4309 492 0,'0'0'414'0,"0"0"-414"16,0 0-18-16,0 0 11 16,15 69 1-16,-15-21 6 15,-15 13 30-15,-9 9 1 16,-11 3-15-16,-4 1 9 0,-3-3-8 15,-2-7-2 1,4-7-9-16,4-11 6 0,3-7-12 16,5-9 0-16,2-3-1 15,5-5 1-15,0-5-33 16,4-7-61-16,5-7-108 16</inkml:trace>
  <inkml:trace contextRef="#ctx0" brushRef="#br0" timeOffset="57">18918 4974 833 0,'0'0'48'15,"0"0"-45"-15,0 0 18 16,0 0 23-16,0 0-2 16,0 0-29-16,69 0-9 15,-40 0 3-15,-2 0 9 16,-5 2-3-16,-8 7-13 16,-3 7 1-16,-7 6 1 15,-4 4-2-15,0 7 0 16,-16 0 1-16,1-2 2 15,4-3 2-15,8-7 5 0,3-4-4 16,5-1 5-16,15-6 9 16,2-4 0-16,0-4-4 15,0-2-7-15,-5 0-9 16,-3-13-4-16,-9-7-78 16,-5-6-175-16</inkml:trace>
  <inkml:trace contextRef="#ctx0" brushRef="#br0" timeOffset="58">19176 4655 911 0,'0'0'0'16,"0"0"-4"-16,0 0 4 16,0 0 1-16,0 0 0 15,0 0 27-15,94 0-14 16,-63 11-13-16,-6 1-1 0,-10 4-4 15,-7 1 4 1,-8 2 0-16,0 5 4 0,-11 1-4 16,-5-5 1-16,4-4-1 15,9-4 0-15,3 0-1 16,0-2 2-16,15-2 4 16,8-3 3-16,6-3 24 15,-1-2-20-15,-1 0 0 16,-3-7-12-16,-7-8-10 15,-7-8-134-15,-6-7-658 16</inkml:trace>
  <inkml:trace contextRef="#ctx0" brushRef="#br0" timeOffset="59">19191 3999 861 0,'0'0'0'16,"0"0"-16"-16,0 0-72 16,0 0 73-16,0 0 15 15,94 34 19-15,-45-6-15 16,1 13-4-16,3 12 0 0,-8 20 12 16,-9 17-8-16,-14 15 4 15,-17 12 1-15,-5 1-6 16,-19 1 2-16,-6-6 3 15,-8-14-3-15,3-13-4 16,1-17 14-16,4-13-8 16,1-10-6-16,2-12 0 15,2-7 3-15,-2-5-4 16,2-14-70-16</inkml:trace>
  <inkml:trace contextRef="#ctx0" brushRef="#br0" timeOffset="60">19830 4811 657 0,'0'0'169'15,"0"0"-139"-15,0 0 4 16,0 0 13-16,0 0-12 16,0 0-5-16,24 5-20 15,-1-4 3-15,3 1 0 16,1 1-4-16,4-1-9 15,0-1 1-15,1 0 4 16,-3 0-5-16,-4-1-1 0,-4 0 1 16,2 0-45-16,-6 0-85 15,-8-5-133-15</inkml:trace>
  <inkml:trace contextRef="#ctx0" brushRef="#br0" timeOffset="61">19941 4532 903 0,'0'0'55'16,"0"0"-44"-16,0 0-11 15,0 0-18-15,0 0 12 16,9 101 6-16,-9-38 3 0,0 2 3 15,-1-2 7-15,-5-9-11 16,4-3 2-16,2-8 0 16,0-7-1-16,0-6 6 15,0-4-8-15,1-6-1 16,-1-6-41-16,0-5-108 16</inkml:trace>
  <inkml:trace contextRef="#ctx0" brushRef="#br0" timeOffset="62">20619 4681 672 0,'0'0'32'0,"0"0"-30"16,0 0 29-16,0 0 40 16,0 0-22-16,0 0-28 15,0 0 8-15,-15-2 3 16,13 2-17-16,2 0 1 15,-1 0 3-15,-1 0-10 16,-7 0-6-16,-9 6 0 16,-8 6-3-16,-4 9 0 15,2 6-1-15,5 3 2 0,7 3-1 16,11 0 11-16,5 4-11 16,0-1 1-16,18-3 0 15,5 0-1-15,7-7 0 16,-1-5 0-16,1-7-8 15,0-4-91-15,-2-10-133 16</inkml:trace>
  <inkml:trace contextRef="#ctx0" brushRef="#br0" timeOffset="63">20735 4793 137 0,'0'0'776'16,"0"0"-776"-16,0 0-63 16,3 67 63-16,1-35 1 15,6 2 5-15,0-1 3 16,5-3-3-16,1-8 5 16,-2-8 7-16,-2-5-4 15,-7-5 9-15,-5-2-23 16,0-2 2-16,0 0 17 15,0-3 61-15,0-16-37 16,0-7-34-16,-2-4-5 16,2-3-4-16,0 0 0 15,17 9-2-15,12 1 2 0,8 11 0 16,1 8 1-16,-2 4-2 16,-8 2 1-16,-6 15 0 15,-4 6-5-15,-2 5-4 16,-5 0 9-16,0 0 0 15,-6-7 0-15,0-3 5 16,-2-2-4-16,-3-7-1 16,0-1-9-16,-2-1-16 15,-12-4-115-15,0-3-190 16</inkml:trace>
  <inkml:trace contextRef="#ctx0" brushRef="#br0" timeOffset="64">21071 4378 826 0,'0'0'33'0,"0"0"-33"15,0 0 0-15,0 0 0 0,0 0 0 16,0 0 1-16,0-1-1 16,0 1 2-16,0 0 0 15,-2 0-1-15,1 0 16 16,-3 0 2-16,-2 0-7 15,-3 0-7-15,0 0 6 16,2 0-10-16,3 0 8 16,1 0-2-16,1 0-1 15,-1 0 14-15,-1 0-12 16,4-4 13-16,0-1 13 16,0-1-15-16,0-1-14 15,16-2-5-15,4 5 0 16,3-2 2-16,-3 6-2 15,-1 0-5-15,-6 0 3 0,-1 10 1 16,-9 10 1-16,-3 9-1 16,-2 10-1-16,-20 1 2 15,1 2-2-15,2-7 4 16,11-4-2-16,8-1 0 16,8-6-4-16,19 1 4 15,7-4 5-15,2-7-1 16,-2-3-2-16,-5-7 0 15,-6-1-2-15,-6-2-6 16,-6-1-53-16,-6 0-110 0,-4-11-656 16</inkml:trace>
  <inkml:trace contextRef="#ctx0" brushRef="#br0" timeOffset="65">21592 4395 739 0,'0'0'40'0,"0"0"-33"16,0 0-6-16,0 0 39 15,0 0-17-15,0 0-21 16,-37 6-2-16,19 11 1 16,-6 4 15-16,3 6 9 15,-4 7-9-15,0 7 7 16,-3 11 6-16,-4 10-13 15,1 10-1-15,1 5-4 16,5 3 1-16,11-1-1 16,12-5-11-16,2-7 10 0,11-9-9 15,12-5-1-15,6-4-9 16,-1-3 8-16,1-6 1 16,-3-7-12-16,-4-10-74 15,-8-10-27-15,-5-10-307 16</inkml:trace>
  <inkml:trace contextRef="#ctx0" brushRef="#br0" timeOffset="66">21640 4727 595 0,'0'0'116'15,"0"0"-46"-15,0 0-12 16,0 0 8-16,0 0 6 16,0 0-17-16,-2 0-26 15,2 0-5-15,0 0-8 16,0 0-4-16,0 0-4 0,0 0-2 15,0 0-4-15,0 8-2 16,0 15-3-16,6 11-5 16,1 11 8-16,-3 10 7 15,-1 3-7-15,-2 0 0 16,-1-4 0-16,1-6-2 16,3-7 0-16,-4-12 0 15,0-2 2-15,0-10 0 16,0-4-1-16,0-4 1 15,0-3 0-15,0-2 0 16,0-3-1-16,0-1-4 16,0 2-25-16,0-2 3 0,-6 0-42 15,1-4-90-15,0-14-424 16</inkml:trace>
  <inkml:trace contextRef="#ctx0" brushRef="#br0" timeOffset="67">21867 5017 752 0,'0'0'9'0,"0"0"1"15,0 0 23-15,0 0 34 16,86 0 3-16,-50-3-13 16,5 3-29-16,0-3 0 15,-1 3-12-15,-6-3-6 16,-4 1-5-16,-8 1-5 15,-9-3-1-15,0 4-15 16,-3-3-51-16,0-2-89 0,0-1-355 16</inkml:trace>
  <inkml:trace contextRef="#ctx0" brushRef="#br0" timeOffset="68">22054 4791 638 0,'0'0'167'0,"0"0"-148"16,0 0-3-16,0 0-16 16,0 0 2-16,0 0-2 0,40 58 23 15,-22-15-14 1,-6 7 35-16,-2 1-16 0,-1-1 1 15,-6-3 2-15,3-12-16 16,-3-1 1-16,-1-6-10 16,-1-11 2-16,1-1-8 15,-2-6 1-15,1 0 3 16,1-1-4-16,1-2-1 16,-2 0-1-16,-1 1-12 15,0-7-71-15,0-1-15 16,0 0-38-16,-1 0-59 15</inkml:trace>
  <inkml:trace contextRef="#ctx0" brushRef="#br0" timeOffset="69">22539 4970 416 0,'0'0'89'16,"0"0"-6"-16,0 0-12 16,0 0-43-16,0 0-28 15,0 0 1-15,0 0-1 16,39-20 5-16,-35 20 6 16,-3-1 27-16,-1 1-2 15,0 0-5-15,0 0-13 16,0 0-11-16,0 0-2 15,0 0 2-15,0 0-5 16,0 0 4-16,0 0 5 16,0 0 6-16,0 0 10 0,0 0-11 15,0 0-15 1,0 0 4-16,0 0-1 0,0 0 3 16,0 0 4-16,0 0-10 15,3-3 3-15,3 2-4 16,-2-3 0-16,4 2-2 15,-3 2 0-15,-5-2 2 16,0 2 0-16,0 0 3 16,0 0 1-16,0 0-4 15,0 0-1-15,-5 0-3 16,-3 0 2-16,4 4 1 16,-2-3 2-16,3-1-1 0,-2 0 0 15,-2 0 0 1,-4 0 0-16,-3-3-1 0,-3-7-2 15,2-5-12-15,4 1 13 16,3 2 4-16,7-4-4 16,1 3 5-16,6-1-4 15,13-1 1-15,8 4-5 16,4 3 1-16,4 3 4 16,-2 5-1-16,-3 0 2 15,-4 0-2-15,-5 9 1 16,-4 6-8-16,-4 5 8 15,-7 8 0-15,-6 7 0 16,0 4 3-16,-5 2-1 0,-15-2 2 16,-3-6-4-1,-1-6 4-15,1-10 1 0,1-6 12 16,-3-2-9-16,0-4 0 16,-5-4-7-16,1-1 1 15,-1 0 6-15,3 0-7 16,7-4-2-16,11-2 2 15,7 4-1-15,2 2 0 16,13 0-8-16,14 0 4 16,8 12-8-16,5 4 9 15,-3 2 0-15,-4 1 6 16,-5 1-3-16,-2-2 0 0,-2-1-5 16,-3-3 5-1,1 0-1-15,-4-3 1 0,3-1-67 16,1 0-27-16,2 1-100 15,0 2-86-15</inkml:trace>
  <inkml:trace contextRef="#ctx0" brushRef="#br0" timeOffset="70">22438 4275 509 0,'0'0'99'15,"0"0"-59"-15,94 31-22 16,-57-16 70-16,8 0-47 16,0 1-7-16,6 0 8 15,7 2-2-15,0 1-4 16,7 5-3-16,-6 8 1 15,-1 5-7-15,-6 12-18 16,-6 6-9-16,-3 12 6 0,-7 4-1 16,-10 3-5-1,-11 4 0-15,-15 6-5 0,0 5 5 16,-22-1-2-16,-3 2 2 16,-2-11 8-16,3-7-8 15,0-16 0-15,-1-9-1 16,-6-10-2-16,-8-7 2 15,-7-4 1-15,-10-5-9 16,-10-6-38-16,-1-5-46 16,0-8-211-16</inkml:trace>
  <inkml:trace contextRef="#ctx0" brushRef="#br0" timeOffset="71">2496 6288 791 0,'0'0'21'15,"0"0"-16"-15,0 0-5 16,0 0 13-16,0 0-9 16,86-49-4-16,-34 25 23 15,8-1 19-15,-9 5-10 16,-4 5-18-16,-10 4-7 15,-11 4-5-15,-5 5-2 0,-4 2-2 16,5 0-31-16,-6 2-39 16,2 12-89-16,-8-1-263 15</inkml:trace>
  <inkml:trace contextRef="#ctx0" brushRef="#br0" timeOffset="72">2737 6571 744 0,'0'0'110'16,"75"-21"-110"-16,0-9-6 0,11-5 6 16,3 2 11-1,-8 4 22-15,-18 13-20 0,-13 6-13 16,-17 10-2-16,-10 0-76 15,-18 0-323-15</inkml:trace>
  <inkml:trace contextRef="#ctx0" brushRef="#br0" timeOffset="73">3974 6092 771 0,'0'0'45'0,"0"0"-41"16,0 0 3-16,0 0-7 15,0 0 9-15,0 0 15 16,-13-38-5-16,10 34 4 16,-2-4-9-16,-2 0 11 15,-1-4-8-15,-6 1-5 0,-8 1-7 16,-8 1 4-1,-4 3-6-15,-10 4 0 0,-5 2-2 16,-4 0-2-16,3 2-2 16,5 8 3-16,9 1 0 15,13 1-1-15,8 0-1 16,6 8-3-16,9 0-5 16,0 2-1-16,23 4 5 15,9 2 3-15,13-2 6 16,10 5-6-16,1 1 2 15,-3 2 1-15,-6 8 0 16,-5 3 1-16,-7 8 1 16,-4-3-4-16,-1-5 2 15,-10-1 0-15,-6-9 3 16,-6-4-3-16,-8-4 1 16,0-6 3-16,-5-4-4 15,-6-7 0-15,-1-5 3 0,0-5 7 16,0 0 9-16,1-6 21 15,-1-17 1-15,3-13-31 16,7-16-9-16,2-17 1 16,5-5-2-16,15 0 0 15,13 8-13-15,0 8 7 16,4 10-4-16,-6 10-27 16,-9 12-34-16,-11 5-69 15,-11 9-447-15</inkml:trace>
  <inkml:trace contextRef="#ctx0" brushRef="#br0" timeOffset="74">4322 5760 855 0,'0'0'16'0,"0"0"-8"16,0 0 3-16,0 0-10 15,0 0-2-15,0 0 0 16,0-3-5-16,0 3 4 0,0 3 0 15,0 0 2-15,-4 2-1 16,4-2 1-16,0-2 0 16,0 1-1-16,0-2 1 15,0 0 3-15,0 0-2 16,0 0-1-16,0 0 0 16,0 0-3-16,0 0-2 15,0 3 5-15,0 2-1 16,-3 0 1-16,1 3 0 15,-1 0-2-15,-2-3 2 16,2-1 0-16,0-1-1 16,1-3 1-16,-1 0 2 15,3 0 5-15,-3 0 8 0,-3-5 4 16,1-8-6-16,2-2-1 16,3-4-6-16,0-1-6 15,0 1-2-15,14 1 1 16,10 1 2-16,7 3-2 15,8 7-3-15,5 6 1 16,1 1 3-16,-3 8 0 16,-7 27 0-16,-12 12 0 15,-12 13 0-15,-8 9 2 16,-3-5 0-16,-11-6-2 16,-6-13 5-16,-5-13-2 15,2-11-2-15,-2-5 11 0,8-10 5 16,-4-2 4-1,5-4-4-15,0 0-8 16,1-7-5-16,2-9 2 0,5 2-6 16,5-1-4-16,0 2 2 15,11 2-3-15,16 6 4 16,12 3-7-16,7 2 8 16,5 0 0-16,10 0 0 15,0 7 2-15,5 4-2 16,-2 2 0-16,0-1-6 15,-5 0-20-15,-12 0-56 16,-6-3-29-16,-10-6-169 16</inkml:trace>
  <inkml:trace contextRef="#ctx0" brushRef="#br0" timeOffset="75">17811 5596 519 0,'0'0'98'0,"0"0"-62"16,0 0-26-16,0 0 51 15,0 0-13-15,0 0-15 16,0 0-5-16,-16 0-9 16,16 0-10-16,0 0 2 15,0 0-2-15,0 0-4 16,0 0 0-16,0 0-3 15,0 0-1-15,6 0-1 16,12 4 2-16,13 1 8 16,13 4 19-16,13-2 3 15,16 1-7-15,10 5-5 0,8 1-8 16,2 2-5-16,-4 2 3 16,-3 1-10-16,0-2 2 15,-7 1-1-15,-2-2-1 16,-9-2-2-16,-12-2 2 15,-3-5 1-15,-5 2-1 16,-6-3-4-16,-9-2 4 16,-11 0 0-16,-9-3-1 15,-8-1 1-15,-5 0 0 16,0 0 1-16,0 0-2 16,0 3 0-16,0-3 1 15,0 0-7-15,0 0 1 0,-4 0-9 16,-18 0 8-1,-10 0-24-15,-12 0-11 0,-14-4-32 16,-11-7-152 0</inkml:trace>
  <inkml:trace contextRef="#ctx0" brushRef="#br0" timeOffset="76">17831 5710 681 0,'0'0'13'0,"134"8"-11"0,-33 0 3 16,12 1 3-16,2-1 14 15,-1 1 41-15,-1 1-17 16,-16-1-20-16,-5 2-13 15,-14-3 2-15,-7-1 4 16,-9 2-13-16,-3-5 5 16,-2 2-9-16,-8-2 14 15,-12-3-16-15,-11 0 0 16,-14-1-5-16,-8 0 5 16,-4 0-6-16,-2 2-29 0,-21 0-13 15,-12-2-89 1,-7 0-268-16</inkml:trace>
  <inkml:trace contextRef="#ctx0" brushRef="#br0" timeOffset="77">5825 5414 756 0,'0'0'0'15,"0"0"-24"-15,0 0-65 16,0 0-22-16,0 0 79 15,0 0 32-15,3-15 19 16,-3 15 2-16,0 0-5 16,0 0 17-16,0 0 29 15,0 0-9-15,0-2 22 0,-6-4-58 16,-8 4-16-16,-2-1-1 16,-3 0 1-16,-4 1 5 15,-5 2-12-15,0 0 14 16,-8 0-5-16,-3 0 2 15,-5 0-3-15,-3 0-2 16,-5 8 0-16,1 4-2 16,2-1 2-16,7 0 11 15,12-2-11-15,10-5 0 16,6 2-1-16,6-4 1 16,5-1 2-16,3 2-2 15,0 1 0-15,0 1 0 16,0 1 1-16,0 1-2 0,0-1 0 15,0 1 1-15,0-1 0 16,0 2 0-16,0 1 3 16,0 1 7-16,0 1-8 15,0 1 8-15,0 6-5 16,0 2-3-16,6 6 1 16,-1 5-3-16,2 6 1 15,2 12 3-15,1 10 9 16,-2 15 3-16,-1 14 1 15,-1 13 5-15,-3 7-1 16,0 4-13-16,0 0 8 16,-1-1-9-16,4-7 10 15,-1-3 0-15,-3-7-6 0,2-7 6 16,-4-6-14 0,4-4-2-16,-4-11 6 0,7-8-6 15,-2-9 9-15,3-6-9 16,2-10-2-16,1-6 4 15,-5-11-1-15,4-5-2 16,-4-4-1-16,-1-4 1 16,3 2 0-16,1-1 2 15,4 2 2-15,7-4-4 16,8-1-1-16,10-1-2 16,15 0 6-16,10-10-6 15,13-10 3-15,10-4-3 0,4-4-2 16,0 5-11-1,-9 3-9-15,-15 7-43 0,-13 0-25 16,-12 6-60-16,-14-2-359 16</inkml:trace>
  <inkml:trace contextRef="#ctx0" brushRef="#br0" timeOffset="78">6163 6025 701 0,'0'0'16'16,"0"0"-16"-16,0 0 1 15,0 0 30-15,0 0 24 16,0 0-4-16,0 0 16 16,-50-37-22-16,46 33-15 15,1-4-1-15,0 4-13 16,-3-5-7-16,-3-1-3 15,-13-3-3-15,3-2-3 0,-14 2 0 16,-9 2 8 0,-3 2-8-16,-4 9 0 0,1 0-2 15,6 0 2-15,4 13 0 16,8 4-5-16,7 6 5 16,10 4-2-16,10 4 0 15,3 6 1-15,28 1-4 16,17 6 0-16,16 1 5 15,10 1 2-15,1-1 1 16,-13-1-3-16,-15-3-4 16,-17 1 3-16,-18-2-4 15,-9 3 5-15,-12 0-6 16,-18-7 0-16,-11-8-11 0,-1-10 1 16,6-12 16-16,5-6 2 15,12 0 4-15,11-19 6 16,8-20 19-16,0-14-30 15,20-12 2-15,9-4-3 16,2 3 0-16,4 6-10 16,2 4 10-16,-4 9-21 15,4 8-42-15,-4 11-44 16,-8 7-77-16,-3 3-230 16</inkml:trace>
  <inkml:trace contextRef="#ctx0" brushRef="#br0" timeOffset="79">6990 6042 648 0,'0'0'18'16,"0"0"5"-16,0 0 33 0,0 0-25 16,0 0-30-16,0 0 0 15,58 46 48-15,-30-18-11 16,0 6 9-16,-6 5 5 15,-9 3-25-15,-4 0 0 16,-3 0-23-16,-3-5 9 16,1-2-9-16,1-1 1 15,-1-7-5-15,1 1 1 16,-3-7 5-16,-2-9-6 16,0-4-10-16,0-7-27 15,0-1-27-15,-2 0 20 16,-19-9-32-16</inkml:trace>
  <inkml:trace contextRef="#ctx0" brushRef="#br0" timeOffset="80">6643 6056 897 0,'0'0'5'15,"143"-48"-5"-15,-53 24-5 16,-4-2 5-16,0 5 3 16,-8 4 22-16,-14 9-22 15,-14 3-3-15,-12 5-26 16,-10 0-97-16,-5 0-326 16</inkml:trace>
  <inkml:trace contextRef="#ctx0" brushRef="#br0" timeOffset="81">7796 5821 829 0,'0'0'46'15,"0"0"-46"-15,0 0-4 16,-80-16-6-16,61 16 9 16,5 15-3-16,1 9-1 15,5 16 5-15,-1 13 4 16,3 14 14-16,-2 15 0 15,2 10-4-15,6 0 3 16,0 2-13-16,11-7-2 16,13-11-2-16,11-10 4 0,1-17-3 15,5-8 2 1,1-12-2-16,-3-7-1 0,0-10-45 16,-6-12-159-16</inkml:trace>
  <inkml:trace contextRef="#ctx0" brushRef="#br0" timeOffset="82">8067 6037 837 0,'0'0'0'15,"0"0"-16"-15,0 0-18 0,0 0 34 16,37 67 1-16,-28-35 38 16,-3 2-38-16,0 0 13 15,-2-6-13-15,-2-8-1 16,3-10 0-16,-4-6 2 16,-1-3 3-16,0-1 27 15,0 0 37-15,0-9-2 16,0-16-39-16,4-10-28 15,1-9 0-15,4-4 5 16,4 3-8-16,4 6 7 16,6 11-8-16,5 8 4 15,2 11-11-15,-2 9 4 16,0 0 1-16,-3 11 1 16,-2 11-5-16,-5 9 10 0,-1 1 5 15,-6 0-5-15,-3 0 0 16,-2-7 1-16,-1-7-1 15,-2-4-1-15,-3-3-7 16,2-6-3-16,-2-2-96 16,0-3-133-16</inkml:trace>
  <inkml:trace contextRef="#ctx0" brushRef="#br0" timeOffset="83">8793 5763 843 0,'0'0'55'0,"0"0"-53"0,0 0-2 16,6 67-1-16,-22-17 1 16,-18 15 37-16,-11 9-11 15,-5 7 3-15,-4 2-11 16,3 1-8-16,4 1-2 15,6-4 0-15,-2-7 0 16,5-9-3-16,10-13-5 16,0-13 0-16,4-6 0 0,9-9-27 15,4-6-53 1,11-14-120-16</inkml:trace>
  <inkml:trace contextRef="#ctx0" brushRef="#br0" timeOffset="84">8652 6605 548 0,'0'0'107'0,"0"0"-89"0,0 0 33 15,0 0 38-15,0 0-41 16,0 0-2-16,2-49-18 16,21 36-23-16,4 3-3 15,-4 7-2-15,1 3 1 16,-10 0-1-16,0 12 0 15,-6 8 3-15,-8 11 12 16,0 3 16-16,0 1-10 16,-6 3-9-16,1-1-2 15,2 1 5-15,3-6-14 16,3-2-1-16,14-8 0 16,4-7 10-16,2-9 11 0,-1-1-2 15,-2-5 5-15,-1 0-14 16,1-5-10-16,-3-11-3 15,1-11-67-15,-4-3-174 16</inkml:trace>
  <inkml:trace contextRef="#ctx0" brushRef="#br0" timeOffset="85">9004 6232 1006 0,'0'0'20'0,"0"0"-20"0,0 0-57 16,0 0 7-16,96-65 38 16,-62 65 12-16,-9 0 6 15,-6 11-4-15,-7 9 9 16,-11 6-10-16,-1 2-2 15,-5-1 3-15,-11-4-2 16,0-7 0-16,3-4 0 16,6-8 9-16,7-2-9 0,0-2 4 15,0 1 1 1,11 1-5-16,17-2 0 0,8 2 0 16,-3 2 0-16,-6 2 0 15,-7 0 1-15,-6 7 9 16,-11 0-10-16,-3 4 11 15,0 4-7-15,-5-1 7 16,-15 0 7-16,-5-4-10 16,-3-5-1-16,3-2 2 15,0-3-9-15,3 0-4 16,3-6-57-16,5 0-102 16,4-20-420-16</inkml:trace>
  <inkml:trace contextRef="#ctx0" brushRef="#br0" timeOffset="86">8928 5389 572 0,'0'0'3'0,"0"0"-1"15,0 0 79-15,108-72-47 16,-52 72 13-16,14 0 5 16,13 22-17-16,11 22 33 0,17 18-35 15,0 21 19-15,0 12-12 16,-17 8-9-16,-24 9-23 15,-23 8 7-15,-27 5-13 16,-20-10 20-16,0-2-15 16,-23-12 0-16,-12-10-4 15,-5-10-2-15,-1-12 2 16,2-9-3-16,6-2 0 16,5-11-14-16,0-1-63 15,1-13-106-15,4-15-636 16</inkml:trace>
  <inkml:trace contextRef="#ctx0" brushRef="#br0" timeOffset="87">10358 6270 638 0,'0'0'46'16,"0"0"-46"-16,0 0-5 15,0 0 5-15,0 0 46 16,0 0-30-16,0 0 11 16,0 0 8-16,32 6 1 15,-11-5 46-15,12 1-46 16,11-2 5-16,7 3-7 15,9-3 2-15,-4 0-22 16,-3 0-14-16,-5 0 0 16,-6 0 0-16,-5 0 0 15,-5 0-1-15,0-3-29 16,-13 0-51-16,-5-3-58 16,-14-5-145-16</inkml:trace>
  <inkml:trace contextRef="#ctx0" brushRef="#br0" timeOffset="88">10692 6058 784 0,'0'0'93'16,"0"0"-71"-16,0 0-19 15,0 0-3-15,0 0-8 0,0 0 8 16,40 115 14-16,-12-55 25 15,-5 3-15-15,3 1-6 16,-2 4-3-16,2-6-7 16,-5-3 0-16,0-9-4 15,-7-14-4-15,0-8 0 16,-3-5-2-16,-3-8-41 16,1-5-48-16,-3-9-39 15</inkml:trace>
  <inkml:trace contextRef="#ctx0" brushRef="#br0" timeOffset="89">11866 6159 655 0,'0'0'117'16,"0"0"-62"-16,0 0-3 15,0 0 25-15,0 0-35 16,0 0-16-16,-11-67-10 15,8 60-5-15,-1 5-7 16,1-2 3-16,1 1-5 16,1 3 0-16,-5-3-1 15,-2 3-1-15,-10 0 2 0,-3 0-4 16,-12 10 3 0,-2 8-1-16,0 7 0 0,2 4-1 15,6 5 0-15,11 1 1 16,16 11-1-16,0-1 1 15,27 4 0-15,22-1-1 16,9-6 1-16,11-7 0 16,-1-13-4-16,-3-11 3 15,-6-9 2-15,-5-2-2 16,-3 0-63-16,-16-13-105 16</inkml:trace>
  <inkml:trace contextRef="#ctx0" brushRef="#br0" timeOffset="90">12730 6042 729 0,'0'0'0'0,"0"0"-3"16,0 0-14-16,0 0 3 15,0 0 14-15,0 0 43 16,36 95 7-16,-17-59-9 16,-5-3-16-16,-3-3-20 15,-2-4 8-15,-2-12-11 16,-4-5 5-16,-3-6 13 16,0-3-16-16,0 0 41 0,0 0-4 15,0 0 13-15,0-1-2 16,0-13-9-16,0-10-34 15,0-5-9-15,0-6 3 16,1-3-4-16,16 4 1 16,9 6-24-16,6 8-4 15,1 11 23-15,0 7-13 16,1 2 10-16,-2 6 7 16,-10 14-2-16,3 6-4 15,-10 5 7-15,-1 2 0 0,-2-2 0 16,-3-1-1-16,-6-9 1 15,-2-3 0-15,-1-3 0 16,0-5-2 0,0-1-37-16,-9-7-92 0,0-2-191 15</inkml:trace>
  <inkml:trace contextRef="#ctx0" brushRef="#br0" timeOffset="91">13384 5947 707 0,'0'0'20'0,"0"0"-8"16,0 0 1-16,3 109 23 15,-27-47 18-15,-8 9-10 16,-20 9 8-16,-2 5-15 15,2-1-2-15,-6 0-18 16,7-6-6-16,5-10-3 16,5-14-2-16,15-5-6 15,1-13 0-15,11-6-18 16,2-5-35-16,7-11-83 16,5-10-286-16</inkml:trace>
  <inkml:trace contextRef="#ctx0" brushRef="#br0" timeOffset="92">13354 6784 224 0,'0'0'213'0,"0"0"-170"16,0 0-35-16,0 0 6 16,0 0 43-16,0 0-2 15,0 0-14-15,0 0-1 16,0 0 6-16,0 0-15 16,0 0-9-16,0 0 2 15,0 0-3-15,0 0-18 16,0 0-3-16,0 0 0 15,0 0 0-15,0 0 1 16,0 0-2-16,0 0 2 16,0 0-2-16,-1 0 1 0,1 0 0 15,0 0 4 1,0 0 0-16,-1 0-2 0,0 0 2 16,-2 0-1-16,0 0 8 15,3 0-2-15,0 0-2 16,0 0 3-16,0 0 3 15,0 0-2-15,0 0-6 16,0 0 3-16,0 0-3 16,0 0 4-16,0 0-6 15,0 0-2-15,0 2-1 16,0-1 0-16,0 2 3 16,0-1-7-16,0 3 1 15,0 2 3-15,-12-1 1 16,-3-6-1-16,-3 3-1 0,0-3 0 15,4 0 0-15,3 0 1 16,1-12 2-16,7 3 1 16,0-5 1-16,3-2 21 15,6-2 0-15,14 3-25 16,8-1-13-16,-2 7 6 16,5 8 3-16,-5 1 4 15,-2 0 0-15,-3 8 0 16,-7 10-3-16,-2 6-3 15,-7 10 6-15,-5 4 13 16,-3 1-3-16,-14 5 2 16,0-8-5-16,0-3-5 15,7-10 3-15,7-2-1 0,3-3-2 16,2-4 4 0,16-1 14-16,7 1-4 0,4-9 0 15,-3 1 4-15,-2-6-5 16,-7 0-12-16,-1 0 5 15,-7-6-2-15,-7-10-6 16,-2-4-42-16,0-8-204 16</inkml:trace>
  <inkml:trace contextRef="#ctx0" brushRef="#br0" timeOffset="93">13609 6407 811 0,'0'0'66'0,"0"0"4"15,0 0-30-15,0 0 0 16,0 0-21-16,0 0-10 15,74-17-5-15,-41 26-3 16,-10 12-2-16,-4 6 1 16,-10 3-1-16,-9 2 2 0,0-1 10 15,0-6 4 1,0-4-9-16,0-7-6 0,0-5 7 16,1-1 6-16,9-1-6 15,6-4 1-15,-5-3 1 16,2 0-6-16,0 0-3 15,-3-12-50-15,-7-7-146 16,-3-5-622-16</inkml:trace>
  <inkml:trace contextRef="#ctx0" brushRef="#br0" timeOffset="94">12624 5667 622 0,'0'0'15'0,"0"0"3"16,0 0 31-16,0 0 8 15,-86 62-25-15,64-16-19 16,2 19 23-16,-3 18 2 16,5 21-24-16,-3 16 10 15,6 16-5-15,9 9-9 16,6-1 5-16,0 3-3 16,25-10 8-16,18-8-5 15,19-10-11-15,10-17-8 0,6-18-7 16,5-19-104-16,-1-24-367 15</inkml:trace>
  <inkml:trace contextRef="#ctx0" brushRef="#br0" timeOffset="95">13417 5655 547 0,'0'0'48'0,"76"19"-36"15,-16 5 31-15,6 10 16 16,13 16 11-16,9 18-23 16,2 17-3-16,-7 22 19 15,-19 19-32-15,-22 14-2 16,-29 6-27-16,-13-4 12 15,-1-6-7-15,-19-18-1 16,-3-16 4-16,-7-16-10 16,0-17-8-16,-3-12 8 15,6-12 0-15,4-9 1 0,5-9-4 16,4-5 0 0,5-8-64-16,3-8-56 0,6-6-363 15</inkml:trace>
  <inkml:trace contextRef="#ctx0" brushRef="#br0" timeOffset="96">13905 5473 674 0,'0'0'27'0,"0"0"21"16,0 0 36-16,0 0-45 15,0 0 13-15,0 0-26 16,12-34-19-16,10 27-7 16,2 1 4-16,-1 5-4 15,2 1 0-15,-8 1 1 16,0 13-2-16,-5 9-4 0,-12 8 5 15,0 9 0-15,-8 3-2 16,-4 4 2-16,12-4 9 16,2-2-6-16,26-8 3 15,8-6-6-15,2-8 6 16,-2-7 5-16,-8-3-11 16,-3-9-3-16,-6 0-44 15,-5 0-100-15</inkml:trace>
  <inkml:trace contextRef="#ctx0" brushRef="#br0" timeOffset="97">14091 5054 628 0,'0'0'39'0,"0"0"-33"16,75 16 29-16,-35-4 5 15,3 2-8-15,5 3-7 16,4 2-3-16,-4 5 4 16,-1 2 1-16,-6 7-6 15,-8 11-9-15,-10 10-4 16,-7 14 1-16,-7 11 2 16,-9 11 14-16,2 9-24 15,-1 12 5-15,1 8 8 16,5 5-3-16,4 7-5 15,1 8 0-15,3 6 2 16,-4-1-1-16,-5-4-3 16,-4-18-3-16,-2-13 0 0,0-15 0 15,-7-14-1 1,-10-11-3-16,-2-9 1 0,-7-8 2 16,-4-8 1-16,-3-2 2 15,-3-8 4-15,1-7-8 16,0-8 1-16,2-8-5 15,13-4 1-15,3-5-3 16,10-2 4-16,0-9-34 16,1-9-123-16,-3-8-627 15</inkml:trace>
  <inkml:trace contextRef="#ctx0" brushRef="#br0" timeOffset="98">15077 6678 632 0,'0'0'92'16,"0"0"-52"-16,0 0 12 16,0 0 30-16,0 0-13 0,0 0-34 15,0 0-28-15,12-23-3 16,15 22 4-16,13-3 4 15,14 3 10-15,8 0-13 16,-5 1-4-16,-4 0-3 16,-8 0-2-16,-8 0 0 15,-6 0-5-15,-6 0-24 16,-8 0-61-16,-12-1-38 16,-5-14-351-16</inkml:trace>
  <inkml:trace contextRef="#ctx0" brushRef="#br0" timeOffset="99">15250 6306 877 0,'0'0'11'0,"0"0"2"15,0 0-12-15,0 0 3 16,35 101 9-16,-10-44 3 15,0 9 23-15,4 6-30 16,-9 2 5-16,-4-8-13 16,-4-8 3-16,-6-8-1 15,-6-10-3-15,0-2-8 16,0-8-93-16,-4-10-164 16</inkml:trace>
  <inkml:trace contextRef="#ctx0" brushRef="#br0" timeOffset="100">16181 6595 581 0,'0'0'227'16,"0"0"-226"-16,-92-17 0 16,67 17 8-16,4 11 2 15,11 22-3-15,2 14 9 16,8 10-15-16,0 7 9 15,13-2 15-15,9-6-17 16,7-12-7-16,4-7 1 16,5-13 5-16,4-6 0 15,1-9-8-15,-8-9-41 16,-3-4-376-16</inkml:trace>
  <inkml:trace contextRef="#ctx0" brushRef="#br0" timeOffset="101">16498 6566 877 0,'0'0'4'16,"0"0"-4"-16,30 71-1 15,-15-30 1-15,-4 3 21 16,1 2 0-16,1-4-1 15,0-5 7-15,-2-13-17 0,-2-8 12 16,-2-8-1-16,-6-5-12 16,-1-3 3-16,0 0 26 15,0-8 33-15,0-15-40 16,0-10-28-16,0-5-3 16,0-2-2-16,10 4 0 15,15 6-14-15,5 10-10 16,5 12 9-16,0 8 16 15,3 0-1-15,-10 16 2 16,-2 8 0-16,-6 6 1 16,-5 3-1-16,-4 0 5 15,-4-2 4-15,-3-4-4 16,-2-6-5-16,-2-8 0 16,0-5-1-16,0-5-59 15,-6-3-142-15,-7-6-166 0</inkml:trace>
  <inkml:trace contextRef="#ctx0" brushRef="#br0" timeOffset="102">16900 6216 1042 0,'0'0'0'0,"0"0"-5"16,0 0 0-16,0 0 4 0,0 0-9 16,83-52 7-16,-43 63 3 15,-2 12 7-15,-6 7 2 16,-13 6-9-16,-10 6 8 16,-9 9-7-16,-12 2 10 15,-14-2-7-15,4-13 16 16,6-7-14-16,9-11-5 15,7-8 5-15,10 4-4 16,15-8 5-16,9 0 6 16,6-6-12-16,-6-2 6 15,-1 0-7-15,-12 0-20 16,-3-1-35-16,-7-5-135 16,-4 3-174-16</inkml:trace>
  <inkml:trace contextRef="#ctx0" brushRef="#br0" timeOffset="103">18123 6354 831 0,'0'0'21'16,"0"0"-7"-16,0 0-14 15,0 0 3-15,-79-58-2 16,59 50 2-16,3 7-2 16,-1 1 22-16,-7 1-11 15,-9 29-12-15,-15 18 0 16,-4 19 0-16,1 14 12 15,8 10 0-15,13 8 0 16,14 4 2-16,14-5-6 0,3-11-7 16,26-13 1-16,11-13 8 15,8-11-6-15,0-13-4 16,4-7-4-16,-6-10-61 16,-4-14-128-16</inkml:trace>
  <inkml:trace contextRef="#ctx0" brushRef="#br0" timeOffset="104">18175 6578 294 0,'0'0'684'15,"0"0"-684"-15,0 0-53 16,10 67 47-16,-10-11 6 16,0 6 11-16,0 6 27 15,0-2-19-15,1-7-1 16,4-11 5-16,2-10-18 16,0-11-5-16,1-7 2 15,-1-5-2-15,4-9-37 16,0-6-123-16,2-8-411 15</inkml:trace>
  <inkml:trace contextRef="#ctx0" brushRef="#br0" timeOffset="105">18443 6797 649 0,'0'0'230'15,"96"3"-227"-15,-25-2 16 16,9-1 48-16,-10 0-29 16,-10 0 25-16,-14 0-46 15,-11 0-3-15,-17 0-13 16,-7-5-2-16,-9-5-57 16,-2-8-125-16,-11-8-539 15</inkml:trace>
  <inkml:trace contextRef="#ctx0" brushRef="#br0" timeOffset="106">18713 6628 673 0,'0'0'7'16,"0"68"0"-16,0-17 69 16,0 3-25-16,9 5-10 15,4-4 11-15,-2-3-24 16,6-3-2-16,-3-7 0 15,0-8-20-15,-3-11-3 16,-3-5-3-16,-4-8 0 16,-4-3-16-16,0-1-98 15,0-6-108-15</inkml:trace>
  <inkml:trace contextRef="#ctx0" brushRef="#br0" timeOffset="107">19424 6596 775 0,'0'0'37'15,"0"0"-37"-15,0 0-1 16,-78 16 1-16,47-16 0 16,4 0 13-16,4 0-10 15,13 0 4-15,2 0-4 16,4-7 16-16,4-2-3 16,0-6-8-16,0 0 1 15,16 0-9-15,7 3-5 16,3 3 4-16,3 3 0 15,-3 6 1-15,4 0-2 16,-5 12 2-16,-5 12-2 16,0 11 2-16,-8 9 0 0,-9 9 4 15,-3 2 17-15,-14 2-18 16,-13-9 12-16,-3-10-15 16,2-10 1-16,3-11 2 15,2-6 0-15,5-7 12 16,-1-4 9-16,4 0 0 15,6-3-14-15,3-6-1 16,6-4-4-16,3 4-5 16,22 6-2-16,7 3-41 15,5 0 40-15,3 12 3 16,-2 15-8-16,-4 6 8 16,-1 4 9-16,-9-3 4 15,-1-2-2-15,-4-5-2 0,1-4 4 16,-6-5-11-1,-6-6-2-15,-1-7-1 0,-7-5-94 16,0 0-136-16</inkml:trace>
  <inkml:trace contextRef="#ctx0" brushRef="#br0" timeOffset="108">19428 6091 337 0,'0'0'145'15,"85"4"36"-15,-31 20-89 16,9 14-28-16,8 21-37 15,3 20 23-15,-1 18 6 16,-10 10-11-16,-16 9 11 16,-18-2-24-16,-13 0-13 15,-16-6 16-15,0-6-17 16,-20-13-6-16,-13-9-7 16,-13-14 3-16,-15-7-7 15,-13-5-2-15,-6-8-5 16,-9-9-74-16,4-7-148 0</inkml:trace>
  <inkml:trace contextRef="#ctx0" brushRef="#br0" timeOffset="109">3616 8664 834 0,'0'0'0'0,"84"-45"-3"0,-36 27 1 16,-7 5-2-16,-11 8 4 16,-8 2-23-16,-5 3-15 15,-3 0 14-15,-3 0 2 16,-8 7-36-16,-3 4-186 15</inkml:trace>
  <inkml:trace contextRef="#ctx0" brushRef="#br0" timeOffset="110">3653 8872 801 0,'0'0'32'0,"97"-8"-9"15,-47-2-14-15,-4 5-5 16,-6-1-4-16,-7 2-5 16,-6 1-45-16,-1 0-70 15,-1-2-323-15</inkml:trace>
  <inkml:trace contextRef="#ctx0" brushRef="#br0" timeOffset="111">4885 8332 940 0,'0'0'14'16,"0"0"-12"-16,-106-53-1 16,53 43-1-16,-2 5 0 15,2 5 0-15,3 0-4 16,3 4 9-16,2 15-9 16,7 2 6-16,8 6-4 15,9 6 4-15,14-3-12 16,7 10 10-16,21 0 0 15,24 5 6-15,16 2-5 16,14-1 0-16,9 0-1 0,-7-2 3 16,-8 2-3-1,-17-4 3-15,-18-3-6 0,-20-2 2 16,-14-4 1-16,-5-6 1 16,-25 1 0-16,-12-7-1 15,1-8-4-15,7-9 1 16,5-4 2-16,14-14 1 15,12-14 4-15,3-11-4 16,3-9-11-16,19-7 4 16,8 0-2-16,4-1 1 15,4 1 0-15,-5 7-14 16,-8 5-29-16,-11 5-153 16</inkml:trace>
  <inkml:trace contextRef="#ctx0" brushRef="#br0" timeOffset="112">5018 7998 953 0,'0'0'8'0,"0"0"-8"15,72-34-2-15,-48 34-3 16,-3 4 4-16,-6 17-7 16,-7 9 8-16,-1 6 0 15,-7 3 0-15,0-3-3 16,0-5 3-16,0-10-2 15,-7-3 1-15,7-10 1 16,0 2-6-16,10-7-5 16,22-3-1-16,13 0 10 15,11 0-1-15,2 0 1 16,-3 0 2-16,-13 14 9 16,-15 5-8-16,-15 6-1 15,-12 3 6-15,-12-3-6 0,-21-1 11 16,-8-2-9-16,-4-4-1 15,-2-7 3-15,3-1-4 16,4-4 0-16,10-4 0 16,5-2-2-16,12 0-88 15,5-6-210-15</inkml:trace>
  <inkml:trace contextRef="#ctx0" brushRef="#br0" timeOffset="113">6361 8389 810 0,'0'0'43'0,"0"0"-14"16,0 0 24-16,0 0-22 15,0 0-8-15,0 0-10 16,0-15-9-16,0 15-8 16,3 21-7-16,16 13 11 15,3 19 1-15,3 10 8 0,-8 6-2 16,4-3 2-16,-7-5-8 15,0-8 2-15,-3-11 3 16,1-11-5-16,-7-6 0 16,-1-10 0-16,-1-6-1 15,-3-5 0-15,0-4-17 16,0 0-72-16,-4-2-5 16,-13-19-334-16</inkml:trace>
  <inkml:trace contextRef="#ctx0" brushRef="#br0" timeOffset="114">5978 8405 921 0,'0'0'42'16,"102"-52"-42"-16,-14 22-16 15,21 2 16-15,10 1 4 16,-2 7 22-16,-17 7-7 15,-17 11-12-15,-25 2-7 16,-14 1-37-16,-14 11-45 16,-9-7-230-16</inkml:trace>
  <inkml:trace contextRef="#ctx0" brushRef="#br0" timeOffset="115">7157 8124 952 0,'0'0'1'0,"-73"-18"-1"15,32 18-4-15,4 0 4 16,4 12 2-16,8 16 3 15,9 14 1-15,7 18-5 0,6 15 0 16,3 19 15 0,15 6-1-16,12-3-7 0,8-7-3 15,6-10-4 1,7-12 0-16,0-8 2 0,0-10-3 16,-5-9-12-16,-1-12-90 15,-6-14-102-15</inkml:trace>
  <inkml:trace contextRef="#ctx0" brushRef="#br0" timeOffset="116">7412 8342 727 0,'0'0'18'16,"0"0"-18"-16,0 0 3 16,63 85-3-16,-37-50 0 15,1 2 0-15,-5-4 2 16,-2-7 10-16,-9-4-3 16,-2-14-8-16,-4-3-1 15,-5-5 3-15,0 0 56 16,0-7 39-16,-11-17-51 15,3-9-37-15,-1-10-10 16,9-3-3-16,0 4 3 16,11 4-3-16,17 10 0 15,2 8-4-15,-1 10-3 0,3 10 3 16,-7 0 5-16,-2 10 0 16,-1 10-4-16,-6 8 1 15,-3 1 4-15,-1 4 0 16,-7-7 1-16,2-4-4 15,-2-3 2-15,1-6 1 16,-3-6-47-16,1-7-139 16</inkml:trace>
  <inkml:trace contextRef="#ctx0" brushRef="#br0" timeOffset="117">8055 8115 141 0,'0'0'762'0,"0"0"-762"15,0 0 0-15,0 100 0 16,0-38 0-16,-8 11 26 16,-4 9-7-16,-7 6 5 15,0-1-4-15,-4-6-5 16,-2-8-6-16,-2-9-6 15,5-13-2-15,-3-9 1 16,8-6 6-16,2-6-8 16,3-1-13-16,3-8-68 0,9-10-99 15</inkml:trace>
  <inkml:trace contextRef="#ctx0" brushRef="#br0" timeOffset="118">8297 8759 886 0,'0'0'40'15,"0"0"-39"-15,105-15 3 0,-72 15-4 16,-7 5-4-1,-5 14 3-15,-10 5 0 0,-5 6 1 16,-6 6 0-16,0 2 6 16,-6-1-4-16,1-7 8 15,5-4-1-15,0-9-4 16,8-5 0-16,13-6 11 16,8-3 4-16,2-3 2 15,1 0-5-15,0-9-17 16,-5-6-19-16,-8-4-91 15,-11-7-409-15</inkml:trace>
  <inkml:trace contextRef="#ctx0" brushRef="#br0" timeOffset="119">8547 8405 918 0,'0'0'8'0,"0"0"-6"16,74-24 3-16,-32 21 2 15,-7 3 12-15,-6 0-19 16,-7 18-1-16,-15 9-1 16,-7 6 2-16,0-6-4 15,-5-1 4-15,-3-9 0 16,3-8 0-16,2-6-4 0,3-1 3 15,0 3 1-15,16-3-6 16,14 3 1-16,10-2 5 16,1 7 0-16,-10 2 0 15,-6 4-5-15,-13 1 4 16,-10 5 1-16,-2-2 0 16,-9 1 3-16,-13-3 9 15,-12-3-5-15,-1-2 8 16,-1-1-15-16,1-4 0 15,9-3-3-15,4-5-88 16,4 0-354-16</inkml:trace>
  <inkml:trace contextRef="#ctx0" brushRef="#br0" timeOffset="120">8393 7840 721 0,'0'0'123'0,"89"-5"-123"0,-9 7-8 16,23 24 8-16,19 16 20 15,9 13 42-15,-6 18-19 16,-14 14-15-16,-23 10 7 16,-27 9-18-16,-22 6-4 15,-25-2 4-15,-14-6-15 16,-8-7 1-16,-25-10 4 16,-12-2-7-16,-7-7 6 15,-10-6-5-15,-2-3-2 16,0-8-3-16,3 0 3 15,6-7-54-15,5-11-106 16,11-16-415-16</inkml:trace>
  <inkml:trace contextRef="#ctx0" brushRef="#br0" timeOffset="121">9899 8779 200 0,'0'0'603'15,"0"0"-538"-15,0 0-63 16,0 0-1-16,0 0 6 16,0 0 13-16,0 0 10 15,77 5 3-15,-25-5 23 16,20 0-9-16,8 0-17 16,3 0-3-16,-2 0-9 15,-8 0-9-15,-11 0-8 16,-12 0-2-16,-9 0-8 15,-12 0-14-15,-18 2-90 16,-11-2-86-16,-6 0-539 0</inkml:trace>
  <inkml:trace contextRef="#ctx0" brushRef="#br0" timeOffset="122">10138 8471 882 0,'0'0'34'0,"0"0"-34"15,0 0-1-15,66 87 1 16,-43-32 6-16,-5 9 20 16,-2 8 9-16,-5 7-1 15,-4-4-25-15,3 0-9 0,-1-11 0 16,-2-4 5-1,-2-14-5-15,1-8-8 0,-2-7-16 16,3-9-65-16,1-7-12 16,-3-12-345-16</inkml:trace>
  <inkml:trace contextRef="#ctx0" brushRef="#br0" timeOffset="123">11332 8523 862 0,'0'0'12'0,"0"0"-9"16,-78-33 3-16,52 32-6 16,-1 1-5-16,10 9 5 15,6 17 8-15,6 15-3 0,3 4 13 16,2 7 12-1,3 1-16-15,23 2 0 0,7-4-7 16,6-8-3-16,9-7 1 16,-2-8 2-16,-1-8-6 15,-1-8-1-15,-5-6-34 16,-3-6-61-16,-7-8-139 16</inkml:trace>
  <inkml:trace contextRef="#ctx0" brushRef="#br0" timeOffset="124">11702 8555 978 0,'0'0'59'15,"0"0"-59"-15,0 0-45 16,0 0 15-16,9 109 29 16,1-59 1-16,5-3 0 15,4 2 0-15,3-5 1 16,1-6-1-16,-2-12 0 15,-3-8 0-15,-5-11 0 16,-10-4 9-16,0-3-1 16,-3 0 11-16,0-21 56 15,0-14-67-15,0-10-8 16,0-3-2-16,0 3 2 16,8 7-5-16,16 7 5 0,5 15-3 15,5 9 2-15,-1 7 2 16,-2 0-1-16,-3 13 0 15,1 8-2-15,-6 0 2 16,-1 5 3-16,-8-6-1 16,-2 3 5-16,-2-5-7 15,-5-5 0-15,1 0 0 16,-6-8-63-16,0-5-126 16,0 0-287-16</inkml:trace>
  <inkml:trace contextRef="#ctx0" brushRef="#br0" timeOffset="125">12136 8310 892 0,'0'0'25'16,"0"0"-7"-16,0 0 11 15,0 0 11-15,0 0-2 16,0 0-13-16,24-35-9 16,23 35-16-16,11 0 0 15,1 15 0-15,-11 12 0 16,-13 4 0-16,-17 6-3 0,-13 6 3 16,-5 0 0-1,0-2 0-15,-3-10 0 16,-2-9-5-16,5-10 5 0,0-2 4 15,0-4-3-15,5-1-2 16,11-2 2-16,-2 0-2 16,1-3-5-16,3 0-106 15,0-6-149-15</inkml:trace>
  <inkml:trace contextRef="#ctx0" brushRef="#br0" timeOffset="126">12925 8223 843 0,'0'0'159'16,"0"0"-131"-16,0 0-18 16,0 0-10-16,0 0-5 15,-76 7 2-15,34 42 3 16,-2 20 15-16,2 21 14 15,10 10-3-15,8 3 7 16,7-3-21-16,16-8-5 16,1-7-3-16,24-11 1 15,17-9 0-15,8-16 2 16,6-8-5-16,0-13 5 16,-6-8-7-16,-4-4-12 0,-9-3-92 15,-11-13-87-15,-3 0-526 16</inkml:trace>
  <inkml:trace contextRef="#ctx0" brushRef="#br0" timeOffset="127">13131 8372 792 0,'0'0'44'0,"0"0"-33"16,0 0-11-16,0 0 7 16,0 0 9-16,0 0 6 0,6-7-13 15,-3 7 12-15,4 4-5 16,0 12 2-16,0 13-6 16,-4 10 5-1,3 12 14-15,-3 12-8 0,0 7-1 16,0 8 3-16,0 1-7 15,-1-6-6-15,-1-7-6 16,-1-12-6-16,2-14 1 16,0-10 2-16,2-9-2 15,-1-5-1-15,0-4 0 16,1-4-4-16,2-1-47 16,-3-7-133-16,1-12-335 0</inkml:trace>
  <inkml:trace contextRef="#ctx0" brushRef="#br0" timeOffset="128">13586 8806 879 0,'0'0'85'16,"0"0"-71"-16,92 6 10 16,-51-6 15-16,1 0-11 15,2 0-12-15,-2 0-10 0,-3 0 6 16,-8 0-12-16,-9-2 0 16,-8-5-47-16,-10 1-45 15,-4-5-29-15,-9-7-483 16</inkml:trace>
  <inkml:trace contextRef="#ctx0" brushRef="#br0" timeOffset="129">13711 8634 843 0,'0'0'34'16,"0"0"-34"-1,3 77 0-15,9-31 2 0,5 3 22 16,4-1 18-16,-4 3-17 15,4-6-2-15,-6-3 5 16,-4-7-27-16,-4-2 7 16,-1-9-12-16,-6 1 4 15,0-10-24-15,0-7-99 16,3-8-283-16</inkml:trace>
  <inkml:trace contextRef="#ctx0" brushRef="#br0" timeOffset="130">14458 8641 382 0,'0'0'352'15,"0"0"-352"-15,0 0-92 16,0 0 92-16,0 0 3 15,0 0 32-15,-21 8 21 16,-2-7-4-16,3-1-34 16,-4 0 11-16,6 0-9 15,-1-10 3-15,4-4 20 16,8-5 13-16,0 5-28 16,7-6 7-16,0 1-7 0,18-1-28 15,9 5-1-15,1 3 1 16,3 7 0-16,4 5-1 15,-2 0-1-15,-1 17 0 16,-4 7-1-16,-7 7 3 16,-12 9-4-16,-9 3-1 15,-3 6 3-15,-24 2 2 16,-8-5 3-16,0-4-1 16,1-11-1-16,2-11-1 15,9-7 11-15,9-7-1 16,8-3 8-16,6-3-4 15,0 0-8-15,0 0-3 16,0 0-3-16,13 0-1 16,4 0-8-16,4 0 5 15,3 0-5-15,-4 10 5 0,1 12 3 16,2 4 1-16,1 1-3 16,0-1 3-16,-2-4 2 15,1-2-2-15,-4-4-2 16,-2-4-12-16,0-9-187 15,-4-3-631-15</inkml:trace>
  <inkml:trace contextRef="#ctx0" brushRef="#br0" timeOffset="131">15028 8788 1026 0,'0'0'22'16,"0"0"-14"-16,86 6 5 16,-52-6 19-16,4 0-16 15,10 0 7-15,2 0-3 16,0 0-19-16,-6 0-2 16,-7 0-8-16,-8 0-67 15,-17 0-89-15,-8-6-128 16</inkml:trace>
  <inkml:trace contextRef="#ctx0" brushRef="#br0" timeOffset="132">15171 8565 893 0,'0'0'88'0,"0"0"-78"15,42 92-10-15,-24-48-1 16,-9-1 1-16,0-3 12 15,-1 4 13-15,-3-5-21 16,1 1 0-16,-2-8 3 16,-1-1-7-16,-3-5-12 15,0-4-90-15,-12-9-73 16,-2-10-565-16</inkml:trace>
  <inkml:trace contextRef="#ctx0" brushRef="#br0" timeOffset="133">16147 8626 513 0,'0'0'14'16,"0"0"-14"-16,0 0 1 0,0 0 33 16,0 0 66-1,0 0-39-15,0 0-34 0,4-7-6 16,-4 7-1-16,0 0 0 16,0 0-18-16,0 0-1 15,0 0 11-15,0 0-10 16,0 0-2-16,0 0 0 15,0 0 3-15,0 0 5 16,0 0-7-16,-1 0 18 16,-6 0-14-16,-3-2 6 15,1 1-8-15,-4-5-1 16,4 3-2-16,1-6 4 16,4-1 11-16,1-4 2 15,3-5-11-15,0-4-6 16,2-7 0-16,12-1 2 15,9 0-4-15,4 8-1 16,4 7 3-16,2 7-3 0,3 9 0 16,-4 0 2-16,-8 25 1 15,-10 17 12-15,-11 11-12 16,-3 9 0-16,-17 1 14 16,-17 1-13-16,-2-8 12 15,-1-10-13-15,1-10 6 16,0-8-5-16,3-13 11 15,6-3 15-15,6-9-11 16,10 0-1-16,9-3 2 16,2 0 8-16,0 0-3 0,5 0-19 15,24 0 6-15,10 5-8 16,12 8-1-16,-3 8 5 16,-1 0-5-16,-5 3 2 15,-2-4-3-15,-8 0 1 16,-9-2-1-16,-9-9-3 15,-8 0 2-15,-6-1-8 16,0-5-77-16,-12-3-95 16,-8-4-489-16</inkml:trace>
  <inkml:trace contextRef="#ctx0" brushRef="#br0" timeOffset="134">16511 8133 509 0,'0'0'0'16,"0"0"-34"-16,0 0 25 16,0 0 9-16,0 0 16 15,0 0 15-15,-6 23-4 0,-3-19 30 16,-4-2 3-16,-1-2-18 16,1 0-8-16,-5 0 1 15,5-1-6-15,0-8-12 16,1-1-1-16,6-3-8 15,1 2-3-15,5-4 3 16,6-1-2-16,21 5-3 16,7 2-4-16,2 7 1 15,-1 2-4-15,-7 0 4 16,-4 11-1-16,-12 10-1 16,-10 6 2-16,-2 9 3 15,-11 3-2-15,-10 0-1 16,-2-5 3-16,1-4-3 0,7-11 4 15,5-8-1-15,8-2 6 16,2-2-3-16,7 1-6 16,15 2 0-16,11 0 2 15,8 1 20-15,-1-2-14 16,-1 0 3-16,-10 0-6 16,-7 0-4-16,-6 0-1 15,-6-1 0-15,-8 0-20 16,-2-2-42-16,0-4-79 15,-9-2-312-15</inkml:trace>
  <inkml:trace contextRef="#ctx0" brushRef="#br0" timeOffset="135">16547 7686 628 0,'0'0'21'0,"88"-11"40"16,-23 11 5-16,14 11-6 15,12 25-10-15,4 20 18 16,-4 27-1-16,-13 23-28 16,-24 21-16-16,-21 23 9 15,-19 4-14-15,-14 3-12 16,0-8 3-16,0-20-5 16,-14-16-4-16,-3-17 8 15,-6-17-6-15,-7-14-2 16,-6-10-6-16,-5-10 4 15,-4-12-3-15,-1-2-40 16,1-7-63-16,9-9-108 16</inkml:trace>
  <inkml:trace contextRef="#ctx0" brushRef="#br0" timeOffset="136">5530 9746 802 0,'0'0'58'16,"0"0"-44"-16,0 0-9 0,0 0 5 15,0 0-5-15,78 0 10 16,-33-9 19-16,2 2 1 16,-3 2-21-16,4 5-13 15,-1 0-1-15,0 9-16 16,1 6-111-16,-2-5-310 16</inkml:trace>
  <inkml:trace contextRef="#ctx0" brushRef="#br0" timeOffset="137">7012 9857 879 0,'0'0'0'0,"86"-15"-1"16,-39 9 0-16,3 4 1 15,1 2-5-15,-2 0-8 16,-2 0-15-16,-1 0-88 15,5 0-237-15</inkml:trace>
  <inkml:trace contextRef="#ctx0" brushRef="#br0" timeOffset="138">8363 9900 545 0,'0'0'281'0,"0"0"-281"0,95-4-137 15,-63-7-486-15</inkml:trace>
  <inkml:trace contextRef="#ctx0" brushRef="#br0" timeOffset="139">9495 9860 837 0,'0'0'0'15,"85"-6"-104"-15,-47 1-455 16</inkml:trace>
  <inkml:trace contextRef="#ctx0" brushRef="#br0" timeOffset="140">5938 10761 836 0,'0'0'0'16,"134"-28"-5"-16,-52 19 5 16,8 3-2-16,-5 4-30 15,-8-5-332-15</inkml:trace>
  <inkml:trace contextRef="#ctx0" brushRef="#br0" timeOffset="141">7459 10736 219 0,'0'0'727'15,"0"0"-727"-15,77-13-45 16,-58 13-56-16,4 0-460 16</inkml:trace>
  <inkml:trace contextRef="#ctx0" brushRef="#br0" timeOffset="142">8183 10824 924 0,'0'0'0'15,"0"0"-18"-15,0 0-62 16,0 0-166-16</inkml:trace>
  <inkml:trace contextRef="#ctx0" brushRef="#br0" timeOffset="143">4188 12128 863 0,'0'0'57'0,"0"0"-56"16,0 0 0-16,97-31 2 0,-60 20 0 15,-1 5 7-15,-7 2-10 16,0 4-2-16,-7 0-36 16,-6 12-16-16,-6 4-115 15,-10 5-267-15</inkml:trace>
  <inkml:trace contextRef="#ctx0" brushRef="#br0" timeOffset="144">4288 12388 818 0,'0'0'54'0,"0"0"-54"16,102-10 0 0,-54 2-1-16,-7-2-23 0,-2 4-85 15,-10-1-167-15</inkml:trace>
  <inkml:trace contextRef="#ctx0" brushRef="#br0" timeOffset="145">5575 11993 847 0,'0'0'12'15,"0"0"-12"-15,0 0 0 0,-102-46 0 16,74 40 20-16,0 3-3 16,2 3 0-16,2 0-9 15,-2 0-5-15,5 18-6 16,2 6 3-16,2 5-1 16,14 2-1-16,3 3 1 15,23-1-1-15,22 6 2 16,20-6 3-16,4 4 22 15,-1-1-2-15,-15 0-18 16,-18 0-2-16,-16-2-6 16,-19 0 2-16,0-2 1 15,-24-5 0-15,-9-5 3 0,-9-7-3 16,1-7 0-16,2-8 2 16,12-3 0-16,7-17 5 15,11-14-4-15,9-12 6 16,2-5-8-16,23-6-1 15,12 4-1-15,-2 0 1 16,2 9-4-16,-4 6-1 16,-6 5 5-16,-7 7-21 15,-3 4-48-15,-6 4 22 16,-6 0-86-16,-2 3-187 16</inkml:trace>
  <inkml:trace contextRef="#ctx0" brushRef="#br0" timeOffset="146">5822 11466 878 0,'0'0'85'15,"0"0"-81"-15,0 0-4 16,0 0-4-16,0 104 3 16,6-41-2-16,5 7 3 0,4-1 8 15,2-5 0-15,-2-13-1 16,0-13-6-16,0-12 1 16,-7-11-2-16,2-7 0 15,-8-7-4-15,-2-1 4 16,2 0 21-16,4-10 30 15,5-20 12-15,3-13-52 16,1-7-11-16,0-5-13 16,-4 7 11-16,-1 5-1 15,-4 15-4-15,0 10 5 16,-6 13 2-16,0 2-1 16,0 3 2-16,0 3-3 15,0 20-5-15,0 15 7 0,0 4-7 16,0 0 7-1,10-5 0-15,5-8 4 0,8-11-3 16,3-10 0-16,6 0-1 16,-2-8 1-16,4 0-3 15,-9 0 2-15,0-5-88 16,-8-9-101-16</inkml:trace>
  <inkml:trace contextRef="#ctx0" brushRef="#br0" timeOffset="147">6879 11896 863 0,'0'0'2'0,"0"0"-1"16,0 0-2-16,0 0-4 16,0 0 4-16,0 0 1 15,36 88 20-15,-16-34 25 16,0 5-1-16,0 1-17 15,-2 2-12-15,-5-5-5 16,-1-6-8-16,-4-6-2 16,-2-8 2-16,-4-10-7 15,-1-6 5-15,-1-5 0 16,0-10-26-16,0-3-81 16,0-3-40-16,-12-22-414 15</inkml:trace>
  <inkml:trace contextRef="#ctx0" brushRef="#br0" timeOffset="148">6549 11928 1065 0,'0'0'1'0,"0"0"-2"15,121-77 0-15,-35 50-2 16,12-2 4-16,10 4-1 15,-8 5 0-15,-8 9-4 16,-11 4-3-16,-19 7-55 0,-14 0-34 16,-9 0-47-1,-17 0-359-15</inkml:trace>
  <inkml:trace contextRef="#ctx0" brushRef="#br0" timeOffset="149">7608 11533 756 0,'0'0'36'16,"0"0"-36"-16,0 0-6 0,-58 75 6 15,44-20 1-15,6 12 16 16,3 11 30-16,5 10-8 16,0 5 4-16,8-2-36 15,14-3 6-15,6-8-5 16,8-12-1-16,2-11-5 16,4-9-1-16,0-9 1 15,-3-6-2-15,0-11 0 16,-3-5-63-16,-8-13-37 15,-3-4-185-15</inkml:trace>
  <inkml:trace contextRef="#ctx0" brushRef="#br0" timeOffset="150">7965 11820 844 0,'0'0'0'0,"0"0"-25"15,18 88 20-15,-7-40 5 16,0 6 0-16,3-2-1 16,0-4 1-16,-5-5 4 15,-2-13-4-15,4-10 4 0,-8-11-4 16,1-2 0-16,-4-7 22 15,0 0 48-15,0-18 49 16,0-13-106-16,0-13-13 16,-4-11-11-16,4-6 8 15,0-2-12-15,9 8-5 16,10 10-12-16,12 14 14 16,2 13-9-16,6 15 16 15,5 3 4-15,0 16 7 16,-4 11 6-16,-5 6-4 15,-8 4 7-15,-3 1-1 16,-10-4-7-16,-1-1-1 16,-5-8 0-16,-2-7 1 15,0-10-1-15,-3-4-34 0,-3-4-111 16</inkml:trace>
  <inkml:trace contextRef="#ctx0" brushRef="#br0" timeOffset="151">8936 11356 854 0,'0'0'5'16,"0"0"-5"-16,0 0-2 0,0 0 2 15,24 113 0-15,-48-40 9 16,-5 15 21-16,-13 12-4 16,-12 8 8-16,-1-5-11 15,-3-4-5-15,-1-9-5 16,9-8-8-16,5-9 0 16,3-9 0-16,4-4-6 15,5-5 1-15,7-9-6 16,7-2-17-16,3-5-57 15,11-17-88-15</inkml:trace>
  <inkml:trace contextRef="#ctx0" brushRef="#br0" timeOffset="152">8990 12396 756 0,'0'0'73'0,"0"0"-73"0,0 0-4 16,0 0 1-16,-87 28 3 15,63-26 0-15,4-2 2 16,-2 0 7-16,6-5 17 16,3-11-4-16,7-1-11 15,6-9 8-15,0-2-4 16,21 1-15-16,4 1-9 15,9 9 5-15,2 7 0 16,-3 8 2-16,-4 2 2 16,-3 15 0-16,-11 12-4 0,-5 13 9 15,-10 2 4 1,0 6 19-16,-15 1-25 0,-8-4 18 16,-3-4 0-16,10-7-20 15,3-6 10-15,13-1-7 16,0-6 3-16,19-3 10 15,8-5-10-15,7-5 22 16,5-4 0-16,-4-4-20 16,-1 0-7-16,-6 0-2 15,-9-4-1-15,-5-12-46 16,-1-1-71-16,-7-10-163 16</inkml:trace>
  <inkml:trace contextRef="#ctx0" brushRef="#br0" timeOffset="153">9175 11887 932 0,'0'0'10'0,"0"0"-10"15,0 0-13-15,0 0 6 16,91 64 7-16,-71-19 5 15,-3 5 4-15,-2-2-5 16,-2-2 2-16,-5-9-6 16,-2-11 0-16,-3-10 0 0,0-13 0 15,-2-3 0-15,0 0 31 16,3-1 52-16,3-19-22 16,-4-13-61-16,3-7-6 15,-3-2-12-15,-1-1 2 16,0 4-10-16,5 15 3 15,-5 10 21-15,2 14 2 16,9 0-9-16,1 11 7 16,6 16 2-16,4 7 5 15,1 4 12-15,2-1-2 16,2-6 10-16,1-7-16 16,-4-13-8-16,-4-1-1 15,-6-8 5-15,-8-2-5 0,-3 0-55 16,-5-12-65-1,0-10-391-15</inkml:trace>
  <inkml:trace contextRef="#ctx0" brushRef="#br0" timeOffset="154">9313 11134 656 0,'0'0'4'0,"134"46"9"16,-45 2 59-16,11 16 0 0,4 15-23 16,1 21 22-16,-6 11-10 15,-13 3-17-15,-14 6 16 16,-19-1-25-16,-19-5-24 15,-13-3-11-15,-18-7 0 16,-3-10-25-16,-16-10-24 16,-15 3-15-16,-19-8-69 15,-8-10-130-15</inkml:trace>
  <inkml:trace contextRef="#ctx0" brushRef="#br0" timeOffset="155">10821 12094 830 0,'0'0'70'16,"0"0"-63"-16,0 0-7 16,0 0 1-16,124 0 13 15,-60-5 15-15,7-1 17 16,6-3-37-16,-2 3 7 0,-13 0-16 16,-13 6-8-16,-15 0-74 15,-11 0-23-15,-17-6-91 16</inkml:trace>
  <inkml:trace contextRef="#ctx0" brushRef="#br0" timeOffset="156">11139 11739 607 0,'0'0'339'0,"0"0"-325"15,0 0-14-15,0 0-28 0,3 69 22 16,-3-12 6-16,3 13 0 16,6 5 12-16,5 4 16 15,2 2-16-15,0-8 0 16,0-7-12-16,0-13 0 16,-6-12 0-16,-1-13 0 15,-2-11 2-15,-3-8-2 16,-2-6-21-16,1-3-81 15,3-15-211-15</inkml:trace>
  <inkml:trace contextRef="#ctx0" brushRef="#br0" timeOffset="157">12238 11787 921 0,'0'0'0'0,"-80"-31"-6"15,32 29 1-15,-4 2 2 16,8 14 3-16,6 20 10 16,11 15 9-16,12 11-1 15,9 6-5-15,6-3 2 0,16-4-11 16,15-18-1-1,8-11 5-15,10-6-3 0,-2-11 15 16,1-1-13-16,-7-9-7 16,-12-3-61-16,-5-3-204 15</inkml:trace>
  <inkml:trace contextRef="#ctx0" brushRef="#br0" timeOffset="158">12436 11742 817 0,'0'0'2'16,"0"0"-2"-16,63 109 0 15,-51-55 18-15,-4-3 6 16,-5 0-3-16,-1-6-5 15,-2-9 2-15,1-11-10 16,2-12-7-16,-3-9 5 16,0-1-2-16,0-3 39 15,0 0 40-15,0-14-13 16,-9-16-53-16,1-7-15 16,2-11-4-16,6-5-2 15,0 0-3-15,23 9 2 16,7 10-7-16,7 16-1 0,-3 11 3 15,2 7 0 1,-3 13 8-16,-4 11 2 16,4 9 3-16,-5 3 2 0,-8 4-3 15,1-1 1-15,-9-3 2 16,-6-6-4-16,-1-5 0 16,1-7-2-16,-3-8-4 15,4-5-50-15,-7-5-65 16,0 0-19-16,0-24-134 15</inkml:trace>
  <inkml:trace contextRef="#ctx0" brushRef="#br0" timeOffset="159">12793 11394 971 0,'0'0'0'16,"0"0"-4"-16,0 0-9 15,116-27 6-15,-52 27 7 16,-4 0 0-16,-9 9 0 16,-10 9 7-16,-17 6 0 0,-16 13-7 15,-8 8 0-15,-17 6 1 16,-8-6 0-16,7-6 3 15,11-10-1-15,7-9 0 16,11-5-1-16,22-5 27 16,10-5-4-16,5-5-15 15,0 0-7-15,-6 0-3 16,-4-8-2-16,-5 1-49 16,-10-2-102-16,-1-1-320 15</inkml:trace>
  <inkml:trace contextRef="#ctx0" brushRef="#br0" timeOffset="160">13907 11340 930 0,'0'0'26'15,"0"0"-20"-15,0 0 12 16,0 0-4-16,0 0-13 15,0 0-1-15,-27 36 0 16,-3 24 6-16,-7 22 14 16,0 17 1-16,0 14-3 0,4 1-7 15,10 4-8-15,15-6 7 16,8-3-5-16,8-16-5 16,25-11-1-16,7-14 1 15,9-15 10-15,2-8-8 16,5-9-1-16,1-6-1 15,-6-5-13-15,-10-14-107 16,-8-11-251-16</inkml:trace>
  <inkml:trace contextRef="#ctx0" brushRef="#br0" timeOffset="161">14250 11624 878 0,'0'0'30'16,"0"0"-22"-16,0 0-4 16,0 0-4-16,0 0 7 0,0 0 12 15,0-28-17-15,0 28-2 16,0 21-5-16,10 15 5 16,-4 14 4-16,-3 17 8 15,-3 10 6-15,0 8-4 16,-3 2-2-16,-6-7-7 15,0-11 0-15,3-15-2 16,3-6 0-16,0-11-3 16,3-8 0-16,-2-7-4 15,2-7-3-15,0-6-64 16,0-9-150-16</inkml:trace>
  <inkml:trace contextRef="#ctx0" brushRef="#br0" timeOffset="162">14571 12038 857 0,'0'0'40'15,"93"0"-2"-15,-38 5-13 16,2-4 16-16,-9-1-11 15,-4 2-19-15,-10-2-8 16,-8 0-3-16,-8 0-1 16,-7 0-5-16,-6 0-46 15,-5 0-48-15,0 0-13 0,-4-3-115 16</inkml:trace>
  <inkml:trace contextRef="#ctx0" brushRef="#br0" timeOffset="163">14740 11871 703 0,'0'0'77'15,"0"0"-76"-15,0 0 4 16,16 73 4-16,-4-28 35 0,-1 4 19 16,-2 5-23-1,-3-2-11-15,-1-5-2 0,-2-2 5 16,4-5-15-16,-3-9-16 15,-2-7 3-15,1-8-3 16,-2-5-1-16,1-4 1 16,-2-2-1-16,0-3-57 15,0-2-96-15,-6-5-159 16</inkml:trace>
  <inkml:trace contextRef="#ctx0" brushRef="#br0" timeOffset="164">15621 11932 641 0,'0'0'63'16,"0"0"-61"-16,0 0-2 16,0 0 0-16,0 0 2 15,-87 24 53-15,66-24-14 16,3 0-7-16,2-1-15 16,0-8-1-16,5-5-16 0,1-2 30 15,3-4-17-15,3-5-3 16,4 3-7-16,0 0 7 15,0 3-8-15,15 6-4 16,6 5-1-16,7 5-1 16,4 3-4-16,3 0 6 15,-1 11 3-15,-2 18-2 16,-5 6-1-16,-9 11 1 16,-12 11 7-16,-6 3-3 15,-10 1-4-15,-17-4 5 16,-7-11-2-16,-2-10-2 15,1-13-2-15,1-10 2 16,4-7 3-16,9-3 11 16,4-3-11-16,11 0-5 0,6 0 7 15,0 0-7 1,25 0-12-16,13 0-24 16,4 0 16-16,-1 0 20 0,2 18 3 15,-6 4 2-15,-5-1 0 16,2 5-3-16,-4-4-1 15,-1 2-1-15,-11-6-6 16,-4-9-124-16,-4-9-627 16</inkml:trace>
  <inkml:trace contextRef="#ctx0" brushRef="#br0" timeOffset="165">16122 12176 595 0,'0'0'234'0,"89"3"-206"15,-37-3 16-15,-3 4 5 16,-6-4 9-16,-6 0-38 16,-9 0-8-16,-12 0-12 15,-6 0-2-15,-10-10-61 16,0-3-82-16</inkml:trace>
  <inkml:trace contextRef="#ctx0" brushRef="#br0" timeOffset="166">16138 11971 834 0,'0'0'11'15,"34"97"-6"-15,-19-43 33 16,0 0-13-16,-6-5-3 15,1-1 9-15,0-5-6 16,2-5-3-16,-5-4-8 16,-4-10-10-16,-1-2-4 15,-2-11-5-15,0-1-63 16,0-8-76-16,-2-2-235 16</inkml:trace>
  <inkml:trace contextRef="#ctx0" brushRef="#br0" timeOffset="167">16804 12030 763 0,'0'0'5'16,"0"0"-5"-16,0 0-7 0,0 0 7 15,0 0 10-15,0 0 23 16,-85 0-1 0,73-8-16-16,-4 2 0 0,7-3 18 15,4 0 9-15,2 0-28 16,3 2 18-16,0 0 4 15,6-3-33-15,21 0-3 16,7 6 2-16,4 4-3 16,2 0-1-16,-5 14-1 15,-5 8 0-15,-9 10 2 16,-9 1-3-16,-8 4 3 16,-4 0 1-16,-4 5 2 15,-11-6 7-15,4 3 0 0,7-4 11 16,4-4-14-16,0-9-4 15,17-4 5-15,3-5 5 16,-1-5 7-16,3-6-3 16,-4-2-12-16,3 0-5 15,-10-17-66-15,-5-7-155 16</inkml:trace>
  <inkml:trace contextRef="#ctx0" brushRef="#br0" timeOffset="168">16911 11635 577 0,'0'0'0'15,"0"0"0"-15,101 7 11 16,-75 11 65-16,-12 10-11 15,-5 1-21-15,-9 4-31 16,0 1 3-16,-10-4-7 16,4-8-4-16,2-4-5 15,4-2 23-15,19-6 27 16,14 2-21-16,-2-6-19 16,2-2-10-16,-5-1-15 0,-8-3-87 15,-5 0-391 1</inkml:trace>
  <inkml:trace contextRef="#ctx0" brushRef="#br0" timeOffset="169">17342 12173 870 0,'0'0'5'0,"0"0"26"15,101 13 3-15,-68-10-18 16,-11-3 20-16,-6 0-23 16,-5 0-13-16,-4-13-2 15,-7-6-110-15,0-3-227 0</inkml:trace>
  <inkml:trace contextRef="#ctx0" brushRef="#br0" timeOffset="170">17419 12110 783 0,'0'0'17'16,"-12"84"19"-16,6-39-19 16,-3-8-10-16,3-1 6 15,3-6-7-15,3-5-3 16,0-4-3-16,0-13 0 16,0-8-209-16</inkml:trace>
  <inkml:trace contextRef="#ctx0" brushRef="#br0" timeOffset="171">18144 12304 951 0,'0'0'17'16,"92"3"-16"-16,-51-1 5 16,-5 1-12-16,-16 1-57 15,-6-4-112-15</inkml:trace>
  <inkml:trace contextRef="#ctx0" brushRef="#br0" timeOffset="172">18542 12388 856 0,'0'0'22'0,"0"0"-3"16,86 0 19-16,-55 0-26 15,1 0-12-15,-7 0-11 16,-4 0-123-16,-3-7-559 15</inkml:trace>
  <inkml:trace contextRef="#ctx0" brushRef="#br0" timeOffset="173">19005 12409 833 0,'0'0'67'15,"100"0"-16"-15,-46-6 41 16,-3-4-28-16,-2 2-11 15,-9 1-33-15,-8 1-20 16,-9-1-6-16,-11-7-31 16,-12-6-76-16,-13-7-241 15</inkml:trace>
  <inkml:trace contextRef="#ctx0" brushRef="#br0" timeOffset="174">19002 12219 817 0,'0'0'3'16,"36"90"5"-16,-22-34 19 16,-3-3-8-16,0-7-10 15,-4 3 1-15,5-2-6 16,-4-8 4-16,-2-8-8 16,-1-8-32-16,-5-13-168 15</inkml:trace>
  <inkml:trace contextRef="#ctx0" brushRef="#br0" timeOffset="175">19868 12186 505 0,'0'0'134'0,"0"0"-93"16,0 0-15-16,0 0-26 15,0 0 21-15,0 0-8 16,0 0-3-16,-17 0-8 15,14 0 4-15,-1 0 20 16,-1-3 14-16,-6-1-22 16,-3 1-8-16,-5-5-6 15,0 1-3-15,0-2 1 0,-1-6 13 16,2 0-3-16,3-5 7 16,0-3-4-1,4-3 15-15,6 2-6 0,5-1-2 16,0 1-3-16,22 3-18 15,12 3-1-15,12 9 0 16,9 9-1-16,1 0-2 16,0 23 1-16,-6 9 2 15,-8 9-2-15,-9 2 1 16,-12 5 1-16,-14 6-2 16,-7 1 4-16,-17-2 3 15,-17 0-2-15,-13-9-2 16,-7-7-1-16,-3-13 8 0,-7-8-6 15,4-11-2-15,3-5 0 16,11 0 3-16,12 0 7 16,10-9-3-16,16 3-6 15,8 0 12-15,14 1-1 16,28 2-12-16,23 3 0 16,8 3 4-16,2 15 1 15,-11 7-2-15,-14 4 0 16,-12-2 1-16,-7 0 8 15,-7-3 2-15,-7-3 2 16,-8-6-12-16,-5-5 2 16,-4-1-6-16,0 0-17 15,-2-4-47-15,-17-1-37 0,-1-4-126 16</inkml:trace>
  <inkml:trace contextRef="#ctx0" brushRef="#br0" timeOffset="176">20135 11351 928 0,'0'0'0'16,"0"0"0"-16,0 0-2 0,0 0-3 15,0 0 5-15,48 123 20 16,-27-48 24-16,3 5-17 16,1-3-5-16,-4-6-8 15,-4-10 4-15,-3-7-10 16,-5-14-1-16,-3-13-5 15,-2-12-2-15,-3-9 0 16,1-4 2-16,-2-2 3 16,0 0 6-16,0 0 0 15,0-7 23-15,0-21-4 16,4-8-30-16,3-16-11 16,2-1-17-16,2-5 11 15,3 6 3-15,-3 6-1 16,0 18 13-16,-8 12 2 0,-1 12 0 15,-1 4 0-15,1 10-8 16,1 20 2-16,0 12 2 16,2 6 4-16,7 1 7 15,7-3-3-15,9-8 2 16,5-7 6-16,2-7-3 16,-3-9 1-16,-8 1-10 15,-12-11-41-15,-12-5-219 16</inkml:trace>
  <inkml:trace contextRef="#ctx0" brushRef="#br0" timeOffset="177">20654 11862 891 0,'0'0'36'15,"92"0"-36"-15,-33 0 0 16,-4 0 0-16,-10 0 12 16,-13 0-12-16,-14 0 0 15,-8-3-92-15,-7-12-221 16</inkml:trace>
  <inkml:trace contextRef="#ctx0" brushRef="#br0" timeOffset="178">21038 11673 819 0,'0'0'24'0,"13"71"-19"15,-5-25 67-15,-4 2-42 16,2-1-7-16,2-4-2 16,1-3-5-16,3-6-4 15,-4-8-4-15,-1-10-8 16,-4-1 0-16,-3-6-51 15,0-6-93-15,-15-3-218 16</inkml:trace>
  <inkml:trace contextRef="#ctx0" brushRef="#br0" timeOffset="179">21032 11125 462 0,'0'0'428'16,"95"12"-428"-16,-13 28-11 0,21 11 11 15,16 18 32-15,12 24 31 16,-9 14 4-16,-22 13-37 16,-29 8-8-16,-33-3 7 15,-26-6-14-15,-12-4 9 16,-13-9 3-16,-18-9 1 16,-14-11-16-16,-10-2-9 15,-10-7 3-15,-11-10-4 16,-6-4-2-16,-3-9-49 15,2-8-96-15,5-11-278 16</inkml:trace>
  <inkml:trace contextRef="#ctx0" brushRef="#br0" timeOffset="180">5106 14083 135 0,'0'0'404'15,"0"0"-253"-15,0 0-61 16,0 0-43-16,0 0-21 16,0 0-19-16,0 0-2 15,-45-16 0-15,43 16-1 16,2-3-4-16,0 3 0 16,0 0-1-16,12-9 1 15,26-1-21-15,23-7 14 16,14 1 0-16,8-2-44 15,-2 6 16-15,-13 6 24 16,-9 6 10-16,-17 0-39 16,-15 4-45-16,-16 5-77 0</inkml:trace>
  <inkml:trace contextRef="#ctx0" brushRef="#br0" timeOffset="181">5412 14318 1030 0,'0'0'115'0,"0"0"-96"16,0 0-19-16,0 0-19 15,0 0-13-15,76-16-7 0,-34 7 7 16,9 6-31-1,2-7-69-15,0 2-157 0</inkml:trace>
  <inkml:trace contextRef="#ctx0" brushRef="#br0" timeOffset="182">6562 13831 817 0,'0'0'1'0,"-105"-15"3"16,48 15-4-16,8 0 2 15,3 0-1-15,10 4 10 16,4 7 19-16,14 4-21 16,7 6-9-16,11 4 0 15,0 6 4-15,33 4 0 16,20 1 11-16,12-3-13 16,9 4 10-16,-9 0 1 15,-11 4-8-15,-16 2-4 16,-17-1 4-16,-12 3-5 0,-9-6-4 15,-7-1 4-15,-16-7 1 16,-2-9 1-16,1-13-1 16,-1-3 3-16,7-6 19 15,2-7 21-15,8-23-1 16,8-15-23-16,0-12-17 16,15-9-2-16,12-1 6 15,0 3-14-15,-1 11 2 16,-5 9-7-16,-1 8-13 15,-1 10-25-15,-5 1-49 16,1 8 13-16,-5 1-144 16,-2-2-251-16</inkml:trace>
  <inkml:trace contextRef="#ctx0" brushRef="#br0" timeOffset="183">6715 13384 603 0,'0'0'195'0,"0"0"-195"16,0 0 0-16,56 116 0 15,-29-53 11-15,3 6 10 16,2 6-3-16,-5-2 7 15,1-7-4-15,-8-17-12 0,-3-17 5 16,-1-13-10-16,-9-12-3 16,-1-4 10-16,-2-3 1 15,-1 0 30-15,6-25 25 16,6-11-25-16,-1-15-41 16,-5-10-1-16,-1-4-2 15,-8 4-20-15,0 10-24 16,0 17 10-16,0 16 35 15,-5 11 1-15,5 7 2 16,0 3-2-16,0 22-12 0,7 7 12 16,14 11 0-16,11 8 1 15,4-5 9-15,2-4-10 16,4-6 1-16,-3-12-2 16,-5-6 1-16,0-3-1 15,-7-2-43-15,-7-4-127 16</inkml:trace>
  <inkml:trace contextRef="#ctx0" brushRef="#br0" timeOffset="184">8160 13976 650 0,'0'0'0'0,"0"0"-42"16,0 0 1-16,0 0 39 16,0 0 2-16,0 0 20 15,-26-3 20-15,26 3-10 16,0 0-20-16,0 0 5 16,0 0-15-16,-3 0-29 15,-2 0-15-15,1 4-28 16,-5-1-209-16</inkml:trace>
  <inkml:trace contextRef="#ctx0" brushRef="#br0" timeOffset="185">8174 14081 407 0,'0'0'179'15,"0"0"-170"1,0 0-2-16,0 0-7 15,0 0 15-15,0 0 5 0,0 0-8 16,-2-5-3-16,2 5 41 16,0 0-10-16,-2-2 4 15,-2 1-18-15,-7-2-23 16,2 0 13-16,-6 0-9 16,0 0 15-16,-5 3-9 15,-7 0-9-15,0 0-1 16,-7 0 8-16,3 15-5 15,1 6-1-15,5 3-5 16,11 6 3-16,9-2-3 0,5 5 9 16,11-6-1-1,16-6-4-15,6-1 9 0,9-7-12 16,-1-10 10-16,4-3 7 16,3 0 14-16,-4-16-15 15,-6-1 1-15,-11-7-6 16,-7-10 18-16,-17-5-8 15,-3-13-9-15,-5-4-10 16,-23-8-3-16,-9-7-5 16,-3-3 5-16,-1-5-5 15,6-1-7-15,8 9 11 16,7 17-3-16,13 21 0 0,7 21 4 16,0 10-2-1,13 2 0-15,15 14 2 0,5 19 0 16,6 24 6-16,0 13 4 15,3 8 2-15,-4 4-10 16,0-8 2-16,2-9-4 16,-4-8 2-16,7-8-4 15,2-17 1-15,3-10 0 16,2-13-54-16,3-9-121 16,-7-18-556-16</inkml:trace>
  <inkml:trace contextRef="#ctx0" brushRef="#br0" timeOffset="186">14948 1282 151 0,'0'0'521'15,"0"0"-462"-15,0 0-41 16,0 0-5-16,0 0-6 16,0 0 13-16,0 0-1 15,9-48 8-15,-9 46-16 16,0 2-10-16,0 0-1 16,0 0 0-16,0 0 9 0,0 0-6 15,0 0 2-15,0 0-5 16,1 0 1-16,-1 0 12 15,0 0 8-15,0 0 2 16,0 0-12-16,0 0-9 16,0 7-2-16,0 20-2 15,0 20 2-15,0 22 15 16,-13 17 26-16,-2 12-6 16,4 7-26-16,6 0 3 15,5-6-1-15,7-13-11 16,17-14 0-16,6-13-2 15,0-13 2-15,-2-11 0 16,-6-8 1-16,-3-11-1 16,-3-10-23-16,0-6-40 0,-6-26-41 15,-3-20-203-15</inkml:trace>
  <inkml:trace contextRef="#ctx0" brushRef="#br0" timeOffset="187">14354 1819 966 0,'0'0'0'0,"110"-49"-4"16,-28 24 4-16,14-4 0 16,0-1 1-16,-8 4 0 15,-12 6 3-15,-12 5-4 0,-10-3-99 16,-4-4-604-16</inkml:trace>
  <inkml:trace contextRef="#ctx0" brushRef="#br0" timeOffset="188">15832 1316 845 0,'0'0'3'0,"0"0"-6"16,-96 0 6-16,54 28-3 0,1 12 4 15,5 16-3-15,7 15 5 16,13 12 5-16,10 5-1 16,6-4-7-16,12-9-3 15,18-16 0-15,8-12-1 16,3-13 1-16,3-12 0 15,-3-7-9-15,2-12-21 16,-8-3-105-16,-2-19-491 16</inkml:trace>
  <inkml:trace contextRef="#ctx0" brushRef="#br0" timeOffset="189">15921 1640 864 0,'0'0'39'0,"0"0"-39"16,0 0-3-16,0 0 3 16,31 96-2-16,-22-59 3 15,-3-3-1-15,1-2 1 16,-2-8 0-16,1-4-1 16,0-6 0-16,-1-5 0 15,-2 1-9-15,2-4-24 16,-3-2-41-16,-2-4-118 15,0-5-131-15</inkml:trace>
  <inkml:trace contextRef="#ctx0" brushRef="#br0" timeOffset="190">16000 1569 556 0,'0'0'29'16,"0"0"-29"-16,0 0-3 16,-1 78-17-16,-2-75-422 15</inkml:trace>
  <inkml:trace contextRef="#ctx0" brushRef="#br0" timeOffset="191">16188 1223 842 0,'0'0'26'0,"0"0"-26"16,106 26-2-16,-37 10 2 16,14 6 7-16,11 8 31 15,-8 11-4-15,-10 15-32 16,-23 8 5-16,-25 11-5 16,-26 7-1-16,-3 1 8 0,-28-7 9 15,-5-9-12-15,1-15-6 16,6-14 3-16,3-16-2 15,4-8-1 1,2-12 0-16,1-10 7 0,-4-3-7 16,0-5 0-16,-1-4-12 15,5-4-96-15,12-26-193 16</inkml:trace>
  <inkml:trace contextRef="#ctx0" brushRef="#br0" timeOffset="192">16807 1894 896 0,'0'0'3'16,"0"0"-3"-16,122-48 0 15,-64 38 0-15,4 1-1 16,-7 4-8-16,-5 5 1 15,-14 0-42-15,-9 0-94 16,-17 0-357-16</inkml:trace>
  <inkml:trace contextRef="#ctx0" brushRef="#br0" timeOffset="193">17154 1921 649 0,'0'0'143'0,"0"0"-132"0,0 0 0 16,0 0 54-16,0 0-4 15,78 0-31-15,-51-3-21 16,-7 2-9-16,1 1 0 16,0 0-50-16,-3-1-92 15,-1-2-412-15</inkml:trace>
  <inkml:trace contextRef="#ctx0" brushRef="#br0" timeOffset="194">18004 1785 755 0,'0'0'14'16,"0"0"18"-16,-80-39-20 15,44 38 11-15,-2 1-14 16,-1 10-9-16,4 17 1 15,7 9 1-15,11 8 0 16,11 2-1-16,6 0-1 16,12-6 0-16,21-9-1 15,8-7 1-15,3-9 9 16,-2-7 4-16,-3-6 3 16,-5-2 7-16,-4-8-5 0,-3-11 23 15,-10-7-16 1,-3-7-10-16,-11-7-11 0,-3-5-3 15,-13-6 1 1,-14-5 0-16,-3-4-2 0,-2-3 1 16,8-3 0-16,6 2 0 15,9 5 8-15,4 5-8 16,3 14 7-16,2 12-4 16,0 10 0-16,0 11-1 15,0 7-2-15,10 0-1 16,5 17-1-16,12 20-2 15,7 16-2-15,6 20 5 0,5 11 12 16,2 7-3 0,0-6-8-16,1-5-1 0,-1-13 0 15,-5-12 1-15,-8-11-3 16,-15-2-5-16,-12-8-84 16,-7-11-175-16</inkml:trace>
  <inkml:trace contextRef="#ctx0" brushRef="#br0" timeOffset="195">9220 14086 429 0,'0'0'131'0,"0"0"-42"16,92-25-64-16,-68 19-4 15,0 3 17-15,3-1 0 16,6-1-15-16,-1-1-7 16,1 2-7-16,-2-2-6 15,-8 6-3-15,-5-3-4 16,-5 3 0-16,0 0-69 16,-5 0-45-16,4 0-73 15,1 0-27-15</inkml:trace>
  <inkml:trace contextRef="#ctx0" brushRef="#br0" timeOffset="196">9242 13826 721 0,'0'0'39'0,"0"0"9"15,0 0-45-15,0 0 0 16,0 0 19-16,0 0-4 15,50-28-17-15,-30 55 41 16,2 12 4-16,-4 19 9 16,-1 9 16-16,-6 2-37 15,-1 0-12-15,2-8-18 16,3-10 1-16,-7-12-4 16,5-8-1-16,-1-11 0 15,0-7 2-15,-4-8-4 16,-6 0 2-16,1-5-21 15,-2 0-11-15,1-5-21 0,-2-13-93 16</inkml:trace>
  <inkml:trace contextRef="#ctx0" brushRef="#br0" timeOffset="197">10385 13752 803 0,'0'0'33'15,"0"0"-4"-15,0 0 18 0,0 0 0 16,0 0-29-16,0 0 13 16,-27-28-4-16,18 32-15 15,-3 18-12-15,-9 11 0 16,3 13 1-16,1 1-1 16,13 3 0-16,4-3 0 15,10-5 0-15,19-2 2 16,4-9-2-16,6-9-2 15,3-6 1-15,-1-11-41 16,-3-2-58-16,-8-3-117 16</inkml:trace>
  <inkml:trace contextRef="#ctx0" brushRef="#br0" timeOffset="198">10679 13779 902 0,'0'0'95'16,"0"0"-94"-16,0 0-1 16,0 0-1-16,29 94 0 15,-11-57-6-15,-2-1 7 16,2-5-2-16,-2 1 2 16,-4-8 0-16,-2-2 0 15,-7-10-1-15,-1-3 1 16,-2-6-1-16,0-3 1 15,-5 0 25-15,-11-6-13 16,2-15-6-16,-2-9-5 16,10-10 4-16,6-8-5 0,10-2-2 15,20 6 2-15,11 9-1 16,3 9 1-16,-3 14-6 16,2 12 0-16,-10 7 5 15,-1 14 1-15,-9 9 0 16,-1 0 9-16,-11 3-4 15,-3-2 3-15,-2-2-7 16,-1-4-1-16,-5-7 5 16,3-7-5-16,-3-7-14 15,0-4-80-15,0-6-20 16,0-18-342-16</inkml:trace>
  <inkml:trace contextRef="#ctx0" brushRef="#br0" timeOffset="199">11129 13387 601 0,'0'0'136'0,"0"0"-136"16,0 0 0-16,0 0 8 15,0 0 61-15,0 0-11 0,-51-3 15 16,71-9-64 0,9-2-9-16,7 1-2 0,5 4 2 15,-4 6-4-15,-3 3 1 16,-11 3 3-16,-4 17 2 16,-16 8-1-16,-3 12 8 15,-14 2 18-15,-17 3-13 16,4-2-5-16,3-10-6 15,13-1 1-15,11-4-4 16,9-7 0-16,23 1 3 16,15-7-3-16,8-9 12 15,-3-1 0-15,-4-5-7 0,-6 0-4 16,-7 0-1 0,-7 0-25-16,-11 0-86 0,-8-5-125 15</inkml:trace>
  <inkml:trace contextRef="#ctx0" brushRef="#br0" timeOffset="200">12585 13550 463 0,'0'0'181'0,"0"0"-139"16,0 0-35-16,0 0 3 15,0 0-5-15,0 0 1 16,0 0 9-16,0-3-3 16,0 3-11-16,0 0 5 15,0 0-5-15,0 0 2 16,0 0-2-16,0 0 8 16,0 0-8-16,0 0-2 0,0 0 1 15,0 0 0-15,0 0 1 16,0 0-1-16,0 0 6 15,0 0 2-15,0 0-1 16,0 0 1-16,0 0 3 16,0 0-10-16,0 0 6 15,0 0-4-15,0 0 3 16,0 0-5-16,0 0 7 16,0 0-4-16,0 0-4 15,0 0 0-15,0 0-2 0,0 0 2 16,0 0 0-16,0 0 5 15,0 0-8-15,0 0 4 16,0 0-2-16,-3 3 2 16,-5 4-4-16,-5-1 3 15,4 3-3-15,0-4 3 16,-2-1 6-16,4-1-6 16,1-1-3-16,6-2 3 15,0 0 0-15,0 0 2 16,0 0 3-16,0 0-5 15,0 0 5-15,9 0-5 16,1 0 0-16,-2 0 1 16,-5 0 0-16,1 0-1 15,-3 0-3-15,-1 0 3 16,0 7 0-16,0 1 0 0,-1 5 1 16,-9-1-2-16,-5-1 1 15,3-7-2-15,0-1 2 16,4-3 13-16,0 0 17 15,0-12 6-15,5-6-28 16,3-3-5-16,0-7 2 16,5 1 1-16,13 0-5 15,3 7-1-15,4 2-1 16,3 4-2-16,1 8 3 16,3 6 0-16,-2 0 0 15,-6 17 1-15,-3 14-1 16,-12 12 3-16,-7 9 14 0,-2 9 5 15,-2 3-5-15,-13-5 1 16,-9-4-13-16,-2-10-1 16,-4-6 5-16,2-5-2 15,3-11 9-15,0-8-6 16,4-6 12-16,5-9-13 16,0 0 7-16,3-2-3 15,4-19-10-15,4-3-3 16,5-3-7-16,0 1 1 15,16 6 6-15,13 7-2 16,6 10-9-16,7 3 11 16,6 0 1-16,4 16-1 15,3 0 0-15,-2 4 6 0,0-5 0 16,-5 3-4 0,-8-1-2-16,-7 1-4 0,-8-4 1 15,-15 0-45-15,-3-4-71 16,-7-8-84-16</inkml:trace>
  <inkml:trace contextRef="#ctx0" brushRef="#br0" timeOffset="201">12930 13034 506 0,'0'0'66'0,"0"0"-24"16,0 0 11-16,0 0-16 16,0 0-37-16,0 0 14 0,-5 0 2 15,5 0 4 1,0 0 24-16,0 0 4 0,0 0-8 16,0 0-10-16,0 0-14 15,0 0-7-15,0 0-2 16,0 0-1-16,0 0 6 15,0 0-3-15,0 0-1 16,0 0-6-16,0 0 5 16,0 0-2-16,0 2-5 15,0 16-1-15,0 16-8 16,-3 17 9-16,3 11 27 16,0 1-20-16,0 0-1 15,0-3 1-15,10-8-7 16,-1-10 0-16,4-8 0 0,-2-11-3 15,-6-11 6-15,-1-5-3 16,-1-4 0-16,0-3 0 16,3-10-6-16,6-20-12 15,3-10-87-15,1-7-79 16,0-8-2-16,-4 7-100 16</inkml:trace>
  <inkml:trace contextRef="#ctx0" brushRef="#br0" timeOffset="202">13129 13130 513 0,'0'0'116'0,"0"0"-48"16,0 0-3-16,0 0-32 16,74-63-20-16,-65 63-3 15,-5 0-4-15,0 7-4 0,-4 16 9 16,0 13 21 0,-8 11 1-16,-11 7-5 0,2-1-8 15,2 2-14-15,5-13-1 16,8-9-5-16,2-8 0 15,0-9 0-15,21-8 0 16,5-8 3-16,13 0 18 16,2 0 1-16,-1-13-14 15,-2 4-8-15,-6 1-1 16,-1 5-45-16,-11 0-54 16,2-1-123-16</inkml:trace>
  <inkml:trace contextRef="#ctx0" brushRef="#br0" timeOffset="203">12179 14387 565 0,'0'0'164'0,"0"0"-122"16,0 0-36-16,0 0 3 15,0 0 7-15,0 0 22 16,-3 3-7-16,6-3-24 16,11 0 11-16,6 0-11 15,13 0-1-15,15 0-6 16,23-3 20-16,24-10-16 16,27-5 15-16,27-5-19 15,15-1 0-15,13-5 1 16,1 6-1-16,-9-2-2 0,-17 7 2 15,-25 8 1-15,-25 2-1 16,-29 8 0-16,-24 0-5 16,-20 0-46-16,-14 0-15 15,-15 0-78-15,0 8-173 16</inkml:trace>
  <inkml:trace contextRef="#ctx0" brushRef="#br0" timeOffset="204">12674 14594 595 0,'0'0'83'0,"0"0"-83"16,0 0-5-16,0 0 5 15,0 0 12-15,0 0 53 16,0 0 16-16,0 0-34 16,0 0-19-16,0 0-7 15,-3 0-18-15,-3 0 5 16,3 0-8-16,1 0-5 0,-1 0 4 16,3 0 2-16,0 0-1 15,0 0 0-15,0 0-1 16,0 0 1-16,0 0 0 15,0 0 0-15,-3 0 0 16,-3 0-1-16,-2 0 1 16,0 0 0-16,0 3 0 15,-1-3-1-15,6 0 2 16,-2 0-1-16,4 2 2 16,1-2-2-16,0 0-2 15,0 0 2-15,0 0-11 16,12-2 11-16,5-8-1 0,5 7 2 15,-5 0 3-15,0 3 1 16,-1 0-2-16,-8 6-3 16,-2 12 1-16,-6 7 1 15,0 10 4-15,-3 7 5 16,-17 3 0-16,-7 1-11 16,-4-9 3-16,-2-2-3 15,0-11 3-15,2-5-1 16,5-11 1-16,13-1 5 15,5-7 17-15,8 2-15 16,0-2 0-16,21 0-9 16,14 0 0-16,6 0 2 15,2 0 0-15,1 7 0 16,-6 5-3-16,-5-1 0 0,-3 1 1 16,-8 0-1-16,-2-1 0 15,-6-2-11-15,-2 1-45 16,-4-6-63-16,3-4-159 15</inkml:trace>
  <inkml:trace contextRef="#ctx0" brushRef="#br0" timeOffset="205">13023 14749 237 0,'0'0'560'0,"0"0"-543"15,100-24-15-15,-47 10 29 0,6 1 31 16,1 1-23-16,-7 7-25 16,-8 1-14-16,-7 3-33 15,-8-2-91-15,-9-5-183 16</inkml:trace>
  <inkml:trace contextRef="#ctx0" brushRef="#br0" timeOffset="206">13600 14444 1002 0,'0'0'126'15,"0"0"-109"-15,0 0-16 16,28 94 16-16,-20-43-7 0,1 6 0 16,0 0-10-16,2-2 2 15,5-9-2-15,1-6 0 16,4-6-5-16,-1-6-43 15,2-10-91-15,-10-12-280 16</inkml:trace>
  <inkml:trace contextRef="#ctx0" brushRef="#br0" timeOffset="207">14608 14087 673 0,'0'0'59'0,"0"0"-20"15,0 0-10-15,0 0 15 16,0 0-9-16,0 0-1 16,-4-1-11-16,4-2-18 15,0 3-4-15,0 0 0 16,0 0 1-16,0-2-2 16,0 0 0-16,20-4 1 15,11-6 0-15,10 3 0 16,9-5-1-16,-1 5 1 0,0 4 4 15,-13 5-5 1,-9 0-43-16,-13 3-47 0,-11 10-90 16,-3-1-438-16</inkml:trace>
  <inkml:trace contextRef="#ctx0" brushRef="#br0" timeOffset="208">14726 14290 854 0,'0'0'121'0,"0"0"-77"0,0 0-43 15,0 0-1-15,92-33 0 16,-54 22-3-16,4 4 3 16,-6 4-9-16,-5 3-61 15,-1 0-40-15,-2 0-137 16</inkml:trace>
  <inkml:trace contextRef="#ctx0" brushRef="#br0" timeOffset="209">15988 13855 362 0,'0'0'0'0,"0"0"-19"15,0 0 19-15,0 0 34 16,0 0-4-16,0 0-4 16,0 0 9-16,-6 6-3 15,6-6 14-15,0 1 17 16,0-1-10-16,0 0-18 15,0 0-17-15,0 0 9 16,0 2-24-16,0-2 5 16,0 0-7-16,0 0-1 15,0 0 2-15,0 0-2 0,0 3 2 16,-3-3-2-16,-2 4 2 16,3-2-2-16,-1-2 0 15,3 0 0-15,0 0 8 16,0 0-8-16,0 0 3 15,0 0-3-15,0 0 0 16,0 0 2-16,0 0 0 16,0 0-2-16,0 0 0 15,0 3-4-15,-5 1 11 16,0 0-9-16,-2 4 2 16,-3-5 0-16,1-1-4 15,5 1 10-15,1-3-5 16,3 0 3-16,0 0 4 0,0 0-6 15,0 0-1-15,7 0-1 16,6-3 1-16,0 1-2 16,-5 2 2-16,-3-3-2 15,-4 3 0-15,-1 0 1 16,0 0-5-16,0 0 0 16,0 4 5-16,-6 5 0 15,-5 0 1-15,-3-1-1 16,-2-4 0-16,0-3-1 15,1-1 1-15,3 0 6 16,1 0 7-16,2-1-6 16,3-12 9-16,3 0-16 0,3-3 4 15,0-1 1-15,15-4-3 16,5 4-1-16,12 1-1 16,-1 2 0-16,1 7-2 15,-4 4 2-15,-4 3 3 16,-8 6 6-16,-1 15-2 15,-8 15-7-15,-7 7 12 16,0 10 6-16,-4 5 4 16,-14 0-10-16,2-5-8 15,-8-8-1-15,0-2-4 16,-3-9 3-16,-1-7 0 16,5-8 1-16,2-8-3 15,5-5 2-15,10-5 14 0,-2-1 1 16,8 0 19-16,0 0-19 15,8 1-15-15,16 1-1 16,13 3 4-16,8 2 2 16,2-1 2-16,-5 5-4 15,-6-2-3-15,-9 3 2 16,-5-1-4-16,-7 0 0 16,0 1-3-16,-5-4-6 15,-6-1-115-15,-3-7-69 16,-1 0-401-16</inkml:trace>
  <inkml:trace contextRef="#ctx0" brushRef="#br0" timeOffset="210">16154 13496 780 0,'0'0'20'15,"0"0"-10"-15,0 0 6 16,0 0-15-16,0 0 5 16,0 0-2-16,64-61 5 15,-27 56 8-15,4 5-14 16,-4 0 0-16,-7 5-2 16,-11 13-2-16,-11 4 6 15,-8 4-5-15,0 5 0 16,-13 5 4-16,-12-5-2 15,6-4-2-15,5-12 1 16,7-6 4-16,5-7-5 16,2-2 2-16,12 4-2 0,16-4 3 15,11 4-2 1,5 1-1-16,-6 5-4 0,-8 5 4 16,-12 2 0-16,-9 5 0 15,-8 1 0-15,-1 5 2 16,-10 2 5-16,-13 0 3 15,-8-6-9-15,1-4-1 16,-4-8-40-16,7-3 6 16,-5-9-134-16</inkml:trace>
  <inkml:trace contextRef="#ctx0" brushRef="#br0" timeOffset="211">15834 13435 281 0,'0'0'25'0,"0"0"15"16,0 0 62-16,0 0-57 0,0 0-16 15,0 0-15-15,-28 4-2 16,25-1 1-16,-3 1 21 16,-2 0-9-16,-4-1 6 15,-1 2-10-15,-1-1 6 16,0 2 5-16,-3-1-9 15,5 2-2-15,-1-3-10 16,1 5 1-16,-1 4-4 16,2 7-6-16,-3 8 9 15,0 14 6-15,4 14 8 16,-2 16-6-16,3 9 20 16,2 3-1-16,5 7-17 15,2-1-8-15,11-2-2 0,22-3-1 16,18-4 6-1,12-3 3-15,7-9-2 0,3-6-15 16,0-10-2-16,-9-10-4 16,-3-8-25-16,-9-14-32 15,-4-9-34-15,-1-12-79 16</inkml:trace>
  <inkml:trace contextRef="#ctx0" brushRef="#br0" timeOffset="212">16395 13198 508 0,'0'0'95'16,"0"0"-92"-16,65 79-1 15,-12-23 61-15,13 13-42 16,4 22 14-16,-3 11 30 15,-9 8-54-15,-11 1 16 16,-13-4-13-16,-10-12 1 16,-12-12-4-16,-9-12-2 0,-3-11-4 15,-7-7-1-15,-11-14-2 16,-7-3-2-16,-3-9 2 16,2-4-2-1,-4-5-2-15,0-5-23 0,7-9-56 16,4-4-152-16</inkml:trace>
  <inkml:trace contextRef="#ctx0" brushRef="#br0" timeOffset="213">16821 13170 526 0,'0'0'123'16,"0"0"-97"-16,0 0-24 15,0 0 6-15,0 0 17 16,0 0 17-16,3-3-26 0,0 3-16 16,4 9 4-1,0 9 1-15,7 13 20 16,2 8 8-16,3 8 1 0,-3 8-10 15,1-1-12-15,-6-1 3 16,-2-6-11-16,3-10-3 16,-2-8-1-16,-7-8-3 15,2-9 3-15,-2-5 2 16,-2-5-2-16,1-2-2 16,-2 0 2-16,6 0 2 15,2-21-2-15,6-8-4 16,0-7-20-16,4-2 11 15,-5-3 12-15,0 2-24 16,-5-1 2-16,1 10 3 16,-4 12 20-16,-2 7 10 0,-3 6-4 15,0 5 12-15,0 5-18 16,3 19 0-16,-3 9 0 16,5 11 23-1,4 0-13-15,8 0-1 0,7-8 0 16,9-8-7-16,6-7 2 15,0-7 1-15,-10-5-5 16,-2-5-2-16,-11-2-53 16,-1-2-202-16</inkml:trace>
  <inkml:trace contextRef="#ctx0" brushRef="#br0" timeOffset="214">17603 14012 671 0,'0'0'76'16,"-88"-18"-12"-16,49 15-35 15,5 3-17-15,7 7-12 16,14 10-6-16,9 8 6 16,4 5 8-16,8 1 3 0,18-3 4 15,8 1-9-15,3-9-6 16,2-7 5-16,1-3 1 16,-4-10-1-16,-6 0-2 15,-5-5 2-15,-8-13 5 16,-6-9 31-16,-6-10-27 15,-5-7-7-15,0-11-7 16,0-1 0-16,-7-6-2 16,-9-1-8-16,-5-4 9 15,4 2-5-15,0 10 5 16,9 14 1-16,4 19 4 16,3 15 10-16,1 7-3 15,3 4-11-15,17 25-1 16,6 17-3-16,2 11 8 0,2 7 10 15,-5 1-3-15,0-3-8 16,-1-5 6-16,0-6-9 16,-2-8 3-16,0-15-3 15,-4-5-2-15,0-5 1 16,-3-2-30-16,4-10-104 16,0-4-113-16</inkml:trace>
  <inkml:trace contextRef="#ctx0" brushRef="#br0" timeOffset="215">18430 13946 704 0,'0'0'110'16,"0"0"-69"-16,0 0 1 16,0 0-8-16,0 0-34 0,0 0 15 15,109 0-3 1,-52 0 7-16,9-3-9 0,-1 3-1 15,-10 0-9-15,-16 0-7 16,-14 0 1-16,-12 0-79 16,-13 0-44-16,0-4-296 15</inkml:trace>
  <inkml:trace contextRef="#ctx0" brushRef="#br0" timeOffset="216">18521 13675 764 0,'0'0'89'16,"0"0"-85"-1,0 0-4-15,23 96-3 0,-13-38 2 16,1 1 1-16,-4 1 15 16,0-6-3-16,3-1-4 15,-2-14-3-15,2-5-4 16,-1-4 2-16,-1-10-3 15,1-2-37-15,3-8-87 16,1-7-255-16</inkml:trace>
  <inkml:trace contextRef="#ctx0" brushRef="#br0" timeOffset="217">19481 13707 672 0,'0'0'34'16,"-73"-9"-31"-16,30 9-2 0,0 3 26 15,4 17 12-15,7 11-1 16,9 6-10-16,15 12 8 15,8 2-12-15,13 3 7 16,24-6-15-16,11-6-3 16,5-11-9-16,0-9-2 15,-3-9-2-15,-6-4-22 16,-6-8-72-16,-10-1-238 16</inkml:trace>
  <inkml:trace contextRef="#ctx0" brushRef="#br0" timeOffset="218">19791 13665 803 0,'0'0'6'15,"0"0"-4"-15,71 81-2 16,-50-47 0-16,-8 2 0 15,-3 3 3-15,-5-2 13 16,-5-3-16-16,0-11 0 16,0-8-1-16,0-8 2 15,-3-7-1-15,-7 0 39 0,-4-13 25 16,-5-15-60-16,2-7-1 16,8-5-3-16,9 1 0 15,5 3 0-15,26 12 14 16,13 4 0-16,4 13-14 15,2 7 9-15,0 5-7 16,0 17 9-16,-5 5 16 16,-3 3-7-16,-9 3-4 15,-7 0-7-15,-10-2-9 16,-9-7 2-16,-4-2-4 0,-3-7 2 16,0-6-20-1,-3-7-59-15,-14-2-78 16,1-6-593-16</inkml:trace>
  <inkml:trace contextRef="#ctx0" brushRef="#br0" timeOffset="219">20144 13294 915 0,'0'0'43'16,"0"0"-37"-16,0 0 16 0,0 0-22 15,114-17 6-15,-44 17-4 16,8 10-2-16,-6 15 7 16,-16 5 17-16,-22 0-19 15,-23 2-5-15,-11 6 0 16,0-2 5-16,-7-5-5 15,-2-2 6-15,4-4-3 16,5-4 0-16,5-6 2 16,18-1-3-16,7-4 0 15,5-4-1-15,1-3-1 16,-3-3 0-16,-6 0-3 16,-6 0-80-16,-9-3-139 0</inkml:trace>
  <inkml:trace contextRef="#ctx0" brushRef="#br0" timeOffset="220">20763 13973 806 0,'0'0'118'16,"0"0"-96"-16,0 0-22 0,0 0 1 15,0 0 8-15,0 0 2 16,0 0-10-16,8 0-2 16,-8 0-48-16,-2 0-189 15</inkml:trace>
  <inkml:trace contextRef="#ctx0" brushRef="#br0" timeOffset="221">21273 13644 878 0,'0'0'63'15,"0"0"-59"-15,0 0-4 16,0 0-7-16,0 0-13 16,0 0 17-16,19 69 3 0,1-32 2 15,1 2-1-15,-3-3 3 16,-4 0-4-16,-6-9 0 16,-5-5 0-16,0-6 0 15,-1-12 0-15,-2-3 0 16,0-1 5-16,0 0 57 15,-8-5-5-15,-5-16-33 16,-1-5-19-16,6-7-5 16,8-6 6-16,6-7 7 15,28-5-5-15,17 1-8 16,12 7-1-16,4 16-11 16,5 18 12-16,-6 9-1 0,-4 20 1 15,-12 18-3 1,-16 6 3-16,-12 7 0 0,-12 1 1 15,-9 0-1-15,-1-6 0 16,0 4 0-16,0-4-6 16,0-8 2-16,-7-11-119 15,-5-8-182-15</inkml:trace>
  <inkml:trace contextRef="#ctx0" brushRef="#br0" timeOffset="222">19960 14786 717 0,'0'0'175'0,"0"0"-175"16,-87 5-18-16,57 17 16 16,4 9 2-1,9 12 31-15,11 12 43 0,6 6-19 16,13 2-13-16,20-1-32 15,10-6-9-15,8-6 0 16,1-6 2-16,3-9-3 16,-5-8-13-16,-1-9-19 15,-8-7-73-15,-6-11-167 16</inkml:trace>
  <inkml:trace contextRef="#ctx0" brushRef="#br0" timeOffset="223">20447 14972 487 0,'0'0'109'0,"0"0"-92"16,0 0-5-16,0 0 77 16,0 0-10-16,0 0-35 15,11-29-30-15,-11 25 43 16,0-2 16-16,0 3-27 15,0 3-14-15,0-2-8 16,0 2-4-16,0 0-20 16,5 0-1-16,4 5 1 15,0 13 1-15,1 3 1 16,-1 10-2-16,-4 2 1 16,-2 0 0-16,-1-1-1 15,-1-1-1-15,1-7 0 0,1-2 1 16,0-10 6-1,0-4-5-15,-3-6-1 0,2-2-6 16,-2 0 6-16,0-6 14 16,4-19-7-16,8-9-7 15,11-2 0-15,10 3-10 16,8 1 4-16,0 10 6 16,-4 10 0-16,-6 5 3 15,-9 7-3-15,-7 2-9 16,-4 16 8-16,-4 5 0 15,-6 2 1-15,-1 2 1 16,0-3 4-16,0 1-5 16,0 1-4-16,0-5-5 0,0-7-69 15,13-9-118-15</inkml:trace>
  <inkml:trace contextRef="#ctx0" brushRef="#br0" timeOffset="224">21069 14993 1013 0,'0'0'81'16,"85"-21"-81"-16,-24 15 1 16,3 4 3-16,-8-1 27 0,-15 3-1 15,-16 0-28 1,-15 16-2-16,-10 4-2 0,-5 7 2 15,-25 5 4-15,-2-4-4 16,2-4 0-16,7-6 3 16,14-2-2-16,9-7 9 15,0 3-8-15,9-6-1 16,14-3 13-16,6 0 6 16,2-3-7-16,1 0-13 15,-1-3-2-15,-1-8-99 16,2-11-308-16</inkml:trace>
  <inkml:trace contextRef="#ctx0" brushRef="#br0" timeOffset="225">21856 14993 935 0,'0'0'83'16,"0"0"-83"-16,0 0-45 16,0 0 44-16,0 0 1 15,0 0 38-15,0-2-17 16,-19 2-15-16,-2 2-5 16,-3-2 2-16,2 0 7 0,-1 0 18 15,5-5 5-15,1-5-10 16,8-2-5-1,9 4-5-15,0-4 4 16,15-1-4-16,18 4-13 0,5 3-4 16,3 6 3-16,-2 0-6 15,-6 21 4-15,-10 9-3 16,-14 9 4-16,-9 7 4 16,-1 1 1-16,-19-1 0 15,-4-3 11-15,-1-10-13 16,-2-6 12-16,4-8 4 15,2-7 14-15,8-4-23 16,7-1-3-16,6 1-3 16,4 2 0-16,18 3-1 0,12-2 1 15,2-2-2 1,2-5 18-16,1 0-12 0,-10-2-2 16,-5-2-4-16,-5 0 0 15,-4 0-4-15,-4 0-34 16,3-6-51-16,-3-12-89 15,-1-6-133-15</inkml:trace>
  <inkml:trace contextRef="#ctx0" brushRef="#br0" timeOffset="226">22176 14584 1168 0,'0'0'8'0,"0"0"-8"16,0 0-42-16,44 67 35 16,-38-16 7-16,-3 7 7 15,-3 1 31-15,0-3-23 16,0-7-12-16,0-12 2 16,0-10-4-16,0-12 17 15,0-10-17-15,0-5 10 16,2 0-11-16,6-5 22 15,6-21 42-15,3-9-49 16,2-13-15-16,0 1-18 16,-6 0 4-16,0 7-18 15,-3 14 19-15,-6 12 11 0,0 13 2 16,0 1-5-16,4 15-5 16,3 16 10-16,6 5 2 15,2 7 11-15,3 2 3 16,-1-6-11-16,2-7-2 15,5-8 3-15,-4-5-3 16,-3-9-2-16,-4-2-1 16,-2-8-14-16,-10 0-126 15,-5-17-209-15</inkml:trace>
  <inkml:trace contextRef="#ctx0" brushRef="#br0" timeOffset="227">22592 14342 1043 0,'0'0'0'16,"86"30"-14"-16,-30 15 11 16,5 16 3-16,-4 8 20 15,-7 12 101-15,-22 5-45 16,-20 0-35-16,-8-1-28 15,-31-6-4-15,-13-4-1 16,-8-14-7-16,-6-8-1 16,-3-8 3-16,1-10-3 0,1-5-16 15,3-7-12-15,5-4-14 16,7-1-74-16,4-9-43 16,8-3-46-16,3-6-547 15</inkml:trace>
  <inkml:trace contextRef="#ctx0" brushRef="#br0" timeOffset="228">15020 13648 747 0,'0'0'49'0,"0"0"-35"16,0 0-3-16,0 0 10 16,0 0 21-16,0 0 16 15,-25-29-3-15,23 24-27 16,0 4-10-16,1-2-3 16,1 3-5-16,-2 0 4 15,1 0 1-15,1 0 5 0,-8 0 10 16,-9 7-19-16,-11 20-9 15,-24 16 9-15,-9 11 1 16,-11 4-3-16,-2-4-8 16,6-2 5-16,8-9-2 15,16-11 13-15,17-14-9 16,14-7-6-16,13-5-2 16,4 1-2-16,42-5 1 15,23-2 1-15,34 0 9 16,14-12-4-16,11-5-5 15,0 2 0-15,-18 1 0 16,-18 7 0-16,-29 7-21 0,-31 0-27 16,-23 2-31-16,-9 14-23 15,-23 2-38-15,-19-1-46 16</inkml:trace>
  <inkml:trace contextRef="#ctx0" brushRef="#br0" timeOffset="229">14627 14357 750 0,'0'0'114'0,"0"0"-70"16,0 0-26-16,0 0 6 15,0 0-22-15,0 0 0 16,86-1 12-16,-38-2-5 16,4 3 4-16,-3 0-13 15,-1 0 0-15,-7 3 1 16,-2 5-1-16,-9 2-49 15,-12 1-51-15,-7-6-188 16</inkml:trace>
  <inkml:trace contextRef="#ctx0" brushRef="#br0" timeOffset="230">14826 15417 834 0,'0'0'109'0,"0"0"-109"16,0 0-2-16,114-54 2 15,-63 35 0-15,1 7 0 16,-10 9 0-16,-8 3-98 16,-13 0-177-16</inkml:trace>
  <inkml:trace contextRef="#ctx0" brushRef="#br0" timeOffset="231">14982 15553 775 0,'0'0'64'16,"0"0"-63"0,112-9-1-16,-72-4-3 0,2 4-41 15,-6-2-244-15</inkml:trace>
  <inkml:trace contextRef="#ctx0" brushRef="#br0" timeOffset="232">16116 15354 561 0,'0'0'133'15,"0"0"-125"-15,0 0 4 16,0 0 24-16,0 0-3 16,0 0-32-16,-5 1 6 15,5 1-14-15,0 1 7 16,0 0 0-16,0 0 0 15,0 2 0-15,-6 1 3 16,-1 4 16-16,-2-3-3 0,-3 1-14 16,-1-2 10-16,-1-3-11 15,2-2 9-15,-4-1 3 16,3 0-4-16,3 0 4 16,7-8 13-16,3-3-25 15,0-6 10-15,18-1-9 16,11 4 1-16,8 3 3 15,-5 7 29-15,3 4-21 16,-6 0-8-16,-3 15 1 16,-7 17-7-16,-6 9 0 15,-8 7 0-15,-5 6 26 16,0 4-6-16,-17-7-14 16,-3 1 4-16,-10-9 6 0,-1-5 24 15,-1-15-8-15,5-7-18 16,5-9 9-16,7-5-22 15,9-2 15-15,6 0-2 16,0 0-9-16,19-5-1 16,12-7 1-16,4 4-5 15,3 5-3-15,-8 3 3 16,-4 0-1-16,-1 8 0 16,-9 3 1-16,-1 2 0 15,-1 1 0-15,-3-1 0 16,-1-2 0-16,-4 1-1 15,-2-6-9-15,-3 1-71 0,-1-2-43 16,0-5-79 0,0 0-96-16</inkml:trace>
  <inkml:trace contextRef="#ctx0" brushRef="#br0" timeOffset="233">16333 15135 798 0,'0'0'74'0,"0"0"-44"16,0 0-30-16,0 0 8 16,65 98 52-16,-48-53-4 15,1-6-20-15,-5-1 1 16,5 0-7-16,-5-12-27 16,-4-1-4-16,1-9 9 15,-8-5-4-15,-2-7-4 16,0-2-6-16,0-2 6 15,0-2 21-15,4-18-11 16,1-13-10-16,4-6-10 0,-1-4-42 16,-3 4 37-16,0 9 7 15,-5 9 5-15,0 7 3 16,0 10 0-16,0 1 16 16,0 3-16-16,4 0-1 15,1 11-4-15,3 8 5 16,5 2 7-16,5 0-1 15,0 1-4-15,8-7-1 16,0 1 4-16,2-7-2 16,2-3-3-16,-7-1-10 15,-2-3-47-15,-7-2-99 16,-8 0-103-16</inkml:trace>
  <inkml:trace contextRef="#ctx0" brushRef="#br0" timeOffset="234">15905 14977 679 0,'0'0'48'0,"-90"20"-6"16,55 17 19 0,0 13 20-16,10 19-17 0,12 16-13 15,10 12 46-15,3 3-47 16,11-4-21-16,24-2-12 16,13-7-16-16,17-15 3 15,11-10-4-15,2-11 4 16,2-11-3-16,-9-9-1 15,-5-5-32-15,-9-13-52 16,-7-9-93-16,-9-4-33 16,-5-17-180-16</inkml:trace>
  <inkml:trace contextRef="#ctx0" brushRef="#br0" timeOffset="235">16696 14881 581 0,'0'0'133'0,"0"0"-87"0,0 0 7 16,99 101 32-16,-56-52-5 15,-2 4-13-15,1-1 1 16,-8 8-20-16,-4-4-43 16,-11 4 1-16,-7-6-6 15,-7-1 3-15,-3-4-3 16,-2-8 2-16,0-1-2 15,-2-8 0-15,-9-1 1 16,-5-2-1-16,-1-10-35 16,-1-3-26-16,0-7-19 15,1-9-23-15,4 0-1 16,4-15-109-16</inkml:trace>
  <inkml:trace contextRef="#ctx0" brushRef="#br0" timeOffset="236">17060 14829 951 0,'0'0'41'15,"0"0"-32"-15,0 0-9 16,77-29-5-16,-35 27 5 15,-4 2-3-15,-10 2 8 16,-6 14-10-16,-14 8 4 16,-7 3 1-16,-1 3-1 15,-3 1 1-15,-15-4 0 16,-2-5 2-16,2-6 15 16,1-5-5-16,6-3-3 15,7-7-6-15,4 0-3 0,0 0 6 16,7 2-12-16,15 1 12 15,7 4-12-15,1 1 7 16,-3 3-1-16,-6 3 0 16,-6 0 0-16,-6 4 0 15,-9 0 0-15,0 4 3 16,-21-2 4-16,-3-3 5 16,-3-5 6-16,-1-4-15 15,3 0-2-15,4-5 2 16,3-4-3-16,3 0-41 15,6 0-119-15,-1-4-459 16</inkml:trace>
  <inkml:trace contextRef="#ctx0" brushRef="#br0" timeOffset="237">17888 15544 465 0,'0'0'130'0,"0"0"-63"16,0 0 26-16,-74-19-20 15,53 19-32-15,1 0-24 16,-3 0 0-16,1 9-11 16,-2 9 13-16,4 9 0 15,5 0-2-15,4 4 23 16,10 2-19-16,1-6-19 0,0-1 5 16,16-6 2-1,6-9-1-15,8-4 10 0,2-7-12 16,3 0 16-16,-3-10-14 15,-1-7 7-15,-7-11-10 16,-6-8-3-16,-4-3 1 16,-13-9-6-16,-1-6 2 15,-9-4 1-15,-16-9 0 16,-6-4 3-16,-2-2 4 16,3 9-7-16,6 10-3 15,11 20 3-15,7 16 23 16,6 16 17-16,0 2-38 15,13 20-2-15,10 17-1 16,5 16-2-16,-3 8 3 0,-2 9-4 16,-1-5 4-16,-5 1 7 15,-4-9-7-15,-3-2-1 16,1-11 1-16,-2-2 0 16,-1-11-13-16,0-8-101 15,2-10-100-15,5-8-211 16</inkml:trace>
  <inkml:trace contextRef="#ctx0" brushRef="#br0" timeOffset="238">18447 15488 929 0,'0'0'0'0,"0"0"-36"0,0 0 36 15,111-17 0-15,-41 6 52 16,4 3-8-16,-10 2 6 16,-16 4-50-16,-15 2-2 15,-14 0-130-15,-12-6-183 16</inkml:trace>
  <inkml:trace contextRef="#ctx0" brushRef="#br0" timeOffset="239">18521 15271 958 0,'0'0'111'16,"0"0"-111"-16,0 0-2 15,55 95-3-15,-35-57 5 16,0-1 0-16,-6 2 4 16,0-3 6-16,-6-3-8 15,-1-2-2-15,-3-1 0 16,-1-8 0-16,2-4-24 16,-1-8-146-16,3-10-192 15</inkml:trace>
  <inkml:trace contextRef="#ctx0" brushRef="#br0" timeOffset="240">19268 15245 456 0,'0'0'85'16,"0"0"-79"-16,0 0 54 15,0 0 104-15,0 0-87 16,-91 0 3-16,70 24-40 16,1 8-14-16,7 5 31 15,6-1 4-15,7 0-16 16,0-5-25-16,11-4-20 16,8-4 19-16,4-6-19 0,-2-3 0 15,-4-5-2-15,-4-6-74 16,-6-3-144-16</inkml:trace>
  <inkml:trace contextRef="#ctx0" brushRef="#br0" timeOffset="241">19331 15207 888 0,'0'0'50'0,"0"0"-50"0,0 0-1 16,32 83 1 0,-25-53 13-16,-3-3 29 0,1 2-12 15,-2-4-14-15,-1-7-16 16,-2-7 0-16,0-3 1 16,0-8-1-16,0 0 8 15,0 0 30-15,0-16 3 16,0-10-41-16,0-4-3 15,12 2-9-15,7 2 12 16,4 7 0-16,4 10 1 16,-1 5 0-16,-3 4-1 15,-3 4-2-15,-9 13 2 16,0 9 18-16,-5-2-14 0,-5 2 9 16,-1 1 2-1,0-2-9-15,0-8 1 0,0-3-7 16,0-6-1-16,0-4 0 15,-9-1-90 1,-3-3-42-16,-4-4-84 0</inkml:trace>
  <inkml:trace contextRef="#ctx0" brushRef="#br0" timeOffset="242">19347 14825 625 0,'0'0'450'0,"0"0"-404"15,0 0-46-15,0 0-1 16,109-43 1-16,-59 47 0 16,-5 14 0-16,-6 3-4 15,-11 6 3-15,-12-8-3 16,-9 4 4-16,-7-1-2 15,0-10 0-15,0-1 2 16,-4-1 2-16,0-8-2 16,2 2-10-16,2 1 7 15,0 6 1-15,0 3-3 16,0 4 5-16,0 3 0 16,0-3 8-16,0 4 18 0,-9-5 14 15,-12-1-15-15,-2-3-1 16,2-2-16-16,4-4-6 15,7-3 1-15,3-4-3 16,4 0-34-16,-4 0-95 16,-4 0-148-16</inkml:trace>
  <inkml:trace contextRef="#ctx0" brushRef="#br0" timeOffset="243">15463 16132 130 0,'0'0'38'0,"0"0"-38"16,0 0-20-16,0 0 20 16,0 0 0-16,0 0 56 15,-7 8-8-15,5-6 14 16,-1 0 50-16,-2 1-112 15,-3 0-17-15,2 1-364 0</inkml:trace>
  <inkml:trace contextRef="#ctx0" brushRef="#br0" timeOffset="244">15463 16132 521 0,'-81'60'124'16,"75"-60"-97"-16,1 0 56 15,5 0 14-15,0 0-13 16,0 0-40-16,0 0-16 16,19 0-18-16,18 0-3 15,15 0 8-15,11-7-2 16,3 2-11-16,-10 2-1 0,-11 3 8 16,-10 0-9-1,-14 0-11-15,-6 10-37 0,-12 3-52 16,-3 3-19-16,-19-1-73 15,-16 7-403-15</inkml:trace>
  <inkml:trace contextRef="#ctx0" brushRef="#br0" timeOffset="245">15548 16349 793 0,'0'0'75'16,"0"0"-75"-16,0 0 38 16,74 0 26-16,-23-7-17 15,-1-2-27-15,-2 0-17 16,-9 2 0-16,-7 4-3 15,-5 0-15-15,-10 3-95 0,-3 0-51 16,-4 0-596-16</inkml:trace>
  <inkml:trace contextRef="#ctx0" brushRef="#br0" timeOffset="246">16765 16119 956 0,'0'0'58'0,"0"0"-58"15,0 0-23-15,0 0 21 16,0 0 2-16,0 0 1 16,-11-8 1-16,12 8-2 15,9 3 0-15,-1 9 11 16,2 4-5-16,-1 5 19 0,-4 5 11 16,0 5-16-16,0 2-3 15,-1-6-4-15,2-1 1 16,2-1-14-16,-2-7 5 15,0-3-10-15,-1-5 14 16,-2-6-8-16,-3-4 0 16,-1 0 1-16,0 0 0 15,0 0 24-15,0-1 19 16,0-18-24-16,0-8-21 16,0-9 2-16,0-3-4 15,3-3-4-15,19-3-7 16,6 8-15-16,7 9 24 0,-2 14-1 15,-3 9 0-15,-2 5-1 16,-4 9 5-16,-4 16-1 16,-6 10 0-16,-6 1 2 15,-2 1 9-15,-1-2-6 16,-3-4 0-16,2-7-2 16,-3-7 2-16,1-5-2 15,-1-7-1-15,-1-5-9 16,3 0-100-16,0-20-135 15</inkml:trace>
  <inkml:trace contextRef="#ctx0" brushRef="#br0" timeOffset="247">17093 15940 981 0,'0'0'122'0,"0"0"-122"16,0 0-2-16,97-10 0 16,-47 10-1-16,-8 7 3 15,-9 11 0-15,-14 7 0 16,-8 2-5-16,-11 3 5 16,0-9-17-16,-6-3-11 15,-7-4 24-15,3-10-5 16,3 1 9-16,4-5 15 15,3 0-7-15,0 0 0 0,0 4-11 16,6 4 3-16,5 2 0 16,5 3 21-16,-6 7-6 15,-3-5-10-15,-6 5 22 16,-1-2-22-16,0-2 14 16,-7-5-18-16,-1 0 7 15,-6-3-8-15,3-5-31 16,3-3-128-16,3-3-532 15</inkml:trace>
  <inkml:trace contextRef="#ctx0" brushRef="#br0" timeOffset="248">17715 16190 893 0,'0'0'76'0,"0"0"-76"16,-91 33-2-16,71-13 2 16,10 2 15-16,10 3 6 15,0 2-4-15,15-2-7 16,12-5 7-16,1-4-6 16,2-8 4-16,2-6-1 15,-4-2-13-15,-7 0 13 16,-3-14 12-16,-6-8-3 0,-5-1 1 15,-7-8-24-15,0-5 0 16,-12 0 5-16,-11-10-1 16,-4-2-3-16,3 1 2 15,2 1-4-15,8 9 1 16,7 14 0-16,7 15-1 16,0 8 1-16,11 4-6 15,10 18 2-15,4 7 2 16,-1 8-6-16,-3 1 8 15,-5 1 7-15,1 1-3 16,-3-4-3-16,1-7 7 16,-3-3-16-16,-1-7-32 15,1-5-95-15,0-12-139 16</inkml:trace>
  <inkml:trace contextRef="#ctx0" brushRef="#br0" timeOffset="249">18239 16174 893 0,'0'0'179'16,"99"-14"-167"0,-29 1-12-16,2 4 0 0,-9 0 14 15,-11 3 6 1,-11 4 0-16,-12 2-20 0,-9 0 0 16,-9 0-7-16,-11 0-108 15,-3 0-115-15,-21 0-194 16</inkml:trace>
  <inkml:trace contextRef="#ctx0" brushRef="#br0" timeOffset="250">18383 15975 961 0,'0'0'152'15,"0"0"-120"-15,0 0-25 0,0 0 1 16,0 0 14-1,89 91 4-15,-68-54 16 0,-3 0-25 16,1-2 4-16,-6-5 0 16,-1-8-20-16,-2-2 2 15,-4-6-3-15,-5-4-3 16,-1-1-59-16,0-7-101 16,-5-2-159-16</inkml:trace>
  <inkml:trace contextRef="#ctx0" brushRef="#br0" timeOffset="251">19044 16068 201 0,'0'0'680'0,"0"0"-586"0,0 0-89 15,0 0-3-15,0 0-2 16,0 0 1-16,14-2 8 15,-2 11-8-15,-1 10 4 16,1 6 6-16,-1 3-4 16,0 2 5-16,-2 0-9 15,1-6-3-15,0-5 3 16,-1 0-3-16,-3-11 0 16,-3-2-2-16,0-2 2 15,-3-4 2-15,0 0 7 16,0 0 10-16,0-4 41 15,0-10-39-15,-4-8-21 0,0-5 0 16,4-4 0-16,0-1-3 16,12-2 5-16,15 5-10 15,7 7 4-15,4 8 2 16,-2 13-7-16,-3 1 2 16,-7 6-3-16,-3 12 10 15,-7 2-2-15,-4 5 2 16,-5-1-1-16,-5-2 0 15,-2-5 0-15,0-1 1 16,0-5-3-16,0-1 3 16,0-7-35-16,0-3-143 15,-8 0-172-15</inkml:trace>
  <inkml:trace contextRef="#ctx0" brushRef="#br0" timeOffset="252">19480 15884 986 0,'0'0'132'0,"0"0"-132"15,0 0-4-15,87-38 4 16,-54 37 0-16,-4 1 5 0,-9 0 11 16,-7 6-16-16,-11 16-1 15,-2 2 1-15,-1 0 1 16,-14 0-1-16,0-3 0 16,5-8 0-16,6-4 0 15,3-3 0-15,1-6-1 16,0 2 1-16,2-1 1 15,11 1 1-15,0 4 3 16,0-2-5-16,-4 4 1 16,-6 4 0-16,-3 6 7 15,0 4-7-15,-12 1 10 16,-7 2-7-16,-5-4-2 16,-3-5 12-16,-2-7-13 0,3 0-1 15,1-8-8-15,3-1-49 16,5 0-68-16,6-8-208 15</inkml:trace>
  <inkml:trace contextRef="#ctx0" brushRef="#br0" timeOffset="253">20072 16039 835 0,'0'0'151'0,"0"0"-115"16,0 0-33-16,0 0 4 15,0 0 0-15,0 0-3 16,-80 0-3-16,69 24 0 16,0 7 22-16,1 4 30 15,3-1-29-15,5 1 1 16,2-6-1-16,8-2-12 15,17-4 6-15,13-7 12 16,9-5-17-16,2-4-3 16,-4-4-10-16,-5-3-24 0,-10 0-83 15,-7 0-120 1,-10-8-168-16</inkml:trace>
  <inkml:trace contextRef="#ctx0" brushRef="#br0" timeOffset="254">20519 16154 658 0,'0'0'171'16,"0"0"-123"-16,0 0-15 15,0 0-2-15,88-7-5 16,-54 4-24-16,-6-1-2 15,-2 4 0-15,-13 0-7 0,-4 0-87 16,-9 0-129 0</inkml:trace>
  <inkml:trace contextRef="#ctx0" brushRef="#br0" timeOffset="255">20539 16265 696 0,'0'0'173'0,"0"0"-169"15,0 0 21-15,0 0 74 16,0 0-13-16,82 6-35 16,-53-6-35-16,-7 0-14 15,-4 0-2-15,-2 0-21 0,-2 0-56 16,-1 0-47-16,0 0-122 16</inkml:trace>
  <inkml:trace contextRef="#ctx0" brushRef="#br0" timeOffset="256">21453 15999 201 0,'0'0'769'16,"0"0"-685"-16,0 0-84 16,0 0-1-16,-79-28 1 15,51 28 1-15,-3 0 0 16,-2 4 1-16,-2 9 9 15,1 6 4-15,-2 6 14 16,5 9-1-16,3 1 7 16,5 4-25-16,7 6 1 0,7-3-4 15,8 2-6 1,1-7 0-16,0-5-2 16,4-4 1-16,11-4 0 15,0-8 7-15,3-4 6 0,4-4 4 16,7-7 4-16,8-1 11 15,11-1-1-15,7-14-4 16,7-3-13-16,0-3 4 16,-5-1-15-16,-10 1-1 15,-9 1-1-15,-14-1-1 16,-12-4 2-16,-9-1-1 16,-3-6-2-16,-22-2-13 15,-12-1 13-15,-8 1-3 16,4 7 4-16,2 7 0 15,5 8 0-15,7 7-22 0,1 5-73 16,4 0-96 0,8 2-177-16</inkml:trace>
  <inkml:trace contextRef="#ctx0" brushRef="#br0" timeOffset="257">22022 15834 590 0,'0'0'198'0,"0"0"-198"15,0 0-67-15,-81 1 50 16,65 13 17-16,4 10 42 16,2 5 23-16,2 20 48 15,1 5-30-15,-1 7-52 16,4-4-13-16,4-3-5 0,0-11-13 15,0-7 0-15,4-9 1 16,5-6 9-16,0-8-6 16,-1-4 6-16,-1-4-10 15,-2-5-46-15,-2 0-160 16</inkml:trace>
  <inkml:trace contextRef="#ctx0" brushRef="#br0" timeOffset="258">22124 15984 901 0,'0'0'1'16,"0"0"-1"-1,21 76-13-15,-14-44 13 0,-3-5 2 16,-2 1 23-16,0-2 41 15,-1-6-11-15,-1-4 12 16,0-2-16-16,0-8-29 16,0-1-3-16,0-5 4 15,0 0-23-15,0 0 5 16,0 0 6-16,0 0-10 16,0 0 17-16,0-11 26 15,0-9-36-15,4-9-8 16,4-7 0-16,11-6-9 15,8 1-11-15,6-3-4 0,9 11 13 16,5 12 10 0,-3 12 0-16,2 9 0 0,-7 4-3 15,-9 15-1-15,-8 6 5 16,-5 0 11-16,-6 2 3 16,-3 0 11-16,-7-3-3 15,0-4-3-15,-1-1-11 16,0-7 2-16,0 1-3 15,0-3-6-15,0-3 2 16,0 0-3-16,-7-4-36 16,-8 0-43-16,-10-3-66 15,-2 0-98-15,2 0-274 0</inkml:trace>
  <inkml:trace contextRef="#ctx0" brushRef="#br0" timeOffset="259">22667 15754 1113 0,'0'0'100'0,"0"0"-100"15,72-76 2-15,-37 58-7 16,5 4-28-16,-3 2 11 16,0 9 13-16,-7 0 8 15,-4 3 0-15,-8 0 1 16,-7 3-4-16,-8 12 3 16,-3 6 1-16,-7 4 1 15,-22 1 8-15,-7 2-9 16,0-7 0-16,4-6 0 15,10-5 0-15,13-5-1 16,5-2-8-16,4-3 18 16,0 1-8-16,13 5-1 15,11 0 3-15,6 3-2 16,-2 3-1-16,-6-1-5 0,-6 0 4 16,-6-2 1-1,-10 2-2-15,0-3 2 0,-4 2 0 16,-18-2 9-16,-5-1 8 15,-9 2-10-15,0-3-3 16,1-2-4-16,1-2-7 16,-3-2-46-16,2 0-74 15,3 0-76-15</inkml:trace>
  <inkml:trace contextRef="#ctx0" brushRef="#br0" timeOffset="260">23004 15363 992 0,'0'0'22'0,"106"20"-22"15,-41 16-1-15,-1 6 1 16,-3 8 1-16,-12 7 55 0,-10 6 27 16,-14 0-29-16,-9 0 7 15,-13-2-17-15,-3 2-17 16,-23-2-7-16,-11-1-14 15,-6-2-5-15,-5-7-1 16,-2-8-1-16,1-10 1 16,-4-6 1-16,1-5 2 15,-1-5-6-15,0-9 4 16,1 0-2-16,0-6-3 16,-3-2-9-16,-1 0-46 15,0 0-61-15,-1 0-70 16,2 0-28-16,2 0-456 15</inkml:trace>
  <inkml:trace contextRef="#ctx0" brushRef="#br0" timeOffset="261">21772 16471 558 0,'0'0'326'0,"0"0"-272"15,0 0-51-15,0 0-1 16,0 0-2-16,0 0 5 15,87-3 25-15,-35 1-6 16,13-2 1-16,16 4 10 16,5-3 3-16,2 1-10 15,-5 2-20-15,-12 0-7 16,-6 0-1-16,-15 0 0 16,-11 5-5-16,-15-1-12 15,-11-2-54-15,-13 4-68 16,-2-6-22-16,-26 0-161 0</inkml:trace>
  <inkml:trace contextRef="#ctx0" brushRef="#br0" timeOffset="262">21931 16520 628 0,'0'0'525'15,"0"0"-481"-15,0 0-44 16,0 0-5-16,89 17 5 15,-2-11 0-15,8-3-1 16,5 4 1-16,-8 1 0 16,-13 1-8-16,-12-3-97 0,-16-6-233 15</inkml:trace>
  <inkml:trace contextRef="#ctx0" brushRef="#br0" timeOffset="263">4571 15773 844 0,'0'0'74'16,"0"0"-64"-16,0 0-1 16,0 0 5-16,0 0 5 15,0 0-12-15,77 61 0 16,-62-49 3-16,-3 7-8 16,3 3 3-16,2 3-1 15,-1 3-1-15,2 0 13 16,-2 0-8-16,3-3-3 0,-8-7 0 15,1-2-4-15,-8-8 3 16,2-5 9-16,-3-3-13 16,-3 0 2-16,0 0 8 15,0 0 23-15,0 0 29 16,0-19-14-16,0-11-35 16,0-7-13-16,5 1-28 15,13 10 27-15,6 7-6 16,3 17 7-16,2 2-4 15,1 0 1-15,-4 18 0 16,-1 7-11-16,-1 6 14 16,-5 4 2-16,1-1-2 15,0-2-3-15,-4-12-49 16,9-11-83-16,2-9-171 16</inkml:trace>
  <inkml:trace contextRef="#ctx0" brushRef="#br0" timeOffset="264">5275 15765 905 0,'0'0'31'0,"0"0"-31"16,-60 80-4-16,57-44 3 16,3 1 2-16,9 0 2 15,18 2 23-15,9-7-6 16,8-3-19-16,0-16 9 15,4-6 0-15,-3-7-8 0,-12-3 18 16,-13-12 8-16,-10-3-7 16,-10 0 20-16,-10-7-9 15,-25 0-30-15,-9 2-1 16,-8 7-2-16,-1 2 2 16,5 8-3-16,7 1-14 15,11 4-43-15,10 1-73 16,11-7-46-16</inkml:trace>
  <inkml:trace contextRef="#ctx0" brushRef="#br0" timeOffset="265">5952 15801 793 0,'0'0'31'0,"0"0"0"15,74 65 49-15,-51-34-42 16,-6-4-1-16,0-3-14 16,-6-1-13-16,-2-3-7 15,-3-6-2-15,1-8-1 16,-5-3-12-16,1-3-55 0,-3-12-5 15,0-15-2-15,-8-6-324 16</inkml:trace>
  <inkml:trace contextRef="#ctx0" brushRef="#br0" timeOffset="266">5905 15730 440 0,'0'0'460'0,"0"0"-374"16,0 0-41-16,0 0-30 15,0 0-15-15,0 0-25 16,-58-56-157-16,74 56-223 15</inkml:trace>
  <inkml:trace contextRef="#ctx0" brushRef="#br0" timeOffset="267">6252 15775 740 0,'0'0'51'16,"0"0"-45"-16,0 0-2 15,20 88 17-15,-7-64-12 16,-4-3 5-16,2-4 1 16,-3-5 4-16,-5-5-5 15,1-3-9-15,-4-4-4 16,0 0 37-16,4-4 54 16,1-15-20-16,6-9-51 15,10-6-16-15,9 5-5 16,0 5-7-16,3 11 7 15,-5 8-3-15,0 5-3 0,-4 8-5 16,-1 10 9-16,-1 7-6 16,-5 1 8-16,-2-1-2 15,-2-4 1-15,-5-8 1 16,-5-8 0-16,0-3 0 16,-3-2 0-16,0 0 6 15,0-14 19-15,2-13-23 16,7-7-2-16,4-2-6 15,5 4 6-15,-1 7-7 16,4 9 11-16,-4 11-4 16,-1 5 0-16,-4 0-14 15,-1 8 12-15,-3 19 0 16,0 3 2-16,-2 4 0 0,-1 2-3 16,1-8-44-1,2-5-161-15,5-14-546 0</inkml:trace>
  <inkml:trace contextRef="#ctx0" brushRef="#br0" timeOffset="268">7029 15759 813 0,'0'0'24'16,"0"0"-23"-16,65 87 11 0,-33-49 10 15,-1-4-15-15,2 0-5 16,-6-2 7-16,-2-1 2 16,-9-4-9-16,-5-6-2 15,-4-9 2-15,-7-8 1 16,0-4-1-16,0 0 44 16,-7 0 64-16,-9-19-73 15,-6-9-37-15,-6-10 0 16,0-11 0-16,1-7-6 15,5-4 3-15,11-5-4 16,11 4 6-16,22 10 1 16,13 20 0-16,-5 18 0 15,-4 13-1-15,-12 11-1 0,-8 24-8 16,-5 14 10-16,-1 9 0 16,-5-1-1-16,-14-2-6 15,2-10-48-15,4-12-150 16</inkml:trace>
  <inkml:trace contextRef="#ctx0" brushRef="#br0" timeOffset="269">7417 15705 871 0,'0'0'72'15,"0"0"-72"-15,0 0-6 0,63 84 6 16,-38-58 9-16,1-3-7 16,-4 2 17-16,-8-6-18 15,-5-4 8-15,-7-10-9 16,-2-1 0-16,0-4 50 16,0 0 73-16,0-12-36 15,0-9-42-15,0-15-45 16,0 1-1-16,0-2-14 15,0 8-26-15,0 0-83 16,0 5-96-16,9 5-637 16</inkml:trace>
  <inkml:trace contextRef="#ctx0" brushRef="#br0" timeOffset="270">7825 15751 820 0,'0'0'19'0,"0"0"-15"16,0 0 4-16,8 83-8 15,23-71 13-15,1-4 3 16,5-8-13-16,-5 0 38 16,-5-8 30-16,-14-3 8 15,-5 0 22-15,-8-4-6 16,-7-2-33-16,-14-2-39 0,-3 0-17 15,4 5 4-15,1 2-10 16,11-2-5-16,2 3-76 16,6 0-129-16,0-7-250 15</inkml:trace>
  <inkml:trace contextRef="#ctx0" brushRef="#br0" timeOffset="271">8042 15621 852 0,'0'0'75'0,"0"0"-67"0,0 0 26 16,91 64-6 0,-58-46 4-16,-3-3-5 0,3-2-2 15,-9-6-19-15,-3-2 1 16,-10-2-2-16,-7-3 10 15,-4 0 40-15,0-3 20 16,0-15 21-16,-12-7-62 16,-7-8-31-16,5 3-3 15,2-1 0-15,6 5 0 16,6 5-22-16,0-2-85 16,12 4-96-16,3 4-580 15</inkml:trace>
  <inkml:trace contextRef="#ctx0" brushRef="#br0" timeOffset="272">8690 15642 1010 0,'0'0'40'15,"0"0"-32"-15,32-74 0 16,-19 47 1-16,-13 2 5 15,0 2-14-15,-4 7-5 16,-17 3-5-16,-6 6-2 16,1 7 7-16,1 0 5 0,5 20 7 15,8 7-2 1,11 10-5-16,1 2 12 0,16 4-2 16,14-2 27-16,8-5-11 15,6-8-26-15,-1-7-3 16,-6-11-25-16,-7-5-185 15</inkml:trace>
  <inkml:trace contextRef="#ctx0" brushRef="#br0" timeOffset="273">8918 15483 499 0,'0'0'567'15,"0"0"-567"-15,0 0-59 16,0 0 59-16,61 66 7 16,-34-43 8-16,1 3 6 15,-7-5-21-15,-6-3 5 16,-6-3-5-16,-7-9 0 16,-2-4 0-16,0-2 0 15,0 0 57-15,0-10 5 16,-2-8-52-16,2-2-10 15,0-6-6-15,17 3-7 16,13 4-18-16,0 9 18 16,-4 7 3-16,-2 3 0 15,-6 10 8-15,-3 10-3 0,-6 7 5 16,-1-3-5-16,-5-2 0 16,-1-7 5-16,-2-10-1 15,0-5 2-15,0 0 15 16,0-2 49-16,0-16-19 15,4-6-44-15,5-6-2 16,6 5-2-16,6 5-2 16,0 10 3-16,-1 2 1 15,-2 8-4-15,-3 0 4 16,0 5 0-16,-3 9 2 16,-1 5-11-16,-1 1 7 15,-2 0-56-15,2-7-119 16,-1-6-153-16</inkml:trace>
  <inkml:trace contextRef="#ctx0" brushRef="#br0" timeOffset="274">9618 15491 981 0,'0'0'115'0,"0"0"-106"15,0 0 37-15,65-72 13 16,-58 61-34-16,-5-3-19 15,-2 4-6-15,-3 3-11 16,-11 6 1-16,-3 1-12 16,2 1 19-16,5 20 0 0,2 3 0 15,1 9 3 1,7-2 1-16,0 2 0 0,0 0 0 16,0-5 1-16,7-2-2 15,-1-9-55-15,5-8-130 16,-4-9-213-16</inkml:trace>
  <inkml:trace contextRef="#ctx0" brushRef="#br0" timeOffset="275">9781 15357 369 0,'0'0'417'16,"0"0"-394"-16,0 0 1 0,75 53 64 15,-63-25-32-15,-5-2-5 16,-2-2-17-16,-5-4-20 16,3-6 14-16,-3-5-15 15,0-9-1-15,2 0-4 16,-2 0 42-16,4-17 0 16,1-9-43-16,1-2-7 15,6-6 0-15,4 2-1 16,0 7-21-16,6 7-7 15,-3 7 9-15,0 11 15 16,-1 0 0-16,1 10 5 16,-5 16 0-16,0 8 10 15,-1 2 6-15,-1 4 4 0,-4-10-2 16,3-2-10-16,3-13-7 16,3-9 8-16,-2-6 17 15,9-3 32-15,0-18-21 16,2-6-5-16,2-10-31 15,-12 0 0-15,-4-5 0 16,-5-1-2-16,-7 0-21 16,0-6 15-16,-18 2-16 15,-6-3-1-15,-9 3 24 16,1 0-5-16,9 9 14 16,3 8-5-16,15 17 13 15,5 7-7-15,0 6-10 16,10 10-7-16,16 19 5 15,1 13 2-15,2 7 12 0,-1 5-2 16,-6 3-2-16,1-3-5 16,-4-5-1-16,-7-4-2 15,-2-9-20-15,-10-8-43 16,0-5-95-16,-16-13-85 16,-9-9-203-16</inkml:trace>
  <inkml:trace contextRef="#ctx0" brushRef="#br0" timeOffset="276">10192 15286 1056 0,'0'0'119'15,"83"-66"-119"-15,-35 42-22 0,-2 0-44 16,-4 5-39-16,-9 5-24 16,-6 7-467-16</inkml:trace>
  <inkml:trace contextRef="#ctx0" brushRef="#br0" timeOffset="277">8893 16050 998 0,'0'0'64'15,"0"0"-48"-15,0 0 89 16,0 0-49-16,143-20-24 16,-12-5 2-16,27-5-20 15,12-4-10-15,1 0 3 16,-4 0-7-16,-22 4 1 15,-21 5-2-15,-32 11-15 16,-29 7-44-16,-26 2-57 16,-25 5-72-16,-12 0-78 15</inkml:trace>
  <inkml:trace contextRef="#ctx0" brushRef="#br0" timeOffset="278">9248 16101 1043 0,'0'0'197'16,"0"0"-181"-16,94-2-10 16,20-20 13-16,28-8 9 15,18-6-22-15,1 0-5 16,-11 2 14-16,-22 8-15 16,-23 2-4-16,-37 9-66 15,-27-1-70-15,-19-1-382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1-17T04:15:41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1778 897 644 0,'0'0'89'0,"0"0"-77"16,0 0 0-16,0 0 27 15,0 0 24-15,0 0 0 16,0 0-18-16,70-52-4 16,-70 52-15-16,0 0-10 15,0 0-9-15,0 0 4 16,0 0-11-16,0 0-1 0,0 10-2 15,0 17-2-15,-11 12 4 16,-3 15 1-16,-1 8 1 16,3 3 1-16,4 1 7 15,8-3-8-15,0 0-1 16,0-10 1-16,8-10 2 16,4-7 1-16,4-9-7 15,0-5 7-15,0-6-8 16,3-6-34-16,-4-8-78 15,-10-2-113-15</inkml:trace>
  <inkml:trace contextRef="#ctx0" brushRef="#br0" timeOffset="1">1555 1319 1186 0,'0'0'71'15,"82"-70"-71"-15,-27 35-5 16,-1 7 3-16,-4 5 0 16,-6 5 2-16,3 5-83 15,-4-1-85-15,-2-4-202 16</inkml:trace>
  <inkml:trace contextRef="#ctx0" brushRef="#br0" timeOffset="2">2455 873 1033 0,'0'0'28'0,"0"0"-28"16,-84 13-11-16,51 20 1 15,9 13 10-15,7 8 0 16,8 9 2-16,9 7-2 15,3 2-1-15,17-4 1 16,7-7 9-16,3-15-9 16,3-11-31-16,-6-12-104 0,-5-14-64 15</inkml:trace>
  <inkml:trace contextRef="#ctx0" brushRef="#br0" timeOffset="3">2622 1191 767 0,'0'0'16'15,"0"0"-14"-15,7 88-2 16,-2-52 13-16,0-3-8 16,1-3 16-16,3-10-16 15,-2-8 1-15,-4-6-6 16,0-5 2-16,-3-1 7 0,0-4 95 15,0-21-16-15,0-13-88 16,0-15-5-16,0-2 5 16,22 2 2-16,13 13-2 15,7 14 3-15,1 17 0 16,-4 9 0-16,-1 0-1 16,-6 19-2-16,1 11 6 15,-5 6 2-15,-1 7 0 16,-7 0 2-16,-4-2-9 15,-8-8 2-15,-5-9-6 16,-3-4-7-16,0-7-91 16,-17-11-62-16</inkml:trace>
  <inkml:trace contextRef="#ctx0" brushRef="#br0" timeOffset="4">3000 775 1001 0,'0'0'0'0,"97"13"0"16,-28 23 0-16,9 16 9 0,-6 21 45 16,-13 10-11-1,-9 17 11-15,-20 5-32 0,-14 0-8 16,-16-4-12-16,0-15 1 15,-19-15-3-15,-10-12-9 16,-10-12-49-16,-2-12-65 16,5-18-193-16</inkml:trace>
  <inkml:trace contextRef="#ctx0" brushRef="#br0" timeOffset="5">4080 1314 919 0,'0'0'20'0,"0"0"-19"15,84 0 0-15,-62 0 1 16,-3 3-2-16,-11 9-8 16,-8 10-55-16,-14 6-70 15,-27 2-299-15</inkml:trace>
  <inkml:trace contextRef="#ctx0" brushRef="#br0" timeOffset="6">4080 1556 837 0,'0'0'63'0,"0"0"-54"0,106-16 7 15,-67 5-16-15,-10-8-33 16,-11 0-122-16</inkml:trace>
  <inkml:trace contextRef="#ctx0" brushRef="#br0" timeOffset="7">4898 1095 762 0,'0'0'85'0,"0"0"-79"16,0 0-5-1,0 0 7-15,0 0 62 0,0 0 3 16,-19 0-14-16,19 0-8 15,0 0 4-15,0 0-21 16,0 0-17-16,19-5-7 16,14-7-3-16,8 1-7 15,6 0-5-15,-4 2 5 16,-4 2 0-16,-1 7 3 16,-6 0-4-16,-5 0 2 15,-1 22-1-15,-2 9 0 16,-4 13-5-16,-7 13 5 15,-4 10 0-15,-7 1 3 16,-2-5 2-16,0-11-4 16,0-12-1-16,0-10 0 0,0-6 4 15,-2-6-2-15,-7-5-2 16,-13-2-27-16,-13-3-125 16,-9-8-101-16</inkml:trace>
  <inkml:trace contextRef="#ctx0" brushRef="#br0" timeOffset="8">4967 1473 1207 0,'0'0'0'16,"111"-37"-35"-16,-50 24 16 16,-12 0 19-16,-3 3-2 0,1 3 3 15,-1 0-4 1,1 4-88-16,-3 1-130 0,-4-4-238 15</inkml:trace>
  <inkml:trace contextRef="#ctx0" brushRef="#br0" timeOffset="9">5990 1050 618 0,'0'0'183'0,"0"0"-159"16,0 0 3-16,0 0 22 0,0 0 2 15,0 0-26 1,0 0-15-16,-3-10-7 0,3 10 4 15,0 0-6-15,0 0 3 16,0 0 2-16,0 3-4 16,0 12-4-16,9 12 4 15,-1 11 3-15,0 10 4 16,0 5 7-16,-3 5 15 16,1-3-8-16,0-10-16 15,-1-9 15-15,-2-11-10 16,-1-7-5-16,2-6-3 15,-4-3-2-15,3-3-1 16,-3 1-1-16,0-2-6 16,0-2-63-16,-3 0-85 15,-14-3-16-15</inkml:trace>
  <inkml:trace contextRef="#ctx0" brushRef="#br0" timeOffset="10">5661 1094 1068 0,'0'0'64'0,"0"0"-62"16,0 0-2-1,110-42 0-15,-38 29 8 0,4 4 22 16,-5 2-20-16,-2 4-10 15,-12 3-2-15,-10 0-55 16,-12-3-76-16,-12-3-133 16</inkml:trace>
  <inkml:trace contextRef="#ctx0" brushRef="#br0" timeOffset="11">6708 806 939 0,'0'0'55'0,"0"0"-55"16,0 0-13-16,0 0 5 15,-103 67 8-15,61-4 11 16,-3 15 13-16,2 21 10 16,3 8-10-16,12-2 5 15,11-10-4-15,17-12-23 16,0-15 4-16,22-12 11 16,11-11-5-16,0-13 12 15,2-7-3-15,1-8-19 0,-3-5-1 16,-4-9-1-16,-6-3-80 15,-14-6-351-15</inkml:trace>
  <inkml:trace contextRef="#ctx0" brushRef="#br0" timeOffset="12">6860 1030 757 0,'0'0'111'0,"0"0"-74"16,0 0-35-16,0 0 19 15,0 0 10-15,0 0-31 16,0 0 0-16,23 55 0 16,-11-21 2-16,6 4-2 15,-6 2 1-15,2-6-4 16,-2-6 6-16,-3-8-3 15,-7-10 1-15,1-2-1 16,-3-7 0-16,0-1 10 0,0 0 21 16,0-4 37-16,-8-13-29 15,-4-8-34-15,5-5 8 16,7-1-13-16,0 0-1 16,19 4 1-16,4 8 1 15,3 9-1-15,-2 9-3 16,-1 1 3-16,-5 5-9 15,-1 13 7-15,-5 6-6 16,0 6 8-16,-3 6 0 16,-3-1 0-16,-4 2-2 15,1-10-100-15,-1-12-124 16</inkml:trace>
  <inkml:trace contextRef="#ctx0" brushRef="#br0" timeOffset="13">7476 949 973 0,'0'0'139'16,"0"0"-136"-16,-1 71-3 16,-16-20-6-16,-8 11 6 15,-5 11 8-15,-8 6 5 16,-6-2-10-16,-1-9-2 15,5-7 9-15,-5-13-10 0,4-5-10 16,3-5-21 0,6-10-63-16,7-11-129 0</inkml:trace>
  <inkml:trace contextRef="#ctx0" brushRef="#br0" timeOffset="14">7455 1532 1005 0,'0'0'81'16,"0"0"-77"-16,0 0 2 0,0 0 41 15,0 0-4-15,0 0-33 16,50-3-7-16,-40 6-2 15,0 8-1-15,-1 5-1 16,-6 7 0-16,-3 3 0 16,0 3 1-16,0-1 1 15,-5-2 3-15,-2-6-1 16,7-3-4-16,0-4 4 16,20-4-3-16,13-4 4 15,6-4-1-15,-1-1-1 16,-2 0-2-16,-4-6 0 15,-7-4-63-15,-8-7-93 16,-5 0-343-16</inkml:trace>
  <inkml:trace contextRef="#ctx0" brushRef="#br0" timeOffset="15">7569 687 606 0,'0'0'205'15,"0"0"-165"-15,0 0 31 16,0 0-55-16,0 0-15 0,117-59 5 15,-49 81 28-15,11 20-7 16,3 20 17-16,3 20-21 16,-9 14-3-16,-15 12 8 15,-20 11-11-15,-20-2-12 16,-10-8 7-16,-11-10-4 16,-8-12 1-16,-19-17-8 15,-11-11 2-15,-9-16 10 16,-3-9-13-16,1-10-24 15,3-7-96-15,5-9-111 0</inkml:trace>
  <inkml:trace contextRef="#ctx0" brushRef="#br0" timeOffset="16">8689 1362 917 0,'0'0'68'0,"0"0"-68"15,0 0 0-15,102 0 12 16,-50 0 47-16,4 0-17 16,-6 0-9-16,-5 0-3 15,-10 0-7-15,-7-3-23 16,-7-3-1-16,-4-3-40 16,-12-6-95-16,-5-11-297 0</inkml:trace>
  <inkml:trace contextRef="#ctx0" brushRef="#br0" timeOffset="17">8929 1085 937 0,'0'0'21'15,"0"0"-21"-15,17 95-9 16,-2-35 7-16,-1 9 2 15,2-1 0-15,-3-7 5 0,-1-11 1 16,1-9 3 0,-5-9-9-16,-2-5 1 0,-6-5-2 15,0-10-56-15,-9-8-194 16</inkml:trace>
  <inkml:trace contextRef="#ctx0" brushRef="#br0" timeOffset="18">9708 1274 1150 0,'0'0'32'16,"0"0"-27"-16,0 0-5 15,0 0-22-15,0 0 5 16,0 0 11-16,-83 107 6 16,61-52 0-16,15-5 1 15,7-7-5-15,7-6 7 16,15-6-3-16,5-5 1 16,-2-7-1-16,1-9-88 15,-10-10-153-15,0 0-573 16</inkml:trace>
  <inkml:trace contextRef="#ctx0" brushRef="#br0" timeOffset="19">10004 1353 870 0,'0'0'0'0,"0"0"0"16,9 101 4-16,-8-58-3 15,-1 0 20-15,0-1 12 16,0-5-24-16,2-11-6 16,1-12-1-16,2-8 13 15,-5-4 30-15,0-2 7 16,4-4 24-16,-4-18 4 0,5-11-75 16,1-8-5-1,2-5 0-15,10 2 0 16,6 5 0-16,6 11-1 0,8 13-2 15,6 14 2-15,-4 1 0 16,2 15-5-16,-11 12 5 16,-4 1 0-16,-9 4-1 15,-7 1 2-15,-5-5 2 16,-6-1 1-16,0-5-3 16,0-6-6-16,0-1 0 15,-14-7-112-15,-2-8-107 16</inkml:trace>
  <inkml:trace contextRef="#ctx0" brushRef="#br0" timeOffset="20">10560 1068 1090 0,'0'0'30'16,"0"0"-29"-16,0 0-1 16,24-69 7-16,-8 58 1 15,13 7-1-15,6 4-7 16,9 0 0-16,-1 10 2 16,-1 13-7-16,-10 7 11 15,-14 5-8-15,-13 6 7 0,-5 1 0 16,-20 1 1-16,-15-5-2 15,-1-10-4-15,14-7 0 16,6-11 3-16,14-6 5 16,2 1-8-16,18 3 0 15,16 0 0-15,13 4 12 16,6-6-5-16,-7-1-4 16,-4-1-3-16,-4-2 0 15,-6-2-52-15,-9 0-100 16,-12-4-362-16</inkml:trace>
  <inkml:trace contextRef="#ctx0" brushRef="#br0" timeOffset="21">13181 1030 808 0,'0'0'26'0,"0"0"-26"15,-47 72 3-15,17-21 14 16,-10 17 30-16,-2 9-6 16,1 6-12-16,4-3-6 15,10-9-14-15,11-10-6 16,16-12-1-16,0-11-1 15,16-8 6-15,11-8 6 16,4-6-2-16,7-5-8 16,6-9 0-16,-3-2-3 15,-6-11-105-15,-8-17-127 16</inkml:trace>
  <inkml:trace contextRef="#ctx0" brushRef="#br0" timeOffset="22">12911 1440 1053 0,'0'0'25'0,"74"-20"-25"16,-30 10-7-16,-3 5 5 16,0 1-1-16,-7 4-1 15,-4 0-84-15,-6-2-118 16</inkml:trace>
  <inkml:trace contextRef="#ctx0" brushRef="#br0" timeOffset="23">13987 1039 861 0,'0'0'10'0,"0"0"-10"15,0 0-10-15,-91-5 10 16,56 29 4-16,-3 15-4 16,-6 15 18-16,3 15 17 15,3 9-3-15,8 5 7 16,13-2-20-16,11-3-7 16,6-7-5-16,11-9-5 15,16-10 12-15,8-12-10 16,1-9 2-16,0-6-6 15,1-9-5-15,-7-2-11 16,-2-13-91-16,-6-1-80 0</inkml:trace>
  <inkml:trace contextRef="#ctx0" brushRef="#br0" timeOffset="24">14139 1365 812 0,'0'0'14'0,"0"0"-14"16,33 86 1-16,-20-44-1 0,0 3 20 16,-4-1 5-16,0-3-16 15,-1-6-8-15,1-8 0 16,-3-9-1-16,0-8 0 15,-6-1-29-15,0-9-70 16,0 0-287-16</inkml:trace>
  <inkml:trace contextRef="#ctx0" brushRef="#br0" timeOffset="25">14317 1131 956 0,'0'0'59'15,"77"2"-58"-15,-16 24-1 16,6 13 8-16,-2 15 0 16,-7 17-3-16,-10 6 8 15,-13 6-3-15,-15-2-5 16,-17-8 1-16,-3-7-6 15,-24-13 2-15,-10-13-2 16,-3-10-12-16,-5-12-32 16,1-5-32-16,3-9-57 15,8-4-646-15</inkml:trace>
  <inkml:trace contextRef="#ctx0" brushRef="#br0" timeOffset="26">15010 1564 918 0,'0'0'0'15,"0"0"0"-15,93 5-2 16,-63 3 2-16,-4 4 2 15,-12 3 2-15,-9 4-4 16,-5 4-11-16,0 1-11 0,-11 0 8 16,3-8 14-16,3-4-5 15,5-2 1-15,0-1 4 16,5-2 4-16,13 0 12 16,9-4 7-16,5-3-20 15,-3 0-3-15,0 0-20 16,-2-15-270-16</inkml:trace>
  <inkml:trace contextRef="#ctx0" brushRef="#br0" timeOffset="27">15672 1621 825 0,'0'0'145'0,"0"0"-94"15,0 0-40-15,0 0 15 16,0 0-14-16,0 0-12 16,-29-47-5-16,2 47 1 15,-4 12-4-15,-5 14 3 16,3 5 0-16,8 6 1 16,10 0-7-16,10-2 3 15,5-7-5-15,9-7 3 16,14-4 3-16,3-6 13 15,3-4-6-15,2-6 8 0,0-1 12 16,-2-1 13-16,-6-16-4 16,1-6-1-16,-10-8-25 15,1-9-1-15,-4-7-2 16,-8-6-4-16,-3-6-8 16,0-4 0-16,0-2 2 15,0 1-3-15,0-1 13 16,9 8 0-16,0 16 5 15,-1 16 3-15,-2 15 2 16,1 10 1-16,0 5-11 16,5 29 1-16,0 21-2 15,-2 22-1-15,-9 14 2 16,-1 0 7-16,0 0 15 16,4-13-22-16,2-10 1 0,9-10-1 15,6-11 0-15,-3-9 0 16,1-5 0-16,-7-11-9 15,-6-11-67-15,-6-11-200 16</inkml:trace>
  <inkml:trace contextRef="#ctx0" brushRef="#br0" timeOffset="28">2133 3553 852 0,'0'0'89'0,"0"0"-80"15,0 0-9-15,0 0-1 16,-30 72-3-16,30-28 8 15,-3 9 7-15,3 2 13 0,-3 3 9 16,3 0-5 0,-3 0-11-16,1-2 1 0,2-5-4 15,0-7-12-15,0-6 2 16,8-8-4-16,5-6-5 16,1-5 5-16,0-4-1 15,0-7-56-15,-1-7-43 16,-3-1-24-16,-3-19-92 15</inkml:trace>
  <inkml:trace contextRef="#ctx0" brushRef="#br0" timeOffset="29">1880 3988 308 0,'0'0'709'0,"91"-35"-682"15,-30 13-24-15,1 3-3 16,-6 5 3-16,-2 1 1 16,-7 6-4-16,-4 2-30 15,-2-2-92-15,-3-2-118 16</inkml:trace>
  <inkml:trace contextRef="#ctx0" brushRef="#br0" timeOffset="30">2766 3588 862 0,'0'0'31'15,"0"0"-31"-15,0 0 0 16,-85-8 16-16,62 31-8 15,2 12 2-15,1 16-7 16,5 10 29-16,8 4-17 16,7 3 1-16,0-2 1 15,12-4-10-15,6-8-7 16,5-4 3-16,4-12-3 0,0-6-47 16,-2-14-71-16,2-13-391 15</inkml:trace>
  <inkml:trace contextRef="#ctx0" brushRef="#br0" timeOffset="31">2953 3875 998 0,'0'0'0'0,"0"0"-18"16,0 0-14-16,0 74 32 15,9-44 0-15,2 2-3 0,1-2 1 16,-3-4 2-16,-3-9 2 16,-3-9 0-16,0-5 2 15,-3-3-4-15,0 0 22 16,-6-8 36-16,-6-17-48 16,0-5-10-16,7-7 0 15,5-2 1-15,0 4-1 16,19 5 9-16,6 9-1 15,5 8 1-15,-1 11 4 16,-1 2-11-16,5 5-2 16,-3 17 2-16,2 8-2 15,-4 5 6-15,-4 3-3 0,-4 0 0 16,-7-2-2-16,-4-4-1 16,-4-5-1-16,-2-7-40 15,-3-6-100-15,0-14-201 16</inkml:trace>
  <inkml:trace contextRef="#ctx0" brushRef="#br0" timeOffset="32">3088 3541 1034 0,'0'0'48'0,"0"0"-44"16,0 0-4-16,105-7-5 15,-51 24 5-15,1 18 15 0,-3 13-13 16,-8 16 4-16,-9 11-4 16,-7 8-1-16,-15-1 12 15,-9-1-12-15,-4-8 6 16,0-6-6-16,-7-9-1 15,1-10 1-15,4-4-1 16,0-5-7-16,-4-8-59 16,3-14-99-16,3-17-395 15</inkml:trace>
  <inkml:trace contextRef="#ctx0" brushRef="#br0" timeOffset="33">3871 3929 1025 0,'0'0'42'0,"0"0"-42"15,96-24-2-15,-60 20 2 16,-6 4 0-16,-9 0-4 15,-9 4-37-15,-12 14-78 16,0 5-2-16,-31 2-103 0</inkml:trace>
  <inkml:trace contextRef="#ctx0" brushRef="#br0" timeOffset="34">3888 4072 534 0,'0'0'271'0,"0"0"-219"16,0 0-11-16,0 0 41 15,0 0 5-15,112 4-39 16,-66-11-36-16,-4 0-11 15,-7 3-1-15,-3-3-54 16,-4-3-137-16,-1-4-656 16</inkml:trace>
  <inkml:trace contextRef="#ctx0" brushRef="#br0" timeOffset="35">4401 3687 961 0,'0'0'0'0,"0"0"-42"0,78-11 16 16,-26 2 26-16,8 2 33 15,-2 3-18-15,-1 1 0 16,-8 3 7-16,-13 0-22 15,-12 0 7-15,-2 0-7 16,-10 3-1-16,-4 4-3 16,0 1 4-16,-4 8-3 15,3 8 3-15,-4 9 0 16,-3 7 9-16,0 7 18 16,0 3-2-16,0 3 15 15,0 4-28-15,5-1 11 16,-2 2 1-16,3-4-1 15,-4-7-18-15,-2-7-2 0,3-6-3 16,-3-7 9 0,0-3-9-16,0-6 0 0,0-3-37 15,0-6-87-15,-3-9-177 16</inkml:trace>
  <inkml:trace contextRef="#ctx0" brushRef="#br0" timeOffset="36">4668 4079 1101 0,'0'0'95'0,"0"0"-95"0,102-47-25 16,-57 31 19 0,7 3 3-16,6 1 1 0,8 3 2 15,2 1-15-15,6 2-63 16,-9 0-152-16,-10-3-566 15</inkml:trace>
  <inkml:trace contextRef="#ctx0" brushRef="#br0" timeOffset="37">5881 3296 947 0,'0'0'0'0,"0"0"-20"16,0 0 2-16,0 0 18 15,0 0 3-15,0 0-3 0,-80-43-1 16,69 40 1 0,-7 3-1-16,3-3 1 0,-1 3-8 15,-6-1 8-15,6-1 11 16,0 2-5-16,2-1-6 16,-3 1 20-16,1 0-20 15,-1 0 0-15,-2 0 0 16,1 4 0-16,-3 2 9 15,3-3-15-15,1-2 12 16,1 2-1-16,2-2 8 16,3-1 1-16,1 0 2 15,1 0-4-15,4 0-2 0,-2 0-9 16,5 2 4 0,0-2-3-16,-1 0-2 0,3 2 0 15,0-2-5-15,0 0 4 16,0 5 1-16,-3 2-1 15,3 6 1-15,-7 5 3 16,6 0 2-16,1 7-4 16,0 2 8-16,0 4-6 15,0 10 1-15,0 6 9 16,5 9 14-16,1 9-21 16,-1 8 15-16,1 5-9 15,5 4 5-15,-1 5-12 16,1 4 7-16,1 0-4 15,-4 5-5-15,-2-5 1 0,-5-6-4 16,5-9 0 0,-6-13 9-16,3-6-7 0,-3-9 0 15,3-7 1-15,0-10-2 16,2-6-1-16,6-10 3 16,4-5-3-16,12-6 7 15,11-4 1-15,11-2-8 16,11-14-1-16,6-2-67 15,2 2-32-15,-7 1-61 16,-10-1 17-16,-4 4-33 16,-9-4-108-16</inkml:trace>
  <inkml:trace contextRef="#ctx0" brushRef="#br0" timeOffset="38">5632 3718 838 0,'0'0'12'15,"0"0"-2"-15,0 0-4 16,0 0 28-16,0 0 26 16,0 0-6-16,0 0-35 15,-41-19 3-15,41 19 10 16,0 0-4-16,0 0 14 0,0 0-33 15,5 0 7-15,14-3-10 16,6-2-2-16,11 1-1 16,2 2-3-16,3 2 0 15,-3 0 1-15,-3 0-1 16,-7 0-10-16,-3 8 8 16,-4 0-5-16,-6 4-16 15,-5 2 9-15,-1 1 4 16,-6 4 5-16,4 5 3 15,-4 3-1-15,-3 2 3 16,3 0 0-16,-3 0 0 16,0 0 0-16,0 4 5 15,0 5-1-15,0 7-8 16,4-1 5-16,0 1-5 16,-1-5 8-16,-1-7-1 0,-2-3-2 15,0-7-1-15,0-9 0 16,-9 3-4-16,-10-11-23 15,-4-6-109-15,-8-2-133 16</inkml:trace>
  <inkml:trace contextRef="#ctx0" brushRef="#br0" timeOffset="39">5728 4062 1019 0,'0'0'47'0,"0"0"-47"16,100-32 4-16,-56 23 6 0,-2-1 9 16,4 2-19-16,4 0-17 15,5-4-129-15,7-10-235 16</inkml:trace>
  <inkml:trace contextRef="#ctx0" brushRef="#br0" timeOffset="40">6636 3683 839 0,'0'0'135'0,"0"0"-135"16,0 0-64-16,0 0 59 16,0 0 5-16,9 76 30 0,4-30 26 15,-2 5-15-15,-3 5-1 16,1-1 13-16,-1-3-36 15,-3-7 7-15,-2-7-14 16,-1-8 0-16,-2-8-9 16,0-5-1-16,0-3 0 15,-8-5-2-15,-7-4-64 16,-5-5-50-16,-2-5-99 16</inkml:trace>
  <inkml:trace contextRef="#ctx0" brushRef="#br0" timeOffset="41">6491 3701 997 0,'0'0'93'16,"0"0"-92"-16,0 0 6 15,80-35-11-15,-34 30 8 16,9 0-6-16,-1 5 6 15,4 0-8-15,-9 0 3 16,-4 0-43-16,-13 0-137 16,-9 0-347-16</inkml:trace>
  <inkml:trace contextRef="#ctx0" brushRef="#br0" timeOffset="42">7408 3538 803 0,'0'0'51'16,"0"0"-39"-16,0 0-6 0,0 0 11 15,0 0 14-15,0 0-10 16,-51-33-12-16,34 36-8 16,-10 18-1-16,-3 14-2 15,-6 11 2-15,3 8 9 16,3 9-5-16,11 4 5 16,8 2 4-16,4 2-8 15,7 0-2-15,3-4 3 16,17-7-6-16,7-12 4 15,0-7 2-15,0-12-5 16,5-7-1-16,-7-12-52 16,1-10-80-16,-2-2-433 15</inkml:trace>
  <inkml:trace contextRef="#ctx0" brushRef="#br0" timeOffset="43">7578 3701 936 0,'0'0'20'0,"0"0"-20"0,0 0-15 16,0 0 3-16,0 0 10 15,0 0 2-15,21 78 4 16,-6-51 3-16,-4-5-5 16,0-6 7-16,-5-3 13 15,-3-7 1-15,-1-4-15 16,-2-2 2-16,0 0 25 15,0 0 44-15,0 0-8 16,0-12-18-16,-5-6-37 16,5-6-10-16,0-3-4 15,3-3-2-15,21 0 0 16,6 4-3-16,-1 7-8 0,2 10 10 16,-4 9-6-16,-3 0 6 15,-4 10-4-15,-3 9 0 16,-8 9 3-16,1 4 0 15,-9 0-3-15,-1 1 4 16,0-4 0-16,0-7 0 16,0-2-2-16,-8-4-95 15,1-11-112-15,4-5-119 16</inkml:trace>
  <inkml:trace contextRef="#ctx0" brushRef="#br0" timeOffset="44">8157 3577 818 0,'0'0'13'16,"0"0"-6"-16,0 102 54 16,0-57-10-16,-13 7 7 15,-5 5-6-15,-11 3 15 16,-5 3-43-16,-2-3-21 15,-5-7 4-15,3-4-4 16,-1-8 4-16,1-6-9 16,6-5 2-16,0-6-6 15,11-4-48-15,6-8-108 16,15-12-64-16</inkml:trace>
  <inkml:trace contextRef="#ctx0" brushRef="#br0" timeOffset="45">8181 4152 758 0,'0'0'64'0,"0"0"-59"16,0 0 58-1,0 0 78-15,0 0-84 0,0 0-24 16,0 0-27-16,13 0-6 16,1 5 0-16,3 5-1 15,2 3 6-15,-8 5-5 16,-3 4 2-16,-8 4 4 16,0 1-3-16,0 7 0 15,0-5 0-15,0-6 12 16,0-1-8-16,3-6 1 15,15-3 4-15,3-3-9 16,5-7 1-16,-10-3 2 16,3 0-6-16,-7-12-53 15,-6-16-122-15,-4-15-730 16</inkml:trace>
  <inkml:trace contextRef="#ctx0" brushRef="#br0" timeOffset="46">8389 3979 1045 0,'0'0'9'15,"0"0"-9"-15,0 0-1 16,0 0 1-16,104-17 14 16,-77 26-14-16,1 11 4 15,-12 5-4-15,-5 3 0 16,-11 1-3-16,0 0 3 0,-10-7-3 15,1-5 3-15,6-6 0 16,3-6 8-16,0 0-8 16,7-4 5-16,16-1 1 15,0 0 21-15,6-3-22 16,-4-14-5-16,-5-4-79 16,-2-10-276-16</inkml:trace>
  <inkml:trace contextRef="#ctx0" brushRef="#br0" timeOffset="47">8548 3338 1045 0,'0'0'0'0,"0"0"-8"15,0 0-16-15,85-65 13 16,-47 65 10-16,8 20 2 16,4 23-1-16,7 22 12 15,1 21 3-15,-8 15 3 16,-9 13 14-16,-12 6-9 16,-18-2-5-16,-11-8-3 15,0-8-10-15,-11-14-3 16,-10-15-1-16,-2-14 0 0,0-17-1 15,-1-11-21 1,0-10-44-16,7-12-199 0</inkml:trace>
  <inkml:trace contextRef="#ctx0" brushRef="#br0" timeOffset="48">9348 4030 521 0,'0'0'446'15,"0"0"-427"-15,0 0-12 16,0 0 19-16,0 0 21 0,81-9 7 15,-24 9-4 1,6 0-20-16,6 0-20 0,-9 3-10 16,-7 2 0-16,-12-5 5 15,-12 0-5-15,-10 0-72 16,-7-8-63-16,-12-14-307 16</inkml:trace>
  <inkml:trace contextRef="#ctx0" brushRef="#br0" timeOffset="49">9604 3767 664 0,'0'0'258'0,"0"0"-258"16,-33 108 0-16,19-49 31 0,0 3 13 15,6 4 17-15,3-1-47 16,2-3 7-16,3-7-10 15,0-10-10-15,0-9 5 16,3-9-6-16,-3-5-12 16,0-6-159-16,3-10-312 15</inkml:trace>
  <inkml:trace contextRef="#ctx0" brushRef="#br0" timeOffset="50">10531 3863 572 0,'0'0'70'15,"0"0"-48"-15,0 0 37 16,0 0 21-16,0 0-44 16,0 0-6-16,0 0-1 15,0-4 0-15,0 4 12 16,0 0-5-16,0 0-11 16,-2-2-7-16,0 2-4 15,-5-2-7-15,-2-2-4 0,-3 1-3 16,-6 3 2-16,-5 0-2 15,0 0 2-15,3 0-2 16,-6 12 0-16,2 5-1 16,-3 4-1-16,7 6-3 15,2 1 5-15,12 4 6 16,6 4-6-16,6 0-2 16,24-1 2-16,10-2 5 15,7-2-3-15,4-5 17 16,0-8-13-16,1-3 5 0,-4-6 0 15,-3-2-7 1,-5-4-3-16,-9-3-1 0,-7 0-46 16,-2-8-99-16,-5-12-178 15</inkml:trace>
  <inkml:trace contextRef="#ctx0" brushRef="#br0" timeOffset="51">11238 3857 793 0,'0'0'24'0,"0"0"-23"16,0 0-1-16,0 0 0 0,0 0 2 16,0 0 7-16,-9 86 5 15,9-61-5 1,0 0 0-16,0-4 9 0,9-3 12 15,0-6-3-15,-4-3-21 16,-1-5 0-16,-4-3-2 16,0-1-2-16,0 0 60 15,0 0-4-15,0-11-9 16,-7-10-35-16,-1-4-13 16,3 0 3-16,5-4-1 15,0 3-3-15,13 1 6 16,11 4-6-16,6 8-1 15,1 8 1-15,0 5 0 0,-7 0 0 16,-2 10-4-16,-7 13 0 16,-4 5 1-16,-5 3-2 15,-3 5 3-15,-3 0 0 16,0-7 1-16,0-4-30 16,-3-5-11-16,3-6-44 15,0-6-37-15,3-7-83 16,15-1-385-16</inkml:trace>
  <inkml:trace contextRef="#ctx0" brushRef="#br0" timeOffset="52">11770 3833 873 0,'0'0'93'15,"0"0"-85"-15,0 0 0 16,-40 70-4-16,11-26 36 15,-3 4-1-15,-9 4-6 16,1 3-25-16,-3-1-5 16,3-2 0-16,-1-1 1 15,8-9-2-15,1-4-2 16,9-7-19-16,5-7-91 16,9-8-63-16,9-12-498 15</inkml:trace>
  <inkml:trace contextRef="#ctx0" brushRef="#br0" timeOffset="53">11622 4364 1005 0,'0'0'83'15,"0"0"-81"-15,0 0 1 16,0 0 4-16,85 5 22 15,-63 9-16-15,-3 4-9 16,-10 3-2-16,-6 4-2 16,-3 3 1-16,0-2-1 15,0-2 0-15,0-3 0 16,0-1 1-16,5-5 0 0,11-3 1 16,0-6 3-16,2-1-5 15,3-5 0-15,-5-5-42 16,-2-17-70-16,-12-9-329 15</inkml:trace>
  <inkml:trace contextRef="#ctx0" brushRef="#br0" timeOffset="54">11279 3459 784 0,'0'0'3'0,"-82"-20"1"16,39 18 3-16,7 2 17 15,0 0 6-15,5 17-20 16,3 19-2-16,0 21 1 16,3 18 12-16,9 16 25 15,9 11-15-15,7 5-11 0,13 3-13 16,22 1 11 0,12-1-18-16,11-9 3 0,9-17-1 15,7-14 1-15,-1-16 6 16,-2-11-9-16,-4-12-96 15,-10-15-268-15</inkml:trace>
  <inkml:trace contextRef="#ctx0" brushRef="#br0" timeOffset="55">12003 3636 283 0,'0'0'189'16,"0"0"-64"-16,106 103-19 15,-75-32-42-15,-4 17-7 16,-10 9-18-16,-7 10-8 16,-5-1-7-16,-5-5-11 15,0-11 10-15,0-18-4 16,0-18-18-16,-2-16 9 0,-6-10-9 16,-1-14 1-16,-3-3 0 15,-6-8-2-15,-6-3-14 16,-1-8-130-16</inkml:trace>
  <inkml:trace contextRef="#ctx0" brushRef="#br0" timeOffset="56">12392 3487 712 0,'0'0'52'0,"0"0"-52"16,0 0 0-16,0 0 12 16,0 0 15-16,0 0-21 0,-6 15-5 15,6-14 2-15,0 1 6 16,0-2 21-16,0 0 10 15,0 0 8-15,0 0-11 16,0 0 6-16,0 0-20 16,0 0-4-16,0 0 1 15,0 0-9-15,0 0-2 16,0 0 3-16,0 0-9 16,0 0 0-16,0 0-3 15,0 0 0-15,0 0 0 16,0 0 0-16,0 0-3 15,1 0 3-15,4 0-1 16,0 0-3-16,6 0 1 0,-4 3 3 16,0 1 0-16,-1-1 0 15,-1 0 0-15,-2 0 0 16,-3-2 0 0,0-1 5-16,0 2-15 0,0-2 10 15,0 1 0-15,-6 2 2 16,-3-2 6-16,1-1-7 15,0 0 1-15,0 0-1 16,4 0 7-16,-2-5-5 16,3-7-2-16,-2-4 4 15,5-1-5-15,0 5 0 16,0 3 2-16,5 1-1 0,16 5 3 16,-2 0-4-16,8 3-7 15,-2 0 7-15,-3 13 7 16,-5 9-6-16,-4 7-1 15,-10 5-1-15,-3 4-1 16,-9 1 0-16,-12-2-5 16,-3-3-3-16,7-6 10 15,11-5 0-15,6-3-6 16,0 1 5-16,18-1 0 16,12-4-6-16,7-1 6 15,4-7 2-15,-3-2 9 16,-5-3-10-16,-8-3-14 15,-9 0-96-15,-10-10-255 0</inkml:trace>
  <inkml:trace contextRef="#ctx0" brushRef="#br0" timeOffset="57">12413 3086 868 0,'0'0'31'16,"0"0"-9"-16,0 0-3 16,0 0-6-16,108-16-4 15,-46 16 1-15,-2 12 14 16,2 3-1-16,-8 0-7 15,-8 1 7-15,-13 0-9 16,-7-4-8-16,-13-1-6 0,-5 4-3 16,-3 3 2-16,-2 10 0 15,5 9 1-15,0 9-1 16,1 9-2-16,4 6 3 16,3 11 0-16,1 5 0 15,-3 8 0-15,4 8 0 16,-6 8 0-16,-1 8 1 15,-4 14-1-15,-3 5 0 16,1-7 0-16,-5-4-4 16,0-19 5-16,0-15-2 15,-13-17 2-15,-6-16 2 16,-3-12-1-16,-12-12 22 0,-7-7-17 16,-3-5 1-16,0-2-3 15,8-6-5-15,7 1 0 16,8-3 0-16,3-2-33 15,4-2-66-15,9 0-68 16,5-16-546-16</inkml:trace>
  <inkml:trace contextRef="#ctx0" brushRef="#br0" timeOffset="58">13489 4241 812 0,'0'0'24'0,"0"0"-15"16,0 0-6-16,0 0 43 15,0 0 72-15,95 20-52 16,-40-13-18-16,3-2-11 16,-3 3-7-16,-8-6-17 15,-9 1-13-15,-11-2 4 16,-9-1-3-16,-7 0-1 16,-5 0-13-16,-3 0-69 15,0 0-47-15,-3-4-93 16</inkml:trace>
  <inkml:trace contextRef="#ctx0" brushRef="#br0" timeOffset="59">13731 4012 919 0,'0'0'83'0,"0"0"-83"16,0 0 0-16,0 0-16 15,-11 100 16-15,5-27 24 16,0 7 1-16,3 4-5 16,0-6-2-16,3-12-13 15,0-13 0-15,3-8 0 16,4-13 9-16,-3-8-14 0,0-9 0 16,-1-3-3-16,-3-6-29 15,2-6-175-15</inkml:trace>
  <inkml:trace contextRef="#ctx0" brushRef="#br0" timeOffset="60">14788 4152 170 0,'0'0'681'0,"0"0"-680"16,0 0 2-16,-84-37-6 16,58 37 7-16,-3 4-4 15,-4 17 4-15,-3 6 4 16,3 9 6-16,8 5 13 16,9 5-16-16,15 0 9 15,1 0-12-15,27-5 7 16,14-4-10-16,5-6 8 15,7-7-13-15,0-9-6 16,0-9-80-16,-3-6-311 16</inkml:trace>
  <inkml:trace contextRef="#ctx0" brushRef="#br0" timeOffset="61">14996 4171 939 0,'0'0'3'0,"0"0"-3"16,-1 71-10-16,1-31 10 15,0 3 7-15,1 1 5 16,9-9 11-16,1-6-14 16,-1-11-1-16,-4-9-2 15,-6-6-2-15,0-3 12 16,0-1 31-16,4-19 51 0,1-11-77 15,3-10-15-15,2-2-12 16,10 2 5-16,0 8 0 16,4 13-3-16,-2 11 4 15,-1 9 12-15,-1 2-4 16,-3 18-6-16,-3 7-1 16,-3 9 5-16,-2-1-3 15,-3 2-3-15,-3-4 3 16,2-7 0-16,-3-6-3 15,-2-5 2-15,0-6-4 16,0-2-27-16,0-7-86 16,-2 0-88-16,-9-16-408 15</inkml:trace>
  <inkml:trace contextRef="#ctx0" brushRef="#br0" timeOffset="62">15294 3717 894 0,'0'0'114'0,"0"0"-83"15,0 0-26-15,40-69 4 16,-7 62 3-16,4 7 5 15,6 0-16-15,-3 3 0 0,-8 15 5 16,-8 9 6-16,-12 6 0 16,-12 5 0-16,-7 4 4 15,-25 0-8-15,-3-4 3 16,6-8-6-16,9-8 6 16,13-7-4-16,7-2-3 15,11 1 2-15,26-1 15 16,19 1-1-16,10-5-14 15,0-2-4-15,-9-5-2 16,-18-1-61-16,-13-1-120 16,-16 0-261-16</inkml:trace>
  <inkml:trace contextRef="#ctx0" brushRef="#br0" timeOffset="63">3696 5586 891 0,'0'0'111'16,"0"0"-111"-16,0 0-12 16,0 0 12-16,101-3 13 15,-43-3-1-15,5 4 0 16,5 1-4-16,-8 1-6 16,-8 0-2-16,-15 0-33 15,-17 6-121-15,-20-4-376 0</inkml:trace>
  <inkml:trace contextRef="#ctx0" brushRef="#br0" timeOffset="64">3906 5794 1025 0,'0'0'87'0,"0"0"-85"15,110-3-2-15,-60-5 53 16,-4 2-10-16,-7 2-38 15,-9 1-5-15,-3 3-4 16,-5 0-54-16,-6 0-63 16,-5 0-101-16</inkml:trace>
  <inkml:trace contextRef="#ctx0" brushRef="#br0" timeOffset="65">4890 5505 932 0,'0'0'28'16,"0"0"-28"-16,0 0 0 15,0 0 15-15,0 0 13 16,0 0-18-16,0 0-4 16,-16-29 0-16,16 29-3 15,0 0 21-15,0 0 2 16,0 0-8-16,0 0-9 16,0 0-8-16,0 0 9 0,0-5-10 15,13-3 0-15,17-2 0 16,11-5 1-16,5 0 4 15,-1 2-5-15,-7 2-1 16,-2 1 1-16,-7 6 0 16,-10 2 0-16,-4 2 0 15,-3 0-5-15,0 2 3 16,2 21-1-16,-1 7 3 16,3 11 2-16,-1 11 10 15,-2 9 11-15,1 4 2 16,-3 4-7-16,2-7-10 15,-2-4 15-15,0-8-17 0,-3-10-3 16,-2-8-3-16,-3-7 0 16,2-3-1-16,-5-4 0 15,0-2-18-15,0-5-51 16,-10-7-77-16,-16-4-90 16</inkml:trace>
  <inkml:trace contextRef="#ctx0" brushRef="#br0" timeOffset="66">5161 5946 1014 0,'0'0'70'0,"0"0"-68"16,101-54-2-16,-60 36 25 16,-3 5-7-16,1 0-18 15,-4 0-24-15,-5-7-108 0,-5-8-490 16</inkml:trace>
  <inkml:trace contextRef="#ctx0" brushRef="#br0" timeOffset="67">5649 5448 929 0,'0'0'69'16,"0"0"-69"-16,0 0-29 15,0 0 11-15,0 0 12 16,0 0-4-16,0 0 10 16,0 0 0-16,0 0-2 15,0 0 2-15,0 0 9 16,-6 0 36-16,-3-3-31 15,-2 1-14-15,3-3 0 16,0-3 6-16,3 0-6 16,2-6 0-16,3-6 7 15,0-4-7-15,0 0 0 16,5-2 2-16,14 3-2 16,1 1-6-16,4 6 6 0,6 5 10 15,1 5-6 1,-2 6 0-16,2 0-4 0,-9 6 0 15,0 11-4-15,-9 8-1 16,-7 8 4-16,-6 7 1 16,-4 2-1-16,-23-1 1 15,-5-6-3-15,-1-9 3 16,6-7 6-16,7-11-2 16,5-2-4-16,9-4 1 15,6-2 3-15,0 0 6 16,0 2-10-16,13 4-2 15,12 4 0-15,7 4 4 16,7 2 7-16,0 3 7 16,-8-1-12-16,-2 3-8 0,-7-1 8 15,-6-2-6-15,0-1 2 16,-9 3-14-16,2-5-99 16,0-5-91-16</inkml:trace>
  <inkml:trace contextRef="#ctx0" brushRef="#br0" timeOffset="68">6412 5545 963 0,'0'0'76'0,"0"0"-74"15,0 0-4-15,0 0 4 16,66 85 0-16,-53-38 7 16,-2 4 25-16,4-1-15 15,-6 3-3-15,0-10-5 16,0-8-6-16,-4-7-5 16,-5-5-3-16,0-6 3 15,0-6-18-15,0-2-64 16,-9-9-93-16,-9-3-210 15</inkml:trace>
  <inkml:trace contextRef="#ctx0" brushRef="#br0" timeOffset="69">6251 5607 1094 0,'0'0'31'16,"0"0"-24"-16,98-71-7 15,-49 49 3-15,3 6-1 16,-2 4 4-16,-10 8 2 16,-4 3-8-16,-10 1-24 15,-2 0-97-15,-7 0-155 16</inkml:trace>
  <inkml:trace contextRef="#ctx0" brushRef="#br0" timeOffset="70">7100 5368 761 0,'0'0'49'0,"0"0"-48"0,0 0 2 16,0 0 3-16,0 0 5 16,-73 77 14-16,52-14 21 15,2 6-3-15,0 9 6 16,2 2 8-16,5 4-7 16,12-3-17-16,0-4-32 15,23-7 7-15,10-16-1 16,2-9-6-16,4-13-1 15,-6-11-19-15,-1-11-63 16,-1-10-85-16,-6-5-205 16</inkml:trace>
  <inkml:trace contextRef="#ctx0" brushRef="#br0" timeOffset="71">7365 5445 828 0,'0'0'32'0,"0"0"-32"16,0 0-9-16,0 0 9 16,0 0 11-16,55 99 16 15,-35-60-8-15,1-1 0 16,-4-4-15-16,-5-11 0 15,-4-8 4-15,-4-8-3 16,-4-7-1-16,0 0 60 0,0-3 31 16,-6-18-36-16,-2-7-48 15,1-8-2-15,7-2-9 16,0-5-1-16,26 5-4 16,4 5-1-16,5 9-23 15,-3 14 12-15,0 9 16 16,-2 1 0-16,-5 11 1 15,5 10-3-15,-6 7-1 16,-4 4 2-16,1 0 2 16,-10 2-1-16,-2-5 1 15,-6-2 0-15,-2-3-38 16,-1-9-109-16,2-8-115 0</inkml:trace>
  <inkml:trace contextRef="#ctx0" brushRef="#br0" timeOffset="72">8155 5407 889 0,'0'0'95'16,"0"0"-95"-16,0 0-5 15,-11 90 5-15,-18-33 22 16,-10 10 28-16,-4 6-39 15,-2 1 8-15,-2-4-4 0,6-8-15 16,0-5 1-16,6-8-2 16,5-4-7-16,7-8 5 15,14-6-52-15,9-13-125 16,0-10-525-16</inkml:trace>
  <inkml:trace contextRef="#ctx0" brushRef="#br0" timeOffset="73">8130 6036 971 0,'0'0'69'15,"0"0"-64"-15,87-6-4 0,-49 6 19 16,-11 3-3-16,-8 12-7 16,-10 1-8-16,-9 6-1 15,0 5-1-15,-14 3 0 16,-12 1 3-16,2-3 9 16,8-1 14-16,9-6-24 15,7 0 6-15,4-6-6 16,17-4 0-16,6-5 5 15,3-6 1-15,-1 0-8 16,-7-8 0-16,0-10-41 0,-11-7-53 16,-3-7-222-16</inkml:trace>
  <inkml:trace contextRef="#ctx0" brushRef="#br0" timeOffset="74">8483 5743 1031 0,'0'0'28'0,"0"0"-28"16,0 0 0-16,76-43 3 0,-55 43 17 16,-3 0-18-16,-1 11 1 15,-3 9-6-15,-8 5 5 16,-6 4-2-16,0 0 0 15,3-1 0-15,10-4 2 16,4-2-2-16,6-5 3 16,5-6 4-16,3-2-3 15,-11-9-4-15,-2 0-2 16,-9-11-22-16,-9-16-150 16</inkml:trace>
  <inkml:trace contextRef="#ctx0" brushRef="#br0" timeOffset="75">8642 5143 1109 0,'0'0'0'15,"0"0"-2"-15,0 0-2 16,0 0 3-16,129-50 2 15,-54 77 7-15,11 29 13 16,8 28 33-16,0 18-24 16,-16 17-10-16,-16-1 8 15,-27-2-12-15,-27-5-2 16,-8-8 1-16,-25-9-9 16,-16-16 4-16,-3-8-10 0,-4-11 2 15,7-9-2-15,1-5-1 16,5-7-44-1,5-7-109-15,9-17-228 0</inkml:trace>
  <inkml:trace contextRef="#ctx0" brushRef="#br0" timeOffset="76">9981 5848 843 0,'0'0'62'16,"0"0"-36"-16,88 0 53 16,-55 0-5-16,-2 0-22 15,-1 0-41-15,0 0-6 0,-2 3-5 16,1 3 0 0,1 3-40-16,-1-1-18 15,0-1-77-15,-2 0-51 0,-2-3-222 16</inkml:trace>
  <inkml:trace contextRef="#ctx0" brushRef="#br0" timeOffset="77">10195 5662 881 0,'0'0'106'0,"0"0"-47"16,0 0-59-16,0 0-3 15,0 0-7-15,0 0 9 16,-2 90 1-16,2-33 14 16,0 5-3-16,0 1-2 15,2-7 1-15,4-4-4 16,2-9-4-16,-3-9 0 15,-1-7-2-15,0-3-1 16,0-3-36-16,1-10-106 16,9-10-194-16</inkml:trace>
  <inkml:trace contextRef="#ctx0" brushRef="#br0" timeOffset="78">11176 5717 589 0,'0'0'4'15,"-76"-9"21"-15,39 9 51 16,1 18-13-16,-2 17-6 15,11 13 7-15,3 4 1 16,14 6-34-16,10-2-11 16,10-4-12-16,21-6 12 15,7-5-1-15,2-10-14 16,-2-7-4-16,-5-9-1 16,-5-8-2-16,-4-7-165 0,-4-3-392 15</inkml:trace>
  <inkml:trace contextRef="#ctx0" brushRef="#br0" timeOffset="79">11405 5866 719 0,'0'0'10'16,"0"0"-10"-16,0 101 58 0,6-62-6 15,-1 2-3 1,2-3-12-16,1-7-12 0,-2-11-22 16,-3-10 34-16,0-5-11 15,-3-5-5-15,0 0 0 16,0-3 57-16,0-17-8 16,0-9-57-16,0-8-13 15,12-5-23-15,9 2 11 16,14 6 6-16,7 10-40 15,3 13 19-15,-4 11 19 16,-8 0 5-16,-4 11 3 16,-9 11 5-16,-2 5 0 15,-6 1 20-15,-6 6-3 16,-4 0-7-16,-2-3-9 16,0-4-5-16,0-7-1 0,0-5 0 15,0-4 0 1,-5-1-29-16,-7-9-95 0,0-1-85 15</inkml:trace>
  <inkml:trace contextRef="#ctx0" brushRef="#br0" timeOffset="80">11848 5478 710 0,'0'0'58'16,"0"0"-14"-16,0 0 4 15,0 0 0-15,0 0-17 16,0 0-4-16,-4-15 36 15,4 12-23-15,19-2-22 16,4-2-15-16,12 4 0 16,0 3-2-16,-3 0-1 15,-8 12 0-15,-6 9-5 0,-14 9 5 16,-4 5-4 0,-4 6 1-16,-23 5 3 15,1-1 1-15,8-3 0 16,9-4-2-16,9-2 1 0,11-3 0 15,19-4 1-15,12-8 2 16,2-3-1-16,-1-9 2 16,-1-6-2-16,-10-3-2 15,-9-3-49-15,-3-14-297 16</inkml:trace>
  <inkml:trace contextRef="#ctx0" brushRef="#br0" timeOffset="81">12871 5471 966 0,'0'0'0'15,"0"0"-21"-15,0 0 21 16,-75-68 6-16,47 60 29 0,-4 8-13 16,-9 8-6-16,-8 23-13 15,-3 21 23-15,-6 23 5 16,0 16 19-16,4 15 11 15,14 2-52-15,17 0 6 16,23-5-6-16,3-4 3 16,28-10 4-16,10-6 1 15,0-16-12-15,3-12 4 16,-1-13-7-16,-2-7 4 16,-3-10-8-16,-7-7 2 15,-5-9-64-15,-5-7-203 16</inkml:trace>
  <inkml:trace contextRef="#ctx0" brushRef="#br0" timeOffset="82">12918 5833 453 0,'0'0'45'15,"0"0"-34"-15,0 0 19 16,0 0 59-16,0 0-53 0,0 0-21 16,0 0 7-16,4-9 30 15,-4 8 8-15,0-2-12 16,0 2 16-16,0-1-12 16,0 2 0-16,0 0-17 15,0-1 0-15,0 1 4 16,0 0-1-16,0 0-8 15,0 0-6-15,0 0-4 16,0 0-9-16,0 0-5 16,0 0-6-16,0 0 1 15,0 0-1-15,0 0-1 16,0 8 0-16,0 16-11 0,0 16 12 16,0 8 0-1,0 4-3-15,0 5 0 0,0-7 3 16,0-2 0-16,0-9 2 15,4-5-1-15,-3-9 4 16,-1-9-5-16,0-8 0 16,0-6-5-16,0-2 5 15,0 0 5-15,0 4-5 16,0-4 1-16,0 0-2 16,0 0-9-16,0 0-47 15,0-4-71-15,0-6-161 16</inkml:trace>
  <inkml:trace contextRef="#ctx0" brushRef="#br0" timeOffset="83">13289 6073 767 0,'0'0'124'0,"0"0"-96"16,0 0-18-16,0 0 74 15,0 0-4-15,103 9-3 16,-47-8-44-16,3 1-9 0,-2-1-11 16,-3 4-11-16,-6-2-2 15,-8-1-11-15,-5-2-100 16,-17 0-61-16,-8-15-216 16</inkml:trace>
  <inkml:trace contextRef="#ctx0" brushRef="#br0" timeOffset="84">13580 5856 958 0,'0'0'46'16,"0"0"-46"-16,0 0 0 15,-23 99 6-15,22-52 27 16,1 4-20-16,0 2 17 15,3-3-18-15,9-6-7 16,-3-5-2-16,-1-11 12 16,-3 0-15-16,-2-8-2 15,-2-4-3-15,-1-2-23 16,0-2-44-16,-1-6-85 16,-10-3-319-16</inkml:trace>
  <inkml:trace contextRef="#ctx0" brushRef="#br0" timeOffset="85">14031 5725 837 0,'0'0'0'16,"0"0"-1"-16,0 0 1 15,0 0 9-15,0 0 17 16,0 0-4-16,0 0-6 15,24-39-16-15,16 39 3 16,2 0-3-16,-5 0 4 16,-7 0 1-16,-1 0 11 0,-11 0 8 15,-4 0-2-15,-4 0 10 16,-5 0-2-16,1 0 0 16,3 0-17-16,2 0-2 15,10 3-6-15,-4 8-5 16,7 4 5-16,-4 9 1 15,4 7 16-15,-11 12 6 16,4 3-5-16,-12 4-3 16,-5-2-7-16,0 1-2 15,0-7-5-15,-3-4-3 0,1-7 2 16,-2-7 0 0,4-5-5-16,-1-3 0 0,1-4 5 15,-2-1-5-15,1-6-54 16,-5 0-70-16,-5-5-38 15,-9-7-73-15</inkml:trace>
  <inkml:trace contextRef="#ctx0" brushRef="#br0" timeOffset="86">14200 6000 634 0,'0'0'388'0,"0"0"-375"0,90-38-13 15,-42 29 0 1,5 2 6-16,3 1-6 0,2 3 0 16,-3 3-7-16,1 0-81 15,-6-3-45-15,-3-6-343 16</inkml:trace>
  <inkml:trace contextRef="#ctx0" brushRef="#br0" timeOffset="87">15037 5801 771 0,'0'0'204'15,"0"0"-189"-15,0 0-15 16,-41 76 0-16,0-31 52 0,-9 8 0 16,-15 5 9-16,1 3-38 15,-3-1-19-15,7-1 5 16,0 2-7-16,6-4-4 15,1-3 2-15,6-10 0 16,8-5 0-16,11-10-21 16,12-4-87-16,15-12-107 15,1-10-339-15</inkml:trace>
  <inkml:trace contextRef="#ctx0" brushRef="#br0" timeOffset="88">14963 6232 869 0,'0'0'10'16,"0"0"-10"-16,0 0 0 15,7 95 30-15,-7-44 31 16,0 4 14-16,0 1-19 15,-1-1-31-15,-10-7 2 16,1-5-9-16,-5-8-4 16,3-13-13-16,-3-8 4 15,0-5-2-15,-4-6 5 0,-1-3-2 16,5 0-2 0,6 0-2-16,9-8-4 0,0-5-1 15,3 3-11 1,20-4-50-16,7 3 34 0,7 1 17 15,-1-2 7-15,-1-2-29 16,-6 2 34-16,-2-7 1 16,-4-1 4-16,-3 2 1 15,-5 3-2-15,-3 2-2 16,-3 6 4-16,0 7-4 16,1 0 3-16,3 3-4 15,0 14 0-15,-1 8 1 16,1 9 3-16,-6 0 19 15,-1 2 2-15,-2-1-7 16,-1-4-3-16,-1-5-7 0,1-9-7 16,1-4 3-16,-3-7-4 15,-1-3 0-15,0-3-11 16,0 0-96-16,0-9-129 16</inkml:trace>
  <inkml:trace contextRef="#ctx0" brushRef="#br0" timeOffset="89">15177 4909 573 0,'0'0'336'16,"0"0"-332"-16,61 93-4 16,5-25 5-16,30 24 1 0,17 15 45 15,11 19 32-15,-6 15 6 16,-20-1-56-16,-24 6-13 16,-28-5-10-16,-26-3-9 15,-20-4-1-15,-22-14 4 16,-20-17-4-16,-12-18 12 15,-9-18-9-15,-10-10 3 16,-9-9-3-16,-3-7-3 16,-2-4-32-16,6-6-91 15,16-8-163-15</inkml:trace>
  <inkml:trace contextRef="#ctx0" brushRef="#br0" timeOffset="90">3490 7736 585 0,'0'0'78'0,"0"0"-76"15,0 0-2-15,0 0-1 16,0 0 0-16,0 0-58 0,0 0-301 15</inkml:trace>
  <inkml:trace contextRef="#ctx0" brushRef="#br0" timeOffset="91">3490 7736 576 0,'-48'-45'227'0,"48"45"-195"15,2 0-30-15,19 0-2 0,19 0 20 16,6 0 40 0,12-8-27-16,5-2-1 0,-6 3-9 15,0 3-20-15,-10 3-6 16,-14 1-30-16,-11 0-67 15,-16 8-77-15,-6 1-477 16</inkml:trace>
  <inkml:trace contextRef="#ctx0" brushRef="#br0" timeOffset="92">3677 7835 813 0,'0'0'126'15,"0"0"-102"-15,0 0-21 16,0 0 38-16,0 0 32 0,90-5-50 15,-48-3-20 1,-2 1-3-16,2 4-17 0,-7 0-103 16,-2-4-127-16</inkml:trace>
  <inkml:trace contextRef="#ctx0" brushRef="#br0" timeOffset="93">4249 7527 432 0,'0'0'278'0,"0"0"-248"16,0 0-20-16,85-58 28 15,-48 40 13-15,0 4-17 16,1 1-6-16,-5 2 20 16,-3 4-22-16,-6 4-26 15,-6 0 0-15,-10 3 0 16,-3 0 0-16,3 0 0 0,-5 0-1 15,1 6 0-15,5 4-2 16,0 7 3-16,0 4 8 16,3 9-5-16,0 9 29 15,1 7 1-15,1 6 9 16,-6 5-3-16,3-1-19 16,-8 0 1-16,6-4-12 15,-6-7-6-15,3-10 3 16,3-10-5-16,0-8-1 15,-4-5-7-15,1-7-37 16,-1-5-64-16,0-11-149 16</inkml:trace>
  <inkml:trace contextRef="#ctx0" brushRef="#br0" timeOffset="94">4493 7728 1042 0,'0'0'33'16,"0"0"-27"-16,0 0-2 16,115-59 18-16,-61 44-18 15,-1 4-3-15,-4 2-2 16,-8 3-6-16,-9-3-116 16,-12-4-258-16</inkml:trace>
  <inkml:trace contextRef="#ctx0" brushRef="#br0" timeOffset="95">5029 7166 383 0,'0'0'7'0,"0"0"-7"16,0 0 32-16,0 0 1 16,0 0-13-16,0 0 0 15,-7 23-4-15,7-21 89 0,-3-1 0 16,3-1-31-16,-3 0-25 15,0 0 7-15,-3 0-11 16,-2 0-10-16,3-5-14 16,-4-5-6-16,4 0-2 15,2-6-5-15,3 0-4 16,0-5-4-16,17-3 0 16,8 3-6-16,6 1 6 15,8 4-10-15,3 8 10 16,-2 6-6-16,2 2 3 15,-5 8 3-15,-10 19 0 16,-9 14 2-16,-13 11-2 16,-5 5 7-16,-10 5-2 15,-15-1-3-15,-3-6 0 0,1-12-2 16,5-14 1-16,5-13-1 16,9-8 0-16,6-6 0 15,-1-2 2-15,3 0-1 16,0 0 7-16,8-5-8 15,14 0-13-15,11 4 1 16,5 1 12-16,6 8 5 16,0 10 10-16,0 6-13 15,3 4 9-15,-6 3-10 16,-6 2-1-16,-8-1 0 16,-10-1-50-16,-8-10-166 15</inkml:trace>
  <inkml:trace contextRef="#ctx0" brushRef="#br0" timeOffset="96">6004 6950 780 0,'0'0'28'0,"0"0"-19"15,-99-26 26-15,69 26-14 16,6 0 4-16,5 4-16 15,7 13 1-15,2 6-10 16,5 5 0-16,1 3 2 16,4 3 5-16,0 2-7 15,0 5 5-15,-3 1 12 16,-5 5 9-16,-2 1-14 16,-1 9 11-16,-1 3-7 15,7 5-4-15,5 3 18 0,0 7-17 16,14 9 16-16,16 4-6 15,0 5-16-15,-5 2 5 16,-6-2-9-16,-14-4-5 16,-5-5 4-16,0-4 4 15,0-10-2-15,-9-9-3 16,5-10 5-16,-2-9 8 16,6-9-8-16,0-3 3 15,14-2-6-15,8-5-3 16,5 0-4-16,3-5 4 15,-2-3 5-15,-6-3-5 16,-3-3 4-16,-3 0-4 16,-3-6 0-16,12 0-5 15,9-3 1-15,10 0-26 0,12 0-51 16,-1-3-47-16,-2-9-113 16</inkml:trace>
  <inkml:trace contextRef="#ctx0" brushRef="#br0" timeOffset="97">6001 7645 630 0,'0'0'71'16,"0"0"-49"-16,0 0 40 15,0 0-41-15,0 0 4 0,0 0-18 16,0 0-7-1,-11 0 2-15,11 0 0 0,0 0 10 16,0 0 15-16,0 0 12 16,0 0-1-16,0 0-2 15,0 0-4-15,0 0-2 16,0 0-6-16,2-4 9 16,16-3-12-16,6-3-11 15,11-5-7-15,9 3 0 16,3 3 7-16,2-3-2 15,6 0-3-15,-1 8 4 16,-4 0-4-16,-11 1-5 0,-11 3 0 16,-9 0-3-16,-6 0 3 15,-5 11 0-15,2 7-2 16,2 15 1-16,-1 5 1 16,-1 10 6-16,7 0 20 15,0-1-22-15,2-4 1 16,-3-4 2-16,4-6-6 15,-1-6 1-15,-9-8-1 16,-3 0-1-16,-2-5 1 16,0-3-1-16,-5 0-22 15,0-2-79-15,-19-6-62 16,-10-3-43-16</inkml:trace>
  <inkml:trace contextRef="#ctx0" brushRef="#br0" timeOffset="98">6288 7978 1004 0,'0'0'91'0,"0"0"-72"16,94-47 4-16,-31 27 32 16,2 1-34-16,1 5-12 15,-8 4-6-15,-11 7-6 16,-9-2-83-16,-6-1-96 15,-3-3-260-15</inkml:trace>
  <inkml:trace contextRef="#ctx0" brushRef="#br0" timeOffset="99">7346 7645 812 0,'0'0'74'0,"0"0"-31"16,0 0 29-16,0 0-29 15,0 0-27-15,0 0-8 16,35-24-2-16,-20 27 1 0,0 20 8 16,-3 17 26-16,-4 14 18 15,-3 4-20-15,-5 3-16 16,0-1-13-16,1-7 0 16,5-5-9-16,-2-10 4 15,0-8-5-15,0-10 1 16,-4-8-2-16,0-5 1 15,0-7-40-15,0 0-78 16,0-9-46-16,0-21-383 16</inkml:trace>
  <inkml:trace contextRef="#ctx0" brushRef="#br0" timeOffset="100">7103 7625 1051 0,'0'0'30'0,"0"0"-9"16,0 0 0-16,126-63 29 15,-42 51-24-15,14 4 2 16,-4 4-17-16,-12 4-8 16,-21 0-3-16,-13 4-6 15,-21 5-135-15,-11-2-142 16</inkml:trace>
  <inkml:trace contextRef="#ctx0" brushRef="#br0" timeOffset="101">8055 7413 901 0,'0'0'30'0,"0"0"-28"16,-73-10-2-16,52 36-1 15,5 19 1-15,2 19 22 16,9 19 13-16,5 3 8 16,8 5 13-16,17-9 3 15,10-6-31-15,4-9-17 0,-2-11-9 16,-1-11 1-16,-5-9 6 15,-1-8-18-15,-3-14-45 16,-2-8-173-16</inkml:trace>
  <inkml:trace contextRef="#ctx0" brushRef="#br0" timeOffset="102">8456 7537 656 0,'0'0'100'0,"0"0"-35"16,0 0-8-16,0 0 8 15,0 0-11-15,0 0-20 16,0-5-22-16,0 14-10 16,12 12 21-16,-3 8 10 15,4 10 6-15,-5 0-28 16,0 3-5-16,-5-4-5 16,-1-5-1-16,2-8 0 15,-1-10 2-15,-2-4 0 16,-1-5-3-16,0-6 2 15,0 0 7-15,0-7-1 16,0-16 6-16,0-13-13 16,12-6 0-16,7-6 2 0,9 3-2 15,0 10-4 1,4 11 0-16,-2 14-7 0,-8 10 9 16,0 0-6-16,-2 19 2 15,1 8 2-15,-4 9 4 16,-5 0-1-16,-3 3 3 15,-6-9-2-15,0-1 0 16,-3-5-34-16,3-6-68 16,0-10-47-16,12-4-158 15</inkml:trace>
  <inkml:trace contextRef="#ctx0" brushRef="#br0" timeOffset="103">9160 7507 973 0,'0'0'95'0,"0"0"-95"16,0 0-10-16,0 0 10 16,-46 123 15-16,13-51 40 15,-5 8-27-15,-6-2-7 16,0-2-2-16,0-6-17 15,3-8 6-15,6-8-8 16,5-11-4-16,7-9 4 0,8-9 1 16,3-8-1-16,7-5-3 15,5-6-77-15,0-6-71 16,0 0-180-16</inkml:trace>
  <inkml:trace contextRef="#ctx0" brushRef="#br0" timeOffset="104">9230 8132 511 0,'0'0'179'0,"0"0"-123"16,0 0-16-16,0 0-2 15,0 0-7-15,0 0-8 16,0 0-22-16,0 0 0 16,0 0 1-16,0 0-2 15,0 0 0-15,0 0 29 16,0 0 23-16,0 0-17 16,0 0-11-16,0 0-17 15,0 0 11-15,0 0-15 16,0 0 5-16,0 0-2 15,0 0-12-15,0 0 4 16,0 0 0-16,0 0 0 0,0 0 2 16,0 2-1-16,-4 1-2 15,2 0 3-15,-5-3 0 16,3 0 0-16,-4 0 7 16,-1 0 4-16,1-4-10 15,3-8 20-15,1 1-9 16,4-1-11-16,0 0 1 15,0 0 2-15,17 2-4 16,4 2-6-16,6 8 6 16,0 0-3-16,-3 3-4 15,-4 14 7-15,-5 9 2 16,-12 5-2-16,-3 3-2 16,0 2 2-16,-18 1 0 15,-2 0 6-15,-2 2-2 0,9-4 13 16,4-5-10-16,9-4-9 15,2-7 4-15,19-1 0 16,8-9 4-16,3-6 10 16,2-3-15-16,-9 0-1 15,-4-6-6-15,-8-10-68 16,-6-10-117-16</inkml:trace>
  <inkml:trace contextRef="#ctx0" brushRef="#br0" timeOffset="105">9424 7876 997 0,'0'0'11'0,"0"0"-11"16,73-4-3-16,-48 12 1 15,0 11 2-15,-11 2-1 16,-7 2-7-16,-7-3 7 16,0-2-28-16,-10-5-15 15,1-4 10-15,3-3 18 16,6-1 9-16,0 2 4 0,6 3 3 16,13 6 14-16,4 4 22 15,-1-1 1-15,-10 2 7 16,-6-4-10-16,-6 1-21 15,0-3 3-15,-13-5 2 16,-7-2 22-16,4-7-2 16,-4-1-7-16,1 0-22 15,6 0-9-15,-1 0-46 16,4-11-89-16,1-4-270 16</inkml:trace>
  <inkml:trace contextRef="#ctx0" brushRef="#br0" timeOffset="106">9465 7218 848 0,'0'0'120'0,"0"0"-115"16,0 0 14-16,0 0-7 0,114-11-11 16,-37 41-1-16,9 16 0 15,9 15 15-15,-8 19 24 16,-10 15 5-16,-23 13 13 15,-28 9-44-15,-26 2-8 16,-16-3-3-16,-21-9-1 16,-10-5 0-16,-3-14-2 15,4-12-2-15,4-14-17 16,10-17-19-16,9-16 15 16,6-6-23-16,9-11-74 15,8-12-197-15</inkml:trace>
  <inkml:trace contextRef="#ctx0" brushRef="#br0" timeOffset="107">10455 7985 1028 0,'0'0'43'15,"0"0"-40"-15,127-6 1 16,-61 6 64-16,3 0-22 16,-5 3-33-16,-9 0-8 15,-16 0-4-15,-16-1-1 16,-6-2-2-16,-12 0-1 16,-5-12-117-16,0-10-264 15</inkml:trace>
  <inkml:trace contextRef="#ctx0" brushRef="#br0" timeOffset="108">10666 7800 854 0,'0'0'51'16,"13"68"-41"-16,1-18 80 15,-3 2-12-15,5 5-21 16,2 0-7-16,-2-1-30 15,-2-7-9-15,4-5-11 16,-2-12 1-16,2-6-1 16,-8-6 4-16,-1-7-4 15,-9-3-61-15,0-5-106 16,0-5-93-16</inkml:trace>
  <inkml:trace contextRef="#ctx0" brushRef="#br0" timeOffset="109">11897 7741 625 0,'0'0'48'15,"0"0"-44"-15,0 0 37 16,0 0 42-16,0 0-45 16,0 0-18-16,-76-39-16 0,59 39 15 15,-4 0 10-15,-6 5 5 16,-2 10 3-16,-2 4-11 15,4 4 7-15,3 8-21 16,10 1-1-16,9 4-1 16,5 3 3-16,19-1-11 15,19 0 11-15,15-7 20 16,6-4-20-16,6-10-13 16,-6-2-2-16,-7-8-41 15,-9-5-50-15,-11-2-139 16</inkml:trace>
  <inkml:trace contextRef="#ctx0" brushRef="#br0" timeOffset="110">12871 7718 830 0,'0'0'62'0,"0"0"-55"16,0 0 0-16,0 0 55 15,0 0-21-15,0 0-40 16,0 0-1-16,-7 1-2 16,7 14 2-16,0 3 1 0,0 2 9 15,0 3-3-15,0 4 11 16,0 1-5-16,0 2 20 15,0 0-26-15,0-9 2 16,3-4-9-16,1-5-3 16,-2-6 3-16,-1-2 0 15,-1-1 1-15,0-3 10 16,0 0 6-16,0-3 27 16,0-12-1-16,0-10-43 15,0-4 3-15,0-7-6 16,5 3 3-16,9 1-10 15,11 9-14-15,4 8 5 0,-1 9 14 16,6 6-1 0,-3 11 5-16,-7 13-4 15,-3 9 1-15,-5 2 4 0,-6 0 4 16,-4 1-1-16,-3-4 2 16,-3-6-1-16,0-5-4 15,0-9 0-15,0-3-1 16,0-5-16-16,-9-4-78 15,2 0-113-15</inkml:trace>
  <inkml:trace contextRef="#ctx0" brushRef="#br0" timeOffset="111">13511 7716 871 0,'0'0'116'15,"0"0"-111"-15,0 0 4 16,0 0 36-16,0 0-7 16,25 80 16-16,-54-31-4 15,-21 7-24-15,-15 0 6 16,-11 5-12-16,-6-4-9 15,6-4 1-15,3-2-12 16,14-4-1-16,8-6 1 0,10-5 0 16,10-5 0-1,1-4 6-15,6-6-6 0,4-3-10 16,4-7-47-16,11-3-83 16,5-8-186-16</inkml:trace>
  <inkml:trace contextRef="#ctx0" brushRef="#br0" timeOffset="112">13260 8459 200 0,'0'0'234'16,"0"0"-154"-16,0 0 56 16,0 0-19-16,0 0-36 15,0 0-12-15,0 0-25 16,0 0-11-16,0 0 1 15,0 3-22-15,0-3 4 0,0 0-11 16,0 0-5-16,0 0-2 16,0 0 2-16,0 0 0 15,0 0 1-15,0 0 7 16,0 0-2-16,0 0-5 16,0 0 3-16,3 0-4 15,4 3-1-15,4 2 1 16,-3-1 1-16,-4 2 2 15,1-1-3-15,-3 2 0 16,-2-1-2-16,0-1 2 16,0-1 0-16,0-1 1 15,0-2 6-15,-6-1-5 0,1 0 24 16,-3 0-14 0,2 0 2-16,1-4 6 0,5-5 6 15,0-1 2-15,5 2-27 16,13 2 4-16,8 0-7 15,3 6 8-15,1 0-12 16,-1 0 7-16,-7 15-2 16,-3 3 0-16,-7 4-1 15,-9 5 0-15,-3 4 2 16,-6-1 0-16,-15 3 0 16,-4-4 4-16,3 2-2 15,5-5 6-15,11-6-6 16,6 0 3-16,0-3-5 15,23-2 5-15,12-4 4 16,4-4-4-16,-1-4 1 0,-3-3-5 16,-13 0-1-1,-4 0-15-15,-6 0-23 0,-6-10-103 16,0-5-97-16</inkml:trace>
  <inkml:trace contextRef="#ctx0" brushRef="#br0" timeOffset="113">13665 8251 627 0,'0'0'97'0,"0"0"-63"15,0 0 21-15,0 0-18 16,0 0-16-16,0 0-15 16,0 0 7-16,0 0-4 0,0 0 3 15,0 0 13-15,0 0 33 16,0 0-13-16,0 0 1 15,0 0-12-15,0 0-7 16,0 0-25-16,0-4 8 16,0 4-8-16,3-3-2 15,7 3-2-15,3 0 2 16,-2 0-9-16,-1 0 9 16,-2 0 1-16,-5 3-1 15,-3 6-3-15,0 5-1 16,-13 2-4-16,-10 4 8 15,1-2 0-15,3 3 0 16,11-1 4-16,8 2-6 0,0 0 2 16,20-4 0-16,9-5 13 15,4-6 11-15,0-2-8 16,-4-5-10-16,-8 0 4 16,-5 0-10-16,-2-12-99 15,-4-6-198-15</inkml:trace>
  <inkml:trace contextRef="#ctx0" brushRef="#br0" timeOffset="114">12631 7588 680 0,'0'0'114'0,"0"0"-105"15,0 0 4-15,0 0 36 16,0 0-23-16,0 0 12 16,0-18-15-16,0 18-5 15,0 0-13-15,0 0-3 16,0 0 15-16,-16 3-15 15,-12 19 7-15,-10 14-7 16,-6 17 9-16,3 19-11 16,7 13 24-16,9 12-19 15,14 12 4-15,11 11 9 0,19 7-12 16,22-2 16 0,12-8 23-16,15-14-45 0,3-18 6 15,0-14-13-15,-6-16-26 16,-7-16-41-16,-8-12-155 15</inkml:trace>
  <inkml:trace contextRef="#ctx0" brushRef="#br0" timeOffset="115">13355 7302 884 0,'0'0'2'16,"0"0"17"-16,0 0-19 0,74-32 3 16,-28 62-1-1,17 23 15-15,14 25 15 0,13 29 19 16,1 18-26-16,-7 17-10 15,-12 6 15-15,-24-4 9 16,-20-3-14-16,-19-15-12 16,-9-20-2-16,-6-16-11 15,-20-19 2-15,2-11-2 16,0-12 6-16,1-13-6 16,3-7-7-16,1-7-41 15,0-9-91-15,7-12-176 16</inkml:trace>
  <inkml:trace contextRef="#ctx0" brushRef="#br0" timeOffset="116">14005 7313 483 0,'0'0'92'16,"0"0"-92"-16,0 0 1 16,0 0 80-16,0 0 12 15,0 0-58-15,-5 0-18 16,5 0 7-16,0 0-5 15,0 0 16-15,0 0 0 16,0 0-14-16,0 0-21 16,0 0 1-16,0 0-2 15,0 0 2-15,0 0-1 16,-1 0 2-16,-5 0 4 0,0 0-3 16,-6 0 3-1,3 0-6-15,-3-2 3 0,4-7 6 16,-3 0 10-16,6-1-10 15,2 2 11-15,3 0 7 16,0 1-10-16,13 2-16 16,4-2-2-16,4 7-5 15,1 0 4-15,-4 8 0 16,-2 19 0-16,-11 6-9 16,-5 9 8-16,-5 5 3 15,-21-1 0-15,-1 2 0 16,7-9 13-16,8-7-13 15,12-5-7-15,0-3 7 0,24-2 2 16,12-4 4 0,10-3-6-16,-4-7 2 0,-2-5 4 15,-8-3-6-15,-6 0-39 16,-6 0-137-16</inkml:trace>
  <inkml:trace contextRef="#ctx0" brushRef="#br0" timeOffset="117">14127 7011 796 0,'0'0'31'16,"0"0"-22"-1,73 0-8-15,-34 0 0 0,5 0 23 16,-3 0-11-16,-3 0 21 15,-10 0-21-15,-6 0-4 16,-13 1 6-16,-5-1 7 16,-4 0 4-16,0 0-14 15,0 0 1-15,0 1-10 16,0 9-1-16,0 13-2 16,0 13 0-16,7 17 1 15,-2 20 11-15,5 15-5 16,5 12 1-16,-1 16-6 15,5 10 8-15,-4 3-7 16,-2 6 4-16,-4-1 1 0,-9-3-3 16,0-9-4-16,-10-11 1 15,-14-14-2-15,-7-16 3 16,1-9-3-16,1-7 3 16,7-6-3-16,4-8-2 15,2-8-4-15,-1-11 5 16,3-8-10-16,-4-10-12 15,-8-8 8-15,-3-6-2 16,-3 0-33-16,5-2-24 16,9-14-11-16,13-5-267 15</inkml:trace>
  <inkml:trace contextRef="#ctx0" brushRef="#br0" timeOffset="118">15048 7966 674 0,'0'0'101'0,"0"0"-66"16,0 0-28-16,0 0 36 16,0 0 14-16,0 0-18 15,79 22-3-15,-29-16-4 0,5 1-19 16,-3-2 8 0,-5-2-3-16,-2 0-6 0,-10-3-9 15,-9 0-3-15,-7 0-4 16,-11 0-22-16,-8-16-106 15,0-2-181-15</inkml:trace>
  <inkml:trace contextRef="#ctx0" brushRef="#br0" timeOffset="119">15284 7800 797 0,'0'0'5'16,"-10"68"14"-16,2-14 60 15,4 6 3-15,0 2-26 16,4 6-35-16,0-4 4 0,0-2-24 16,0-2 2-16,0-10-3 15,0-7-1-15,0-12 0 16,0-6-7-16,-13-13-45 16,0-6-135-16,-2-6-623 15</inkml:trace>
  <inkml:trace contextRef="#ctx0" brushRef="#br0" timeOffset="120">15932 7661 866 0,'0'0'0'0,"0"0"0"16,0 0 3-1,-66 102 53-15,66-60 6 0,3 3-11 16,21-3-20-16,6-3 6 15,1-6-10-15,3-3-12 16,-3-6-13-16,0-6-2 16,-2-1-44-16,-2-9-54 15,1-7-76-15,-1-1-511 16</inkml:trace>
  <inkml:trace contextRef="#ctx0" brushRef="#br0" timeOffset="121">16461 7746 1100 0,'0'0'45'16,"0"0"-45"-16,0 0-1 16,0 102 1-16,2-58 7 15,4-1-4-15,4-2-3 16,2-5 3-16,-2-10-3 15,-5-11 0-15,-2-6-2 16,-3-3 1-16,0-6 1 16,0 0 1-16,-8-15 8 15,-6-11-3-15,1-7-5 0,10-4-1 16,3 1-2 0,19 2 2-16,22 10 9 0,4 9 5 15,3 12-12-15,-3 3 1 16,-8 5 5-16,-4 10-5 15,-5 7 17-15,-5 1-5 16,-5 0-2-16,-2 1-8 16,-4 1-10-16,-3-1 10 15,-1-3-11-15,-2-1 3 16,-3-5-64-16,-3-3-121 16,0-11-138-16</inkml:trace>
  <inkml:trace contextRef="#ctx0" brushRef="#br0" timeOffset="122">16884 7547 1068 0,'0'0'53'0,"0"0"-53"15,101-5 1-15,-54 23 16 16,-3 8 17-16,-9 9-5 16,-15 5-22-16,-17 1-7 15,-3-2 0-15,0-4 4 16,-8-6-4-16,7-4-1 16,1-5-1-16,8-2 2 0,15-3 2 15,5-6 0-15,2-3-2 16,-2-6-3-16,0 0-63 15,-1-8-84-15,1-8-239 16</inkml:trace>
  <inkml:trace contextRef="#ctx0" brushRef="#br0" timeOffset="123">17777 7475 956 0,'0'0'24'0,"0"0"10"15,0 0-6-15,0 0 5 16,-96-44-18-16,49 54-6 16,-11 28-1-16,-4 21 15 15,-1 18 16-15,4 16-8 16,11 8 1-16,11 3-8 15,18 1-14-15,15-10-2 16,4-6-7-16,25-9 9 16,10-14-9-16,4-13-1 15,2-14-18-15,-1-11-20 0,-1-16-130 16,-3-12-248 0</inkml:trace>
  <inkml:trace contextRef="#ctx0" brushRef="#br0" timeOffset="124">17893 7722 806 0,'0'0'3'0,"0"0"-3"15,-23 117 98-15,14-58-7 0,7 0-39 16,2 2-9-16,0-2 3 16,0-4-34-16,0-14-3 15,2-9-8-15,1-12-1 16,-3-4-35-16,0-10-122 16,0-6-201-16</inkml:trace>
  <inkml:trace contextRef="#ctx0" brushRef="#br0" timeOffset="125">18175 8030 941 0,'0'0'48'0,"122"3"-46"16,-59 0-1-16,-8-1 11 15,-12 0 12-15,-14-2-13 16,-16 0-11-16,-8 0-58 16,-5-13-201-16</inkml:trace>
  <inkml:trace contextRef="#ctx0" brushRef="#br0" timeOffset="126">18515 7809 788 0,'0'0'0'0,"0"0"-420"15</inkml:trace>
  <inkml:trace contextRef="#ctx0" brushRef="#br0" timeOffset="127">18286 7847 833 0,'0'0'30'16,"0"0"-7"-16,0 0 0 16,0 0-8-16,0 0-9 15,0 0 0-15,2 106 86 16,-12-45-22-16,3 2-19 16,0-1-23-16,5-8-14 15,2-4-6-15,0-11-5 16,0-6 6-16,0-9-9 15,-4-9 2-15,-3-3-4 16,-4-6-74-16,4-6-129 16,7-15-343-16</inkml:trace>
  <inkml:trace contextRef="#ctx0" brushRef="#br0" timeOffset="128">18793 7744 1056 0,'0'0'1'0,"0"0"-1"16,76-30 0-16,-40 26 1 0,4 1-1 15,3 3 0 1,-4 3 0-16,1 15 0 0,-9 13 6 16,-7 10-4-16,-10 13 8 15,-6 3 23-15,-8 2 3 16,0-4-4-16,-9-3-21 16,-1-9-9-16,1-9 3 15,-5-9-2-15,-2-8-3 16,-8-11-52-16,-13-6-122 15,-5-3-184-15</inkml:trace>
  <inkml:trace contextRef="#ctx0" brushRef="#br0" timeOffset="129">18829 8044 1018 0,'0'0'37'0,"0"0"-34"16,116-14 11-16,-68 5 30 15,1 0-28-15,-5-2-16 16,-1-5-43-16,-5-5-207 16</inkml:trace>
  <inkml:trace contextRef="#ctx0" brushRef="#br0" timeOffset="130">19573 7800 953 0,'0'0'57'0,"0"0"-54"16,-47 87 8-16,12-34 102 15,-6 10-44-15,-10 2-34 16,-5 4 1-16,-2-4-21 16,-1-2-1-16,0-6-4 15,5-10-10-15,7-5 1 16,6-9-1-16,13-10-5 15,11-5-57-15,10-6-105 16,7-11-239-16</inkml:trace>
  <inkml:trace contextRef="#ctx0" brushRef="#br0" timeOffset="131">19459 8256 804 0,'0'0'6'0,"19"72"5"16,-9-24 96-16,-4-2-21 15,-4 0 3-15,-2-7-11 16,0-6-49-16,-13-7-19 16,-6-11-1-16,0-2-9 15,-5-12 4-15,-4-1 9 16,2 0-13-16,6-9 0 0,11 1 4 15,7-2 1 1,2 2-5-16,11-1 0 0,16 0-2 16,5 0 1-16,6 3 1 15,-2 0-2-15,-1-1 2 16,1 0-4-16,-3-2 4 16,-2-1 0-16,-6-4 1 15,-3-5-1-15,-4 1 0 16,-4 10-1-16,-7 6 0 15,-1 2 0-15,-4 10-9 16,2 18 1-16,-2 8 5 16,-1-1 4-16,-1 4 17 15,0-9-5-15,0-4 1 0,0-4-7 16,0-8-5 0,0-2 0-16,2-9-1 0,-2-3-3 15,0 0-79-15,0-6-161 16</inkml:trace>
  <inkml:trace contextRef="#ctx0" brushRef="#br0" timeOffset="132">19866 7313 734 0,'0'0'52'16,"129"-2"-28"-16,-56 7 25 16,9 20 34-16,5 14-12 15,2 14-25-15,-5 19-17 16,-4 20 27-16,-16 21-6 15,-18 12-13-15,-31 16-5 16,-19-1-4-16,-41-3-16 16,-18-11 13-16,-8-17-6 15,-2-11-19-15,4-17 9 16,2-15-9-16,6-12 1 0,6-13 0 16,1-6-1-16,-4-9-23 15,-7-12-65-15,-4-14-222 16</inkml:trace>
  <inkml:trace contextRef="#ctx0" brushRef="#br0" timeOffset="133">3858 9499 758 0,'0'0'75'16,"0"0"-46"-16,0 0-28 15,0 0 4-15,115-27-1 16,-50 16 16-16,9-2 1 16,-3 0 5-16,-8 9-8 15,-19 0-17-15,-19 2-1 16,-11 2 0-16,-14 0-36 15,-7 8-90-15,-20 7-78 0</inkml:trace>
  <inkml:trace contextRef="#ctx0" brushRef="#br0" timeOffset="134">3997 9660 771 0,'0'0'255'16,"0"0"-227"-16,0 0-26 15,0 0-2-15,0 0 0 16,88-13 0-16,-63 13 0 16,0 0-54-16,-7 0-121 15,4 0-320-15</inkml:trace>
  <inkml:trace contextRef="#ctx0" brushRef="#br0" timeOffset="135">4638 9372 722 0,'0'0'59'0,"0"0"-45"16,93-37-13-16,-69 31 12 15,-6 3-10-15,0 3-3 16,-1 0 2-16,2 0-2 15,-4 0 0-15,5 0 0 16,-6 0 10-16,0 0-9 16,-6 0 1-16,-3 0-2 15,-2 0 1-15,0 0-1 16,-1 0-1-16,-2 0 1 0,0 0 1 16,3 0 7-16,0 0-16 15,5 0 9-15,0 0-1 16,-2 0 2-16,2 0 2 15,-3 0 1-15,-5 0 6 16,0 0-2-16,0 0 41 16,0 0 2-16,0 0 4 15,0 0-27-15,0 0 8 16,0 0-26-16,0 0-11 16,0 0 2-16,0 0-2 15,0 3 0-15,0 12-8 16,0 13 8-16,0 12 26 15,-5 5 2-15,-2 4 15 0,6-6-25 16,1 2-18-16,0-3 13 16,0-1-9-16,0-1 4 15,5-5-8-15,0-5 0 16,2-9 0-16,-3-6 0 16,0-3-9-16,-4-6 8 15,0-1-64-15,0-5-120 16,-12-2-125-16</inkml:trace>
  <inkml:trace contextRef="#ctx0" brushRef="#br0" timeOffset="136">4717 9690 625 0,'0'0'460'0,"0"0"-450"16,101-15-7-16,-45 5 3 15,-1 2 17-15,-7 2-18 16,-3 2-5-16,-8-1-122 16,-9-8-206-16</inkml:trace>
  <inkml:trace contextRef="#ctx0" brushRef="#br0" timeOffset="137">5104 9147 821 0,'0'0'19'0,"0"0"-19"16,74-50 3-16,-36 40 10 15,-4 5 14-15,-3 5-10 16,-12 0-17-16,-11 15 1 16,-4 6-1-16,-4 4-1 15,-6 0 1-15,-10-2 0 0,-1-4-2 16,6-8 0 0,6-4 2-16,5-5-2 0,5-1 1 15,25 0 1-15,11 0 5 16,6 2 18-16,-6 4 12 15,-6-1 22-15,-15 4-15 16,-11 0-28-16,-9 5 7 16,-9 2 12-16,-22 2 21 15,-14 3-41-15,-6-10-11 16,10-7-4-16,6-5-13 16,10 0-26-16,7-12-56 15,9-9-215-15</inkml:trace>
  <inkml:trace contextRef="#ctx0" brushRef="#br0" timeOffset="138">6042 9403 822 0,'0'0'6'0,"0"65"12"16,0-22 37-16,0 1 6 16,3-7-48-16,6-2 6 15,-1-2-5-15,2-6-10 16,-1-3-4-16,-4-7 0 0,-2-7 0 16,-3-5-39-16,0-5-48 15,0 0-93-15</inkml:trace>
  <inkml:trace contextRef="#ctx0" brushRef="#br0" timeOffset="139">5615 9385 1081 0,'0'0'16'0,"85"-51"-16"15,-16 28 3-15,9 5-1 16,2 3 49-16,-8 6-18 16,-17 7-31-16,-12 2-4 15,-2 0-8-15,-5 0-36 16,-6 0-40-16,-6 0-102 16,1 2-261-16</inkml:trace>
  <inkml:trace contextRef="#ctx0" brushRef="#br0" timeOffset="140">6669 9162 842 0,'0'0'0'16,"0"0"6"-16,0 0-6 15,-77 0 14-15,67 26 21 16,-6 16-12-16,5 9 8 16,2 6 5-16,3 3 2 15,1 3-18-15,5-4 6 0,0-5-18 16,0-8-7-1,5-6-1-15,12-10 0 0,10-8-10 16,6-9-12-16,8-3 3 16,0-8-80-16,-2-1-227 15</inkml:trace>
  <inkml:trace contextRef="#ctx0" brushRef="#br0" timeOffset="141">7000 9276 864 0,'0'0'95'0,"0"0"-95"15,0 0 0-15,12 89 3 0,3-51 12 16,2-1-9-16,0-5-2 16,-1-8 2-16,-8-9-5 15,-2-6-1-15,-6-9 0 16,0 0 0-16,0-4 20 16,-6-19 42-16,-2-12-52 15,0-8-5-15,3-7 2 16,5 4 0-16,10 5-5 15,10 12 13-15,7 12-10 16,1 10-9-16,2 7 7 16,2 3-6-16,1 12 1 15,-5 11 2-15,-4 3 6 16,-7 2-2-16,-1 4-2 0,-7-5-2 16,-7-7 0-16,-2 0-2 15,0-9-18-15,0-7-65 16,0-7-108-16</inkml:trace>
  <inkml:trace contextRef="#ctx0" brushRef="#br0" timeOffset="142">7636 9121 208 0,'0'0'983'15,"0"0"-947"-15,0 0-33 0,-38 107-1 16,9-48 35-16,-3 13-21 16,0 4-8-16,-2 3 0 15,2-5-8-15,4-8 0 16,-2-6-3-16,3-7 3 16,2-5-12-16,0-11-38 15,-1-9-60-15,6-7-44 16,3-9-86-16</inkml:trace>
  <inkml:trace contextRef="#ctx0" brushRef="#br0" timeOffset="143">7669 9749 1099 0,'0'0'147'0,"0"0"-141"16,90-30 11-16,-49 28 42 15,-2 2-31-15,-12 4-25 16,-11 15-3-16,-10 11 0 16,-6 3-1-16,0 3 0 15,-6-4-6-15,-2-2 5 16,5-3-2-16,3-7-4 0,5-4 7 15,16-6 1-15,8-4 7 16,4-6-2-16,-4 0-4 16,-4 0-1-16,0-8-45 15,-8-7-59-15,-2-8-211 16</inkml:trace>
  <inkml:trace contextRef="#ctx0" brushRef="#br0" timeOffset="144">8038 9506 1161 0,'0'0'7'16,"0"0"-7"-16,0 0-1 0,0 0 1 15,99-49 14-15,-72 53-14 16,-10 16 0-16,-8 7-1 15,-5-1-2-15,-4 1-6 16,0-3-15-16,-13-6-18 16,4-7 11-16,7-5 28 15,2-3-5-15,8-3 5 16,19 2 3-16,3-2 2 16,0 0 3-16,-5 4 24 15,-11 1 22-15,-8-1-5 16,-6 5-36-16,0 1-2 15,-11 2 22-15,-15 3-9 0,-1-5-10 16,-2 0-6-16,2-2-5 16,7-1-16-16,3-6-103 15,4-1-261-15</inkml:trace>
  <inkml:trace contextRef="#ctx0" brushRef="#br0" timeOffset="145">8308 9011 1041 0,'0'0'10'16,"146"27"5"-16,-46 19 70 15,11 13-3-15,-13 12-20 16,-18 11-3-16,-23 4-33 16,-28 0-13-16,-23-5-12 15,-6-3 0-15,-29-6 3 16,-13-6-4-16,-9-8-24 16,1-4-32-16,4-9-15 15,5-6-62-15,6-11-137 16</inkml:trace>
  <inkml:trace contextRef="#ctx0" brushRef="#br0" timeOffset="146">9136 9687 515 0,'0'0'299'0,"0"0"-284"15,0 0-5-15,0 0 3 16,0 0 27-16,0 0-1 15,66 8 9-15,-28-4 18 16,9-1 2-16,1-3-4 16,2 0-6-16,-6 0-24 15,-8 0-24-15,-9 0-9 0,-7 0-1 16,-2 0-5 0,-5 0-41-16,-4 0-99 0,-2 0-61 15,-2-3-80-15</inkml:trace>
  <inkml:trace contextRef="#ctx0" brushRef="#br0" timeOffset="147">9432 9461 1112 0,'0'0'83'0,"0"0"-83"15,0 0-3-15,35 103 3 0,-13-40 15 16,-3 5-7-16,0 4-8 16,-3-9 0-16,-2-7-1 15,-3-10 1-15,-3-11 0 16,-2-5-17-16,-3-10-77 16,0-11-57-16,-3-9-13 15,3 0-358-15</inkml:trace>
  <inkml:trace contextRef="#ctx0" brushRef="#br0" timeOffset="148">10262 9492 731 0,'0'0'32'0,"0"0"-11"15,-87-7 41-15,66 28-3 16,4 7-34-16,10 12 2 0,7 3 23 15,3 0-12-15,27 4-8 16,5-5-3-16,8-1-2 16,2-10-7-16,-7-7-18 15,-7-6-11-15,-7-7-44 16,-6-5-76-16,-3-6-68 16</inkml:trace>
  <inkml:trace contextRef="#ctx0" brushRef="#br0" timeOffset="149">9284 9693 746 0,'0'0'78'15,"0"0"-78"-15,0 0 1 16,0 0 3-16,70 35 0 16,-12-33-4-16,12-2 5 15,3 0-4-15,-5 0 2 0,-12 0 3 16,-16 0-6-16,-17 0-73 16,-10 0-446-16</inkml:trace>
  <inkml:trace contextRef="#ctx0" brushRef="#br0" timeOffset="150">10699 9647 469 0,'0'0'355'0,"0"0"-332"15,0 0-20-15,0 0 75 16,0 0-33-16,0 0-13 16,47 90-6-16,-44-60-14 15,-1 3-3-15,1-7-8 16,0 2-1-16,3-11 0 16,-3-2-1-16,-2-10 2 15,-1 0-1-15,0-5 5 16,0 0 28-16,0-2 80 15,0-14-48-15,-8-11-41 0,3-7-13 16,2-6-2-16,3-7-6 16,0-3-3-16,3 6 0 15,15 9 0-15,8 8-1 16,4 11-4-16,-2 13 4 16,3 3-4-16,0 12-5 15,-6 18 3-15,-5 7 5 16,-6 6 0-16,-4 5 2 15,-8 1 1-15,-2-6-1 16,0-8-1-16,0-7 1 16,-9-4-1-16,2-12-34 15,2-6-82-15,0-6-135 0,4-6-617 16</inkml:trace>
  <inkml:trace contextRef="#ctx0" brushRef="#br0" timeOffset="151">10965 9377 957 0,'0'0'32'0,"0"0"-17"16,0 0 27-16,0 0-21 0,55-69-9 15,-19 69-8-15,3 0 7 16,-2 6 6-16,-7 12 10 16,-9 9 17-16,-10 3-34 15,-11 6-8-15,0 2-2 16,-11 2 1-16,-1-6 12 16,5-7-11-16,7-3 0 15,3-9-4-15,15 1 4 16,9-6 10-16,2-3-7 15,-3-5 7-15,-2-2-12 16,-8 0-2-16,-2-2-75 16,-4-7-168-16</inkml:trace>
  <inkml:trace contextRef="#ctx0" brushRef="#br0" timeOffset="152">11821 9259 795 0,'0'0'25'16,"0"0"-6"-16,-79-45 25 0,55 44 5 16,2 1-3-16,0 20-43 15,2 23 19-15,0 23 60 16,3 9-3-16,-4 11-48 16,3 5 0-16,-2 2-2 15,7 3-16-15,8-1-6 16,5-6 5-16,5-6-11 15,22-10-2-15,2-9 8 16,10-10-5-16,2-12-2 16,5-10-2-16,5-8-1 15,1-6-4-15,-6-12-55 0,-5-6-287 16</inkml:trace>
  <inkml:trace contextRef="#ctx0" brushRef="#br0" timeOffset="153">12210 9508 837 0,'0'0'173'0,"0"0"-95"16,0 0-11-16,0 0-5 0,0 0-48 15,0 0-14-15,0 0-2 16,-5 89 2-16,-1-26 24 16,1 6-10-16,0 2-6 15,0-6 15-15,2-5-9 16,1-5-11-16,1-15 7 16,-1-6-9-16,2-7-1 15,-1-14 1-15,-1-4-3 16,1-4-4-16,-3-5-60 15,0 0-97-15,2-22-172 16</inkml:trace>
  <inkml:trace contextRef="#ctx0" brushRef="#br0" timeOffset="154">12402 9785 879 0,'0'0'145'16,"88"6"-117"-16,-17-3-12 15,9-3 61-15,-3 2-5 16,-10-2-45-16,-16 4-24 16,-16 1-3-16,-13-2-8 15,-4-2-60-15,-11-1-64 0,-6 0-121 16,-1-1-423-1</inkml:trace>
  <inkml:trace contextRef="#ctx0" brushRef="#br0" timeOffset="155">12703 9675 836 0,'0'0'110'15,"0"0"-109"-15,-11 83 24 16,4-32 65-16,5 1-5 15,2 1-60-15,0 0-10 16,0-6 4-16,5-6-19 16,5-6 4-16,-3-10-4 15,-2-9-1-15,1-5-23 16,-4-10-73-16,1-1-117 0,-3-13-390 16</inkml:trace>
  <inkml:trace contextRef="#ctx0" brushRef="#br0" timeOffset="156">13120 9495 825 0,'0'0'36'16,"0"0"-1"-16,0 0-31 15,79-14-3-15,-35 11-1 16,2 3 5-16,1 0 27 15,-6 0 5-15,-7 7 6 16,-9 4-5-16,-5 7-19 16,-9 6-19-16,-4 12 31 15,-2 4 20-15,-5 8-17 0,0 4-13 16,0 1 0 0,0-9-15-16,0-4 2 0,0-8-8 15,0-9-1-15,0-4 1 16,0-4 0-16,0-6-17 15,0-1-52-15,0-4-73 16,0-4-123-16</inkml:trace>
  <inkml:trace contextRef="#ctx0" brushRef="#br0" timeOffset="157">13293 9728 950 0,'0'0'54'16,"90"-17"-44"-16,-37 10-10 16,-3 5 2-16,-7-5-2 15,-7 6-2-15,-5-3-42 16,-3-9-192-16</inkml:trace>
  <inkml:trace contextRef="#ctx0" brushRef="#br0" timeOffset="158">14100 9592 1027 0,'0'0'71'0,"0"0"-70"16,0 0 7-16,-110 68 1 15,59-14 7-15,0 9 22 16,0 5-18-16,-1 3-6 15,5-5-6-15,4-3 0 16,1-10-8-16,4-5-8 16,8-13 8-16,9-5-1 15,9-9-28-15,9-9-81 16,3-8-100-16,9-4-343 16</inkml:trace>
  <inkml:trace contextRef="#ctx0" brushRef="#br0" timeOffset="159">13939 9994 851 0,'0'0'17'0,"0"0"-12"16,0 71 74-16,0-30 15 15,0-1-4-15,0 5-48 16,-5-7-9-16,-2 4-22 15,-3-6-11-15,-8-4 0 16,-6-8 6-16,-3-1-13 16,2-11-1-16,0-5-17 15,9-4 9-15,5-3 15 16,7-3-1-16,4-8 4 16,4-3 13-16,23 6 12 0,7-4-24 15,4 2-5-15,0 2 2 16,-7 0-5-16,-3 2 5 15,-2-3 0-15,-3 0 2 16,-2-4-2-16,-2 5 0 16,-6 1 0-16,-7 1 3 15,-2 6-3-15,3 0 0 16,2 7-6-16,4 13 2 16,0 11-2-16,-4 3 6 15,-2 1 1-15,-2-6 4 16,-2-5 0-16,-3-3-2 15,0-8-1-15,0-3-2 16,0-2 0-16,-4-7-27 16,0-1-120-16,4-6-286 0</inkml:trace>
  <inkml:trace contextRef="#ctx0" brushRef="#br0" timeOffset="160">14485 10032 1196 0,'0'0'24'0,"0"0"-11"0,120-6-12 16,-61 6 12-1,-2 0 33-15,3 0-18 0,-1 0-19 16,-5 0-9-16,-6 0-3 15,-10-6 1-15,-9-6-23 16,-11-8-67-16,-12-14-197 16,-6-6-536-16</inkml:trace>
  <inkml:trace contextRef="#ctx0" brushRef="#br0" timeOffset="161">14825 9735 967 0,'0'0'26'0,"0"65"-13"15,0-17 152-15,0 1-83 16,0 0-34-16,3-1-7 16,0-4-12-16,-3 1-27 15,2-5 3-15,-2-5-4 16,0-6-1-16,3-5 0 16,-3-6-10-16,0-3-47 15,-8-9-121-15,-7-6-123 16</inkml:trace>
  <inkml:trace contextRef="#ctx0" brushRef="#br0" timeOffset="162">15434 9582 277 0,'0'0'460'16,"0"0"-409"-16,0 0-28 16,0 0 47-16,0 0 15 15,0 0-5-15,0 0-31 16,-3 0 25-16,3 0-32 15,0 0-2-15,0 0-6 16,0 0-19-16,24 0-1 0,15 0-11 16,18 0-3-1,8 0 0-15,-3 0-4 0,-6 10 9 16,-15 1-7-16,-13 6 2 16,-6 4-5-16,-8 7-4 15,-3 7 4-15,-1 9-3 16,-4-1 8-16,-6 5 0 15,2-4 0-15,-2-2 0 16,0-6 0-16,0-8-1 16,0-5 1-16,-5-3-14 15,-14-5-80-15,-5-8-68 16,-4-7-123-16</inkml:trace>
  <inkml:trace contextRef="#ctx0" brushRef="#br0" timeOffset="163">15644 9803 1043 0,'0'0'42'0,"99"-20"-39"16,-49 11 7-16,-4 2 28 16,-3-2-38-16,-4 3-1 15,1 2-151-15,2-9-307 16</inkml:trace>
  <inkml:trace contextRef="#ctx0" brushRef="#br0" timeOffset="164">16361 9657 847 0,'0'0'139'0,"0"0"-119"16,-89 75-18-16,43-25 86 15,-6 4 12-15,-2 8-61 16,-2 4-6-16,0-1-24 15,2-4-5-15,6-5-4 16,8-9 0-16,1-8-6 16,4-6 3-16,9-6-10 15,12-12-113-15,11-7-205 16</inkml:trace>
  <inkml:trace contextRef="#ctx0" brushRef="#br0" timeOffset="165">16210 10094 1037 0,'0'0'54'0,"0"0"-20"16,0 0-29-16,80 97 59 15,-65-53-29-15,-8 3-24 16,-7-1-4-16,0 3 0 15,-8-6-7-15,-8-7 3 16,-2-9-3-16,1-10-1 16,1-8-1-16,-1-6 2 15,3-3-4-15,5 0 4 0,3-9-3 16,6-4 3-16,0-3-5 16,15-7 3-16,16-5 1 15,11 1-3-15,2-4 4 16,-3 3 4-16,-10 3 7 15,-7 5-3-15,-6 2 0 16,-9 9-7-16,-4 5 2 16,1 4 5-16,6 4-8 15,6 20-4-15,-1 2 4 16,0 9 0-16,-4 1 0 0,-1-6 0 16,-4 0 5-16,-3-8-5 15,-3-7-2-15,-2-4-1 16,0-5-36-16,-3-6-93 15,-7 0-105-15,-4-3-438 16</inkml:trace>
  <inkml:trace contextRef="#ctx0" brushRef="#br0" timeOffset="166">15534 9021 828 0,'-81'-25'0'0,"5"23"0"15,8 15 46-15,6 47 13 16,16 35-10-16,10 39 13 15,27 21 30-15,9 13-52 16,26-4-17-16,18-15-3 16,9-16-17-16,9-22 2 15,9-17-1-15,11-19-2 16,8-10-4-16,1-14-25 16,-3-15-83-16,-7-15-118 0</inkml:trace>
  <inkml:trace contextRef="#ctx0" brushRef="#br0" timeOffset="167">16639 9430 772 0,'0'0'17'16,"0"0"13"-1,0 0-18-15,79 51 29 0,-41 14 13 16,3 18 16-16,-5 20 0 16,-1 13 13-16,-6 3-34 15,-9-5 3-15,-11-14-34 16,-9-7-17-16,0-15 8 15,-22-14-9-15,-6-12-3 16,-3-12-1-16,-3-12 0 16,3-10-44-16,7-9-95 15,8-9-86-15</inkml:trace>
  <inkml:trace contextRef="#ctx0" brushRef="#br0" timeOffset="168">17055 9160 794 0,'0'0'32'0,"0"0"-27"15,0 0-3-15,0 0 5 16,0 0 50-16,0 0-16 16,-44-30-11-16,44 30-18 0,0 0 11 15,0 0-20-15,18 5 24 16,8 5-1-16,9 7-5 15,-2-2-12-15,-6 3-9 16,-14 1 7-16,-13 3-7 16,0 13 0-16,-26 10 7 15,-4 0 41-15,8-1-28 16,10-4-11-16,12-8-4 16,3-1 6-16,22-5 7 15,7-2-4-15,4-8-5 16,-3-5-7-16,-7-4 5 15,-5-7-7-15,-4 0-32 16,-4-7-104-16,-2-14-239 0</inkml:trace>
  <inkml:trace contextRef="#ctx0" brushRef="#br0" timeOffset="169">17166 8823 775 0,'0'0'31'0,"85"133"25"16,-20-20 74-16,13 31-58 15,7 17-3-15,1 11-4 16,-13 7-9-16,-16-15-6 16,-24-12-27-16,-20-17-16 15,-13-14-6-15,-13-13 2 16,-23-19 5-16,-18-9-7 15,-7-11-1-15,-4-9-8 16,4-5-24-16,2-6-19 16,4-10-27-16,6-9-52 0,4-10-123 15</inkml:trace>
  <inkml:trace contextRef="#ctx0" brushRef="#br0" timeOffset="170">17322 10894 651 0,'0'0'217'16,"0"0"-217"-16,0 0-734 15</inkml:trace>
  <inkml:trace contextRef="#ctx0" brushRef="#br0" timeOffset="171">6599 10393 500 0,'0'0'46'0,"0"0"-11"16,3 88 32-16,-15-54-11 16,-2-5-33-16,1-2-6 15,-1-1-12-15,0-8-5 16,1-7 0-16,-1-11-131 0</inkml:trace>
  <inkml:trace contextRef="#ctx0" brushRef="#br0" timeOffset="172">6494 10935 808 0,'0'0'0'0,"0"0"0"16,-3 80 11-16,-9-52-9 15,5 2-2-15,5-6 0 16,2-5-17-16,0-7-149 16</inkml:trace>
  <inkml:trace contextRef="#ctx0" brushRef="#br0" timeOffset="173">6675 11278 866 0,'0'0'150'16,"0"0"-142"-16,0 0-8 16,0 0-2-16,0 0-3 15,0 0-18-15,-44 44-93 16,44-34-109-16</inkml:trace>
  <inkml:trace contextRef="#ctx0" brushRef="#br0" timeOffset="174">6790 11353 949 0,'0'0'94'0,"0"0"-71"0,0 0-23 15,0 0 0-15,0 0-1 16,0 0-57-16,-50-7-128 16</inkml:trace>
  <inkml:trace contextRef="#ctx0" brushRef="#br0" timeOffset="175">3951 11781 577 0,'0'0'107'16,"0"0"-60"-16,0 0-3 16,0 0 18-16,0 0-25 15,0 0 5-15,-3-2-25 16,3 2 1-16,3-3 2 16,13 3-11-16,7-3-3 15,6-3 20-15,1 2-26 16,2 2 6-16,2 0-3 15,-9 2-3-15,-3 0-3 0,-6 0-36 16,-4 8-57-16,-10 6-76 16,-2 2-227-16</inkml:trace>
  <inkml:trace contextRef="#ctx0" brushRef="#br0" timeOffset="176">3990 11984 830 0,'0'0'136'15,"0"0"-82"-15,0 0-47 16,0 0-5-16,108-41 19 16,-63 23 7-16,-2 3-15 15,-1 6-7-15,-5 6-5 16,0 3-1-16,-8 0-67 0,-6 0-84 16,-2 0-269-1</inkml:trace>
  <inkml:trace contextRef="#ctx0" brushRef="#br0" timeOffset="177">4903 11675 787 0,'0'0'29'0,"0"0"-29"15,0 0 4-15,0 0-3 16,0 0 42 0,0 0 14-16,-38-4-17 0,38 3 0 15,4-3-23-15,14-2-16 16,6-3 9-16,4 0 9 16,5-6-17-16,6 3 6 15,0 0-8-15,0 4 2 16,0 1-2-16,-9 4 0 15,-8 0 0-15,-4 3 1 16,-9 0-1-16,-3 0 0 16,-3 0-3-16,-3 0-3 15,0 0 4-15,0 0 2 16,0 0-3-16,0 3 3 0,2 7 0 16,4 5 1-16,4 10-1 15,4 10 0-15,0 8 21 16,5 5 3-16,0 6 14 15,0-4-15-15,1 0-7 16,-6-5-4-16,1-9-10 16,-3-3-1-16,-4-9 0 15,-2-2-1-15,-2-9 1 16,-2 0-1-16,-2-4-2 16,0-5-12-16,0 4-43 15,-15-6-3-15,-7-2-47 16,-11 0-92-16</inkml:trace>
  <inkml:trace contextRef="#ctx0" brushRef="#br0" timeOffset="178">5148 11898 783 0,'0'0'44'15,"0"0"-19"-15,100-54 9 16,-56 37 20-16,3-1-2 15,-6 2-31-15,-3 4-4 16,-8 7-17-16,-11 5-5 16,-10 0-85-16,-9 0-88 15</inkml:trace>
  <inkml:trace contextRef="#ctx0" brushRef="#br0" timeOffset="179">5479 11308 828 0,'0'0'28'0,"0"0"29"16,0 0-45-16,0 0-1 15,0 0-7-15,0 0 18 16,85 57 36-16,-58-10-4 16,-3 9-6-16,-5 1-18 15,-6 0-24-15,-1-12-2 16,-7-10 2-16,-2-14-6 15,0-9 2-15,-3-9-7 16,0 0 14-16,0-3-8 16,0 0 2-16,0-3 2 15,0-17-5-15,0-13-51 16,0-6 5-16,0-12 7 0,0-5 12 16,0 6-30-16,3 4 23 15,2 13 34-15,1 13 0 16,-3 11 44-16,-3 3 11 15,0 6-16-15,3 0-32 16,4 6-7-16,-1 17 0 16,5 7 5-16,-2 6 6 15,3 6-5-15,5-4-1 16,2-7-4-16,11-8 1 16,6-14 10-16,2-5-10 15,1-4 2-15,-7 0 1 16,-13 0-5-16,-7 0-2 0,-8 0-35 15,-4 0-72 1,0 0-116-16</inkml:trace>
  <inkml:trace contextRef="#ctx0" brushRef="#br0" timeOffset="180">6518 11645 859 0,'0'0'91'15,"0"0"-77"-15,0 0-8 16,0 0-2-16,0 0-3 15,0 0-2-15,-1-1-1 16,16 28 2-16,5 18 15 16,-1 6 38-16,-3 12 1 15,-4 5-13-15,-6-5-22 16,0-1-16-16,0-10 11 0,-1-13-5 16,2-4-6-16,-2-15 0 15,-3-5-1-15,1-6-2 16,-3-5-1-16,0-4-1 15,0 0-12-15,0-7-35 16,-5-14-79-16,-15-14-489 16</inkml:trace>
  <inkml:trace contextRef="#ctx0" brushRef="#br0" timeOffset="181">6264 11716 734 0,'0'0'290'0,"0"0"-229"0,0 0-57 16,81-63-2-16,-11 40-2 15,4-1 0-15,-3 6 5 16,-2 3 6-16,-17 9-11 16,-11 3 0-16,-12 3-3 15,-2 0-17-15,-7 0-32 16,-8 0-86-16,1 0-186 15</inkml:trace>
  <inkml:trace contextRef="#ctx0" brushRef="#br0" timeOffset="182">7239 11230 969 0,'0'0'22'0,"0"0"6"16,0 0-28-16,-72-18 6 15,54 27-2-15,3 17-3 16,5 17 17-16,5 17-12 16,5 14 38-16,0 7 4 15,0 9-12-15,8-2-6 0,5-5-7 16,3-3-7-16,10-4-3 15,3-10-11-15,9-7 4 16,4-11-4-16,1-9 3 16,-1-6-5-16,-4-7 0 15,-1-9-2-15,2-3-5 16,0-13-54-16,1-1-96 16,-4-15-309-16</inkml:trace>
  <inkml:trace contextRef="#ctx0" brushRef="#br0" timeOffset="183">8572 11300 499 0,'0'0'163'16,"0"0"-133"-16,0 0 12 15,0 0 8-15,0 0-25 16,0 0 8-16,0-10-28 16,0 7 28-16,0 3-4 15,0 0-9-15,0 0-13 16,0 0 11-16,0 0-9 0,-7 0-3 16,-5 18-3-16,-10 17 2 15,-14 19 1-15,-11 16 40 16,-4 6-30-16,-1 1 0 15,-1-1 10-15,1-3-17 16,2-4-8-16,6-12 1 16,13-10-2-16,12-13 2 15,8-12-2-15,8-6-3 16,3-6 3-16,0-1 0 16,0-1-1-16,0 1-26 15,0-3-60-15,11-6-78 16,2 0-154-16</inkml:trace>
  <inkml:trace contextRef="#ctx0" brushRef="#br0" timeOffset="184">8719 11993 726 0,'0'0'92'0,"0"0"-77"16,0 0 12-16,0 0 3 0,0 0 12 15,0 0-36-15,0 6-1 16,0-2-5-16,0-4-6 15,0 0 6-15,0 0 0 16,0 0-4-16,0 0 3 16,0 0-5-16,0 0 5 15,0 2-4-15,-2 4 5 16,-6 1 0-16,2-4 12 16,1-1 5-16,2 1-12 15,3-3 19-15,-5 0-5 16,1 0-4-16,-2 0-7 15,-6 0-4-15,4-5-2 0,-1-2-2 16,0 1 5-16,8 1-4 16,1-3 0-16,0 0 9 15,15-6-8-15,9 2-2 16,-1-1-5-16,-3 4 2 16,-1 8 3-16,-8 1-4 15,-1 0 8-15,-3 0-10 16,-5 12 2-16,-2 8 1 15,0 5 3-15,-4 3 0 16,-9-1 0-16,0-4 2 16,-3-8 1-16,2-2-3 15,-3-8 0-15,2-2 4 16,-3-3 9-16,0 0-6 0,12 0 4 16,1-3-4-1,5-8-4-15,13 2 2 0,21 2-5 16,3 5-6-16,7 2 4 15,-3 2 2-15,-3 16 3 16,-4-1 8-16,-5 6-11 16,-4-3 2-16,-1-2 5 15,-3-3-7-15,0 1-1 16,-8-5 1-16,-6-3-2 16,-3 0-45-16,-4-8-113 15,0 0-188-15</inkml:trace>
  <inkml:trace contextRef="#ctx0" brushRef="#br0" timeOffset="185">7358 11376 670 0,'0'0'98'16,"0"0"-89"-16,0 0 1 15,0 0 27-15,0 0-4 16,0 0-16-16,29-46-7 0,-26 42-8 16,1 4-2-1,-2-3 0-15,-2 3 2 16,0 0-2-16,0 0-4 0,0 0 4 16,0 0 0-16,0 0 0 15,0 0 7-15,0 0-6 16,0 0 17-16,0 0-1 15,0 0-13-15,0 0-4 16,0 0-10-16,0 3-14 16,0 6 8-16,0-3 12 15,0 3-19-15,2-4 4 16,5-1 15-16,-4-4 3 16,3 2 1-16,-4-2-2 15,5 3-29-15,-6-3-60 16,8 0-41-16,-5 0-374 0</inkml:trace>
  <inkml:trace contextRef="#ctx0" brushRef="#br0" timeOffset="186">7540 11350 709 0,'0'0'137'0,"0"0"-75"15,0 0 28-15,0 0-15 16,0 0-31-16,0 0-27 15,0 6-17-15,0 21-3 16,0 11 2-16,8 7-2 16,4 2-3-16,3-1 5 15,-3-3 1-15,-1-7 3 16,-4-5-3-16,2-10 0 16,-6-7 0-16,-1-5-2 0,-2-6 2 15,0-3 0-15,0 0 1 16,0 0 7-16,0-6 49 15,-2-18-36-15,-1-11-16 16,3-14-3-16,3-12-2 16,16-1-7-16,8 4-6 15,6 13 10-15,1 13-3 16,3 14 2-16,2 10-3 16,-1 8 4-16,-3 8-2 15,-1 21 3-15,-6 10 4 16,-5 13 0-16,-5 1 3 15,-3 3 2-15,-1-8-7 0,-5-6 0 16,1-12 1-16,0-7-1 16,-4-5 0-16,0-6-1 15,-2-1-15-15,1-4-70 16,1-7-88-16,-3 0-175 16</inkml:trace>
  <inkml:trace contextRef="#ctx0" brushRef="#br0" timeOffset="187">8728 11924 489 0,'0'0'69'16,"0"0"-66"-16,0 0-1 16,0 0 17-16,0 0 14 15,0 0-6-15,0 19 30 0,0-16 12 16,11-3-25-1,-6 2-11-15,1 3-13 0,-1-3-13 16,1 3-2-16,-4-1-1 16,-1 5-4-16,-1-1 2 15,0 4 11-15,0-2 8 16,-9 1-12-16,-7 1 0 16,-4-2-8-16,-1-5 6 15,-4-2-3-15,-2-3-4 16,8 0 12-16,-4-8-1 15,5-10 2-15,4-5-11 16,3-6 11-16,11-7-13 16,0 1-1-16,19-1-16 15,7 10 14-15,3 4-3 0,4 8 2 16,-3 11-1-16,-4 3 3 16,3 12 1-1,-2 17 1-15,-2 16 0 0,-1 5 28 16,-4 13-22-16,-5 1 27 15,-9-2-32-15,-6 1-1 16,0-4 0-16,-12-9-3 16,-11-6 3-16,-7-10 7 15,-3-13-7-15,0-7 30 16,0-9-8-16,7-5 2 16,6 0-8-16,11-13-8 15,9-5-3-15,11-4 13 16,25 1-18-16,16 1-3 0,4 12 3 15,5 5 0-15,-6 3 0 16,0 4 3-16,-1 9 15 16,-7 1 15-16,-5-1-23 15,-10 2 3-15,-6-4-10 16,-8 1-1-16,-7-2-2 16,-3-5-14-16,-6 3-51 15,-2-6-41-15,0-2-86 16,-12-2-138-16</inkml:trace>
  <inkml:trace contextRef="#ctx0" brushRef="#br0" timeOffset="188">8966 11450 573 0,'0'0'84'0,"0"0"-72"15,0 0 1-15,16 94 97 16,-4-42-39-16,-2 5-10 16,2 0-31-16,1-1-4 15,-2-7-9-15,1-5-4 0,2-11-8 16,-2-13-4-1,-4-8 0-15,-1-8-1 0,-4-4 5 16,3 0 8-16,6-18 36 16,-1-12-34-16,0-13-5 15,-5 0-10-15,-3-1 0 16,1 7-6-16,-1 10 0 16,3 12 11-16,-6 13-13 15,5 2 8-15,7 0-8 16,6 17 0-16,4 7 8 15,6 2 8-15,0 5-8 16,1-4 0-16,4-3 12 16,0-9-9-16,-7-7 3 15,3-5-2-15,-13-3-4 16,-5 0-12-16,-11 0-100 0,0-9-149 16</inkml:trace>
  <inkml:trace contextRef="#ctx0" brushRef="#br0" timeOffset="189">8777 10732 725 0,'0'0'32'0,"87"-3"-32"16,-7 3 0-16,27 29 24 15,21 20 35-15,9 25 29 16,-2 22-21-16,-15 24 2 16,-21 15-8-16,-17 12-10 0,-21-1-34 15,-18-1 3-15,-14-11-7 16,-9-13-13 0,-3-8 1-16,-8-17-1 0,3-8 0 15,-4-10 0-15,-5-6-1 16,-3-7-8-16,0-2 7 15,-5-6-42-15,-22-6-66 16,-10-16-111-16,-5-7-570 16</inkml:trace>
  <inkml:trace contextRef="#ctx0" brushRef="#br0" timeOffset="190">17542 11484 680 0,'0'0'49'0,"0"0"-24"15,0 0 8-15,0 0-14 16,0 0 12-16,0 0-5 16,0 0 0-16,-14-34-6 0,14 34 0 15,0 0-13 1,-4 0-7-16,-2 0 6 0,-11 0-5 15,-17 16 12-15,-11 17-13 16,-11 23-3-16,0 19 3 16,11 16 6-16,17 16 17 15,15 4 8-15,13 0-17 16,10-4-6-16,16-12-8 16,10-8 0-16,4-13-4 15,3-14 4-15,2-13 0 16,-5-14 6-16,-1-9-6 15,-3-8-30-15,-3-14-103 16,-5-2-359-16</inkml:trace>
  <inkml:trace contextRef="#ctx0" brushRef="#br0" timeOffset="191">17777 11915 847 0,'0'0'74'0,"0"0"-74"16,-9 76-13-16,9-31 13 15,0 3 1-15,9-2-1 0,8-1 0 16,7-3 6-16,1-7 16 16,-1-7-14-1,-6-10-6-15,-7-8 0 0,-5-5-1 16,-5-3 3-16,-1-2 10 15,0-11 90-15,0-17-82 16,-8-8-15-16,0-7-7 16,6-9 0-16,2-2-1 15,8 2-4-15,24 8 3 16,5 10-4-16,5 11-8 16,-1 15 6-16,-7 8 7 0,-5 8-2 15,-6 15 0 1,-3 9 1-16,1 4 2 0,0 3 3 15,-5-1-1-15,1-4-1 16,-3-5 2-16,-5-5-2 16,-5-2-1-16,-4-4 0 15,0-1-24-15,-7-8-111 16,-6-3-238-16</inkml:trace>
  <inkml:trace contextRef="#ctx0" brushRef="#br0" timeOffset="192">18482 12130 1022 0,'0'0'44'16,"0"0"-32"-16,0 0-12 15,103-11-4-15,-53 11 1 16,-2 0 3-16,-9 3 1 15,-9 8-1-15,-14 7-13 16,-10 3-31-16,-6 0-24 16,0-4 24-16,0-3 29 15,0-5 7-15,4-2 8 16,9-4 8-16,6 1 33 16,4-1 23-16,0-3-23 15,-5 0-18-15,-6 0-21 0,1-7-2 16,-5-2-5-1,4-3-83-15,1-8-192 0</inkml:trace>
  <inkml:trace contextRef="#ctx0" brushRef="#br0" timeOffset="193">19491 11907 869 0,'0'0'0'0,"0"0"0"15,0 0-3-15,0 0 3 16,0 0-2-16,0 0-5 16,42 8 7-16,-59 7 9 15,-12 1 15-15,-8-1-20 16,-5-6 0-16,5-4 4 16,4-5 8-16,3 0 9 0,3-2-5 15,1-14-7-15,0-2 0 16,8-1 4-16,5-3-15 15,7-2 1-15,6 0 9 16,20 2-12-16,18 3-7 16,12 4 7-16,7 12-4 15,3 3 4-15,-5 13-2 16,-4 18 2-16,-10 11-4 16,-12 9 12-16,-11 5-8 15,-14 7 13-15,-4-4-1 16,-17-1-3-16,-14-5-9 15,-10-11 13-15,-8-6-7 16,0-16-1-16,2-7 0 16,10-8 1-16,13-3 2 15,12-2-5-15,9 0 29 0,6 0-5 16,28 0-23-16,11 0-4 16,14 0-6-16,-2 10 6 15,-5 11 0-15,-7 2 0 16,-1 1 3-16,-6 0-3 15,-4-6 2-15,-5 0-2 16,-10-6-9-16,-10 0-83 16,-4-9-166-16</inkml:trace>
  <inkml:trace contextRef="#ctx0" brushRef="#br0" timeOffset="194">19869 11449 805 0,'0'0'14'15,"0"0"-14"-15,0 0 0 16,37 121 2-16,-27-43 34 15,-3 5 19-15,-1-2-22 16,-3-12-11-16,3-15-18 16,-2-19-1-16,-1-14-3 0,0-13 0 15,-3-8 0 1,3 0 41-16,3-6 40 0,5-17-27 16,4-9-54-16,-1-8-7 15,2-5 3-15,-2 3-3 16,0 4-19-16,-2 11 10 15,-5 15-2-15,1 12 3 16,2 5 6-16,6 26 2 16,5 8 7-16,1-1 9 15,3 0-5-15,2-7-4 16,-1-5 0-16,-2-11 3 16,-8-6-3-16,-5-5 0 0,-5-4-27 15,-6-9-114-15,0-14-735 16</inkml:trace>
  <inkml:trace contextRef="#ctx0" brushRef="#br0" timeOffset="195">20375 11177 948 0,'0'0'0'0,"110"86"-1"16,-46 1 1-16,-3 27 42 16,-11 15 10-16,-12 4-17 15,-11-3 9-15,-10-8-7 0,-12-14-17 16,-5-7-19-16,0-8 6 16,-15-10-7-16,-11-7 3 15,-10-10-3-15,-7-9 0 16,-9-8-20-16,-8-9-45 15,-4-12-91-15,0-8-230 16</inkml:trace>
  <inkml:trace contextRef="#ctx0" brushRef="#br0" timeOffset="196">10201 12070 680 0,'0'0'137'15,"0"0"-116"-15,0 0-9 16,0 0-2-16,0 0 10 15,0 0 6-15,0 0-5 16,-30-8-5-16,30 5-13 16,16 1-1-16,16-5-2 15,8 1 0-15,10-2 10 0,3 1-8 16,-6-1-1-16,-9 1-2 16,-10 4-2-16,-9 3-9 15,-11 0-44-15,-8 0-64 16,-11 0-272-16</inkml:trace>
  <inkml:trace contextRef="#ctx0" brushRef="#br0" timeOffset="197">10231 11839 828 0,'0'0'17'15,"0"0"-17"-15,0 0 0 0,22 85 2 16,-14-45 6 0,9 1-7-16,-4 1 11 0,7-5-12 15,-1-2 1-15,-5-5-1 16,4-4 0-16,-4-6 0 16,-2-5-3-16,-6-3-66 15,0-9-172-15</inkml:trace>
  <inkml:trace contextRef="#ctx0" brushRef="#br0" timeOffset="198">10936 11695 846 0,'0'0'13'0,"0"0"-12"16,0 0 2-16,-93 40-1 16,75 1 8-16,5 10 5 15,13-4 3-15,2-5-6 16,23-1 15-16,11-7-24 0,-1-11-2 15,-2-1 5-15,-5-11-6 16,-1-5-4-16,-7-2-36 16,-5-4-47-16,-4-1-320 15</inkml:trace>
  <inkml:trace contextRef="#ctx0" brushRef="#br0" timeOffset="199">11029 11793 847 0,'0'0'49'16,"0"0"-49"-16,0 0-10 15,0 0 8-15,45 87 0 0,-21-57 4 16,5-2 0-16,-2-5 1 16,-5-3-3-16,-1-8 0 15,-9-6 0-15,-7-2 0 16,-4-4 9-16,-1 0 0 15,0-10 76-15,-9-13-74 16,-7-5-10-16,0-6-1 16,6 0-9-16,5 4 7 15,5 7 2-15,0 8 0 16,17 6 0-16,4 9 1 16,0 0-1-16,2 15-9 15,1 6 9-15,2 2 0 16,-6 2 10-16,0 1-10 0,-2-3 0 15,-2-3 0-15,-5-4-1 16,-6-4 1-16,-1-6-52 16,-4-2-40-16,0-4-186 15</inkml:trace>
  <inkml:trace contextRef="#ctx0" brushRef="#br0" timeOffset="200">11232 11481 812 0,'0'0'13'0,"0"0"23"16,0 0 5-16,0 0-33 15,0 0 0-15,86-54-8 16,-46 54 10-16,-4 12 3 16,-7 17-4-16,-13 7-5 15,-9 4 14-15,-7 2-7 16,0-4-5-16,-3-9 8 16,3-3-3-16,0-7-11 0,9-7 0 15,8-3-6-15,10-4 6 16,-7-3 8-16,0-2-5 15,-3 0-2-15,-3 0-1 16,-3-5-25-16,-5-3-61 16,-2-4-107-16</inkml:trace>
  <inkml:trace contextRef="#ctx0" brushRef="#br0" timeOffset="201">12012 11359 777 0,'0'0'3'0,"0"0"6"16,0 0-6-16,0 0-2 15,-70 42 15-15,51 6 2 16,5 10 16-16,1 12 18 15,5 9-15-15,3 14 2 16,2 2-2-16,3 4-33 16,0-4 5-16,9-6-8 0,17-10 0 15,3-9-1 1,4-7 0-16,4-9 0 0,-5-10-2 16,1-5-4-16,-10-13-57 15,0-10-34-15,-5-14-134 16</inkml:trace>
  <inkml:trace contextRef="#ctx0" brushRef="#br0" timeOffset="202">12133 11701 756 0,'0'0'65'0,"0"0"-46"0,0 0 12 16,0 0-13-16,0 0 5 16,0 0-18-16,34 60 6 15,-14-9 2-15,-2 11 38 16,-6 2-28-16,-4-6-7 15,-3-4-6-15,-1-12-6 16,-1-7-3-16,-3-11-1 16,0-3-5-16,0-6 4 15,0-3-25-15,0-5-88 16,0-7-171-16</inkml:trace>
  <inkml:trace contextRef="#ctx0" brushRef="#br0" timeOffset="203">12421 11979 775 0,'0'0'61'0,"0"0"-28"15,115-13 22-15,-73 7 16 16,-5 1-52-16,-13 0-15 15,-3 3-4-15,-12 0-2 16,-7 2-35-16,-2-7-69 0,-6-2-138 16</inkml:trace>
  <inkml:trace contextRef="#ctx0" brushRef="#br0" timeOffset="204">12487 11804 773 0,'0'0'28'0,"0"0"-26"16,14 85 32-16,0-46 18 16,3-1-9-16,2 1-2 15,5 0-21-15,-7-4-1 16,1-4-18-16,-10-4 2 16,-3-4-3-16,-5-5 0 0,0-6-43 15,0-5-48-15,-2-7-126 16</inkml:trace>
  <inkml:trace contextRef="#ctx0" brushRef="#br0" timeOffset="205">12700 11710 884 0,'0'0'16'16,"0"0"-16"-16,0 0-3 15,85-57 3-15,-38 42 0 0,3 4 1 16,-1 5 2-16,-2 6 9 16,-8 0 1-16,-5 12-13 15,-4 11 12-15,0 11 14 16,-10 7 7-16,1 1 7 15,-7 0-40-15,-8-7 9 16,-2-2 9-16,-4-6-14 16,0-4-4-16,0-3-2 15,-3-5-5-15,-12-2-44 16,-7-6-55-16,-6-7-160 16</inkml:trace>
  <inkml:trace contextRef="#ctx0" brushRef="#br0" timeOffset="206">12988 11862 851 0,'0'0'4'15,"0"0"-3"-15,72-41-1 16,-50 31 0-16,-5 3-1 16,-3 0-4-16,-4 1-62 15,0-6-384-15</inkml:trace>
  <inkml:trace contextRef="#ctx0" brushRef="#br0" timeOffset="207">13486 11656 800 0,'0'0'38'0,"0"0"-37"15,-18 83 28-15,-2-31 21 16,-10 4-14-16,0 4-16 15,-5-1-3-15,1-2-12 16,2 4-5-16,-3-5 0 16,7-3 0-16,8-5-3 15,0-9-3-15,8-6-66 16,0-10-79-16</inkml:trace>
  <inkml:trace contextRef="#ctx0" brushRef="#br0" timeOffset="208">13556 12268 795 0,'0'0'25'15,"0"0"-23"-15,0 0-2 0,0 0 2 16,20 83 20-16,-16-41 13 16,0 0-6-16,-4 2-15 15,0-8-14-15,0-9 1 16,0-10 6-16,0-8-6 15,-5-6 2-15,0-3 8 16,-1 0-1-16,2-5 18 16,2-11-22-16,2 2-6 15,3-4-4-15,16 2 4 16,2 2 2-16,6 2-2 16,2 2 2-16,1 1-2 15,4 1 3-15,1-6-3 0,-3 1 7 16,-1 0-7-1,-13-3-3-15,-5 4 3 0,-3 3 0 16,-7 6 10-16,0 0-8 16,-3 3-3-16,2 0 1 15,2 15-7-15,5 3 7 16,1 5 6-16,3-1-1 16,-4 0 10-16,1 0-8 15,2-7 1-15,-5 0-7 16,-1-6-1-16,-3-6-3 15,0-3-90-15,-1 0-148 16</inkml:trace>
  <inkml:trace contextRef="#ctx0" brushRef="#br0" timeOffset="209">13837 11885 783 0,'0'0'5'16,"0"0"-5"-16,0 0 0 0,0 0 47 15,117-4-14-15,-66-3-8 16,3-2 10-16,-2 0-27 15,-15 0-7-15,-11-1-1 16,-15-3-31-16,-11-5-53 16,-6-4-577-16</inkml:trace>
  <inkml:trace contextRef="#ctx0" brushRef="#br0" timeOffset="210">13984 11735 712 0,'0'0'5'0,"21"67"72"16,-8-22-26-16,3 3-7 16,-1-4-8-16,2 4-7 0,-4-6-6 15,2-1-10-15,-1-7-13 16,-6-5 0-16,-2-2-8 16,-1-12-71-16,-2-8-207 15</inkml:trace>
  <inkml:trace contextRef="#ctx0" brushRef="#br0" timeOffset="211">14485 11960 958 0,'0'0'89'0,"0"0"-89"16,0 0-9-16,0 0-35 15,76-25-34-15,-66 18-25 16,-4 1-549-16</inkml:trace>
  <inkml:trace contextRef="#ctx0" brushRef="#br0" timeOffset="212">14721 11933 822 0,'0'0'47'0,"0"0"-47"16,0 0-10-16,0 0-6 15,0 0-141-15</inkml:trace>
  <inkml:trace contextRef="#ctx0" brushRef="#br0" timeOffset="213">14840 11939 834 0,'0'0'57'0,"0"0"20"15,0 0-25-15,0 0-43 16,84-32-4-16,-53 23 0 16,1 6-3-16,-4-2-2 0,-3 0-1 15,-7 3-90-15,-5-7-52 16,-13-6-478-16</inkml:trace>
  <inkml:trace contextRef="#ctx0" brushRef="#br0" timeOffset="214">14954 11721 829 0,'0'0'15'0,"0"0"-12"16,8 91 31-16,1-47 21 15,7-2-43-15,-3-1 10 16,4-5-21-16,-1-3 14 16,2-5-15-16,-3-8-1 0,-7-6 0 15,-5-2-17-15,-3-6-64 16,0-6-213-16</inkml:trace>
  <inkml:trace contextRef="#ctx0" brushRef="#br0" timeOffset="215">15443 11630 521 0,'0'0'90'0,"0"0"-22"16,0 0-2-16,0 0-19 15,0 0-20-15,0 0-10 16,0 0-8-16,0 0-4 0,-22-18-3 16,22 18 19-16,0-2 2 15,0 0-19-15,0 0 11 16,12-5-4-16,10-4-9 15,4 2-2-15,6-2 0 16,-2 2 0-16,3 2 0 16,2-1 0-16,-9 5 0 15,-3-1 0-15,-8 4 0 16,-5 0-2-16,1 10 2 16,-6 10 1-16,1 8-1 15,-1 7 4-15,-1 10 14 16,1 1-7-16,-1 0-4 0,0-1-4 15,1-10 0 1,0-5-1-16,-5-6 6 0,4-5-7 16,-1-4-2-16,-3-4-1 15,0 0 0-15,0-2-34 16,-1-5-26-16,-19-4-107 16</inkml:trace>
  <inkml:trace contextRef="#ctx0" brushRef="#br0" timeOffset="216">15433 11847 851 0,'0'0'13'16,"85"-29"-12"-16,-40 17-1 16,-5 0 0-16,-4 7-3 0,-9-3-3 15,-8 3-7-15,-3-1-193 16</inkml:trace>
  <inkml:trace contextRef="#ctx0" brushRef="#br0" timeOffset="217">16078 11635 845 0,'0'0'21'15,"0"0"-3"-15,0 0-18 0,0 0-9 16,0 0 9-16,-51 81 8 16,17-24 10-16,-3 7 3 15,-3 6-11-15,1-4 6 16,1 2-16-16,2-8 0 16,3-7 0-16,2-5 0 15,7-13 1-15,5-4-1 16,-1-8-6-16,7-6-25 15,4-8-43-15,4-9-184 16</inkml:trace>
  <inkml:trace contextRef="#ctx0" brushRef="#br0" timeOffset="218">16024 12029 847 0,'0'0'44'0,"0"0"-42"16,0 0 1-16,-62 72 30 15,29-40 5-15,-3 4-12 16,6 3-18-16,0-6 6 15,9-1-14-15,12-5 3 16,7-9-3-16,2-1 0 0,10-7 1 16,15-1 7-16,7-9 22 15,7 0-3-15,2-3 6 16,-1-9-33-16,-4-1 0 16,-10 2-5-16,-8 0-31 15,-8-2-50-15,-10-2-62 16,0-2-535-16</inkml:trace>
  <inkml:trace contextRef="#ctx0" brushRef="#br0" timeOffset="219">15926 12097 837 0,'0'0'44'0,"0"0"-36"15,53 70 13-15,-27-31 22 16,-1 5-12-16,-11-3 4 15,1 3-16-15,-4 2-17 16,-1 0-1-16,0-7 2 16,-3-3-5-16,1-8 2 15,-4-5-11-15,-4-8-56 16,0-8-47-16,-12-7-282 16</inkml:trace>
  <inkml:trace contextRef="#ctx0" brushRef="#br0" timeOffset="220">15408 11340 596 0,'0'0'152'0,"0"0"-133"16,0 0-18-16,-64 87 2 15,49-39-1-15,9 11 38 16,4 15 12-16,2 16 3 16,10 16 6-16,24 2-17 15,9 6-17-15,15-3 2 16,10-7-20-16,1-6-3 0,-2-15-6 15,-7-11 3 1,-7-18-3-16,-11-14 0 0,-1-9-6 16,-11-8-3-16,1-9-35 15,-2-9-81-15,-6-5-124 16</inkml:trace>
  <inkml:trace contextRef="#ctx0" brushRef="#br0" timeOffset="221">15983 11263 677 0,'0'0'27'16,"87"56"7"-16,-25 1 31 15,6 17-13-15,4 13-8 16,-10 14-7-16,-14 11-9 16,-19 3-18-16,-16-1 23 15,-13-11-6-15,0-13-10 16,-13-7-15-16,-8-12-1 15,-2-4-1-15,-2-14 11 16,1-7-11-16,3-14 1 16,0-6-1-16,0-8 0 15,3-6-22-15,6-4-40 16,1-8-9-16,2 0-19 0,3-17-328 16</inkml:trace>
  <inkml:trace contextRef="#ctx0" brushRef="#br0" timeOffset="222">16468 11132 653 0,'0'0'58'0,"0"0"-37"16,0 0 11-16,0 0 14 16,0 0 0-16,78 89-4 15,-67-40-2-15,-6 7-14 16,-1-3-12-16,-1-5 2 15,-3-9-12-15,3-13-4 16,-3-11 0-16,1-8-1 16,-1-2 1-16,2-5 0 15,-2 0 6-15,0 0 9 16,0-5 9-16,0-14 0 16,0-10-21-16,1-7-3 15,1-6-7-15,4-2 5 16,-1 5-12-16,1 12 2 15,-1 10 7-15,-2 13 0 0,1 4 2 16,2 0-5-16,-3 18-3 16,3 7 10-16,-1 1 1 15,-1 3-3-15,0-5 3 16,0-2-1-16,1-8 1 16,-2-2-1-16,1-2-4 15,-1-6-90-15,-3-1-97 16</inkml:trace>
  <inkml:trace contextRef="#ctx0" brushRef="#br0" timeOffset="223">16740 11392 827 0,'0'0'74'0,"0"0"-37"15,0 0-12-15,0 0-9 16,0 0-4-16,0 0-8 15,76-7-4-15,-60 5-1 16,-1-5-66-16,-3-2-110 16</inkml:trace>
  <inkml:trace contextRef="#ctx0" brushRef="#br0" timeOffset="224">16903 11236 822 0,'0'0'56'15,"0"0"-53"1,0 0-3-16,0 0 0 0,0 68 20 16,0-37-4-16,1-1-2 15,9-1-10-15,4-4-3 16,2-5-2-16,-2-5-2 16,-5-1-8-16,-3-6-82 15,-6-3-397-15</inkml:trace>
  <inkml:trace contextRef="#ctx0" brushRef="#br0" timeOffset="225">16782 10858 744 0,'0'0'62'0,"0"0"-62"15,0 0-6-15,85 0 6 0,-35 0 3 16,2 0 13-16,2 0 0 16,-4 3-13-16,-11 0 5 15,-14 0-8-15,-10 0 0 16,-14 3 0-16,-1-1 0 16,0 4 7-16,-14 4-6 15,0 1 1-15,1 4 2 16,2 1 5-16,4 1 2 15,3 1-2-15,0 0-7 16,2 5 8-16,2 2 2 16,0 1 14-16,0 10-20 15,2-3 11-15,10 9 16 16,2 6-18-16,5 5-12 0,-6 6 23 16,1 3-17-16,-9-1-9 15,-5-2 2-15,0 4 1 16,0 5-3-16,0 2 6 15,-5-6 0-15,-7 5-3 16,-3-5 1-16,-3-3-7 16,0 1 5-16,1-2-2 15,3 0 0-15,2-6 10 16,4 2 4-16,-1-6-6 16,4 4-7-16,1-6-1 15,4-3 2-15,0-1 10 16,0 2 1-16,13-3 5 15,-1 2-17-15,-4 2 3 0,-8-5-3 16,0-5 7-16,-19-4-8 16,-13-4-5-16,-14-2 5 15,-10-4-10-15,-12-4-37 16,-8-4 18-16,-4-8-56 16,-4-10-50-16,5 0-313 15</inkml:trace>
  <inkml:trace contextRef="#ctx0" brushRef="#br0" timeOffset="226">16399 11132 581 0,'0'0'82'16,"0"0"22"-16,0 0-42 15,0 0-28-15,0 0-8 0,0 0 7 16,0-20-3-16,0 20-20 16,0 0-8-16,0 0 4 15,0 0-6-15,0 0 4 16,0 0 0-16,0 0-4 15,0 0-8-15,0 4 7 16,0 18 0-16,7 11 1 16,3 11 4-16,2 11 14 15,3 7 8-15,-1 4-7 16,0-7-2-16,2-9-14 16,-5-8 3-16,0-12-1 15,-4-6 1-15,-2-9 3 16,-1-3-9-16,-4-4 1 0,3-2-1 15,-3-2 0-15,0-1-10 16,0-3-52-16,0 0-43 16,-10-3-142-16</inkml:trace>
  <inkml:trace contextRef="#ctx0" brushRef="#br0" timeOffset="227">16695 11219 748 0,'0'0'68'0,"0"0"-51"15,0 0-14-15,0 0 27 16,0 0-8-16,0 0-17 15,-10-7-5-15,10 7-2 16,0 0 2-16,0 0 7 16,0 3-7-16,0-3 15 15,0 0 8-15,0 0 4 16,0 0 4-16,0 0-4 16,0 0-9-16,0 0 7 15,0 0-24-15,0 0 6 0,0 0-4 16,0 0-3-1,-6 6-5-15,-5 8-1 0,-3 6 2 16,-8 3 8-16,3 7-3 16,-5 2 0-16,4-2 3 15,-1 0-4-15,1-9 1 16,5-3 3-16,8-7-3 16,5-7-1-16,2 3-3 15,9-2 2-15,18 1 1 16,10-2 11-16,4 4-5 15,-2-5-2-15,-8 5-4 16,-6-1 2-16,-10-2-2 16,-4 1-1-16,-7 0 1 15,-2 0-4-15,-2 3 4 0,2 1-14 16,3 4-24-16,8-2 6 16,7-3-14-16,3 0-17 15,-2-4-58-15,-8-5-336 16</inkml:trace>
  <inkml:trace contextRef="#ctx0" brushRef="#br0" timeOffset="228">16264 11093 791 0,'0'0'15'0,"0"0"-13"16,0 0-2-16,0 0 3 0,0 0-2 15,0 0 3-15,76 90 30 16,-55-38 9-16,-4 5-8 16,4 1-13-16,-4-5-6 15,0-10-12-15,-2-10 1 16,-3-10 2-16,-4-6 0 15,-4-4-6-15,-1-5-1 16,-2-1 0-16,-1-4 0 16,0 2-1-16,0 2-31 15,-8-2-31-15,-6-5-51 16,3 0-227-16</inkml:trace>
  <inkml:trace contextRef="#ctx0" brushRef="#br0" timeOffset="229">16586 11217 493 0,'0'0'66'0,"0"0"-65"16,0 0 11-16,0 0-3 16,0 0 5-16,0 0 54 0,3 10 6 15,2-10-36-15,1 5-4 16,-3-1-21-16,-2 2-7 16,2-1 1-16,-3 9 5 15,0 2 13-15,0 7-4 16,-12 0 8-16,-5 9-10 15,-7-2-3-15,1 0-13 16,1-6 4-16,5-6-4 16,9-4 4-16,0-9-5 15,7 0-1-15,1-5 3 16,0 3 1-16,0 0-5 16,9 5 1-16,6 2-1 15,4 2 7-15,-1 3-2 16,3-3-4-16,-2 3 3 15,-4-1-3-15,1-1-2 0,-5-3 2 16,1 2-2-16,-3-3 3 16,-3 1-4-16,3-2-9 15,-6 2-44-15,0-2-44 16,3 1-130-16</inkml:trace>
  <inkml:trace contextRef="#ctx0" brushRef="#br0" timeOffset="230">4237 13498 264 0,'0'0'153'15,"0"0"-140"-15,0 0-8 0,0 0-3 16,0 0 21-16,0 0-4 16,0 0 26-16,-65 12 8 15,65-12 19-15,-2 0-21 16,2 0-20-16,0 0-9 15,0 0 0-15,0 0 11 16,8 0-1-16,13 0-22 16,10-8 0-16,7-1-1 15,6-3-9-15,-2 6 2 16,-4-1 5-16,-3 4-7 16,-3 3-7-16,-9 0-33 15,-7 10-166-15</inkml:trace>
  <inkml:trace contextRef="#ctx0" brushRef="#br0" timeOffset="231">4302 13776 901 0,'0'0'19'0,"0"0"-19"16,0 0 0-16,79-34-3 15,-52 23-1-15,-3 5 2 16,6 1-19-16,1 1-41 16,-3-2-155-16</inkml:trace>
  <inkml:trace contextRef="#ctx0" brushRef="#br0" timeOffset="232">4837 13481 688 0,'0'0'81'0,"0"0"-72"15,0 0 2-15,0 0 13 16,0 0 11-16,0 0-11 16,-16-16-17-16,22 11-6 15,4-2 1-15,4 2-2 16,4-4 10-16,6-1-8 15,3 1 5-15,9-2-6 16,-1 2 7-16,5 0-5 16,-4 3-3-16,-2 6 0 15,-7 0 0-15,-3 0 0 0,-10 0-1 16,0 3 2-16,-6 3-3 16,-1 0 2-16,0-2 0 15,-2 3-2-15,4-2 3 16,-1 3-1-16,2 6 0 15,1 5-1-15,1 7 1 16,-1 13 20-16,-2 3 15 16,0 6 2-16,-3 2 3 15,-3-8-26-15,-3-3-3 16,0-5-4-16,3-8-6 16,-1-7 1-16,1-6 1 15,0-4-3-15,-3-3-3 16,2 0-20-16,-2-6-38 0,0 0-12 15,-5 0 37-15,-14-3-111 16,-12-9-438-16</inkml:trace>
  <inkml:trace contextRef="#ctx0" brushRef="#br0" timeOffset="233">5084 13722 814 0,'0'0'36'16,"82"-57"-30"-16,-32 28-6 15,-4 4 0-15,-8 5 0 16,-5 6 0-16,-11 7 0 16,-3 1-28-16,-8-5-256 0</inkml:trace>
  <inkml:trace contextRef="#ctx0" brushRef="#br0" timeOffset="234">5374 13153 72 0,'0'0'677'0,"0"0"-674"15,17 83-3-15,2-38 19 0,0 0 13 16,3-3-11-1,-3-1-15-15,0-2 17 0,-8-4-13 16,1-5-10-16,-7-7 0 16,-2-11-1-16,-2-5-7 15,-1-7-17-15,0-2 5 16,6-20 20-16,3-16-36 16,-1-7-149-16,0-6-202 15</inkml:trace>
  <inkml:trace contextRef="#ctx0" brushRef="#br0" timeOffset="235">5586 13208 723 0,'0'0'107'0,"0"0"-106"0,0 0 10 16,0 76-5-1,0-31 45-15,0-4-37 0,0 0-6 16,16-8-8-16,5-6 1 16,5-5-1-16,6-10 9 15,-2-7-9-15,0-5 0 16,0 0 0-16,-3 0-39 15,-2 0-136-15</inkml:trace>
  <inkml:trace contextRef="#ctx0" brushRef="#br0" timeOffset="236">6201 13647 548 0,'0'0'26'16,"-94"19"27"-16,52-3 17 16,14 3-4-16,6 0-32 0,17 0-11 15,5 2-8 1,10 2-10-16,21-6 2 0,4-6 5 16,9-7-5-16,-3-4-4 15,3 0 2-15,-6-12 5 16,-9-6 9-16,-3 0-4 15,-10 0-4-15,-7-6 5 16,-9-4 13-16,0-4-20 16,-15-4-1-16,-9-5-7 15,-6-7-1-15,-6-5 2 16,3-1-2-16,3 3 0 16,9 12-3-16,10 15-4 15,5 11 7-15,6 11 7 16,0 2-7-16,6 10-8 15,15 19-1-15,7 13 5 0,5 8 4 16,3 10 7-16,-5 3-6 16,2-2-1-16,1-9 3 15,-1-7-3-15,0-9-28 16,-3-8-86-16,-5-13-225 16</inkml:trace>
  <inkml:trace contextRef="#ctx0" brushRef="#br0" timeOffset="237">6930 13548 690 0,'0'0'94'15,"0"0"-94"-15,79-8 0 0,-24-6 33 16,13-2 21-16,3-1-8 16,2-1 8-16,-3 5-29 15,-13 4 1-15,-13 7-18 16,-20 2 1-16,-7 0-9 15,-12 0-18-15,-5 9-95 16,-8-1-56-16,-19-1-232 16</inkml:trace>
  <inkml:trace contextRef="#ctx0" brushRef="#br0" timeOffset="238">7127 13332 868 0,'0'0'57'16,"0"0"-57"-16,0 0-26 16,0 0 23-16,13 88 3 15,12-40 10-15,1 4 6 16,7-2-13-16,4-1 2 16,-2-9-5-16,-2-2 1 15,-11-7-1-15,3-1-5 16,-11-5-5-16,1-8-60 15,-4-6-134-15</inkml:trace>
  <inkml:trace contextRef="#ctx0" brushRef="#br0" timeOffset="239">8040 13391 645 0,'0'0'89'16,"0"0"-71"-16,-72 26-18 16,54 2 5-16,5 8 23 15,10 8-3-15,3-3 7 16,14 2 33-16,17-10-43 15,10-7-8-15,9-5-3 16,-3-9-1-16,-2-9-8 16,-5-3-2-16,-5 0-21 15,-7 0-74-15,-3-12-288 0</inkml:trace>
  <inkml:trace contextRef="#ctx0" brushRef="#br0" timeOffset="240">8342 13413 883 0,'0'0'54'0,"0"0"-54"16,0 0-2-16,42 70 0 16,-22-36 2-16,3 0 10 15,1 0-1-15,2 0 2 16,-2-11-11-16,-5-6 4 0,-3-5-7 15,-4-6 5 1,-10-6-2-16,-2 0 0 16,0 0 20-16,0-12 74 15,-9-11-70-15,-1-10-24 0,2-6 2 16,8-3-4-16,0 7 2 16,15 4-2-16,9 13 1 15,5 7 1-15,1 7-2 16,0 4 0-16,-1 6-5 15,3 12 7-15,-5 7 1 16,-2 2 10-16,-4 1-10 16,-6 0-1-16,-6-5-2 0,0-4-2 15,-3-2 2 1,-6-4-58-16,0-8-84 0,-3-5-108 16</inkml:trace>
  <inkml:trace contextRef="#ctx0" brushRef="#br0" timeOffset="241">8629 13102 864 0,'0'0'35'0,"0"0"-12"0,0 0-16 16,0 0-3-16,97-33-4 16,-51 33 4-16,0 15 15 15,-9 12 17-15,-10 2-34 16,-14 8-2-16,-2-1 1 16,-11 4 7-16,0-6 1 15,3-4-9-15,-1-6 1 16,7-10-2-16,3-5 5 15,5-3-2-15,3-2 5 16,2-4 7-16,-3 0 2 0,0 0-14 16,-2 0-1-1,-4-4-2-15,1 1-1 16,-1 0-60-16,-3-2-76 0,1-5-334 16</inkml:trace>
  <inkml:trace contextRef="#ctx0" brushRef="#br0" timeOffset="242">10001 13337 646 0,'0'0'50'0,"0"0"-40"15,0 0-10-15,0 0 0 16,0 0 3-16,0 0 25 15,0 0 14-15,-11 0-21 16,11 0-8-16,0 0-13 16,0 0 0-16,0 0 9 15,0 0 3-15,0 0-7 0,0 0 9 16,0 0 2 0,0 0-15-16,0 0 3 0,0 0-4 15,0 0 0-15,14-2-2 16,6-7 1-16,7 0 2 15,6 1-2-15,-6 1 1 16,-2 1 0-16,5 3 4 16,-3 3-2-16,3 0-4 15,3 9 2-15,2 8-2 16,-2 7-2-16,-6 7 4 0,-2 4 4 16,-4 7 11-1,-1 5 6-15,-6 3-8 0,-1-5-3 16,-2-9 9-16,-2-6-18 15,-2-9-1-15,0-8 0 16,0-4 0-16,-1-4-1 16,-3-5-3-16,-3 0-52 15,-5-3-166-15</inkml:trace>
  <inkml:trace contextRef="#ctx0" brushRef="#br0" timeOffset="243">10198 13540 845 0,'0'0'16'0,"96"-41"-14"0,-31 23-2 15,-2 0 2-15,-4 6-5 16,-5 3 2-16,-13 5-6 16,-6 1-37-16,-9 1-179 15</inkml:trace>
  <inkml:trace contextRef="#ctx0" brushRef="#br0" timeOffset="244">10976 13302 620 0,'0'0'40'16,"0"0"-35"-16,0 0-5 15,-61 72 61-15,35-35 1 16,3 9-15-16,-4 4-21 16,0-2-6-16,1 0 2 15,1-4-9-15,2-5-8 16,-1-3-4-16,3-3 2 15,0-3-3-15,5-9 0 16,-3-1 7-16,3-7-7 16,6-3-20-16,0 0-3 15,2-4-69-15,6-3-105 16</inkml:trace>
  <inkml:trace contextRef="#ctx0" brushRef="#br0" timeOffset="245">10945 13694 834 0,'0'0'26'0,"0"0"-26"16,0 0-14-16,0 0 14 15,0 0 0-15,0 0 1 16,31 71 3-16,-18-49 6 16,-4 2-5-16,-1 3 3 15,-3-3-4-15,-1-3-2 16,-3-4 12-16,0-2-5 16,-1-6 0-16,0-2 0 15,0-2-8-15,0-5 5 16,0 0-6-16,0 0 5 15,0 0 4-15,0 0 22 16,0 0 4-16,0-3-5 16,0-12-28-16,0-2-2 15,0 3-7-15,3 1 6 16,1 7 1-16,-1 3-3 0,-1 0 3 16,-2 3-3-16,0 0 3 15,0 0-1-15,0 0 1 16,0 0 0-16,0 0 0 15,0 0-9-15,0 0 8 16,0 0 1-16,0 0-5 16,0 0 5-16,0 0-1 15,0 0 0-15,0 0 1 16,0 0 0-16,0 0-11 16,0 0-22-16,0 0 23 15,4 0-29-15,-4 0 18 16,0 0 17-16,3 0-2 0,-3 0 6 15,2 0 0-15,-2-6 8 16,0-2-1-16,0-2 14 16,0 1-10-16,0 2-9 15,0 2-4-15,0 1 1 16,0 4 0-16,0 0 1 16,0 0-5-16,0 0 1 15,0 0-3-15,0 0 7 16,0 0 7-16,4 0-3 15,1 4 10-15,-1 2 8 16,4 6-1-16,2 3-13 0,1 9 7 16,-3-1 3-1,-1 4-12-15,-2 4-2 0,-5-2 4 16,0 1-4 0,0-6-4-16,-6 0-3 0,-6-9 3 15,2-4 1-15,-1-1 0 16,6-8 2-16,5-2-3 15,0 0 9-15,2-18-9 16,17-6-10-16,2-5-27 16,5-1 35-16,-4 2-9 15,-1 6 5-15,-3-1 3 16,0 6 3-16,-7 4 0 16,0 0 3-16,0 4 3 15,-3 1 1-15,0 4 0 0,-1 4-7 16,3 0 0-16,6 0 0 15,-2 12 4-15,8 5 4 16,-3 5 4-16,2 1 1 16,0-2-4-16,0 1-3 15,-3-4-6-15,-5-3 3 16,-1-2-6-16,-3-3 2 16,-3-3 0-16,-1 0-50 15,-5-7-137-15</inkml:trace>
  <inkml:trace contextRef="#ctx0" brushRef="#br0" timeOffset="246">9972 13245 739 0,'0'0'54'16,"-84"-3"-38"-16,48 3-16 15,9 11 11-15,1 13-4 16,9 18-3-16,4 27 1 15,8 24 37-15,5 20 30 16,18 18-41-16,23-3 10 16,19-6-24-16,20-5 0 15,13-16-15-15,17-17-1 0,12-13-1 16,7-22 8-16,0-13-8 16,-9-11-8-16,-8-13-16 15,-15-12-90-15,-18-6-233 16</inkml:trace>
  <inkml:trace contextRef="#ctx0" brushRef="#br0" timeOffset="247">10954 12962 665 0,'0'0'30'16,"88"39"-24"-16,-15-3 10 15,23 9 35-15,14 18 1 16,1 13-4-16,-3 20-9 16,-15 16-33-16,-17 5 10 15,-17-1-15-15,-12-8 5 16,-15-13-6-16,-13-11 3 16,-11-13-3-16,-6-14 0 15,-2-13-3-15,0-7 2 16,0-9-2-16,-13-5-4 0,-6-6-50 15,-1-8-50-15,-3-6-290 16</inkml:trace>
  <inkml:trace contextRef="#ctx0" brushRef="#br0" timeOffset="248">11543 12691 694 0,'0'0'46'0,"0"0"-9"0,0 0 12 16,0 0-36-16,0 0-6 15,0 0 2-15,9-15-3 16,9 21-3-16,0 14 3 16,5 8 23-16,-8 11-3 15,6 5-3-15,-2 4-9 16,-4-1-3-16,3-2-1 15,-8-7-10-15,2-10 1 16,-4-5-1-16,-3-6-1 16,0-3-8-16,-2-8-33 15,0-3-21-15,6-3-21 16,-1-9-128-16</inkml:trace>
  <inkml:trace contextRef="#ctx0" brushRef="#br0" timeOffset="249">11959 12775 856 0,'0'0'50'0,"0"0"-50"15,0 0-3-15,-85 83 3 16,63-54-3-16,11-1 1 16,11 1 0-16,7 0-3 15,30-2 3-15,20-3 2 16,8-6 2-16,10-3-2 15,-4-3-9-15,-17-2-49 16,-12-5-350-16</inkml:trace>
  <inkml:trace contextRef="#ctx0" brushRef="#br0" timeOffset="250">10045 14602 407 0,'0'0'61'16,"0"0"-28"-16,0 0-10 16,0 0 43-16,0 0 1 0,0 0-1 15,68 8-22 1,-5-16-8-16,28-14-6 0,30-7-9 15,28-10 26-15,26-3 16 16,18 5-29-16,14 4-11 16,4 6-5-16,-6 8-17 15,-11 1 4-15,-15 0-5 16,-28 9-3-16,-27 3 2 16,-29 6-6-16,-29 0-40 15,-25 3-71-15,-26 6-198 16</inkml:trace>
  <inkml:trace contextRef="#ctx0" brushRef="#br0" timeOffset="251">10444 14872 724 0,'0'0'68'0,"0"0"-58"15,0 0-10-15,0 0 0 16,0 0 0-16,0 0 0 16,47-24 2-16,-32 22-2 0,1-1-4 15,-1-1 4-15,1-1-2 16,-2-1 4-16,1-1-2 16,-4 5 0-16,-1-1 4 15,1 3-7-15,1 0 8 16,0 0-3-16,6 3 16 15,1 12 0-15,2 9 15 16,3 3 11-16,-1 3-26 16,-3 4-3-16,-5 0 3 15,-3-4-17-15,-4-1 1 16,-5-7 2-16,-2-5 0 16,-1-2-2-16,0-5-2 0,0-5-35 15,-12-2-44 1,-12-3-127-16</inkml:trace>
  <inkml:trace contextRef="#ctx0" brushRef="#br0" timeOffset="252">10437 15063 941 0,'0'0'81'16,"0"0"-81"-16,75-36 0 15,-20 12 4-15,-1 1-3 16,4 2-1-16,-7 3-25 15,-5 1-78-15,-10 0-103 16</inkml:trace>
  <inkml:trace contextRef="#ctx0" brushRef="#br0" timeOffset="253">11120 14720 859 0,'0'0'113'15,"0"0"-113"-15,0 0 0 16,-51 69 0-16,29-19 6 16,-1 7 21-16,5-1-20 15,1-1-2-15,5-6-4 16,4 1 1-16,1-9-2 16,-1-2 0-16,1-10 0 15,3-2-15-15,-3-9-77 0,7-9-17 16,0-9-274-16</inkml:trace>
  <inkml:trace contextRef="#ctx0" brushRef="#br0" timeOffset="254">11085 14992 925 0,'0'0'97'0,"0"0"-77"16,0 0-20-16,0 0-9 15,0 0 8-15,55 66 1 16,-31-28 8-16,3 0 0 0,-3 4-3 16,-1-6-5-16,-5 4 0 15,-9-8 0 1,-4-3 0-16,-3-5 4 0,-2-5 1 16,0-5-3-16,-8-6-2 15,-4-3-2-15,1-5-4 16,-1 0 4-16,3 0 2 15,7-13 0-15,2-7 6 16,0-5-7-16,11 0 1 16,7 0-2-16,1 6-3 15,0-1 4-15,-1 2 2 16,0 3-2-16,-5 3 0 16,-3 3 1-16,-5 5 0 0,-2 4 0 15,0 0-3 1,0 0-2-16,4 0 1 0,4 13 1 15,-2 3 6-15,5 7 1 16,1-1-3-16,-1-2 0 16,1-2 2-16,0-3 0 15,-4-3-6-15,-4-3 6 16,2 0-8-16,-6-7-81 16,-1-2-76-16,1 0-461 15</inkml:trace>
  <inkml:trace contextRef="#ctx0" brushRef="#br0" timeOffset="255">11578 15088 983 0,'0'0'111'16,"0"0"-103"-16,70-43-6 15,-19 25-2-15,-2 3 21 16,-3 3 3-16,-4 7-23 15,-4 4-1-15,-6 1-48 16,-6 0-77-16,-2-2-170 16</inkml:trace>
  <inkml:trace contextRef="#ctx0" brushRef="#br0" timeOffset="256">12053 14760 1010 0,'0'0'112'16,"0"0"-47"-16,0 0-65 16,0 0 1-16,0 0 3 15,70 87 16-15,-47-42 0 16,3 1-18-16,-1-4 6 16,-5 1-8-16,4-6-3 15,-10 1-1-15,2-4-42 16,-3-6-108-16,-7-11-199 15</inkml:trace>
  <inkml:trace contextRef="#ctx0" brushRef="#br0" timeOffset="257">13381 14005 217 0,'0'0'72'0,"0"0"31"16,0 0-59-16,0 0 21 15,0 0-14-15,0 0-4 16,0 0-9-16,-1 0 6 16,1 0-9-16,0 0-14 0,0 0 0 15,0 0-1-15,8 0 4 16,13 0-18-16,5-3-1 16,4-5-2-16,3 1-2 15,5-1-1-15,-6 4 7 16,-1 1-7-16,-9 3 0 15,-8 0-21-15,-8 7-83 16,-6-2-264-16</inkml:trace>
  <inkml:trace contextRef="#ctx0" brushRef="#br0" timeOffset="258">13384 14289 919 0,'0'0'93'0,"0"0"-84"16,0 0-9-16,0 0-5 15,91-37 4-15,-28 17 0 16,4 5 0-16,-2 8 1 16,-12 6-6-16,-15 1-129 15,-11 0-175-15</inkml:trace>
  <inkml:trace contextRef="#ctx0" brushRef="#br0" timeOffset="259">18167 13468 192 0,'0'0'595'15,"0"0"-551"-15,0 0-28 0,0 0-8 16,0 0 1 0,0 0 7-16,0 0 44 0,-28-33 12 15,28 33-31-15,0 0-21 16,0 0-18-16,0 0 2 15,0 0-4-15,0 16-11 16,0 14 0-16,0 11 11 16,-2 8 10-16,-2 1-8 15,4 0-2-15,0-5 0 16,0-9-7-16,0-1 7 16,4-9 0-16,3-7 8 15,-2-3-8-15,0-11 1 16,-4-2-1-16,-1-3 0 15,0 0 2-15,0 0 3 16,0 0 2-16,0-12 13 16,0-12-13-16,0-11-7 0,0-11-7 15,12-1-2-15,15-3-9 16,8 5 10-16,3 9 7 16,0 13 1-16,-4 16-9 15,-5 7 9-15,-4 9-6 16,-3 17-6-16,-2 8 9 15,0 4 3-15,-3-2 0 16,0-3 0-16,-4-2 0 16,-4-2 1-16,4-9-1 15,-8-2 0-15,1-3 1 16,0-6-1-16,-6-3-80 0,0-6-120 16</inkml:trace>
  <inkml:trace contextRef="#ctx0" brushRef="#br0" timeOffset="260">18525 13245 817 0,'0'0'14'16,"0"0"-14"-16,0 0 0 16,0 0 19-16,0 0 59 15,0 0-63-15,48-42-13 16,-14 30 3-16,2 1 9 16,4 5-8-16,-3 3-3 15,-9 3 3-15,-7 0-4 16,-11 9-2-16,-10 8 0 15,0 9 0-15,-4 11 1 16,-8-4 18-16,4 3-12 16,8-4-6-16,0-5 0 15,19-4-1-15,5-8 9 16,3-6-8-16,-2-2 1 0,-1-5-2 16,-6-2-18-16,-5 0-144 15</inkml:trace>
  <inkml:trace contextRef="#ctx0" brushRef="#br0" timeOffset="261">18924 13677 912 0,'0'0'59'16,"0"0"-58"-16,0 0 5 15,89 0-5-15,-44-2-1 16,-3 2 2-16,-12 0-4 0,-9 0-2 16,-12 5 0-16,-9 8-15 15,0 4-21-15,-19 7 20 16,-1-3 12-16,4-3 7 16,10-4 2-16,6-1-2 15,0-4-3-15,8-5 4 16,6 0 0-16,-2-4 3 15,3 0-3-15,-3 0-1 16,0-8-177-16</inkml:trace>
  <inkml:trace contextRef="#ctx0" brushRef="#br0" timeOffset="262">19564 13382 979 0,'0'0'27'0,"0"0"-19"15,0 0-8-15,0 0-4 16,55 83 4-16,-44-35 6 16,-7 5 7-16,-4 5 3 15,0 0-10-15,-9-1-1 16,-12-2-5-16,-7-10 0 15,-2-10 2-15,3-12-2 0,7-11 0 16,7-6 2 0,8-6 4-16,5 0-6 0,0 0 1 15,0 0 4-15,24-9-3 16,9-8-2-16,11-1-9 16,1 0 9-16,0 0 0 15,-1 3 0-15,0-2 1 16,-1 1-1-16,-8-1 0 15,-8 5 0-15,-8-3 1 16,-10 6-1-16,-5 3 2 16,0 3-1-16,-3 3 5 15,1 0-2-15,6 6-4 16,1 14-1-16,1 9-2 0,1 4 5 16,-3 2-4-16,-1 0 4 15,2-3-2-15,1-5 0 16,-2-2 0-16,1-11 0 15,-2 2 1-15,-3-11-1 16,-2-1-1-16,-2-1-25 16,0-3-114-16,-2 0-31 15</inkml:trace>
  <inkml:trace contextRef="#ctx0" brushRef="#br0" timeOffset="263">20083 13251 909 0,'0'0'6'0,"0"0"-6"16,0 0-19-16,43 92 17 15,-27-38 4-15,1 3 3 16,-3-1 30-16,0-8-17 15,-6-6 5-15,-1-13-15 16,-4-5-6-16,-3-12-2 16,2-6 0-16,-2-6 3 15,0 0 3-15,0-3 12 16,4-14 0-16,-1-13-18 16,0-7-22-16,2-9-17 15,-4-11-6-15,-1-7 7 0,0 6 15 16,1 10 9-1,3 14 14-15,0 21 21 0,-3 11 6 16,1 2-27-16,0 19 4 16,5 19-4-16,-1 13 18 15,2 5-4-15,6-4 4 16,1-13-11-16,7-10 1 16,6-5 3-16,5-10 25 15,-2-5-26-15,-1 1 6 16,-9-10-16-16,-10 0-20 15,-11 0-110-15,0-3-514 0</inkml:trace>
  <inkml:trace contextRef="#ctx0" brushRef="#br0" timeOffset="264">11431 13517 496 0,'0'0'62'15,"0"0"-53"-15,0 0 3 16,0 0 32-16,0 0-2 16,0 0-5-16,0 0-1 15,2 8-24-15,-2-7-5 16,1-1-1-16,-1 0-4 0,0 0 1 15,0 0 10 1,0 2 7-16,0 1-13 0,0 9 1 16,-3 7 9-16,-9 10-12 15,-4 16 9-15,0 8 6 16,5 13-3-16,0 11 13 16,-3 4-7-16,4-6-22 15,7-10 3-15,-1-11-4 16,4-15-2-16,0-7 2 15,0-10-2-15,4-5 2 16,-2-2-1-16,1-3-13 16,-3 0-15-16,0-9-35 15,0-3-100-15,3-5-502 16</inkml:trace>
  <inkml:trace contextRef="#ctx0" brushRef="#br0" timeOffset="265">9084 12973 465 0,'0'0'51'16,"0"0"-18"-1,0 0 29-15,0 0-34 0,0 0 33 16,0 0 2-16,0 0-28 16,-32 0-12-16,32 0-4 15,0 0-13-15,0 0-2 16,0 0-3-16,0 0 0 15,0 0-1-15,0 0 1 16,-1 0 2-16,-1 1 6 16,-7 4-9-16,0 5 0 15,-2-1-3-15,-2 3 3 16,-3 6 9-16,-9 6-7 0,-1 8 6 16,0 6 11-16,-4 5-11 15,1 7 5-15,1 12 19 16,1 10-2-16,4 12 4 15,4 5-11-15,5 1-5 16,-2-1-10-16,7-13-5 16,2-9 2-16,4-11 0 15,0-11-5-15,0-11 3 16,0-11-6-16,1-5 6 16,2-9 0-16,0-5-3 15,0-2 0-15,0-2 0 16,0 0 3-16,0 0-5 15,0 0 2-15,0 0 0 0,0 0-1 16,0 0-1 0,0 0-2-16,0 0-7 0,0 0-35 15,0 0-84-15,0 0-185 16</inkml:trace>
  <inkml:trace contextRef="#ctx0" brushRef="#br0" timeOffset="266">14204 13777 837 0,'0'0'23'0,"0"0"-15"16,0 0 1-16,-93-10-9 16,61 10 0-16,4 0 0 15,8 0 1-15,-2 0 1 16,10 2 8-16,-1 14-10 15,1 5 1-15,-2 12 2 16,5 11 2-16,-4 2-4 16,4 9 18-16,7 3 4 15,2 3-3-15,1 2-18 16,27-6-2-16,18-6 2 16,14-13-2-16,14-8 5 0,8-12-5 15,5-12 0-15,-2-6-14 16,-5-3 10-16,-10-15 8 15,-16-3-8-15,-15-6 2 16,-14-2 2-16,-16-7-1 16,-9-3-20-16,-1-6-3 15,-24 0 3-15,-9-3-7 16,-13 5 28-16,-9 0 4 16,-9 3 17-16,-4 7-20 15,-3 8 7-15,6 7-7 16,11 13-1-16,13 5-22 15,12 0-138-15</inkml:trace>
  <inkml:trace contextRef="#ctx0" brushRef="#br0" timeOffset="267">15173 13582 722 0,'0'0'8'16,"0"0"-6"-16,-87 2 2 15,67 17 5-15,1 11 42 16,5 14-14-16,-2 14-7 0,5 16 24 15,3 10-10-15,6 4-25 16,2 4 9 0,5-5-10-16,15-6-18 0,6-13 0 15,1-8 0-15,4-9 1 16,1-11-1-16,1-9 0 16,0-10-5-16,0-15-33 15,-7-6-63-15,-3-9-782 16</inkml:trace>
  <inkml:trace contextRef="#ctx0" brushRef="#br0" timeOffset="268">15256 13884 726 0,'0'0'101'15,"0"0"-76"-15,0 0-2 0,0 0 10 16,0 0 2-16,0 0 7 16,-2 0-5-16,16-4-15 15,15-8-13-15,8 0-9 16,5 0 0-16,4 0 0 16,-1 3 1-16,3 6 1 15,0 0-4-15,-4 3 2 16,-6 0-1-16,-7 9 0 15,-6 4-1-15,-7 4 2 16,-3-2-7-16,-10 5 14 16,2 7-10-16,-4 4 4 15,-1 4-1-15,-2 6 9 16,1 1 5-16,2 2 16 0,-1-1-11 16,3-1 4-1,-2-9-10-15,2-4-6 0,0-7-1 16,-5-9-5-16,0 0 3 15,0-4 0-15,0 0-4 16,0-3-15-16,0 0-70 16,0-6-75-16,-9 0-184 15</inkml:trace>
  <inkml:trace contextRef="#ctx0" brushRef="#br0" timeOffset="269">15478 14190 454 0,'0'0'486'16,"0"0"-474"-16,92-65-12 15,-43 43-1-15,4 4 1 16,0 0 7-16,-7 2 31 16,-7 5-4-16,-13 4-33 15,-10 6-1-15,-5 1-25 16,-6 0-84-16,-1-3-80 15,-4 0-374-15</inkml:trace>
  <inkml:trace contextRef="#ctx0" brushRef="#br0" timeOffset="270">15957 13551 868 0,'0'0'7'0,"0"0"-1"16,0 0 2-16,0 0-16 16,0 0 16-16,0 0-1 15,54 52 17-15,-35-13 14 16,-3 5 1-16,-1 4-28 15,1-5 1-15,-7 0-12 0,-4-10 0 16,-3-8 0-16,3-12 0 16,-4-4-2-16,1-5-2 15,-2-4 8-15,0 0 5 16,4 0-7-16,-3-7 17 16,2-12-5-16,5-15-14 15,1-4-4-15,3-3-2 16,0 1 1-16,-2 4 3 15,0 6 4-15,-2 13-2 16,-5 4 0-16,-1 13 0 16,6 0-3-16,-2 4-3 15,2 16 1-15,4 9 0 16,-1 9 5-16,5-6 7 0,0 1-7 16,5-7 3-1,3-8-7-15,-2-8 8 0,-3-1-4 16,-4-8 3-16,-9-1-3 15,-4 0-70-15,-2-5-84 16</inkml:trace>
  <inkml:trace contextRef="#ctx0" brushRef="#br0" timeOffset="271">16179 13284 624 0,'0'0'220'0,"0"0"-212"16,0 0-16-16,0 0 17 15,97-20 2-15,-38 36 11 16,17 21 44-16,11 23 8 15,4 17 7-15,-9 15-17 16,-11 9-33-16,-23-2-17 16,-16-5 2-16,-17-1-4 15,-14-11-10-15,-1-3-2 16,-16-10-1-16,-17-3 0 16,-6-6-6-16,-5-7-43 0,-2-6-49 15,-1-7-82-15,0-11-701 16</inkml:trace>
  <inkml:trace contextRef="#ctx0" brushRef="#br0" timeOffset="272">14385 14718 835 0,'0'0'0'0,"0"0"-38"16,0 0-93-16,0 0 45 15,0 0-327-15</inkml:trace>
  <inkml:trace contextRef="#ctx0" brushRef="#br0" timeOffset="273">13030 14864 816 0,'0'0'94'16,"0"0"-64"-16,0 0-28 16,0 0-2-16,0 0 0 15,0 0 10-15,-39-9 22 16,30 8-14-16,8 1-18 16,1 0-5-16,0 7-113 15,0-4-236-15</inkml:trace>
  <inkml:trace contextRef="#ctx0" brushRef="#br0" timeOffset="274">12944 15309 755 0,'0'0'61'15,"0"0"-47"-15,0 0-8 16,0 0-5-16,77-37 2 15,-34 19 11-15,-3 4 21 16,-4 6-35-16,-7 6 0 16,-9 2-6-16,-5 0-33 15,-11 12-36-15,-4 6-87 0,-4 0-290 16</inkml:trace>
  <inkml:trace contextRef="#ctx0" brushRef="#br0" timeOffset="275">13133 15430 800 0,'0'0'90'0,"0"0"-59"15,0 0-24-15,0 0 15 16,0 0-21-16,79-37 4 16,-60 36-10-16,1 1-25 15,0 0-56-15,3 0-114 16</inkml:trace>
  <inkml:trace contextRef="#ctx0" brushRef="#br0" timeOffset="276">13946 15170 684 0,'0'0'94'0,"0"0"-74"16,0 0-12-16,0 0 11 16,0 0 9-16,-74 0 1 15,63 0-22-15,-1 1-7 0,-4 15 1 16,-7 9 6-16,4 8-5 15,0 4 23-15,6 7 5 16,7 4 2-16,6-1-3 16,0 6-14-16,14-8-14 15,10-3 0-15,8-11-1 16,6-11 0-16,0-8 10 16,3-6-4-16,6-6-1 15,0-7 3-15,-3-13 5 16,-6-6-9-16,-15-9-4 15,-11-3 1-15,-12 0 2 16,0-4-2-16,-20 3-2 16,-11 4 0-16,-6 2-20 15,-4 6 21-15,3 9-7 0,3 6 8 16,0 4-5-16,8 8-8 16,1 0-68-16,8 0-17 15,5 0-172-15</inkml:trace>
  <inkml:trace contextRef="#ctx0" brushRef="#br0" timeOffset="277">14553 14929 689 0,'0'0'69'0,"0"0"-67"16,0 0 3-16,0 0 1 15,-74 42 7-15,62-21 17 16,-2 11-8-16,5 13 20 16,7 11 27-16,2 13-29 15,0 4 33-15,8 3-13 16,12-8-37-16,9-3-12 16,9-7-1-16,7-10-9 15,5-6 7-15,5-6-1 16,1-10-7-16,0-1-6 15,-3-6-62-15,-3-4-56 0,-14-11-162 16</inkml:trace>
  <inkml:trace contextRef="#ctx0" brushRef="#br0" timeOffset="278">14728 15194 679 0,'0'0'101'15,"0"0"-101"-15,0 0-11 16,0 0 0-16,0 0 11 16,0 0 11-16,10 0-8 15,-2 0-3-15,-2 0 0 16,-1 0 0-16,2 0 0 16,-3 0-1-16,-2 0 1 15,6 0 1-15,-2 0-1 16,5 0 0-16,3 0-1 15,2 0 2-15,-4 0-1 0,0-3 0 16,-7 3 4-16,-1 0-4 16,-4 0 2-16,0 0 4 15,0 0 16-15,0 0-18 16,0 0 17-16,0 0-6 16,0 0-11-16,0 0 2 15,0 0-6-15,-4 0 0 16,-1 0 1-16,-2 0-1 15,1 0 2-15,3 0-1 16,1 0 4-16,2 0 18 0,0 0-21 16,0 0-2-1,0 0 0-15,5 0 0 0,11 0 3 16,9 0 5-16,4-4-3 16,1-1 2-16,0 0-7 15,-4 1 0-15,-5 4 3 16,-4-3-3-16,-3 3-1 15,-5 0-7-15,0 0 6 16,-2 0 2-16,-2 0 0 16,-2 0 4-16,1 0-4 15,0 0 0-15,2 3-3 16,0 4 2-16,3 7 1 16,3 4-2-16,0 8 2 15,4 5 23-15,2 2 17 16,0 5-4-16,3 0-7 0,-4-2 11 15,1-2 4 1,-4-4-39-16,-1-5 15 0,-4-6-12 16,0-3-7-16,-7-4-1 15,0-7 1-15,0 1 4 16,-2-6-5-16,0 1-40 16,0-1-17-16,-13 0-69 15,-9 0-84-15</inkml:trace>
  <inkml:trace contextRef="#ctx0" brushRef="#br0" timeOffset="279">15020 15411 872 0,'0'0'129'0,"0"0"-127"16,0 0-2-1,0 0-5-15,0 0 2 0,77-59-1 16,-28 42-3-16,6-1 5 15,-4 1 1-15,-4 4-1 16,-7 4-81-16,-11 0-126 16,-4 0-427-16</inkml:trace>
  <inkml:trace contextRef="#ctx0" brushRef="#br0" timeOffset="280">15358 14729 835 0,'0'0'44'0,"0"0"-29"15,0 0 12-15,0 0 16 16,0 0-18-16,0 0-12 16,0 0-6-16,27 7-3 15,-9 13 13-15,-7 16-7 16,3 0 11-16,-5 2-21 16,1 2 4-16,-2-5-1 15,3-5-2-15,-1-3 1 16,1-7-2-16,4 0-2 15,-4-5-59-15,5-5-53 0,-3-7-59 16,2-3-373 0</inkml:trace>
  <inkml:trace contextRef="#ctx0" brushRef="#br0" timeOffset="281">15787 14854 829 0,'0'0'1'16,"0"0"-1"-16,0 0-3 0,-63 68-3 16,58-43 6-1,5-1 5-15,0-1-3 0,15-4-2 16,2-5 1-16,0-8 3 16,2-4 5-16,-8-2 15 15,-6 0 9-15,-5-6 30 16,0-10 22-16,-8-8-71 15,-9-3-3-15,-4 0-11 16,3 4-8-16,6 0-38 16,12-2-57-16,0 4-91 15,9-1-384-15</inkml:trace>
  <inkml:trace contextRef="#ctx0" brushRef="#br0" timeOffset="282">15948 14756 567 0,'0'0'108'0,"0"0"-98"16,0 0-8-16,0 0 59 0,3 81-25 16,7-55-28-16,6-4 0 15,2-4-2-15,3-7-4 16,2-3 6-16,-3-6-8 16,-6-2 2-16,-7 0 7 15,-7-2 7-15,0-13 43 16,-1-3-59-16,-14-2-4 15,1 5 4-15,3 4-1 16,5 5 2-16,6 6 14 16,0 0-9-16,8 0-6 0,19 0-6 15,-2 17 6 1,5 3 16-16,-8 3-8 0,-6 4-8 16,-9-2 0-16,-5-3 11 15,-2-4-8-15,-6 0 0 16,-13-2-1-16,-3-4-2 15,-3-1-10-15,5-4-33 16,3-7-96-16,12 0-491 16</inkml:trace>
  <inkml:trace contextRef="#ctx0" brushRef="#br0" timeOffset="283">16379 14649 797 0,'0'0'49'0,"0"0"-42"16,0 0-7-16,11 66 0 15,4-40 4-15,2-3 12 16,1-3-3-16,-1-2 12 15,-5-4-23-15,-5-9 4 16,-3-2-6-16,-4 1 9 16,0-4 1-16,0 0 18 15,0-17 44-15,-1-10-72 0,-6-6 0 16,6-9-17-16,1-3 2 16,6 6 10-16,21 6 5 15,5 12 0-15,4 11 4 16,-4 10-13-16,0 0 9 15,0 22 0-15,-4 0 12 16,-1 5 2-16,-6 1-4 16,-3-1-1-16,-6 1-6 15,-6 2 1-15,-3-1-4 16,-3-2-10-16,0 1-59 16,-3-6-78-16,-19-9-313 15</inkml:trace>
  <inkml:trace contextRef="#ctx0" brushRef="#br0" timeOffset="284">16340 15123 651 0,'0'0'120'0,"0"0"-100"15,0 0-6-15,0 0-6 16,0 0 16-16,0 0-5 16,-6 0-2-16,-1 0 8 15,-2 0-18-15,3 0-3 16,1 0 47-16,2 0-13 16,3 0 10-16,0 0-42 15,0 0 7-15,8 0-13 16,14-2-1-16,5-5 1 15,-2 4 0-15,-5 3 0 0,-5 0-5 16,-7 7 3-16,-3 10-2 16,-5 6 8-16,0 5-7 15,0 1 8-15,0-2-2 16,0-5-3-16,0-6 2 16,9-6-2-16,5-5 1 15,4-5-1-15,5 0 0 16,-2-2-3-16,0-11-35 15,-3-4-136-15,-1-6-445 16</inkml:trace>
  <inkml:trace contextRef="#ctx0" brushRef="#br0" timeOffset="285">16752 14374 610 0,'0'0'48'0,"0"0"-28"15,125 49 65-15,-49-17-19 16,9 16-26-16,3 9-19 0,-3 8-17 15,-9 12 7-15,-12 5 17 16,-14 12-4-16,-19 8 6 16,-18 2-15-16,-13 3-13 15,-15-3 1-15,-14-3 2 16,-6-12-4-16,2-12 0 16,-3-9-1-16,2-15 12 15,-4-9-5-15,-7-7-6 16,-2-5-1-16,1-11-51 15,7-14-192-15</inkml:trace>
  <inkml:trace contextRef="#ctx0" brushRef="#br0" timeOffset="286">17752 15160 408 0,'0'0'139'16,"0"0"-139"-16,0 0-9 16,0 0-22-16,0 0-98 15,0 0 34-15,-14 10-24 16</inkml:trace>
  <inkml:trace contextRef="#ctx0" brushRef="#br0" timeOffset="287">17752 15160 210 0,'-14'13'230'0,"14"-13"-135"0,0 0 23 16,-2 0-16-16,1 0-33 15,1 0-20-15,0 0-1 16,0 0-26-16,0 0 3 16,0 0-15-16,0 0-8 15,3 0 5-15,15 0 1 16,11 0-6-16,4 0-2 15,2 0-7-15,-3 0 7 16,-5 0-4-16,-5 5-67 16,-6 3-30-16,-8-3-130 0</inkml:trace>
  <inkml:trace contextRef="#ctx0" brushRef="#br0" timeOffset="288">17845 15358 831 0,'0'0'117'0,"0"0"-109"16,80-15 2-16,-44 4 27 15,-3-2-1-15,-9 3-13 16,-7 6-19-16,-7-1-4 16,-7 0-157-16,-3 1-297 15</inkml:trace>
  <inkml:trace contextRef="#ctx0" brushRef="#br0" timeOffset="289">18487 15083 672 0,'0'0'0'0,"0"0"-7"16,0 0 4-16,0 0 3 15,0 0 38-15,0 0-29 16,0 0 7-16,0 0 7 16,0 0 1-16,0 0 6 15,0 0-10-15,0 0 4 0,0 0 5 16,0-2-8-16,-5 2-4 15,1-1-13-15,-4 1-4 16,0 0 0-16,-2 0 2 16,0 0 0-16,-6 0-2 15,0 8 1-15,-1 0 12 16,0 7-12-16,1 3 4 16,2 9-4-16,3 8 19 15,6 4-7-15,5 9 2 16,1-4-11-16,21-1 0 15,10-3-4-15,7-6 5 16,9-4-7-16,6-7 3 16,4-8-1-16,0-10 0 0,-3-5 0 15,-5 0 0 1,-10-16 0-16,-9-6 0 0,-10-4 1 16,-10-11-6-16,-11-2 3 15,0-1-4-15,-7-2-20 16,-16 4 7-16,-9 7 12 15,-9 4 7-15,-9 6 7 16,-7 6 12-16,-2 4-19 16,2 7-5-16,-1 4-37 15,10 0-51-15,10 0-50 16,15 1-305-16</inkml:trace>
  <inkml:trace contextRef="#ctx0" brushRef="#br0" timeOffset="290">19293 14769 717 0,'0'0'74'0,"0"0"-53"16,0 0-21-16,-75-3 6 15,57 20 9-15,0 11 12 16,3 16 9-16,0 16 20 16,1 14-1-16,5 6-14 15,1 7-27-15,3-3-10 16,5-5-1-16,0-6-1 16,16-11-2-16,14-7 0 15,8-3-1-15,6-13 0 16,3-7-10-16,3-13 3 15,-4-2-22-15,-2-12-59 16,-7-3-57-16,-9-2-558 16</inkml:trace>
  <inkml:trace contextRef="#ctx0" brushRef="#br0" timeOffset="291">19571 15147 772 0,'0'0'66'16,"0"0"-12"-16,0 0 5 15,0 0 8-15,0 0-7 16,0 0-45-16,0 0 14 16,-22-40-17-16,22 40-12 15,0 0 1-15,0 0-1 16,0 0-3-16,0 16-1 16,6 10 4-16,-1 5 0 15,-1 7 0-15,-1 0 3 16,0-4-3-16,3-6 1 15,0-6 0-15,1-4 0 16,-1-6 0-16,-3-6-1 16,2-4 0-16,-5-2-1 15,0 0 0-15,0 0 2 0,0 0 9 16,0-11-2-16,0-16-7 16,0-8-1-16,0-10-2 15,5-6-5-15,15 2 5 16,5 5 0-16,2 9-7 15,0 14 8-15,2 12-3 16,-3 9 4-16,4 2-3 16,0 21 2-16,-2 8 1 15,-1 3-1-15,-5 3 1 16,-3 0 1-16,-5 0 0 16,-1-9-2-16,-2-3 2 0,-7-5 1 15,2-5-2 1,-5-5 0-16,-1-4-5 0,0-1-55 15,-7-5-95-15,-7 0-183 16</inkml:trace>
  <inkml:trace contextRef="#ctx0" brushRef="#br0" timeOffset="292">19852 14618 870 0,'0'0'78'0,"0"0"-78"16,0 0-8-16,0 0 7 16,0 0 1-16,50 97 0 15,-37-43 14-15,-4 5 1 16,0-2 6-16,3-7-8 16,-4-5-12-16,-1-13 0 15,0-9-1-15,-4-7-6 0,3-7-8 16,-1-6-57-16,0-3-81 15,6-10-520-15</inkml:trace>
  <inkml:trace contextRef="#ctx0" brushRef="#br0" timeOffset="293">20203 14742 685 0,'0'0'25'0,"0"0"-25"16,0 0-1-16,-3 77 1 16,3-50 10-16,14-4 7 0,4-3 15 15,1-5-3 1,2-4-7-16,-6-6-7 0,-3-5 5 16,-9 0 26-16,-3-11 33 15,0-9-29-15,0-8-37 16,-3 1-11-16,-9-3-1 15,2 4 4-15,2 2-5 16,8-1-7-16,0 1-63 16,0 1-82-16,13 4-322 15</inkml:trace>
  <inkml:trace contextRef="#ctx0" brushRef="#br0" timeOffset="294">20578 14653 760 0,'0'0'106'16,"0"0"-88"-16,0 0-18 16,0 0 4-16,-50 70-1 15,43-46-3-15,7 0 0 16,0-3 0-16,13-3-3 16,10-7 3-16,3-4 4 15,-4-7 28-15,-2 0-6 16,-7-12-8-16,-7-3 15 15,-4-8 0-15,-2-1-33 16,-2-6 0-16,-10 6-3 16,-4 2 1-16,7 11 0 15,2 4 1-15,5 7 2 0,2 0-2 16,9 7-10-16,19 13 10 16,10 11 1-16,4 7 7 15,-4 4-4-15,-8 3-1 16,-11-3 1-16,-13-5 1 15,-6 0-2-15,0-10 0 16,-10-10 1-16,-8-2-2 16,-3-6 1-16,-5-5 5 15,-4 0-7-15,0-4-36 16,0 0-84-16,2-6-182 16</inkml:trace>
  <inkml:trace contextRef="#ctx0" brushRef="#br0" timeOffset="295">21019 14348 753 0,'0'0'49'0,"0"0"-45"16,0 0 3-16,72-36 36 15,-40 30-1-15,3-3 12 16,1 5-19-16,-1-3 2 16,1 4-20-16,-1-3 7 0,-2 3-21 15,-5 3-3 1,-7 0 0-16,-4 0 0 0,-4 3 0 15,-3 20 0-15,-2 7 4 16,1 11 24-16,-3 8 30 16,0 4-40-16,-2-3-14 15,0-4 4-15,-1-10-8 16,-1-6 1-16,-2-5-2 16,0-4-1-16,0-5-7 15,-10-1-72-15,-9-4-36 16,-4-10-67-16</inkml:trace>
  <inkml:trace contextRef="#ctx0" brushRef="#br0" timeOffset="296">21166 14560 634 0,'0'0'440'15,"0"0"-412"-15,122-60-26 16,-57 43-4-16,1 4 3 15,-8 3-1-15,-13 5 0 16,-12 5-4-16,-11 0-12 16,-10 6-77-16,-12 6-113 15</inkml:trace>
  <inkml:trace contextRef="#ctx0" brushRef="#br0" timeOffset="297">21016 14938 686 0,'0'0'79'15,"0"0"-79"1,0 0 22-16,0 0 1 0,0 0-5 16,0 0 14-16,66-13-1 15,-39 13 9-15,1 0-23 16,-4 0 13-16,-5 0-15 15,-8 0-3-15,-5 4-8 16,-3 5 1-16,-3 2-3 16,0 8 6-16,-16-1 10 15,-1 1 7-15,6-4-7 16,7-2-16-16,4-4 8 16,11 0-9-16,14-4 0 15,11-3 57-15,3-2-19 0,-1 0-28 16,-2 0-9-16,-8-5-2 15,-5-2-28-15,-6-1-63 16,-5-2-94-16,-7-3-217 16</inkml:trace>
  <inkml:trace contextRef="#ctx0" brushRef="#br0" timeOffset="298">21571 13961 662 0,'0'0'0'0,"86"0"1"15,-31 3 52-15,6 20 22 16,6 13-1-16,2 14 14 0,2 17-22 16,-7 10-29-16,-8 12-10 15,-17 8-1 1,-14-3-9-16,-15 1 5 0,-10-9-9 16,-9-8-6-16,-23-13-7 15,-14-5 3-15,-9-12-3 16,-5-12-10-16,-1-7-28 15,-5-8-28-15,-2-9-223 16</inkml:trace>
  <inkml:trace contextRef="#ctx0" brushRef="#br0" timeOffset="299">19040 16079 388 0,'0'0'94'0,"0"0"-73"16,0 0 32-16,0 0 56 16,0 0-49-16,0 0-28 15,-20-11 5-15,18 8-17 16,1 2 8-16,1 1-7 15,0 0-5-15,0 0-2 16,0-2-10-16,0 1-4 16,10-2 0-16,7-1-4 15,5 0 4-15,-2 0 4 16,-1 1-4-16,-3 3-3 16,-7 0 1-16,-3 0 1 15,2 0-22-15,-8 0-26 0,0 11-58 16,-6 3-35-16,-10-3-197 15</inkml:trace>
  <inkml:trace contextRef="#ctx0" brushRef="#br0" timeOffset="300">19040 16079 243 0,'33'45'315'0,"-33"-42"-169"15,0-3-63-15,7 0-20 16,12 0-7-16,4 0-8 16,0 0 12-16,-5 0-30 15,1 0-26-15,-2 0-4 16,1 0-1-16,2 0-53 15,1 0-79-15,-2-5-467 16</inkml:trace>
  <inkml:trace contextRef="#ctx0" brushRef="#br0" timeOffset="301">19943 16002 806 0,'0'0'59'15,"0"0"-19"-15,0 0-30 16,0 0 35-16,0 0-11 0,0 0-20 16,-60-21-4-1,46 21 1-15,2 0-7 0,-3 2-4 16,1 16-8-16,-2 6 8 15,5 9 7-15,2 3-7 16,9 2 3-16,0 5 1 16,9-8-3-16,15-3 2 15,8-3-3-15,3-6-1 16,2-9 1-16,1-6 10 16,-1-8 11-16,0 0 0 15,-3-4-2-15,-2-14 0 16,-4-9-2-16,-6-6-8 15,-9-5-6-15,-11-1-3 16,-2-4-1-16,-8 3-16 0,-15 2 11 16,-5 4 5-16,0 10 1 15,3 2-1-15,4 12-1 16,3 1-28-16,2 5-41 16,4 1-82-16,3 3-167 15</inkml:trace>
  <inkml:trace contextRef="#ctx0" brushRef="#br0" timeOffset="302">20443 15725 437 0,'0'0'391'16,"0"0"-391"-16,0 0-6 15,0 0 3-15,-24 74 3 16,24-32 43-16,0 11 22 15,0 8-1-15,13-3-30 16,9 3-13-16,0-8 11 16,4-2-11-16,2-12-3 15,-2-4-16-15,-4-8 10 16,-2-8-11-16,-5-9-1 0,-3-3-5 16,1-4-25-1,3-3-66-15,0-2-210 0</inkml:trace>
  <inkml:trace contextRef="#ctx0" brushRef="#br0" timeOffset="303">20713 15928 879 0,'0'0'113'15,"0"0"-102"-15,0 0-11 16,0 0-12-16,0 0-4 16,0 0 16-16,7 53 3 15,9-26 12-15,-1 1 16 16,1-2-27-16,-1-3 7 15,-3-4-5-15,-3-9-6 16,-4-2 1-16,-2-3-1 16,-3-5 0-16,0 0 2 15,0 0 6-15,0 0 25 16,-3-9 7-16,-5-8-38 16,2-8 13-16,4-4-15 0,2-2 0 15,2 5-1 1,16 3 1-16,9 8 2 0,3 9-1 15,1 6-1-15,-1 0-2 16,-1 11-5-16,1 10 7 16,-5 6 7-16,-1-1-2 15,-1 4 8-15,-3-5-3 16,-3 1-2-16,-4-6-6 16,-2-3-1-16,-5-4-2 15,-3-3 1-15,-3-4-1 16,0-3-78-16,-6 0-19 15,-11-3-96-15</inkml:trace>
  <inkml:trace contextRef="#ctx0" brushRef="#br0" timeOffset="304">21181 15605 435 0,'0'0'202'16,"0"0"-85"-16,0 0-59 15,0 0-26-15,0 0-6 16,0 0 1-16,5-2-17 16,-5 2-1-16,0 0 0 15,0 0-9-15,0 0 4 16,0 0-4-16,0 0 12 15,0 0-6-15,0 0-5 16,0 0 0-16,0 0-1 0,0 0-1 16,0 0-2-1,0 0 3-15,0 0 0 0,-2 2 1 16,-5 2-10-16,-3-1 7 16,0-3 2-16,1 0 4 15,-3 0-4-15,4-5-2 16,0-5 2-16,3-2 1 15,5-1 2-15,0-4 5 16,5-1 4-16,11-3-6 16,4 3-5-16,1 3 2 15,-3 7 5-15,3 8-7 16,4 0-1-16,-1 14 0 16,-2 10 0-16,-8 7 0 0,-6 2 0 15,-8 4-1 1,0-1 1-16,-13-2 4 0,-10-2-2 15,1-10 5-15,3-7-5 16,5-5 7-16,9-6 12 16,2-2-2-16,3-2 2 15,0 0-21-15,0 4-4 16,6 2 4-16,10 2 6 16,3 4 18-16,0-5-7 15,0 4-4-15,-2-3-4 16,-3 0 0-16,-1 0-9 15,-1-4-7-15,1 1-8 16,0-5-177-16,-2-3-603 16</inkml:trace>
  <inkml:trace contextRef="#ctx0" brushRef="#br0" timeOffset="305">21526 15668 383 0,'0'0'683'0,"0"0"-674"16,0 0-8-16,0 0-1 16,0 0 10-16,0 0 34 15,43-12-23-15,-29 9-10 0,-8 1-11 16,-4 2 2-16,-2 0-1 15,0 0 7-15,0 0 0 16,0-1 2-16,-2 1 3 16,-10-6-4-16,1 5-8 15,0 0-1-15,6 0 0 16,1 1-1-16,2 0-9 16,0 0-9-16,1 0-65 15,1 0-39-15,0 1-62 16,5-1-414-16</inkml:trace>
  <inkml:trace contextRef="#ctx0" brushRef="#br0" timeOffset="306">21911 15472 1076 0,'0'0'63'0,"0"0"-58"16,0 0-3-16,0 0 13 16,0 0-11-16,0 0 1 15,-31-52-6-15,8 50 1 16,-5 2-20-16,-1 0 20 16,2 3 0-16,9 7-6 0,2 3 5 15,4 6-1 1,8 1-1-16,4 4 0 0,2 0-5 15,21 3 7-15,11-3 2 16,7-1-1-16,4 2 26 16,1-4-6-16,-7-2-15 15,-10-3 17-15,-10 2-19 16,-13-3-3-16,-6 4 0 16,-8-1 2-16,-19-3 4 15,-4 1-5-15,-3-7-1 16,7-6-1-16,10-3 1 15,7 0 0-15,8 0 2 16,2 0-2-16,0-20 18 16,16-10-18-16,6-7 0 15,5-5 0-15,3 4 0 0,-2 2-2 16,-3-2-36-16,0 7-55 16,-7 2 4-16,0 5-48 15,-3 7-140-15</inkml:trace>
  <inkml:trace contextRef="#ctx0" brushRef="#br0" timeOffset="307">22104 15358 882 0,'0'0'102'0,"0"0"-89"16,0 0-13-16,0 0-10 15,0 0 10-15,0 0 9 16,29 108 43-16,-15-55-14 16,-4-3-21-16,-3-3 16 15,-5-7-14-15,-2-12-10 16,0-5-7-16,0-12 0 15,0-2 0-15,0-2-1 16,0-3-1-16,-8-1-44 0,-3-3-88 16,-1 0-256-16</inkml:trace>
  <inkml:trace contextRef="#ctx0" brushRef="#br0" timeOffset="308">22153 15111 540 0,'0'0'92'0,"127"42"9"15,-50-4-21-15,0 16-9 16,-8 9 7-16,-12 17-8 15,-15 7-20-15,-16 5-3 16,-18 1-10-16,-8-10-26 16,-13-2 0-16,-23-14-7 15,-9-6-3-15,-6-12 2 16,-6-13 4-16,5-5-7 16,-3-12 0-16,1 1-7 15,1-5-110-15,7-5-140 0</inkml:trace>
  <inkml:trace contextRef="#ctx0" brushRef="#br0" timeOffset="309">22676 16001 727 0,'0'0'79'0,"0"0"-77"0,0 0-1 15,0 0 0 1,0 0 0-16,0 0-1 0,-4 12 10 15,-1-2 14-15,-6 2 12 16,-10 7 30-16,-15 10 14 16,-19 4-36-16,-17 8-12 15,-10 1-15-15,-5 0-12 16,4-2-2-16,11-3 12 16,11-5-7-16,11-6 3 15,14-1-8-15,9-7-2 16,8 0 2-16,10-3-3 15,4-2-36-15,5-2-57 16,0-8-130-16,14-3-282 16</inkml:trace>
  <inkml:trace contextRef="#ctx0" brushRef="#br0" timeOffset="310">22807 16181 861 0,'0'0'110'0,"0"0"-110"16,0 0 0-16,0 0 21 0,0 0 52 16,0 0-40-1,2-3-6-15,-2 3-17 0,-10 3-2 16,-16 12-4-16,-18 12-2 15,-11 6 21-15,-7 9-11 16,-7-1 7-16,-4 4-8 16,3 2-10-16,4 1 10 15,12-7 13-15,11-5-8 16,10-7-8-16,8-4-8 16,7-7 0-16,1 0 4 15,3-3-4-15,3-3-14 16,3-4-87-16,5-1-75 15,3-7-81-15</inkml:trace>
  <inkml:trace contextRef="#ctx0" brushRef="#br0" timeOffset="311">1281 13817 48 0,'0'0'0'15</inkml:trace>
  <inkml:trace contextRef="#ctx0" brushRef="#br0" timeOffset="312">1281 13817 198 0,'0'0'142'16,"0"0"-49"-16,0 0-27 15,-2 0-4-15,-1 0 18 16,3-2-32-16,-3 0 21 15,1 0-44-15,2 2-10 0,-3-2 7 16,3 2-11-16,0 0 2 16,0 0-4-16,0 0-7 15,0 0-2-15,0 0 1 16,0 0-3-16,0 4 2 16,0 15-6-16,0 5 6 15,5 11 0-15,6 5 0 16,-5-2 4-16,2-1-2 15,-3-3-2-15,4-7 2 16,-3-6-2-16,2-2 1 16,-1-8-2-16,-1-2 2 15,0-3-3-15,-1-3 8 16,3-3-7-16,-2 0 1 0,2 0 0 16,2 0-8-16,5 0 2 15,-3 0-7-15,3 0 13 16,-1 0 0-16,-1 0 0 15,-2 4 0-15,3 4 0 16,4-2-3-16,5 3-1 16,7-4 3-16,0-2 0 15,5 1 2-15,2-4-5 16,3 0 8-16,5 0-5 16,6-4 1-16,1-4-6 15,3 3 5-15,0 1 1 16,-4 4 0-16,-4 0-3 15,-6 1 3-15,-3 10-6 16,-3-2-19-16,-3 0 25 0,-2 0-5 16,0-2 2-16,-5-3 1 15,7 0 4-15,1-4-2 16,8 0 9-16,3 0 4 16,-1-4 1-16,7-4-11 15,3-4 17-15,4-1-9 16,9 2-4-16,7 2-3 15,3 3 2-15,-2 6-4 16,-4 0-4-16,-5 0 1 16,0 0-1-16,-1 3-3 15,1 0 5-15,1 0 3 0,-1-3 2 16,7 4-3 0,-4 1-1-16,1-2 6 0,-10 2-7 15,-1-1-2-15,-6-1-3 16,-2-3 2-16,-4 0 3 15,1 0 0-15,-1 0 1 16,-1 0 1-16,8-10 2 16,2 2-4-16,9-4 2 15,2 0-2-15,1 3 2 16,-3 0-2-16,-7 4 1 16,-7 5-1-16,-10 0-1 15,-4 5 0-15,-3 6-6 16,-5 2 7-16,4-4 1 15,3 0 8-15,4-3-7 0,7-1 7 16,1-3-3-16,8-2-4 16,5 0-2-16,3 0 0 15,3-7 5-15,-1 1-5 16,-5 0 0-16,-1 0-13 16,-8 6-7-16,-7-2 0 15,-1 2 19-15,-1 0-2 16,2 0 3-16,2 0 1 15,1 0-1-15,0 0 1 16,-4 0-1-16,-2 0-20 16,-3 0 14-16,1 0 1 15,-1-1 5-15,-3-2 0 16,1 3 0-16,-4-2-5 0,-1 2 2 16,-2 0 6-16,5 0 3 15,-4 0-6-15,9 0 2 16,5 0-2-16,0 0 10 15,10 0-3-15,-2 0 15 16,3 0-11-16,1 0-5 16,3 0-3-16,-4 0-3 15,2 0 0-15,0 0 0 16,4 0 2-16,-1 0-2 16,-4 0 5-16,3 0 4 15,-4 0-8-15,-8 0-1 16,-4 5 0-16,-4-2 0 15,-12 3 0-15,-5-6 0 16,-1 4 1-16,-3-2 2 0,1 1-1 16,-6 0-1-16,-2-3-1 15,0 2-8-15,-6 1 8 16,1-1 0-16,-6 0 2 16,2-2-1-16,-2 0-1 15,7 3 0-15,1 0 0 16,4-3 0-16,8 1 0 15,5-1 0-15,0 0-3 16,-4 0 2-16,-2 0-3 16,-2 0 1-16,-9 0-1 15,1 0 4-15,2 0 7 0,0 0 1 16,10 0-8 0,9 0 6-16,6 0-5 0,2 4 6 15,0-4-7 1,-1 4-9-16,-2-4-6 0,-3 0 12 15,-4 0 0-15,-3 0 3 16,-1 0 6-16,0-4 4 16,4 2-4-16,0-1-6 15,-6 0 0-15,-1 0 0 16,-4 3-4-16,-5 0-15 16,-1 0 8-16,4-2 11 15,-2 0 2-15,1 2-2 16,-1 0-3-16,2-3-8 15,1 3-10-15,1 0 10 0,1-2 2 16,5 2-1-16,-1-2 5 16,-3 1 4-16,-1 1 1 15,-3 0 0-15,-1 0-3 16,4 0 1-16,0 0 1 16,0 0-1-16,-1 0-1 15,0 0-2-15,1 0-4 16,-4 0 0-16,2 0 6 15,1 0-5-15,-4 0 8 16,4 0 2-16,-3 0 0 16,-3 0-3-16,4 0 1 15,-3 0 0-15,-1 1-1 16,-2 1 1-16,-2 3-1 0,-2-5 0 16,-2 2-2-16,6 0 0 15,5-2 3-15,7 3 8 16,3 0 5-16,2 0-12 15,-9 3-1-15,-2-3-4 16,-4 3 2-16,-8-4 2 16,-1 1 2-16,-2-3 15 15,0 4 19-15,0-4-7 16,0 0-6-16,0 1-11 16,0 0-3-16,0 5-7 15,5 1 0-15,2 1 0 16,1 2 4-16,2 3-6 15,-1 0 0-15,0 0 0 0,1 0 0 16,-1 3 1-16,1 2-1 16,-3 0 0-16,2 0 3 15,0 6-3-15,-1 0 3 16,4 6 3-16,-4 2-5 16,5 7 3-16,1-2 7 15,-2 3-5-15,-3 0-6 16,2-2-4-16,1 1 4 15,-5 0 2-15,5-1-2 16,-1 7 0-16,-3-4 1 16,0 4 1-16,-1-2-1 15,1 0-1-15,4-1 1 0,0-3 0 16,0 3 3 0,6-5-4-16,-2 4 0 15,-1-4 0-15,6-1 0 0,-7-2 0 16,7-5 3-16,-7 1-2 15,-2-4-1-15,0 2 4 16,-3 0-4-16,-1 4-1 16,1-6 1-16,4-2 0 15,-5 0 0-15,0-2 0 16,-2-4 0-16,1-4 0 16,2 0-1-16,-1-1 1 15,1 1 1-15,-1-2-1 16,2 2 6-16,-1 2-12 15,-1-4 6-15,0 2 0 0,2-2 2 16,-2-1 4-16,1 0-6 16,2-2 0-16,-2 1-1 15,0 0-2-15,4 1 0 16,-2 3 6-16,0 1-1 16,2-3-2-16,1 2-6 15,-4-1 4-15,-1-1-6 16,2-2 5-16,-4 3-1 15,0-1 1-15,2 2 3 16,-4-2 3-16,1 1 3 16,3-3 5-16,0 4-5 15,0-3-5-15,-1 0-1 16,5-1 0-16,-5 1 0 0,4-1 0 16,0-2-1-16,-1-2 1 15,1 1 0-15,-1 2 0 16,2-4 0-1,1 1-1-15,0-1 1 0,-2 2 0 16,9-4 1-16,-3 3-8 16,5 1 6-16,0-3 0 15,4 4 1-15,5-2 1 16,1-2 5-16,2 3-6 16,5-1 0-16,5 0 1 15,2 3-1-15,3-1 0 16,1 0 1-16,9 1-1 0,-2-1 5 15,1 1-4 1,2-1-1-16,-3-1-3 0,4-1 3 16,2 4 0-16,4-7 0 15,3 4 7-15,-4 0-7 16,6-1 0-16,-1 1 9 16,-4 1 5-16,3 1-4 15,-6 0-4-15,-1-1-7 16,-4-2 1-16,0 0-4 15,-3 1 0-15,4 1 4 16,-3 1 0-16,-2 0 0 16,-6-2-3-16,-6 3 1 15,-3-1-62-15,-6 0-27 16,-5-1-59-16,-4-1-163 16</inkml:trace>
  <inkml:trace contextRef="#ctx0" brushRef="#br0" timeOffset="313">1385 14345 334 0,'0'0'129'0,"0"0"-31"16,0 0-49-16,0 0-4 15,0 0 24-15,0 0 3 16,0 0-41-16,0 0-11 16,0-6-4-16,0 3 17 15,0 3-23-15,0 0 6 16,0 0-13-16,0 0 4 16,0 0-7-16,0 0 1 15,0 0 11-15,0 0-7 0,0 0-2 16,0 0 3-16,0 0-4 15,0 0 0 1,0 6-2-16,0 15 3 0,0 9 0 16,6 10 15-16,3 5-12 15,-2 6 2-15,-2 0-4 16,1-4-3-16,0-3 0 16,2-6 4-16,-5-11-5 15,2-7 1-15,0-10-2 16,-2-2 1-16,-2-7-2 15,2-1-5-15,-1 0-12 16,1 0-22-16,-1 0-25 16,1-15-17-16,2-9-144 0</inkml:trace>
  <inkml:trace contextRef="#ctx0" brushRef="#br0" timeOffset="314">1432 14415 744 0,'0'0'73'0,"0"0"-50"16,0 0-16-16,0 0-2 15,30-75-9-15,-2 62 4 16,-1 4 0-16,0 3 0 16,-4 6 0-16,-4 3-3 0,-9 18-7 15,-7 3 10-15,-3 5 0 16,-3 5 7-16,-14 3-16 15,-4 6 7-15,2-6 1 16,0-3 1-16,5-10 1 16,7-8 1-16,5-12-4 15,2-3 4-15,9-1 7 16,10 0-1-16,8 0-4 16,2-2-3-16,2-6 14 15,-9 8-15-15,-5 0 2 16,-4 13 3-16,-13 14 8 15,0 11-9-15,-3 4-2 16,-17-4-4-16,0-4-4 16,-5-7 6-16,4-8 11 15,1-5-11-15,9-11-2 0,3-3-2 16,8-3-36-16,0-24-110 16</inkml:trace>
  <inkml:trace contextRef="#ctx0" brushRef="#br0" timeOffset="315">1816 14618 446 0,'0'0'288'0,"0"0"-270"15,0 0-12-15,0 0 1 16,82-41 29-16,-70 24-26 16,0-1 6-16,-4-1-6 15,-5 2 5-15,-3 2-7 16,0 3-3-16,0 6-6 16,-5 6 10-16,-6 0-4 15,1 5-5-15,1 15-5 16,1 11 5-16,1 11 21 15,2 4-5-15,5-1 13 16,0-2-22-16,0-6-3 16,12-5 2-16,3-13-6 0,2-2-11 15,5-16-36 1,-1-1-45-16,-1-10-229 0</inkml:trace>
  <inkml:trace contextRef="#ctx0" brushRef="#br0" timeOffset="316">2109 14518 604 0,'0'0'25'0,"0"0"50"16,45 80 17-16,-21-46-62 0,2-2-17 15,-4 4 1-15,-3-4-14 16,-11-4 3-16,-2-8-3 15,-6-8-4-15,0-6 4 16,0-3 12-16,0-3-4 16,0-3 47-16,0-20-10 15,0-14-30-15,0-14-15 16,0-11-1-16,0-6-3 16,1 5 4-16,6 10 3 15,-7 9 2-15,3 21 8 16,0 12-2-16,0 11-1 15,1 0-5-15,7 3-3 16,12 18-1-16,7 7 0 16,2 9 19-16,-3 5-17 15,-3 4 3-15,-2 1-6 0,-1-8 0 16,-5-2-8-16,-6-7 7 16,-3-8-15-16,-9-5-43 15,0-8-49-15,-15-5-26 16,-6-4-344-16</inkml:trace>
  <inkml:trace contextRef="#ctx0" brushRef="#br0" timeOffset="317">2385 14607 758 0,'0'0'154'0,"0"0"-119"16,16-75-22-16,0 55 1 16,2 2-14-16,0 3 0 15,4 4-15-15,-1 1-72 0,0-2-60 16</inkml:trace>
  <inkml:trace contextRef="#ctx0" brushRef="#br0" timeOffset="318">2777 14363 877 0,'0'0'68'0,"0"0"-65"16,0 0-3-16,0 0-3 15,0 0-5-15,0 0 8 16,32 70 32-16,-10-25 4 16,0 3-17-16,0 1-17 0,-6-5 3 15,0-8 3 1,-5-9-8-16,-3-9 0 0,-1-9-4 15,-5-6-9-15,1-3-3 16,-3 0-28-16,0-10 13 16,2-14-25-16,-2-17-101 15,0-7-107-15,0-3 70 16,0 4 59-16,0 11 135 16,0 14 362-16,0 14-192 15,0 3-22-15,0 5-56 16,-2 0-60-16,2 3-23 15,0 15 3-15,0 5 24 16,2 7-15-16,15 0-8 16,2-3-6-16,3-3-6 15,-2-4-2-15,-2-8-20 0,1-1-46 16,-2-7-78-16,-9-4-351 16</inkml:trace>
  <inkml:trace contextRef="#ctx0" brushRef="#br0" timeOffset="319">3129 14509 820 0,'0'0'104'0,"0"0"-104"16,0 0-14-16,11 78 16 16,1-56 4-1,-2 1-5-15,-2-8 6 0,1-7-7 16,-4-3 11-1,-2-5-7-15,3 0 7 0,-2-13 31 16,8-16 12-16,1-6-34 16,6 3-5-16,-2 5 2 15,-3 12 0-15,-4 10 9 16,-1 5-18-16,-4 0-6 16,3 8-1-16,1 11 2 15,-1 6 0-15,0 3-3 16,4 2-2-16,-2-10-20 15,3-5-57-15,4-9-56 16,-2-6-129-16</inkml:trace>
  <inkml:trace contextRef="#ctx0" brushRef="#br0" timeOffset="320">3480 14460 798 0,'0'0'110'0,"0"0"-110"15,0 0-8-15,-11 79 8 16,13-58 17-16,19-4-16 16,5-5 20-16,4-9 12 15,0-3-28-15,-8 0 8 16,-5 0 9-16,-15-8 22 16,-2-2 13-16,0-3-1 0,-13-1-44 15,-3 0-12 1,-2 2-31-16,0-3-43 0,7 3-42 15,3 1-174-15</inkml:trace>
  <inkml:trace contextRef="#ctx0" brushRef="#br0" timeOffset="321">3614 14415 575 0,'0'0'164'0,"0"0"-141"16,0 0-17-16,0 0 43 15,0 0 5-15,0 0 14 16,63 43-38-16,-52-18-3 16,2 1-22-16,-2 3 6 15,-3-6-10-15,1-1-1 16,-3-10 1-16,-2-2-1 0,-1-8 1 16,0 0 5-16,-1-2 3 15,-2 0-6-15,0 0 9 16,0 0 3-16,0 0-2 15,0 0 0-15,0 0-2 16,0-2 3-16,7-10-14 16,1 0 0-16,0-5 0 15,5-2 0-15,-2 5 0 16,1 2 0-16,-6 4 0 16,0 4 1-16,3 1-1 15,0 3-3-15,1 0 0 0,7 15 3 16,-3-1 3-16,5 4-3 15,0 3-8-15,-2-8 6 16,2-2 4-16,-7-7-1 16,-2-1 1-16,-2-3 11 15,-5 0-9-15,-1-7 24 16,0-8 17-16,-2-7-28 16,0 1-6-16,2-1-11 15,-2-2 0-15,4 6-1 16,-4 0-6-16,3 9-7 15,0 1-63-15,0 2-11 16,0 4-108-16</inkml:trace>
  <inkml:trace contextRef="#ctx0" brushRef="#br0" timeOffset="322">4208 14358 879 0,'0'0'166'0,"0"0"-147"16,0 0-19-16,0 0-3 16,0 0 3-16,0 0 1 15,-3 83 8-15,17-54-8 16,1 1-1-16,3-7 0 16,-8-6 0-16,2-4 1 0,-7-9 1 15,-5-1 3-15,0-3 4 16,0 0 48-16,0 0 1 15,0-18-27-15,0-2-21 16,0-8-10-16,5 4-7 16,18 3-1-16,4 7 4 15,3 8 4-15,-8 6-2 16,0 0-3-16,-6 2-2 16,-5 13 7-16,3-1 0 15,-6 4 1-15,-6 2-2 16,1 0 1-16,-3 1-27 15,0 0-67-15,-5-4-46 16,-11-7-155-16</inkml:trace>
  <inkml:trace contextRef="#ctx0" brushRef="#br0" timeOffset="323">4999 14425 159 0,'0'0'288'15,"0"0"-201"1,0 0-3-16,0 0-16 0,0 0-36 15,0 0-12-15,0 0-12 16,3-14 10-16,-3 14 4 16,0 0-16-16,0 0 7 15,0 0-8-15,0 0-2 16,0 0 2-16,0 0 22 16,0 0 9-16,-6-3-23 15,-3 2-11-15,2 1-2 16,-4 0 0-16,-2 0-2 15,-3 0 1-15,5 4 1 16,-4 8 1-16,4 6 3 0,-2 5 5 16,2 7 6-1,6 5 1-15,0 2-7 16,5-3-6-16,5-5 3 0,14-5-5 16,10-7-1-16,7-9-16 15,5-8-19-15,6 0-85 16,-6-14-173-16</inkml:trace>
  <inkml:trace contextRef="#ctx0" brushRef="#br0" timeOffset="324">5253 14476 750 0,'0'0'52'0,"0"0"-52"16,0 0-8-16,0 0 6 15,-3 71-2-15,21-62 5 16,4-8-1-16,0-1 11 16,-4 0 27-16,-3-1 6 15,-7-2 27-15,-8-3-22 16,0-3 49-16,-8-3-22 16,-15-2-57-16,-4-1-19 15,0 4-7-15,4 1-12 16,8 4-36-16,9-3-35 15,6 1-36-15,2-3-138 16</inkml:trace>
  <inkml:trace contextRef="#ctx0" brushRef="#br0" timeOffset="325">5400 14400 658 0,'0'0'121'0,"0"0"-104"15,0 0-17-15,0 0 0 16,0 0 8-16,0 0-3 15,73 60 4-15,-54-41 4 16,-2-1-11-16,1-3-2 16,-4-5 10-16,-3-1-7 15,-2-5-2-15,-3-1-1 16,-2-3 4-16,-1 0 22 16,5-14 16-16,1-5-28 15,2 1-11-15,2 1-3 16,-2 5 2-16,-3 6 1 0,-5 6-6 15,0 0 1-15,-3 0-1 16,0 1 3-16,3 10 6 16,-3-2-6-16,0-3 1 15,3-2-10-15,0-4 11 16,7 0-2-16,7 0 3 16,0-7 15-16,9-1-10 15,-7-2 3-15,-5 7-7 16,-5 3 6-16,-7 0-10 15,-2 3-4-15,0 12 1 16,3 0-13-16,0 6-22 16,-1-4-77-16,9-8-165 15</inkml:trace>
  <inkml:trace contextRef="#ctx0" brushRef="#br0" timeOffset="326">5949 14423 673 0,'0'0'118'16,"0"0"-106"-16,0 0 5 15,20 68 45-15,-11-33-44 16,9-1-8-16,-4 1-5 16,5-5 1-16,-3-3-5 15,-2-8 2-15,-1-6-3 0,-1-6 0 16,-7-5 0-1,-5-2 3-15,0 0 30 0,0-6 48 16,0-14-51-16,-11-13-28 16,-2-6-1-16,5-5 0 15,2-2-1-15,6 9 15 16,0 2 17-16,3 15-24 16,2 11-4-16,-2 2 3 15,-3 7-6-15,0 0-1 16,0 7 0-16,-5 14-4 15,-10 9-3-15,2 3 4 16,-4 3-13-16,12-4-79 16,5-8-58-16</inkml:trace>
  <inkml:trace contextRef="#ctx0" brushRef="#br0" timeOffset="327">6294 14280 1060 0,'0'0'45'15,"0"0"-45"-15,0 0-21 16,0 0 8-16,0 0 6 16,0 0 7-16,9 50 23 15,-1-15-12-15,-1 8 6 16,5 1-17-16,1-8 0 16,3-3-2-16,7-15 2 15,2-6 5-15,-1-10-5 16,3-2 0-16,-6-9 8 15,2-9-8-15,-8-5 12 16,-7-4 4-16,-4 3 1 0,-4 3-17 16,0 3-2-1,0 8-18-15,-7 4 19 0,3 6 0 16,3 0 0 0,1 3-1-16,0 12-7 0,0 3 8 15,0 4 1-15,9-4 0 16,5-3-3-16,3-3-23 15,2-9-19-15,4-3-105 16,-5-3-357-16</inkml:trace>
  <inkml:trace contextRef="#ctx0" brushRef="#br0" timeOffset="328">6677 14455 378 0,'0'0'367'0,"0"0"-306"16,0 0-36-16,0 0 36 15,0 0-13-15,0 0-31 16,31-26-17-16,-9 15 6 16,1 1-3-16,-1 6-3 15,-4 4-3-15,-7 0 3 0,-2 7 3 16,-2 11-3-16,-7 5-2 15,0 4 1-15,0 3 1 16,0-1 8-16,-8-1-8 16,5-7 0-16,3-6-3 15,0-3 3-15,0-9 0 16,0-3 1-16,0 0 5 16,0 0 20-16,0-10 20 15,11-10-25-15,0-7-1 16,0-2-12-16,-2 1-3 15,-3 1-4-15,3 4-1 16,-6 8 1-16,3 2-1 16,-3 8 0-16,-3 5-2 15,5 0 1-15,0 0-8 0,4 9 2 16,7 11 7 0,-4 4 1-16,5 1 7 0,-2-2-12 15,1-6 5-15,3-2-2 16,-2-8-2-16,-2-7 3 15,3 0 8-15,-2-4 1 16,-3-14 3-16,-2-2-4 16,-2-4-4-16,-6-2 1 15,3 0-5-15,-6 7-2 16,5 4 1-16,-1 7 1 16,2 8 0-16,3 0-8 15,-1 0 8-15,1 13 1 0,4 5 2 16,-6 4 5-16,2 1 7 15,0-5-8-15,-4 0-1 16,-1-6-4-16,2-5-3 16,-3-3 1-16,1-4-10 15,-4 0-12-15,0-6-12 16,0-10-18-16,0-6-74 16,0-5 20-16,0 1 26 15,0-5-20-15,-4 5 37 16,-2 5 63-16,0 0 156 15,3 6-24-15,-5 0-36 16,1 6-31-16,1 0-10 0,1 7-42 16,5-1-13-1,-2 1-7-15,2 1-47 0,0-2-132 16,0-3-590-16</inkml:trace>
  <inkml:trace contextRef="#ctx0" brushRef="#br0" timeOffset="329">7261 14219 958 0,'0'0'113'0,"0"0"-113"15,0 0 9-15,0 0 1 16,60 72 11-16,-41-48-10 16,-1 1-1-16,-3 0-3 15,-4-1-2-15,-6 0-5 16,0 1-1-16,-3-5-19 0,-2 0-34 15,0-4-58-15,0-5-84 16</inkml:trace>
  <inkml:trace contextRef="#ctx0" brushRef="#br0" timeOffset="330">7369 14438 931 0,'0'0'78'0,"0"0"-78"15,0 0-13-15,0 0 11 0,94-53 2 16,-67 41 1-16,-2-1 10 16,0 1-9-1,-7 0-2-15,-4 0-2 0,-5 6-31 16,-6 0 11 0,-3 6 22-16,0 0 23 0,0 0-7 15,0 3-16-15,3 14 0 16,8 8 24-16,8 5 10 15,6-2-20-15,10-1-6 16,3-5-6-16,1-7-2 16,-7-6 12-16,-11-3-5 15,-7-2 8-15,-11-2-10 16,-3 1-5-16,-11 3 10 16,-10 6-10-16,-12-1-6 15,-5 6-9-15,2-5-134 0,3-2-356 16</inkml:trace>
  <inkml:trace contextRef="#ctx0" brushRef="#br0" timeOffset="331">2264 15305 554 0,'0'0'73'16,"0"0"-62"-16,0 0-8 15,0 0 60-15,0 0-19 16,-60-78 10-16,47 63 1 16,0 0-37-16,5 5 15 15,1 3-14-15,1 3-8 16,3 4 9-16,-1 0-16 15,-3 0-4-15,5 0-2 16,0 10-1-16,-1 7-4 16,0 3 6-16,3 9 1 0,0-3-1 15,0 4 0-15,0-1-1 16,14 5 2-16,9 4 2 16,11 1-2-16,7 5 4 15,0-5 4-15,6-3-5 16,-9-7 3-16,-6-11-4 15,-15-8-4-15,-6-4 2 16,-11-4-6-16,0-2 6 16,0 1 0-16,-11 4 0 15,-13-1-35-15,-7-2-65 16,-1-2-16-16,5 0 2 16,9-8 114-16,9-7 26 15,9-11 23-15,0-5-49 16,21-2 2-16,6-4 2 0,1 6 5 15,5 1-8-15,-4 8 5 16,-4 7-4-16,0 7 1 16,-9 5-3-16,1 3 5 15,-4 0 6-15,-1 8 12 16,-2 13 20-16,-2 4-33 16,4-1-1-16,-4 2-5 15,3-11 0-15,-7-3-3 16,2-6-1-16,-4-6 0 15,-2 0 2-15,0-9 17 16,4-10 22-16,5-3-41 16,3-6-1-16,6 4-5 0,9 4 6 15,-2 5 16-15,-2 8 21 16,-8 3-18 0,-7 4-18-16,-8 0 2 0,3 0-2 15,-3 11 10-15,0 0-4 16,0-5-5-16,-3-2 3 15,3-4-3-15,0 0 21 16,0 0 21-16,0-13-29 16,4-6-15-16,8-3-40 15,-4 2-23-15,0 1-31 16,7-1-215-16</inkml:trace>
  <inkml:trace contextRef="#ctx0" brushRef="#br0" timeOffset="332">3334 15177 148 0,'0'0'711'16,"0"0"-705"-16,0 0-5 0,53 77 1 16,-32-47-1-16,4 3 5 15,-3-4-2 1,1-3-2-16,-5-2 18 0,-4-9-5 16,-6-5-15-16,-5-4-5 15,-3-6 5-15,0 0 24 16,0-9 23-16,-14-13-28 15,-1-7-19-15,3-3-4 16,6-3 2-16,6 4 2 16,0 7-2-16,14 6 1 15,3 9-9-15,-1 3 8 16,3 6-6-16,-4 0-1 16,0 11 4-16,-3 4-7 15,-2 1 1-15,-4-7 4 16,-6-3-9-16,2-6 14 0,-2 0 2 15,3 0 19-15,8-20 12 16,0-2-30-16,9-2-1 16,-2 3 7-16,-7 10 19 15,-2 7 12-15,-7 4-30 16,-2 0-5-16,3 15-1 16,0 6-2-16,2 6-4 15,3 3 4-15,0-3-57 16,9-16-98-16,8-11-398 15</inkml:trace>
  <inkml:trace contextRef="#ctx0" brushRef="#br0" timeOffset="333">3936 15151 566 0,'0'0'247'0,"0"0"-241"16,-18 67-4-16,18-36 38 16,0-2-10-16,0-5-13 15,14-4-15-15,7-7 12 16,2-11-7-16,1-2-3 16,-2 0-3-16,-3-5 8 15,-6-10-5-15,-4-4-1 0,-9-4 7 16,0 0-6-16,-5 1-4 15,-10 4 4-15,2 9-3 16,2 3 0-16,6 6 8 16,5 0 5-16,0 0-14 15,0 0-5-15,5 12 4 16,11 4 1-16,1-3 0 16,4 1 2-16,2-10-2 15,1 0 0-15,-7-4 0 16,-1 0 5-16,-7-4 4 15,-7-10 6-15,-2-3 16 16,0-5-8-16,-2-8-17 0,-15 0-5 16,0 1-1-1,-3-2 0-15,2 8-17 16,8 8 17-16,3 5 4 0,7 8 16 16,0 2-8-16,0 0-12 15,15 18 0-15,7 7 1 16,3 6 19-16,2 5-6 15,-3 1 5-15,0-2-7 16,-1-8-11-16,-7-5 2 16,-3-8-6-16,-3-8-8 15,-8-3-44-15,-2-3-63 16,0-5 8-16,-12-13-251 16</inkml:trace>
  <inkml:trace contextRef="#ctx0" brushRef="#br0" timeOffset="334">4093 15173 1013 0,'0'0'144'0,"0"0"-144"16,0 0-10-16,71-66 9 15,-36 47 0-15,-1 0-1 16,-2 6-18-16,-7 4-57 16,-11 0-136-16</inkml:trace>
  <inkml:trace contextRef="#ctx0" brushRef="#br0" timeOffset="335">4498 15098 1054 0,'0'0'28'15,"0"0"-28"-15,0 0-18 16,0 0-54-16,0 0-90 15,0 0-387-15</inkml:trace>
  <inkml:trace contextRef="#ctx0" brushRef="#br0" timeOffset="336">4829 15144 522 0,'0'0'61'16,"0"0"2"-16,55 71-20 15,-36-41-6-15,-2-6-33 16,-4-6 4-16,1-5-8 0,-3-5 6 16,-9-8 8-16,2 0 9 15,-4 0 16-15,0-10 59 16,0-14-57-16,-6-5-40 16,-5-7 0-16,3 3-1 15,6 1 0-15,2 9 2 16,0 5 1-16,15 5-2 15,2 11-2-15,8 2-3 16,-6 0-2-16,6 11 12 16,-6 11-14-16,0 0 11 15,-6-1-9-15,-1 1 6 16,-7-11 0-16,0-4-1 16,-2-4 2-16,-3-3 1 15,0 0 17-15,0-13 37 16,0-5-27-16,6-5-29 0,7 5-10 15,2 6 10-15,5 5 9 16,1 7 3-16,6 0-8 16,-3 0 10-16,-5 9-10 15,-4 7 0-15,1 1-4 16,-3 2-11-16,-1-2-53 16,-2-7-73-16,1-9-282 15</inkml:trace>
  <inkml:trace contextRef="#ctx0" brushRef="#br0" timeOffset="337">5410 15051 959 0,'0'0'120'0,"0"0"-120"16,0 0 0-16,5 75 1 15,11-49 3-15,7-2-4 16,2-6-2-16,2-8 2 15,3-7 11-15,-2-3-11 16,-4-4 2-16,1-13 1 16,-9-5-3-16,-2 1-4 15,-10-4 4-15,-4 3 0 16,0 6 0-16,0 8 2 0,0 5 14 16,0 3 21-1,0 0-23-15,0 0-14 0,0 9-6 16,12 9 3-16,5 0 3 15,4 0 4-15,5-6-4 16,3-5 0-16,3-7 0 16,4 0 2-16,-5-10 6 15,-1-10 1-15,-9-5 7 16,-13-2-1-16,-8 0-6 16,0-3 4-16,-15-2-3 15,-8 1-10-15,-10-3-6 16,1 8 6-16,9 6 3 15,8 6-3-15,9 10 9 16,6 4-9-16,0 0-8 0,21 15-3 16,9 8 11-16,9 10 30 15,0 5-15-15,-4 2-15 16,-2-2 0-16,-6-3 0 16,-4-2-28-16,-12-5-83 15,2-11-77-15,-8-10-532 16</inkml:trace>
  <inkml:trace contextRef="#ctx0" brushRef="#br0" timeOffset="338">6746 15023 688 0,'0'0'80'0,"0"0"-51"16,0 0-7-16,0 0 37 16,0 0-2-16,0 0-22 15,-74-11-15-15,58 11-6 16,-4 9 0-16,1 10-5 15,-6 10 12-15,9 8-2 16,3 6 7-16,13 5-19 0,0 2 6 16,13-6-13-16,13-7 0 15,11-11-6-15,5-10 1 16,3-10 4-16,7-6-7 16,-2-6 8-16,0-14 8 15,-7-8-8-15,-7-1 0 16,-16-1 8-16,-10-6 3 15,-10 3-11-15,-19-1 5 16,-19 3-5-16,-4 0-12 16,-3 9 2-16,6 4-2 15,4 7 11-15,12 9-29 16,5-1-85-16,12 3-262 16</inkml:trace>
  <inkml:trace contextRef="#ctx0" brushRef="#br0" timeOffset="339">7058 14904 882 0,'0'0'80'0,"0"0"-80"16,0 0 1-16,0 0-1 16,-41 88 23-16,41-45 25 0,19 12 8 15,3-1-31-15,5-1-25 16,0-3 0-16,1-7 0 16,-1-11-2-16,-3-4-15 15,2-11-25-15,-2-4-19 16,2-8-42-16,-5-5-438 15</inkml:trace>
  <inkml:trace contextRef="#ctx0" brushRef="#br0" timeOffset="340">7311 15084 1058 0,'0'0'39'16,"0"0"-39"-16,0 0-37 16,0 0 12-16,0 0 25 15,0 0 18-15,40 72-18 16,-18-48 12-16,-6 0-9 16,-2-1-3-16,-3-3-1 15,-5-7 0-15,-2-6 0 16,0-5 1-16,-4 1 2 15,0-3 1-15,0 0 26 16,0-8 12-16,-8-7-20 0,-4-7-9 16,7-8-8-16,1-3 7 15,4-2-11-15,12-1-24 16,10 9-4-16,8 7 9 16,0 9 15-16,0 11-5 15,0 0 18-15,-2 10-7 16,-6 9-1-16,0 5 13 15,-7 2-8-15,0-2-6 16,-1 2-1-16,-6-4 1 16,-3-1 2-16,-5-5-2 15,0-3-28-15,0-2-14 16,0-6-97-16,-8-5-194 16</inkml:trace>
  <inkml:trace contextRef="#ctx0" brushRef="#br0" timeOffset="341">7595 14806 804 0,'0'0'82'15,"0"0"-82"-15,0 0 0 16,0 0 22-16,0 0-22 0,0 0 0 16,35-43 0-16,-23 34 0 15,3 2 10-15,-3 2 2 16,-1 1-1-16,5 4-2 16,-2 0-3-16,-3 0-6 15,0 4 0-15,-4 10 4 16,-1 4-1-16,-6 0 0 15,0 1 3-15,0 1-6 16,-6-3 2-16,-4-1 3 16,2-4-5-16,2-7 1 15,3-1-1-15,3-4 1 16,0 0-1-16,0 0 0 16,15 0 0-16,6-4-6 0,5-3 9 15,-3 2-3 1,-5 5 17-16,-6 0 17 0,-6 0-18 15,-3 0-6-15,-3 12-8 16,0 3 6-16,0 1-6 16,-17 1 14-16,-5-5-16 15,2 0-9-15,-1 0 9 16,4-3-2-16,1-3-62 16,3 0-29-16,4-6-180 15</inkml:trace>
  <inkml:trace contextRef="#ctx0" brushRef="#br0" timeOffset="342">7777 14846 331 0,'0'0'111'0,"0"0"-65"16,0 0 8-16,0 0 39 15,0 0-9-15,0 0-9 16,0 0-21-16,-12 0-13 16,12-3-11-16,0-3 4 15,0 3 2-15,0 0-11 16,0 3-24-16,0 0 0 16,0 0-1-16,0 0 9 15,0 0-8-15,0 0 1 16,-3 0-2-16,0 0 0 15,0 0 1-15,1 0 7 16,-2 0-8-16,2 0-9 0,2 0 9 16,0 0 0-16,0 0 7 15,0 0-1-15,0-3-6 16,6-4-4-16,-1 5 4 16,1 2-3-16,-6 0 3 15,0 0 3-15,0 0-1 16,0 0 3-16,0 0-5 15,0 0 2-15,0 0-2 16,0 0-5-16,0 0 4 16,0 0 1-16,0 0 0 15,0 0-2-15,0 0 2 16,0 0-5-16,0 0-2 16,0 0-3-16,0 0 8 0,0 0-5 15,0 0-25 1,0 0-28-16,0 0 13 0,0 0 23 15,0 1 0-15,0 3-9 16,3-4-36-16,0 4 54 16,3-4-18-16,-2 0-21 15,-1 1-7-15,-3-1-58 16,0 0-312-16</inkml:trace>
  <inkml:trace contextRef="#ctx0" brushRef="#br0" timeOffset="343">8038 14866 454 0,'0'0'73'15,"0"0"-34"-15,0 0 30 16,0 0 43-16,0 0-48 16,77-15-1-16,-69 12-19 0,-5 1-22 15,-1 2-5-15,-2 0 8 16,0 0 19-16,0 0-5 16,0 0-15-16,0 0-9 15,-5 0-8-15,2 0-7 16,3 0-9-16,-3 0 6 15,3 1-16-15,-2 3 3 16,2-1 3-16,0-2 7 16,0-1-4-16,0 0 1 15,0 0 9-15,0 0-1 16,0 0 1-16,0 0 3 16,0 0 16-16,0 0-16 15,0 0 8-15,0 0-1 0,0 0-6 16,0 0-4-16,0 0-4 15,0 0 1-15,0 3-68 16,0-3-52-16,0 0-213 16</inkml:trace>
  <inkml:trace contextRef="#ctx0" brushRef="#br0" timeOffset="344">8273 14697 938 0,'0'0'108'0,"0"0"-84"15,0 0-19-15,0 0 20 16,0 0-5-16,-16-65-20 16,33 50 0-16,1 3-1 15,1 2 0-15,1 4-8 16,-4 4 6-16,-2 2 1 16,-3 0 1-16,-2 8-3 0,-6 11 4 15,-3 2-4 1,0 7-1-16,-15 0 5 0,0-1 0 15,3-7 0-15,4-7 0 16,3-6 0-16,5-2 1 16,0-5-1-16,0 0-2 15,8 0-16-15,10 0 13 16,8 0 1-16,-3 0 2 16,-3 0 1-16,-10 0 1 15,-5 6-17-15,-5 8 13 16,0 4 4-16,-12 2 3 15,-11 2 3-15,0-4-5 16,-4-3 1-16,4-6-2 16,3-5-3-16,8 1 3 0,0-5 0 15,4 0-74-15,-1 0-108 16</inkml:trace>
  <inkml:trace contextRef="#ctx0" brushRef="#br0" timeOffset="345">8454 14589 940 0,'0'0'122'0,"0"0"-122"15,74-33 4 1,-41 28-9-16,0 5 6 0,-9 0-1 16,-7 9 10-16,-10 14-10 15,-7 3 2-15,0 9 6 16,-7-1-8-16,-7-3-1 16,3-7 1-16,5-7 8 15,6-4-8-15,0-10-1 16,11 0 1-16,9-3-6 15,5 0 0-15,-5-6-29 16,-5-7-93-16,-10-1-300 0</inkml:trace>
  <inkml:trace contextRef="#ctx0" brushRef="#br0" timeOffset="346">7715 14764 509 0,'0'0'186'0,"0"0"-170"15,0 0-13-15,0 0 0 0,0 0 13 16,0 0-10 0,30 16 35-16,-27-10-21 0,-1 1-3 15,2 1 14-15,-2-3-29 16,-2-1 3-16,3-4-5 16,0 1 0-16,5-1 5 15,6 2 19-15,-1 1 1 16,-3-3-14-16,-4 3 4 15,0-1-11-15,-4 1 4 16,-2 1-3-16,0 5 0 16,0 0 7-16,-6-1-9 15,-3 1-1-15,-3-3-1 16,4-3-1-16,3 1 2 0,1-4-2 16,4 0 1-1,0 0 2-15,0 0 8 0,0 0-11 16,0 0-12-16,4 0 12 15,-4 0 0-15,0 0 2 16,0 2 6-16,0 7-8 16,-7 1 0-16,-5 5 0 15,-2-2 0-15,-4-3 0 16,6-2 0-16,-2-4 0 16,-1-2 2-16,6-2 2 15,1 0-4-15,2-8 16 16,-1-8-1-16,7-6 1 15,0-7-9-15,0-6-7 16,0 2-3-16,4 5 0 0,5 6-11 16,-1 13 9-16,1 3-1 15,6 6-1-15,2 0 7 16,7 6 5-16,-1 16 6 16,3 10 11-16,-1 6-14 15,-5 4 10-15,-6-1-16 16,-1 2 0-16,-8-1-2 15,-5-4 0-15,0-2 0 16,-16-3 0-16,-3-9 4 16,2-11-3-16,1-8 9 15,5-5 1-15,3 0 1 16,1-7-5-16,1-8-7 0,6-1-6 16,0 1-9-1,10 2 8-15,6 4 7 16,6 8-6-16,6 1 13 0,4 0-7 15,7 0 2-15,-1 10 15 16,3-2-16-16,-3 2 9 16,-9 0-5-16,-5-2-5 15,-11 0-11-15,-6 1-21 16,-7-3-79-16,0-2-194 16</inkml:trace>
  <inkml:trace contextRef="#ctx0" brushRef="#br0" timeOffset="347">8463 14383 920 0,'0'0'86'16,"0"0"-86"-16,0 0-24 16,0 0 22-16,0 0 2 15,0 0 24-15,82-8-4 16,-47 8 17-16,6 8-29 16,6 16 10-16,0 7-14 15,2 7 22-15,-2 10-16 0,-3 5-9 16,-11 2 1-16,-10 0-2 15,-12 3 2-15,-8 3 5 16,-3 2-3-16,-19 3-3 16,-11-3-1-16,-6-5-10 15,-2-3-3-15,0-6 13 16,2-4 0-16,6-5-2 16,-3-5-1-16,3-7-12 15,5-8-18-15,3-2-3 16,-1-6-19-16,6-5-47 15,-7-5-267-15</inkml:trace>
  <inkml:trace contextRef="#ctx0" brushRef="#br0" timeOffset="348">2825 15930 875 0,'0'0'85'16,"0"0"-70"-16,0 0-5 15,0 0-10-15,0 0 0 16,0 0-2-16,0 45 2 16,17-9 12-16,4 9 1 15,2 4 0-15,1 4 12 0,-1-1-15 16,-3-4 1-16,0-8 6 16,-3-6-8-16,-4-8-7 15,-4-8-2-15,2-5 0 16,-4-1-6-16,-1-6-27 15,-3-3-44-15,0-3-51 16,-3-3-183-16,0-20-123 16</inkml:trace>
  <inkml:trace contextRef="#ctx0" brushRef="#br0" timeOffset="349">2886 15937 655 0,'0'0'95'16,"0"0"-36"-16,0 0-42 0,87-48 1 16,-54 48 10-1,-3 13-16-15,-9 15-5 0,-6 12 1 16,-10 3-2-16,-5 2 19 16,-3 1-25-16,-16-6-3 15,-3-6-8-15,-2-5-4 16,3-11-17-16,-2-5-18 15,6-9-61-15,2-4-121 16</inkml:trace>
  <inkml:trace contextRef="#ctx0" brushRef="#br0" timeOffset="350">3269 16068 838 0,'0'0'31'0,"0"0"-29"16,0 0-2-16,41 68-1 15,-28-47-1-15,-2-3 4 16,-2-4 19-16,2-7-11 16,-4-3-9-16,0-4 5 15,-5 0 8-15,3-8 33 16,-2-12 2-16,-3-5 4 15,0-4-25-15,0 5-24 0,0 4-3 16,-3 4-1 0,3 8-29-16,0-2-73 0,0 6-38 15,17 3-206-15</inkml:trace>
  <inkml:trace contextRef="#ctx0" brushRef="#br0" timeOffset="351">3537 16031 144 0,'0'0'384'15,"0"0"-231"-15,0 0-102 16,0 0 19-16,0 0 7 16,0 81-43-16,0-57-7 15,11-3-6-15,11-3-11 0,3-6-3 16,2-6-3 0,1-6-3-16,-4 0 10 0,1 0 7 15,-9-9-5-15,-4-7 0 16,-7-2-9-16,-5-1 2 15,0-2-4-15,-8-4-2 16,-6 5-12-16,0 5-5 16,3 5 6-16,6 6 11 15,5 4 3-15,0 0-3 16,0 2-9-16,19 13 9 16,0 3 0-16,10 0 3 15,2-2 6-15,3-3-1 16,0-9-7-16,2-4 2 15,-3 0 6-15,-5-12 10 16,-10-6-6-16,-9-6-7 16,-9 0 5-16,0-4 0 0,-17-3-11 15,-10 1-1-15,-11-4-6 16,-6-2-7-16,0 3-5 16,6 5 9-16,13 10 10 15,6 8 20-15,13 5 20 16,6 5 5-16,0 0-45 15,3 11-15-15,19 12 15 16,8 11 1-16,3 1 12 16,6 4-8-16,-5-2-5 15,-1-6 2-15,-5-5-9 16,-6-9 7-16,-8-3-34 0,-6-4-36 16,-5-4-44-1,-3-6-110-15,-11 0-484 0</inkml:trace>
  <inkml:trace contextRef="#ctx0" brushRef="#br0" timeOffset="352">3981 15817 779 0,'0'0'52'16,"0"0"-45"-16,0 0-7 15,0 0 0-15,0 0 24 0,0 0 35 16,-47-33-12 0,45 33-22-16,-1 0 8 0,-5 15-29 15,-1 10 3-15,3 7-6 16,4 6 11-16,2 1 10 15,5 0-15-15,18-6-2 16,8-7-5-16,9-7 2 16,0-13-3-16,7-6 2 15,-2 0-2-15,-2-16-34 16,-4-8-78-16,-7-2-193 16</inkml:trace>
  <inkml:trace contextRef="#ctx0" brushRef="#br0" timeOffset="353">4246 15653 918 0,'0'0'55'0,"0"0"-55"15,0 0-6-15,0 0 6 16,0 0 14-16,14 92 13 15,18-55 8-15,2 6-4 16,1 1-15-16,-7-3-13 16,-4-8-3-16,-5-4 0 15,-5-9-14-15,-6-4-39 16,-5-8-60-16,-3-3-25 0,-6-5-290 16</inkml:trace>
  <inkml:trace contextRef="#ctx0" brushRef="#br0" timeOffset="354">4272 15898 850 0,'0'0'0'15,"0"0"-12"-15,82-63-22 16,-52 49 34-16,-6 4 0 16,-5 7 0-16,3 3 17 15,0 3 15-15,3 15-21 16,0 3 22-16,-1 5-32 15,0-1 12-15,-2-1 14 0,-5-3-24 16,-4-7 5 0,-1-2-8-16,-7-9 1 0,-2 0-9 15,-3-3 7-15,0 0 0 16,0 0 1-16,-3-8-1 16,-14-16-63-16,-1-1 7 15,-6-5 27-15,4 2 30 16,0 0 29-16,2 7 10 15,3 3-25-15,5 4-14 16,3 5-24-16,4-1-222 16</inkml:trace>
  <inkml:trace contextRef="#ctx0" brushRef="#br0" timeOffset="355">4827 15791 795 0,'0'0'95'0,"0"0"-95"16,-48 96 34-16,42-58-4 15,6-3-13-15,2-8-4 16,20-6-11-16,5-10-2 15,4-7-33-15,7-4-15 16,2-14-76-16,-1-8-414 0</inkml:trace>
  <inkml:trace contextRef="#ctx0" brushRef="#br0" timeOffset="356">5067 15796 806 0,'0'0'59'0,"0"0"-49"16,-51 80 21-16,48-54-4 16,3-6-9-16,6-4-5 15,13-6 2-15,5-3-5 16,1-7-5-16,2 0-3 0,-2-12-2 16,-1-8 0-16,-7-2-2 15,-6-3-15-15,-4 1 14 16,-7 5 2-16,0 7 1 15,0 5 39-15,0 4 14 16,0 3-7-16,0 0-36 16,0 0-10-16,0 13-10 15,7 4 10-15,4 2 0 16,7-3 0-16,5-1-11 16,1-10 11-16,3-5 1 15,1 0 1-15,-1-2 2 16,-5-14 1-16,-3-3-1 15,-11-1 1-15,-5-4-4 16,-3 0 8-16,-3-3-9 16,-15 1 1-16,-4 2-4 0,-1 3 0 15,7 8 3-15,5 6 14 16,8 4 23-16,3 3-19 16,0 0-18-16,0 13-15 15,8 8 9-15,10 5 6 16,3 0 1-16,4 0 1 15,-1-2-2-15,2-6-1 16,3-7-1-16,-2-5-1 16,-3-6 3-16,2 0 1 15,-6-8 4-15,-8-4 4 0,-3-10 4 16,-9 2-7 0,0-7 9-16,-2-4-15 0,-19-4-4 15,3-4-1-15,-8-3-7 16,8-1 1-16,4 8 11 15,5 10 0-15,8 12 6 16,1 10-1-16,0 3-5 16,0 8-21-16,13 17 21 15,7 9 17-15,-2 10 5 16,1 3-8-16,-3 1-3 16,-2-6-7-16,1-5-4 15,-4-6-7-15,2-8-1 16,1-9-79-16,-3-11-18 15,5-3-83-15,1-13-244 16</inkml:trace>
  <inkml:trace contextRef="#ctx0" brushRef="#br0" timeOffset="357">5757 15656 854 0,'0'0'132'15,"0"0"-132"-15,0 0 8 16,0 0-8-16,0 0 23 15,0 0-15-15,86 62 20 16,-67-62-24-16,-3 0 10 16,-7 0-11-16,-1-11 4 15,-7-4-2-15,1-1 0 16,-2 2-5-16,1 3 3 0,5 7-2 16,3 0 16-16,2 4 0 15,10 0-2-15,2 4 13 16,-2 14 10-16,-1 1-5 15,-10 8-23-15,-1 0-2 16,-9 6-8-16,0 2 3 16,-11 0-5-16,-11 2 2 15,-9-3-23-15,-1-6-28 16,1-8-42-16,-5-8-87 16</inkml:trace>
  <inkml:trace contextRef="#ctx0" brushRef="#br0" timeOffset="358">6571 15747 467 0,'0'0'319'16,"0"0"-295"-16,34 85-12 16,-17-48-10-16,0-4 8 15,2-7 1-15,-5-7 7 16,-1-3 11-16,-2-7-10 15,-5-6-9-15,-4-3-1 16,-2 0 0-16,0-2 26 16,4-23 31-16,1-10-66 15,1-8 8-15,5 2-16 16,5 6 16-16,1 12 14 0,-2 10 13 16,0 8-31-1,-4 5 0-15,-3 0-4 0,0 10 0 16,0 6-1-16,-1 4 2 15,1 5-2-15,6-2-22 16,7-3-64-16,3-9-51 16,4-9-190-16</inkml:trace>
  <inkml:trace contextRef="#ctx0" brushRef="#br0" timeOffset="359">7055 15769 932 0,'0'0'129'0,"0"0"-129"16,0 0-1 0,-37 74 1-16,37-56 0 0,24-3 1 15,3-3 5-15,4-6-2 16,1-6 0-16,1 0 2 16,-8-7-6-16,-6-7-1 15,-11 0 1-15,-8-3 31 16,0-1 26-16,-20 0-39 15,-3-6-18-15,-4 5-73 16,4-1-16-16,-1-4-106 16,6-1-558-16</inkml:trace>
  <inkml:trace contextRef="#ctx0" brushRef="#br0" timeOffset="360">7187 15550 915 0,'0'0'117'15,"0"0"-80"-15,0 0 20 16,57 80 11-16,-40-48-32 16,0 2-15-16,-1 4-8 15,-3-3-13-15,1-2-3 16,-9 4 1-16,-2-9-22 16,-3-1-56-16,0-6-78 15,-8-8 23-15,-11-11-106 16,5-2-152-16</inkml:trace>
  <inkml:trace contextRef="#ctx0" brushRef="#br0" timeOffset="361">7267 15824 742 0,'0'0'170'0,"0"0"-98"0,59-79-17 15,-43 59-36-15,-1 2-19 16,1 3-2-16,1-2-82 16,1 4-130-16</inkml:trace>
  <inkml:trace contextRef="#ctx0" brushRef="#br0" timeOffset="362">6182 16207 350 0,'0'0'358'16,"0"0"-336"-16,0 0-19 15,0 0 16-15,0 0 26 16,0 0 56-16,-5-8-63 16,-1 2-15-16,0 2 4 0,-2 4-21 15,-8 0 3-15,-1 0-8 16,-4 10-1-16,2 11 1 16,-3 9-1-16,7 1 0 15,13 0 12-15,2-2 1 16,2-5-2-16,20-6-6 15,3-8-5-15,8-7 1 16,0-3 2-16,-1-5 10 16,-1-12-4-16,-9-5 2 15,-6-3-8-15,-10 1 7 16,-6-3-10-16,0 1 9 0,-8 1-9 16,-6 8 0-1,1 8 0-15,9 3 11 0,4 6 28 16,0 0-39-16,0 0-6 15,4 11-16-15,12 5 22 16,0 5 1-16,2-1 2 16,3-2-3-16,-3-3-9 15,-2-2-23-15,-1-4-37 16,-5-7-48-16,-1-2-127 16</inkml:trace>
  <inkml:trace contextRef="#ctx0" brushRef="#br0" timeOffset="363">6341 16018 1045 0,'0'0'120'16,"0"0"-120"-16,0 0-47 16,0 0 47-16,8 89 1 15,5-54 1-15,5 4-2 16,-2-4 0-16,3-4 1 15,-7-5 0-15,2-5-2 16,-5-8 2-16,-5-5 1 16,-4-8-2-16,4 0 6 15,0 0-6-15,-2-9 19 0,9-12-18 16,8-6-1 0,0 4 3-16,0 6-4 0,-5 11 2 15,-5 1 8-15,-4 5-9 16,-5 0 0-16,0 0-11 15,0 16 11-15,0 3 1 16,-11 4 6-16,-3 0-7 16,-3-4 0-16,1-5-11 15,5-5-9-15,-1-4-64 16,5-5-158-16</inkml:trace>
  <inkml:trace contextRef="#ctx0" brushRef="#br0" timeOffset="364">6546 15975 734 0,'0'0'150'0,"0"0"-128"15,0 0-20-15,17 83 46 16,-4-45 23-16,3 2-15 16,3-1-14-16,1-4-21 15,7-4-9-15,-1-7-6 16,3-8-6-16,1-9 12 0,-4-5-12 16,1-2 1-1,-8-2 7-15,-1-15-6 0,-9-1 0 16,-9-3-2-16,0-3-11 15,-7 3-4-15,-3 6-12 16,-3 2 27-16,7 11 8 16,4 2 25-16,2 0-25 15,0 0-8-15,0 5-14 16,10 11 10-16,9-1 4 16,1 0 0-16,5-3-4 15,-1-2 6-15,-2-5-10 16,2-2-6-16,-1 0-39 15,-5-3-89-15,-1 0-179 0</inkml:trace>
  <inkml:trace contextRef="#ctx0" brushRef="#br0" timeOffset="365">7334 16056 649 0,'0'0'164'16,"0"0"-151"-16,0 0 45 15,0 0 28-15,0 0-5 16,0 0-19-16,-8-3-12 16,8 3-37-16,0 0-13 15,5 0-5-15,13 15 4 16,1 9 1-16,0 6 2 0,-3 7 6 16,-3 3 3-1,-1-4-10-15,-3-1 1 0,1-2-2 16,-6-9 1-1,3-1-2-15,-2-7 1 0,1-4-31 16,-4-5-106-16,-2-7-71 16,0 0-597-16</inkml:trace>
  <inkml:trace contextRef="#ctx0" brushRef="#br0" timeOffset="366">7291 16250 982 0,'0'0'0'0,"0"0"-165"16,0 0 55 0,98-63 104-16,-67 51 1 0,-1 9 2 15,-9 3 3-15,1 0 2 16,-5 0 27-16,-6 15-7 16,2 5 40-16,-2 5-22 15,-3-1-8-15,2 1-21 16,5 0-6-16,-1-7 7 15,4-3-11-15,2-10 12 16,-2-4 4-16,3-1-6 16,-4-6 5-16,-2-9 12 15,-4-6-14-15,-8-3-8 0,-3 1 2 16,0 1-8 0,-16 3-3-16,-9 5 3 0,-7 6 3 15,-6 7-3-15,-3 1-5 16,0 0-71-16,9 7-289 15</inkml:trace>
  <inkml:trace contextRef="#ctx0" brushRef="#br0" timeOffset="367">8000 16062 1037 0,'0'0'65'16,"0"0"-65"-16,0 0-27 15,0 0 24-15,33 82 2 16,-23-60 2-16,2-7 5 15,-3-1-4-15,3-4-2 16,-3-3 0-16,-1-3-1 16,-4-4-82-16,-3 0-205 15</inkml:trace>
  <inkml:trace contextRef="#ctx0" brushRef="#br0" timeOffset="368">8112 16046 1079 0,'0'0'218'16,"0"0"-218"-16,0 0-2 15,0 0-23-15,0 0 17 16,0 0 7-16,69 52-6 16,-48-32 6-16,0 1 1 15,0-6-11-15,-8-7-20 16,-4-2 4-16,-2-2 27 15,-5-4-1-15,2 0 1 0,-1-3 5 16,2-12 4 0,7-8-9-16,0 4-14 0,8 1-16 15,-6 9 21-15,-3 3 8 16,-1 6 1-16,-4 0-13 16,-3 0 13-16,-3 0-2 15,0 6 2-15,0-4-1 16,0 0 1-16,3-2 0 15,0 0 0-15,6 0 4 16,9 0-4-16,3-3 6 16,9-4 1-16,-3 4 0 15,-2 3-3-15,-8 0 3 16,-7 0-7-16,-3 11-1 0,-4 3-6 16,-3 1-8-16,0 0-12 15,0-2-102-15,0-7-125 16</inkml:trace>
  <inkml:trace contextRef="#ctx0" brushRef="#br0" timeOffset="369">8613 16040 754 0,'0'0'330'0,"0"0"-330"15,0 0-15-15,0 0 8 16,0 0 7-16,0 0 14 15,31 82-9-15,-15-57-5 16,0-4 6-16,3-2-4 0,-8-4 2 16,0-2-4-16,-7-5 0 15,-1-6-2-15,-3-2 4 16,0 0 4-16,0 0 25 16,0-9 20-16,0-15-37 15,0-10-7-15,0-6-3 16,0-2-4-16,0 2-1 15,0 9 1-15,0 7 29 16,0 10 31-16,0 10-26 16,0 1-22-16,-1 3-11 15,-5 10-2-15,-5 12-5 16,-4 9 3-16,4-1-1 0,4 2-27 16,5-7-66-1,2-8-76-15,0-5-19 0,5-12-365 16</inkml:trace>
  <inkml:trace contextRef="#ctx0" brushRef="#br0" timeOffset="370">8739 15694 1151 0,'0'0'222'0,"0"0"-222"0,0 0-34 16,0 0 24 0,0 0 10-16,96 96 3 0,-67-57 5 15,-2 5 9-15,-1 1-17 16,-9-3-7-16,-5-6-4 16,-3-3 0-16,-3-6-52 15,-3-7-47-15,-3-2-48 16,0-8-98-16,0-10-347 15</inkml:trace>
  <inkml:trace contextRef="#ctx0" brushRef="#br0" timeOffset="371">9022 15964 548 0,'0'0'530'0,"0"0"-477"0,0 0-53 15,0 0-25-15,0 0 7 16,0 0 15-16,0 10 3 15,0-1-3-15,0 0-1 16,7-3-3-16,-2-2-87 16,-2-4-130-16</inkml:trace>
  <inkml:trace contextRef="#ctx0" brushRef="#br0" timeOffset="372">9043 15865 935 0,'0'0'215'16,"0"0"-194"-16,0 0-21 16,0 0-15-16,0 0 10 0,0 0 5 15,38 48 2-15,-24-23 1 16,2 4-1-16,0-3-4 16,-3-3-3-16,1-8 5 15,-5-3 4-15,-3-5-4 16,-4-7-7-16,-2 0 7 15,0 0 26-15,0-10 12 16,0-14-26-16,7-2-12 16,3-4-8-16,12 7-23 15,-7 1 7-15,3 9 24 16,-8 6-3-16,-1 6-7 0,-2 1 7 16,2 0-14-16,-3 13 17 15,-1 5 3-15,-2 0 1 16,0-5 1-16,0-2 0 15,-3-6-4-15,2-5-2 16,-1 0 2-16,5 0 5 16,6-15 17-16,2-5-23 15,1-2-37-15,6 2-2 16,-5 7 19-16,0 9 16 16,-2 4 4-16,-3 0-1 15,0 9 1-15,5 9 2 16,-2 2 10-16,5 1-12 0,1-7 0 15,7-7 0 1,-2-4 27-16,8-3 1 16,-3-7 14-16,-2-10-33 0,-7-8-4 15,-7 0-5-15,-8 1-2 16,-6 2-10-16,0 1-22 16,0 9 34-16,0 6 4 15,0 6 22-15,0 0-26 16,0 3-1-16,0 8-4 15,7 5 4-15,1 2 1 16,1-1-2-16,-6 1-68 16,3-7-85-16,-6-4-340 15</inkml:trace>
  <inkml:trace contextRef="#ctx0" brushRef="#br0" timeOffset="373">9788 15784 1010 0,'0'0'66'15,"0"0"-66"-15,0 0-11 16,0 0 11-16,18 83 7 16,-7-68 10-16,-3-3 8 15,1-4-25-15,-6-3 2 16,-3-2-2-16,0-3 0 0,0 0 76 15,0-12-28-15,0-8-30 16,0-2-18 0,0-2-3-16,3 6-5 0,0 6-4 15,3 6 2-15,-2 2 6 16,4 4-6-16,1 0-6 16,1 7 15-16,5 5-4 15,0 1 0-15,2-4 5 16,5-1 1-16,-4-6 6 15,5-2 6-15,-3 0 7 16,1-11 0-16,-7-7-2 16,-4-4-14-16,-8-1 4 15,-2-8-5-15,0 0-3 16,-16-6 0-16,-3-9 0 0,-4-1 5 16,-1-8-3-1,9 8 26-15,6 13 23 0,7 14-25 16,2 14-15-16,0 6-11 15,2 0 2-15,10 15-2 16,0 14 4-16,3 10-4 16,2 5 2-16,-5 6 1 15,2-4-3-15,0-4-3 16,-5-3-46-16,-2-6-22 16,-7-4-61-16,0-8-47 15,-8-9-214-15</inkml:trace>
  <inkml:trace contextRef="#ctx0" brushRef="#br0" timeOffset="374">9992 15692 866 0,'0'0'324'0,"0"0"-324"16,73-77-19-16,-44 50-51 15,0 0 15-15,-2 0-72 16,-3 0-15-16</inkml:trace>
  <inkml:trace contextRef="#ctx0" brushRef="#br0" timeOffset="375">6878 15618 41 0,'0'0'200'0,"0"0"-172"0,0 0-28 16,0 0-5-16,0 0 3 16,0 0 0-16,0 0-39 15,0-4-43-15,0 4 84 16,0 0 25-16,0 0 35 16,0 0-18-16,0 0 35 15,0 0-44-15,0 0-11 16,0 0 1-16,0 0 10 15,0 0-23-15,0 0-10 16,0 0 0-16,0 0 3 16,0 0 27-16,0 0-21 15,0 0 20-15,0 0-6 16,0 0 26-16,0 0-1 16,0 0-19-16,0 0-3 0,0 0-22 15,0 0 2-15,0 0-6 16,0 0 10-16,0 0-10 15,5 0 0-15,-2 0-8 16,2 0 11-16,9 0-7 16,-3 0 8-16,7 0 0 15,5-2-4-15,0-3 0 16,6 3 0-16,1 0 2 16,2-4-2-16,4 4 0 15,7-6-4-15,8 0-7 16,4-4-5-16,4-2-36 0,7 1 2 15,0 0 5 1,2-1 36-16,1 2 4 0,-6 0 5 16,0 1 0-16,-11 2-140 15</inkml:trace>
  <inkml:trace contextRef="#ctx0" brushRef="#br0" timeOffset="376">6823 15680 60 0,'0'0'712'0,"0"0"-631"16,0 0-69-16,0 0 3 16,0 0-12-16,0 0 4 15,119-39 16-15,-58 21-16 16,10-5 10-16,14 2-16 16,5 0 2-16,7 3-3 15,0 2-4-15,-3 4-1 16,-12 2-22-16,-12 4 2 15,-9 2-36-15,-19 4-171 16,-13-3-300-16</inkml:trace>
  <inkml:trace contextRef="#ctx0" brushRef="#br0" timeOffset="377">6820 15651 769 0,'0'0'90'15,"0"0"-77"-15,0 0-13 16,0 0-13-16,0 0 11 16,0 0 4-16,0 0 16 15,110-21 4-15,-40 5-19 16,12-1 11-16,10-1-12 16,1 0-4-16,-2 4-7 15,2 1-18-15,-10 3 17 16,-7 2-24-16,-9 1-4 15,-7 0-82-15,-16 3-136 16</inkml:trace>
  <inkml:trace contextRef="#ctx0" brushRef="#br0" timeOffset="378">267 10169 721 0,'0'0'46'0,"0"0"-24"16,0 0-15-16,0 0 0 15,0 0-2-15,0 0-4 16,0 0 0-16,-34 9 9 15,34-9-10-15,0 0 17 16,0 0-8-16,0 0 4 16,5 3-9-16,12-3-4 15,11 0-1-15,10 0 1 16,10 0 0-16,7 0-3 16,14-6 3-16,-1-5 0 15,9-5 3-15,-3 2-2 0,0 0-2 16,0 3 0-16,-3 5-4 15,2 1 5-15,4 4 4 16,1 1-4-16,-2-3 3 16,-5 3-6-16,-8 0 0 15,-14-2 3-15,-8 0-3 16,-8 0 3-16,-13 0 2 16,-10 2-2-16,-2 0 0 15,-7 0 0-15,1 0 0 16,1 0-1-16,0 0 1 15,5 0-1-15,3 0 1 16,6 0 5-16,-2 0-5 16,0 0 0-16,-4 4-2 0,-4 0 2 15,-1 2 0 1,-3 3 0-16,-1 0 0 0,1 3 3 16,5-4-3-16,4 2 1 15,3-1-1-15,11-2 0 16,1-2-2-16,6-1 2 15,-3-1 6-15,0 2-6 16,-5 1-3-16,-5 6 3 16,-5-2 0-16,-1 2-2 15,1 2 2-15,6-1 0 16,0-3 1-16,1 2 3 16,2-3-4-16,-1 1 0 0,-2-5 0 15,-1 1-4 1,-4 1 4-16,-3 1 3 0,-4-1-3 15,3 1 1-15,-5 1-1 16,4-3 3-16,1 1-3 16,-1-5 1-16,5 4-2 15,-4-1 1-15,6 2 0 16,-5 1 0-16,-1 2 0 16,-1 5 1-16,-1-4-5 15,-4 5 3-15,2-1 1 16,0 2 2-16,-2-2 2 15,0 0-8-15,-1 0 7 16,2 5-7-16,-1 3 5 0,3-4-2 16,-1 7 1-1,-3-4 0-15,1 0 3 0,-4-2 1 16,4-5-3-16,-3 0 6 16,-1 0 9-16,1-3-2 15,-3-2-5-15,0-2-9 16,0 3 5-16,0 0-1 15,-3 2 8-15,-2 5-11 16,-3-5 0-16,2-2-1 16,1-2 0-16,2 0 0 15,-5 4 0-15,-6 0 0 16,-2 2 6-16,-1 3-6 16,-3 1 0-16,8-4 3 15,3-7-8-15,1-2 10 0,5-5-9 16,3 1 8-16,-2-2-4 15,2 3 22-15,-2-3-11 16,2 4 21-16,0 2-22 16,0 3-9-16,0 5 6 15,0 1 3-15,0-1-9 16,2-2-1-16,5 3 2 16,2 0 4-16,2 3-6 15,2 4 2-15,-1 1 0 16,1-2-2-16,2 0 1 15,-6 0-1-15,0 0 1 16,0 3-1-16,-4 0 2 16,0 3 1-16,6-1-1 15,3 1-2-15,6 3 0 0,4-4 3 16,3 4 0-16,-2 2-1 16,2 2-2-1,-1-2 1-15,-3 2-1 0,2-2 4 16,-4 1 4-16,6-4-8 15,-2 2 6-15,-2-2-12 16,1 0 6-16,-1-1 0 16,0 1 1-16,-3 2 2 15,-1 1-3-15,0-2 5 16,0 0-6-16,-2-1 1 16,3-1 0-16,-5 4 7 0,5 1-7 15,-2-2 3 1,2 3 1-16,2-3-4 0,0-1-2 15,0 0 2-15,0-2 4 16,-1 3-4-16,5 1 0 16,-2-1 0-16,0-2 2 15,-1 4-2-15,-2 0 1 16,-1-1 0-16,-2 3-1 16,1 4-4-16,3-2 4 15,1 1 0-15,1-2-2 16,1 1 2-16,2 1 3 15,0-6-3-15,-2 2 0 16,0-3 0-16,0 3 0 16,-4-4 4-16,2 3-4 15,-4-7 0-15,-2 0 2 0,-3-1-2 16,1-5 0-16,-6-4-1 16,-1-4-1-16,0-4-25 15,3-4-6-15,0-4-43 16,0-3-48-16</inkml:trace>
  <inkml:trace contextRef="#ctx0" brushRef="#br0" timeOffset="379">1586 12044 567 0,'0'0'103'15,"0"0"-94"-15,0 0 0 0,0 0-7 16,0 0 16-16,0 0 14 16,0 0 36-1,-28-8-41-15,28 8-10 16,0 0 0-16,0 0 5 0,-3 0 20 15,-3 0-2-15,-2-3-20 16,3 3-11-16,-9 0-2 16,1 0-7-16,-2 0 1 15,0 0-1-15,-5 0 0 16,-1 3 0-16,-5 8 3 16,5 10-3-16,-1 6 0 15,3 5 8-15,5 8-8 16,8 3 6-16,6 2 0 15,9-2-2-15,18-6-3 0,9-9 0 16,13-10 4-16,3-9-2 16,6-9 0-16,-1 0-3 15,-11-18-4 1,-7 0 4-16,-17-6 5 0,-12 7-3 16,-10-5 11-16,-4 2-5 15,-24-4-4-15,-7 1-4 16,-7 1-10-16,2 4 10 15,3 3-3-15,5 0-1 16,7 1-51-16,3-2-13 16,6-2-163-16</inkml:trace>
  <inkml:trace contextRef="#ctx0" brushRef="#br0" timeOffset="380">1681 11779 695 0,'0'0'54'15,"0"0"-31"-15,0 0-18 16,-13 93 18-16,26-43 23 0,14 7 9 15,7 2-15 1,6 0-8-16,1-5-19 0,0-6-8 16,0-6-5-16,-4-10-5 15,-8-7 3-15,-2-8-18 16,-7-8-24-16,-4-3-21 16,-8-6-65-16,-5 0-201 15</inkml:trace>
  <inkml:trace contextRef="#ctx0" brushRef="#br0" timeOffset="381">1892 11981 452 0,'0'0'333'16,"0"0"-323"-16,0 0-10 15,0 0 0-15,0 0 5 16,41 69 7-16,-19-40 3 16,-3 2 8-16,-3-1-17 15,-4-6-5-15,-4-6-1 16,-3-5 2-16,-2-6-1 16,-3-3 3-16,0-2 0 15,0-2 16-15,0 0 38 16,0 0 5-16,0-15-26 15,-11-11-36-15,6-14 0 0,-2-1-1 16,7-4-10-16,0 3 4 16,7 9 6-16,6 13-3 15,1 9 2-15,-1 6 1 16,4 5-1-16,1 16 0 16,2 11 1-16,5 11 14 15,-6 4-10-15,3-3-2 16,-7-4-2-16,3-5 5 15,-8-9-13-15,-1-9 15 16,-3-5-14-16,-4-7 7 16,-2 0-51-16,0 0-31 15,0-2 12-15,-5-18-380 16</inkml:trace>
  <inkml:trace contextRef="#ctx0" brushRef="#br0" timeOffset="382">2054 11656 645 0,'0'0'73'0,"0"0"-53"15,0 0-10-15,0 0 23 16,0 0 4-16,0 0 6 15,-42 0-2-15,42 0-16 16,0 0 1-16,0 0 3 16,0 0-15-16,0 0 18 15,0-5-7-15,0-2-18 0,3-4-5 16,6-1 1 0,-1 1 3-16,2 3-1 0,-1 2-3 15,-1 6-2 1,0 0 0-16,0 0 4 0,1 12-4 15,-5 7 1-15,5 5 0 16,0 3-1-16,-1-1-1 16,0 1 1-16,3 0 0 15,-1-4 0-15,4 0 1 16,-1-6 6-16,5-5 4 16,0-4-2-16,-1-5-4 15,-3-3 1-15,0 0-5 16,-1 0-1-16,2-3 0 15,3-11-33-15,1-1-103 0,-2-4-256 16</inkml:trace>
  <inkml:trace contextRef="#ctx0" brushRef="#br0" timeOffset="383">2455 11993 739 0,'0'0'57'0,"0"0"-9"16,28 73-32-16,-9-57 10 16,1-10 8-16,5-3-6 15,-2-3-6-15,2 0-3 0,0-9-5 16,-6-5-5 0,-1-1-9-16,-8-2 1 15,-10-5 8-15,0-1-2 0,-6-4-5 16,-16 2-2-16,-5-2-10 15,-3 4 2-15,-3 1 8 16,3 5 0-16,5 2 15 16,6-1-6-16,8 3 8 15,11-2 3-15,0-9-6 16,14-2-11-16,18-7-6 16,10-5 0-16,8-2 3 15,-3 5 2-15,3 2 6 16,-13 11-8-16,-14 7 0 0,-8 9 5 15,-8 6-5 1,-4 0-49-16,-3 0-69 0,0 15-97 16,0 1-198-16</inkml:trace>
  <inkml:trace contextRef="#ctx0" brushRef="#br0" timeOffset="384">2859 11746 588 0,'0'0'331'0,"0"0"-287"16,0 0-40-16,0 0-4 15,0 0 0-15,29 66 11 0,-11-37 8 16,-3 2-4-16,2-2-15 16,-4-8 1-16,-2-8 2 15,-6-6-3-15,-1-6 1 16,-4-1 4-16,0 0 35 15,0 0 34-15,0-13-14 16,-6-10-52-16,-6-10 0 16,3-6-8-16,3 1 0 15,6 4-5-15,0 7 3 16,10 7-5-16,9 12 1 16,2 1 6-16,0 7 0 15,0 0-10-15,2 9 8 16,1 9 0-16,-7 3 2 15,0 3 0-15,-4-3-6 0,-8-3-21 16,1-3-19-16,-6-7-44 16,0-2 7-16,0-6-109 15,-6 0-472-15</inkml:trace>
  <inkml:trace contextRef="#ctx0" brushRef="#br0" timeOffset="385">2657 11215 949 0,'0'0'8'0,"0"0"8"0,0 0-16 16,0 0 2-16,124-71 7 15,-52 71 17-15,15 9 26 16,12 27 15-16,-6 17-26 15,-11 15 4-15,-17 23-23 16,-18 10-20-16,-19 0 5 16,-14 6-11-16,-14-5 4 15,-14-2-77-15,-19-7-41 16,-9-12-121-16,-7-15-568 16</inkml:trace>
  <inkml:trace contextRef="#ctx0" brushRef="#br0" timeOffset="386">1692 13130 803 0,'0'0'70'15,"0"0"-34"-15,0 0-30 16,0 0-2-16,-76-8 4 16,65 17 0-16,5 7-5 15,6 11 4-15,0 2-7 0,6 10 30 16,15-4-16-16,4-1-5 16,8-10-3-16,2-7-2 15,4-8 4-15,-4-9 1 16,0-2 3-16,-7-20 6 15,-4-1 5-15,-12-3-7 16,-12-2 6-16,0-1 20 16,-22-5-31-16,-13 2-7 15,-11 2 5-15,-1 3-9 16,-3 7-2-16,7 6-6 16,10 6-4-16,11 1-4 15,7 3-76-15,15-6-35 16,0-7-113-16</inkml:trace>
  <inkml:trace contextRef="#ctx0" brushRef="#br0" timeOffset="387">1851 12699 772 0,'0'0'137'15,"0"0"-116"-15,0 0 8 16,0 0-28-16,0 0 0 15,0 0 4-15,-19 96 20 16,30-30 22-16,18 12-7 16,12 5 13-16,9-5-42 0,-1-7-11 15,-2-11 7 1,0-14-8-16,-3-9 1 0,-6-14-6 16,0-8-38-16,-4-12-19 15,0-3-67-15,-7-6-203 16</inkml:trace>
  <inkml:trace contextRef="#ctx0" brushRef="#br0" timeOffset="388">2127 12964 767 0,'0'0'72'15,"0"0"-72"-15,0 0 1 0,43 69 12 16,-17-40 16-16,-4-3-8 16,2 0-11-16,-2-8-4 15,-3-3-4-15,-8-6-2 16,-2-3 1-16,-6-3-1 16,-3-3 7-16,0 0 59 15,-6-15 32-15,-8-9-65 16,-2-12-33-16,2-2 1 15,6 2-3-15,8 2 2 16,0 14 0-16,0 6 4 16,16 10-4-16,8 4-3 15,2 2 2-15,4 16 2 0,-1 7-2 16,-1 2 1-16,-3-1 0 16,-6-2-2-16,-3-2 1 15,-4-4-21-15,-4-7-45 16,-6-6-18-16,-2-5-54 15,0 0-175-15</inkml:trace>
  <inkml:trace contextRef="#ctx0" brushRef="#br0" timeOffset="389">2159 12711 740 0,'0'0'116'0,"0"0"-70"16,0 0-16-16,0 0 1 15,0 0-5-15,0 0-10 16,-2-14-12-16,2 14 3 16,0 0 5-16,0 0-9 0,0 0-3 15,0 0 1 1,0 0 5-16,0 0-3 0,0 0 4 16,-2 0-3-16,2 0 4 15,-1 0 4-15,1 0 1 16,0 0 2-16,0-3 3 15,0-3-3-15,3-6-15 16,10-5-10-16,8 1 10 16,0 7-1-16,-1 6-6 15,-1 3 6-15,-3 7 0 16,0 16 1-16,1 10 1 16,-1 2 3-16,-2 1 14 15,2-6-18-15,3-10 6 0,1-2-2 16,3-8-4-1,-3-8 0-15,5 1-2 0,-9-3-6 16,5 0 7-16,-6-11-36 16,-1-7-78-16,-1-6-101 15</inkml:trace>
  <inkml:trace contextRef="#ctx0" brushRef="#br0" timeOffset="390">2557 12619 856 0,'0'0'79'16,"0"0"-78"-16,13 89 9 15,10-50 31-15,4 1-2 0,2-2-20 16,8 4 6-16,-7-3-17 16,0-1-8-16,-5-5-2 15,-7-3 1-15,-1-9-39 16,-5-7-56-16,-2-14-146 15</inkml:trace>
  <inkml:trace contextRef="#ctx0" brushRef="#br0" timeOffset="391">2877 12695 857 0,'0'0'18'0,"0"0"-12"15,-8 74-6-15,14-46 18 0,16 0-16 16,7-8 23-16,2-2-25 16,0-9 5-16,-7-3-1 15,-6-6-3-15,-9 0 32 16,-9 0 25-16,0-11 16 16,-6-11-26-16,-12-1-48 15,1-9-21-15,1-1-55 16,5-10-88-16,7 0-321 15</inkml:trace>
  <inkml:trace contextRef="#ctx0" brushRef="#br0" timeOffset="392">3039 12619 611 0,'0'0'126'0,"0"0"-67"16,6 75 4-16,4-56-45 15,5-6-11-15,-3-4 26 16,3-5-15-16,-2-4-6 15,-2 0 24-15,0-16 1 16,-3-3 5-16,-5-6-20 16,0 2-13-16,-1 1 4 15,4 7-1-15,-1 7-5 16,2 4 4-16,9 0 7 16,2 4-18-16,4 8 17 15,0 12 0-15,-2 7 6 0,-5 6-12 16,-6 6-3-1,-9 5-5-15,0-5-3 0,0 0-3 16,-11-9-34-16,3-7-29 16,3-13-31-16,5-10-62 15,0-2-355-15</inkml:trace>
  <inkml:trace contextRef="#ctx0" brushRef="#br0" timeOffset="393">3264 12462 1031 0,'0'0'48'0,"0"0"-48"0,0 0-12 16,0 0 12-16,0 0 11 16,82 88-6-16,-53-61 3 15,-3-6-8-15,-11-6-4 16,-3-9-2-16,-7-6 4 15,-5 0 4-15,0-16-2 16,0-12 32-16,0-11-23 16,0-3-8-16,0 1 28 15,0 7-5-15,5 12-12 16,7 9 37-16,3 7-30 16,3 6-19-16,0 0-1 15,5 6 1-15,1 14 5 16,-4 4-4-16,-1 5 4 15,-3 2-5-15,-5-1 0 16,-3-4-47-16,-5-4-26 0,-3-8-52 16,0-10-105-16,0-4-462 15</inkml:trace>
  <inkml:trace contextRef="#ctx0" brushRef="#br0" timeOffset="394">3138 12140 1053 0,'0'0'27'15,"0"0"-27"1,74-56-1-16,-7 49 1 0,22 7 12 16,6 5 18-16,7 19 23 15,-14 15 41-15,-21 13-75 16,-17 10-19-16,-23 9 3 15,-10 0-3-15,-17 4 0 16,0-3-4-16,-5-4-70 16,-15-5-16-16,-2-10 8 15,-3-10-137-15</inkml:trace>
  <inkml:trace contextRef="#ctx0" brushRef="#br0" timeOffset="395">3121 10921 646 0,'0'0'90'16,"0"0"-51"-16,0 0-18 15,0 0 2-15,0 0 10 16,0 0 11-16,-30-27-19 15,30 17-18-15,11-4-7 0,5-4-1 16,1 3 1-16,2-3 0 16,-7 6 5-16,1 7-1 15,-10 5 0-15,-1 0-1 16,-2 5 3-16,3 25-5 16,7 12-1-16,2 23 16 15,9 15-7-15,7 17-9 16,8 14 5-16,4 12-5 15,10 3 2-15,-1-8 0 16,-2-13 5-16,1-18-7 16,-8-22 0-16,-2-20-2 15,-2-16-3-15,-6-11 5 0,-6-9 7 16,-2-6-4-16,-1-3-2 16,2 0 0-16,4 0 5 15,-2 0-6-15,5 4 0 16,-3 13 4-16,-4 10-3 15,1 6 5-15,-2 12 0 16,-1 2-4-16,4 4-2 16,-3 2 4-16,0 1-4 15,-3 0 0-15,-2-3 0 16,-2-5-6-16,0-3 12 16,-7 2-12-16,0-2 7 15,-3-3-2-15,-5 0 0 16,0-5 1-16,0-6 0 15,0-2-11-15,-5-2 0 16,3-6-27-16,0-3-37 0,-2-7-84 16,1-5-389-16</inkml:trace>
  <inkml:trace contextRef="#ctx0" brushRef="#br0" timeOffset="396">3321 10771 499 0,'0'0'9'0,"0"0"2"16,-14-83 64-16,14 49-16 15,6-1 34-15,13 0-23 16,0-5-35-16,3 2 15 16,1 2-21-16,-5 7-2 15,-1 2-7-15,2 9-2 16,-4 2-12-16,0 8-6 15,1 8 0-15,-2 3 0 16,4 30 8-16,2 23-1 16,0 16 4-16,2 11 14 15,-1 4-24-15,4-16 1 0,3-11-2 16,7-16 6-16,-2-13 2 16,-6-11 3-16,-3-4-4 15,-7-7-7-15,-8-7 1 16,-4 2-1-16,-2-4 0 15,-3 3-14-15,0-3-25 16,0 0-85-16,-14-12-476 16</inkml:trace>
  <inkml:trace contextRef="#ctx0" brushRef="#br0" timeOffset="397">3945 11219 1081 0,'0'0'101'0,"0"0"-71"15,0 0-15-15,0 0 2 16,0 0 0-16,0 0-5 16,-9-42-12-16,9 38-5 15,0 0-20-15,4 4-7 16,-4 0-2-16,0 0 14 15,0 0 15-15,0 8-34 16,0 6 35-16,-4-4 4 16,2-2 8-16,2-5-7 0,0-3-1 15,0 0 0 1,0 0-1-16,0 0-2 0,0 0 2 16,0 0-70-16,0 0-112 15,0-3-387-15</inkml:trace>
  <inkml:trace contextRef="#ctx0" brushRef="#br0" timeOffset="398">3307 9662 185 0,'0'0'298'16,"0"0"-237"-16,0 0 20 15,0 0 12-15,0 0-36 16,0 0-27-16,-87-2-18 15,49 11 8-15,-6 6 7 16,-3-4-9-16,-2-2-2 16,1-2 5-16,2-4-8 15,1 0 9-15,-5 1-5 16,-2 0-6-16,-3 3-4 16,-5 1-3-16,-1 8-4 15,-7 5 3-15,-6 5-3 16,-4 6-2-16,-3 2 2 15,2 2 1-15,8 2 0 0,6-1-1 16,1 2-2-16,7 1 2 16,2 4 1-16,0 4 1 15,5 0-2-15,2 7 0 16,-4 1 0-16,3 11 0 16,-1 11 0-16,-2 6 0 15,-3 9 0-15,3 7 12 16,3-1-5-16,2 0-7 15,12-7 0-15,8-8 11 16,6-10-11-16,11-2 2 16,5-5-2-16,2 2 2 15,3 2 0-15,0 2 9 0,0-2-10 16,0 4 7-16,0-1-7 16,0 1 3-16,-5-1-3 15,1 0-1-15,3-5 0 16,1-3 1-16,0-4-1 15,18-6 4-15,10-2-4 16,8-3 8-16,13 0 2 16,2 2-10-16,7 4 6 15,0-1-6-15,-1-3 2 16,4 0-1-16,-1-7 4 16,2-1-5-16,9-5 1 15,7-5 3-15,4 1-1 16,5-6 5-16,0-5-8 15,7-2 0-15,-6-6 1 16,-7-2-1-16,-7-1-1 0,-7-2 1 16,-9 4 0-16,1-4 0 15,-5-3-14-15,-4-3-4 16,-4-4 2-16,-2-2 13 16,0 0-13-16,0-8 11 15,0-10-1-15,5-6 4 16,5-9 2-16,2-3-1 15,-2-2 5-15,3 1-5 16,-7 11 1-16,-4 2-22 16,-4 7-4-16,-11-1 3 15,1 2 23-15,-8 1 0 16,0-1-1-16,-1-3 1 0,4-7 5 16,1-2 14-16,2 1 5 15,0 2-5-15,-11 8-18 16,-1 3 0-16,-3 5-1 15,-2-3-1-15,-2 6 1 16,0 3-3-16,-5-4-9 16,0 7-34-16,-1 0 31 15,-2 0 9-15,-3 0-31 16,0 0-86-16,0 0-566 16</inkml:trace>
  <inkml:trace contextRef="#ctx0" brushRef="#br0" timeOffset="399">3220 9703 521 0,'0'0'135'0,"0"0"-129"15,0 0-3-15,0 0-1 0,0 0-2 16,0 0 0-16,8 0 3 16,3 0-3-16,2 0-1 15,7 0 1-15,-1 4-2 16,6 10 4-16,5 5 0 15,5 13 7-15,7 11-7 16,-2 7 1-16,2 13-3 16,-2 3 0-16,-3 3 0 15,3 10 3-15,-5 5-3 16,-4 12-7-16,-1 11 6 16,-3 8 1-16,-2 5 0 15,2-4-2-15,0-11 1 16,1-2-4-16,-3-10 4 15,-3-3 0-15,-3-4 0 0,-3 3 1 16,1 2 0-16,-1 1 0 16,3-9 1-16,1-2 0 15,-4-11-1-15,0-3 0 16,-5-5-2-16,-6-4 2 16,2-5-62-16,-2 0 4 15,-5-5-18-15,0 2-248 16</inkml:trace>
  <inkml:trace contextRef="#ctx0" brushRef="#br0" timeOffset="400">454 12671 609 0,'0'0'58'16,"0"0"-44"-16,0 0-7 16,0 0 5-16,0 0-5 15,0 0-2-15,0 0-3 16,0 0 3-16,0 0 21 0,0 0 9 16,0 0-14-16,0 0-9 15,-5 0 1-15,-5 0-5 16,-2 0-5-16,-2 0-3 15,-2 0 13-15,0 0 5 16,2-10 20-16,1 2-29 16,1-5 29-16,4-2-28 15,8-9 6-15,0-4-13 16,0-9-3-16,8 1 2 16,8 1 1-16,10 2-3 15,-5 6-4-15,1 8 4 16,-3 7-1-16,-8 7-2 15,-2 5-3-15,-1 0 6 0,-3 3-2 16,7 9 0-16,-2 5 2 16,-2 10 0-16,1 10 1 15,-3 9-1-15,-1 11 0 16,-1 9 0-16,2 6 11 16,0 4-7-16,5-3 5 15,-1-8-1-15,7-12-6 16,3-10 0-16,-2-13-2 15,2-7 4-15,-1-8 0 16,-6-3 1-16,2-6-3 16,-3-4-2-16,-3 2-1 15,-3-4-17-15,-1 0-52 16,-2 0-41-16,-3-4-267 0</inkml:trace>
  <inkml:trace contextRef="#ctx0" brushRef="#br0" timeOffset="401">964 13507 1194 0,'0'0'76'16,"0"0"-52"-16,0 0-24 15,0 0-14-15,0 0-51 16,-77-59 18-16,64 59-17 16,9 9-14-16,4 2-129 15,0-4-582-15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C5A6B-FE81-4DBA-9251-29355B8120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E0D8F-6617-4338-990B-35ECD7CED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012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AD106AC-4158-D718-7BCF-E709C69523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B7B2D5-3016-44DF-8713-6349F1B40CFD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02615018-BE01-EBC1-F7A1-8E731E95C0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C8317A1-368B-C0ED-0A7F-F618ABE51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22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53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90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159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0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264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71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14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01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26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532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909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920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500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812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049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72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B8EE57-98B8-4350-B545-28AB9E7FA9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9661D3-9FD9-4586-9032-5456A6903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44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  <p:sldLayoutId id="2147484154" r:id="rId4"/>
    <p:sldLayoutId id="2147484155" r:id="rId5"/>
    <p:sldLayoutId id="2147484156" r:id="rId6"/>
    <p:sldLayoutId id="2147484157" r:id="rId7"/>
    <p:sldLayoutId id="2147484158" r:id="rId8"/>
    <p:sldLayoutId id="2147484159" r:id="rId9"/>
    <p:sldLayoutId id="2147484160" r:id="rId10"/>
    <p:sldLayoutId id="2147484161" r:id="rId11"/>
    <p:sldLayoutId id="2147484162" r:id="rId12"/>
    <p:sldLayoutId id="2147484163" r:id="rId13"/>
    <p:sldLayoutId id="2147484164" r:id="rId14"/>
    <p:sldLayoutId id="2147484165" r:id="rId15"/>
    <p:sldLayoutId id="2147484166" r:id="rId16"/>
    <p:sldLayoutId id="21474841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15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C4F8CA-5DE2-6E54-52E3-694B580F34FE}"/>
              </a:ext>
            </a:extLst>
          </p:cNvPr>
          <p:cNvSpPr txBox="1"/>
          <p:nvPr/>
        </p:nvSpPr>
        <p:spPr>
          <a:xfrm>
            <a:off x="2254577" y="3114715"/>
            <a:ext cx="7682845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en-US" sz="48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Divide-and-Conquer</a:t>
            </a:r>
          </a:p>
        </p:txBody>
      </p:sp>
    </p:spTree>
    <p:extLst>
      <p:ext uri="{BB962C8B-B14F-4D97-AF65-F5344CB8AC3E}">
        <p14:creationId xmlns:p14="http://schemas.microsoft.com/office/powerpoint/2010/main" val="107437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1F4C42-9B42-F4EE-E59F-1D262EBFD04B}"/>
              </a:ext>
            </a:extLst>
          </p:cNvPr>
          <p:cNvSpPr txBox="1"/>
          <p:nvPr/>
        </p:nvSpPr>
        <p:spPr>
          <a:xfrm>
            <a:off x="2378981" y="91621"/>
            <a:ext cx="7682845" cy="58477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en-US" sz="32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Divide-and-Conquer Technique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D9152B2-9C8C-BA41-DF3C-E39DD7C88686}"/>
              </a:ext>
            </a:extLst>
          </p:cNvPr>
          <p:cNvSpPr txBox="1">
            <a:spLocks noChangeArrowheads="1"/>
          </p:cNvSpPr>
          <p:nvPr/>
        </p:nvSpPr>
        <p:spPr>
          <a:xfrm>
            <a:off x="2067503" y="1304532"/>
            <a:ext cx="8305800" cy="4905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Monotype Sorts" pitchFamily="2" charset="2"/>
              <a:buNone/>
              <a:defRPr/>
            </a:pPr>
            <a:r>
              <a:rPr lang="en-US" altLang="en-US" dirty="0"/>
              <a:t>The most-well known algorithm design strategy:</a:t>
            </a:r>
          </a:p>
          <a:p>
            <a:pPr marL="457200" indent="-457200">
              <a:buFont typeface="Monotype Sorts" pitchFamily="2" charset="2"/>
              <a:buAutoNum type="arabicPeriod"/>
              <a:defRPr/>
            </a:pPr>
            <a:r>
              <a:rPr lang="en-US" altLang="en-US" dirty="0"/>
              <a:t> Divide instance of problem into two or more smaller instances</a:t>
            </a:r>
          </a:p>
          <a:p>
            <a:pPr marL="457200" indent="-457200">
              <a:buFont typeface="Monotype Sorts" pitchFamily="2" charset="2"/>
              <a:buAutoNum type="arabicPeriod"/>
              <a:defRPr/>
            </a:pPr>
            <a:endParaRPr lang="en-US" altLang="en-US" dirty="0"/>
          </a:p>
          <a:p>
            <a:pPr marL="457200" indent="-457200">
              <a:buFont typeface="Monotype Sorts" pitchFamily="2" charset="2"/>
              <a:buAutoNum type="arabicPeriod"/>
              <a:defRPr/>
            </a:pPr>
            <a:r>
              <a:rPr lang="en-US" altLang="en-US" dirty="0"/>
              <a:t>Solve smaller instances recursively</a:t>
            </a:r>
          </a:p>
          <a:p>
            <a:pPr marL="457200" indent="-457200">
              <a:buFont typeface="Monotype Sorts" pitchFamily="2" charset="2"/>
              <a:buAutoNum type="arabicPeriod"/>
              <a:defRPr/>
            </a:pPr>
            <a:endParaRPr lang="en-US" altLang="en-US" dirty="0"/>
          </a:p>
          <a:p>
            <a:pPr marL="457200" indent="-457200">
              <a:buFont typeface="Monotype Sorts" pitchFamily="2" charset="2"/>
              <a:buAutoNum type="arabicPeriod"/>
              <a:defRPr/>
            </a:pPr>
            <a:r>
              <a:rPr lang="en-US" altLang="en-US" dirty="0"/>
              <a:t>Obtain solution to original (larger) instance by combining these solutions</a:t>
            </a:r>
          </a:p>
          <a:p>
            <a:pPr marL="457200" indent="-457200">
              <a:buFont typeface="Monotype Sorts" pitchFamily="2" charset="2"/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1097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A14D031-E46A-4021-D4F4-101C8F192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106" y="113076"/>
            <a:ext cx="10397765" cy="707886"/>
          </a:xfrm>
          <a:solidFill>
            <a:schemeClr val="accent2"/>
          </a:solidFill>
        </p:spPr>
        <p:txBody>
          <a:bodyPr wrap="square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1" lang="en-US" altLang="en-US" sz="40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Divide-and-Conquer Technique (cont.)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49B9EA34-5E4C-E014-F587-1DAFFFBB2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010" y="2069969"/>
            <a:ext cx="22860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solidFill>
                  <a:schemeClr val="bg2"/>
                </a:solidFill>
              </a:rPr>
              <a:t>subproblem 2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solidFill>
                  <a:schemeClr val="bg2"/>
                </a:solidFill>
              </a:rPr>
              <a:t>of size </a:t>
            </a:r>
            <a:r>
              <a:rPr kumimoji="0" lang="en-US" altLang="en-US" sz="1800" i="1">
                <a:solidFill>
                  <a:schemeClr val="bg2"/>
                </a:solidFill>
              </a:rPr>
              <a:t>n</a:t>
            </a:r>
            <a:r>
              <a:rPr kumimoji="0" lang="en-US" altLang="en-US" sz="1800">
                <a:solidFill>
                  <a:schemeClr val="bg2"/>
                </a:solidFill>
              </a:rPr>
              <a:t>/2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C6BAEAFB-2DB7-E2EE-89AD-19985751E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610" y="2069969"/>
            <a:ext cx="22860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solidFill>
                  <a:schemeClr val="bg2"/>
                </a:solidFill>
              </a:rPr>
              <a:t>subproblem 1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solidFill>
                  <a:schemeClr val="bg2"/>
                </a:solidFill>
              </a:rPr>
              <a:t>of size </a:t>
            </a:r>
            <a:r>
              <a:rPr kumimoji="0" lang="en-US" altLang="en-US" sz="1800" i="1">
                <a:solidFill>
                  <a:schemeClr val="bg2"/>
                </a:solidFill>
              </a:rPr>
              <a:t>n</a:t>
            </a:r>
            <a:r>
              <a:rPr kumimoji="0" lang="en-US" altLang="en-US" sz="1800">
                <a:solidFill>
                  <a:schemeClr val="bg2"/>
                </a:solidFill>
              </a:rPr>
              <a:t>/2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E88CB09-C5CD-ACC5-75FD-BF42BF89E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610" y="3365369"/>
            <a:ext cx="228600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chemeClr val="bg2"/>
                </a:solidFill>
              </a:rPr>
              <a:t>a solution to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chemeClr val="bg2"/>
                </a:solidFill>
              </a:rPr>
              <a:t>subproblem 1</a:t>
            </a:r>
            <a:endParaRPr kumimoji="0" lang="en-US" altLang="en-US" b="0">
              <a:solidFill>
                <a:schemeClr val="tx1"/>
              </a:solidFill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21E08EF3-D8D6-AD0B-7F3A-DAE15908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410" y="5117969"/>
            <a:ext cx="228600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chemeClr val="bg2"/>
                </a:solidFill>
              </a:rPr>
              <a:t>a solution to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chemeClr val="bg2"/>
                </a:solidFill>
              </a:rPr>
              <a:t>the original problem</a:t>
            </a:r>
            <a:endParaRPr kumimoji="0" lang="en-US" altLang="en-US" b="0">
              <a:solidFill>
                <a:schemeClr val="tx1"/>
              </a:solidFill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92F92CC7-66F5-1E8F-749A-D8A76848C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010" y="3365369"/>
            <a:ext cx="228600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chemeClr val="bg2"/>
                </a:solidFill>
              </a:rPr>
              <a:t>a solution to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chemeClr val="bg2"/>
                </a:solidFill>
              </a:rPr>
              <a:t>subproblem 2</a:t>
            </a:r>
            <a:endParaRPr kumimoji="0" lang="en-US" altLang="en-US" b="0">
              <a:solidFill>
                <a:schemeClr val="tx1"/>
              </a:solidFill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2662D50A-BADB-0695-DA64-08F2208AFF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8410" y="1765169"/>
            <a:ext cx="1447800" cy="304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F5C87791-D840-BAC8-11E2-04622132D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4410" y="1765169"/>
            <a:ext cx="1524000" cy="304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39A1B5DF-AA16-8EA7-DB3D-532F0F257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410" y="1003169"/>
            <a:ext cx="22860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solidFill>
                  <a:schemeClr val="bg2"/>
                </a:solidFill>
              </a:rPr>
              <a:t>a problem of size </a:t>
            </a:r>
            <a:r>
              <a:rPr kumimoji="0" lang="en-US" altLang="en-US" sz="1800" i="1" dirty="0">
                <a:solidFill>
                  <a:schemeClr val="bg2"/>
                </a:solidFill>
              </a:rPr>
              <a:t>n</a:t>
            </a:r>
            <a:endParaRPr kumimoji="0" lang="en-US" altLang="en-US" sz="1800" dirty="0">
              <a:solidFill>
                <a:schemeClr val="bg2"/>
              </a:solidFill>
            </a:endParaRPr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51B264AB-CE80-8D48-3669-4755395E0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7410" y="2908169"/>
            <a:ext cx="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EDE8C588-A98D-8359-E1BE-8E3BEBCD3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7010" y="2908169"/>
            <a:ext cx="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36CBEC9E-FFFC-1FB7-9D2F-CE5CE83B1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7410" y="4051169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99D18456-B59D-D247-FCCC-D89F80EB8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7010" y="4051169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F1B3C1D6-F690-AD36-27F0-867A8FDBA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7410" y="4584569"/>
            <a:ext cx="44196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9A2FEBED-2E32-8150-FADF-4AE0C34D4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3410" y="4584569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A5BCC0F2-72E9-7246-6501-B8A85E9EC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1410" y="1444265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solidFill>
                  <a:srgbClr val="FF9933"/>
                </a:solidFill>
              </a:rPr>
              <a:t>   (instance)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BAF13FBE-2ED5-8767-20B9-13F1514EC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010" y="5133844"/>
            <a:ext cx="2743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b="0">
                <a:solidFill>
                  <a:srgbClr val="FF6600"/>
                </a:solidFill>
              </a:rPr>
              <a:t>It general leads to a recursive algorithm!</a:t>
            </a:r>
          </a:p>
        </p:txBody>
      </p:sp>
    </p:spTree>
    <p:extLst>
      <p:ext uri="{BB962C8B-B14F-4D97-AF65-F5344CB8AC3E}">
        <p14:creationId xmlns:p14="http://schemas.microsoft.com/office/powerpoint/2010/main" val="268269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B0541D0-673E-224C-4BA1-73315F117F61}"/>
              </a:ext>
            </a:extLst>
          </p:cNvPr>
          <p:cNvSpPr txBox="1">
            <a:spLocks noChangeArrowheads="1"/>
          </p:cNvSpPr>
          <p:nvPr/>
        </p:nvSpPr>
        <p:spPr>
          <a:xfrm>
            <a:off x="974888" y="1162639"/>
            <a:ext cx="8763000" cy="4905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Monotype Sorts" pitchFamily="2" charset="2"/>
              <a:buChar char="b"/>
              <a:defRPr/>
            </a:pPr>
            <a:r>
              <a:rPr lang="en-US" altLang="en-US" dirty="0"/>
              <a:t>Merge sort </a:t>
            </a:r>
          </a:p>
          <a:p>
            <a:pPr marL="457200" indent="-457200">
              <a:buFont typeface="Monotype Sorts" pitchFamily="2" charset="2"/>
              <a:buChar char="b"/>
              <a:defRPr/>
            </a:pPr>
            <a:endParaRPr lang="en-US" altLang="en-US" dirty="0"/>
          </a:p>
          <a:p>
            <a:pPr marL="457200" indent="-457200">
              <a:buFont typeface="Monotype Sorts" pitchFamily="2" charset="2"/>
              <a:buChar char="b"/>
              <a:defRPr/>
            </a:pPr>
            <a:r>
              <a:rPr lang="en-US" altLang="en-US" dirty="0"/>
              <a:t>Quicksort</a:t>
            </a:r>
          </a:p>
          <a:p>
            <a:pPr marL="0" indent="0">
              <a:buNone/>
              <a:defRPr/>
            </a:pPr>
            <a:endParaRPr lang="en-US" altLang="en-US" dirty="0"/>
          </a:p>
          <a:p>
            <a:pPr marL="457200" indent="-457200">
              <a:buFont typeface="Monotype Sorts" pitchFamily="2" charset="2"/>
              <a:buChar char="b"/>
              <a:defRPr/>
            </a:pPr>
            <a:r>
              <a:rPr lang="en-US" altLang="en-US" dirty="0"/>
              <a:t>Matrix multiplication: Strassen’s algorithm</a:t>
            </a:r>
          </a:p>
          <a:p>
            <a:pPr marL="457200" indent="-457200">
              <a:buFont typeface="Monotype Sorts" pitchFamily="2" charset="2"/>
              <a:buChar char="b"/>
              <a:defRPr/>
            </a:pPr>
            <a:endParaRPr lang="en-US" altLang="en-US" dirty="0"/>
          </a:p>
          <a:p>
            <a:pPr marL="457200" indent="-457200">
              <a:buFont typeface="Monotype Sorts" pitchFamily="2" charset="2"/>
              <a:buChar char="b"/>
              <a:defRPr/>
            </a:pPr>
            <a:r>
              <a:rPr lang="en-US" altLang="en-US" dirty="0"/>
              <a:t>Multiplication of large integers</a:t>
            </a:r>
          </a:p>
          <a:p>
            <a:pPr marL="457200" indent="-457200">
              <a:buFont typeface="Monotype Sorts" pitchFamily="2" charset="2"/>
              <a:buChar char="b"/>
              <a:defRPr/>
            </a:pPr>
            <a:endParaRPr lang="en-US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07EFE3-7AA2-B6E8-0BCD-3BD8E7A29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1875" y="82100"/>
            <a:ext cx="7588250" cy="707886"/>
          </a:xfr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1" lang="en-US" altLang="en-US" sz="40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Divide-and-Conquer Examples</a:t>
            </a:r>
          </a:p>
        </p:txBody>
      </p:sp>
    </p:spTree>
    <p:extLst>
      <p:ext uri="{BB962C8B-B14F-4D97-AF65-F5344CB8AC3E}">
        <p14:creationId xmlns:p14="http://schemas.microsoft.com/office/powerpoint/2010/main" val="203461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C4F8CA-5DE2-6E54-52E3-694B580F34FE}"/>
              </a:ext>
            </a:extLst>
          </p:cNvPr>
          <p:cNvSpPr txBox="1"/>
          <p:nvPr/>
        </p:nvSpPr>
        <p:spPr>
          <a:xfrm>
            <a:off x="2254577" y="3114715"/>
            <a:ext cx="7682845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en-US" sz="4800" b="1" dirty="0" err="1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Mergesort</a:t>
            </a:r>
            <a:endParaRPr kumimoji="1" lang="en-US" sz="48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380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A9F74CBF-0138-B67F-4EB7-FC8FC9854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83610" y="1106864"/>
            <a:ext cx="4056063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A8A5B03E-71D4-983F-C286-330394767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9016" y="160211"/>
            <a:ext cx="7664450" cy="707886"/>
          </a:xfr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1" lang="en-US" altLang="en-US" sz="40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Merge sort Example</a:t>
            </a:r>
          </a:p>
        </p:txBody>
      </p:sp>
    </p:spTree>
    <p:extLst>
      <p:ext uri="{BB962C8B-B14F-4D97-AF65-F5344CB8AC3E}">
        <p14:creationId xmlns:p14="http://schemas.microsoft.com/office/powerpoint/2010/main" val="21996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A40CA07-576E-E0CA-6E8D-9663814CEC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9016" y="160211"/>
            <a:ext cx="7664450" cy="707886"/>
          </a:xfr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1" lang="en-US" altLang="en-US" sz="40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Pseudocode of </a:t>
            </a:r>
            <a:r>
              <a:rPr kumimoji="1" lang="en-US" altLang="en-US" sz="4000" b="1" dirty="0" err="1">
                <a:solidFill>
                  <a:schemeClr val="bg1"/>
                </a:solidFill>
                <a:ea typeface="ＭＳ Ｐゴシック" panose="020B0600070205080204" pitchFamily="34" charset="-128"/>
              </a:rPr>
              <a:t>Mergesort</a:t>
            </a:r>
            <a:endParaRPr kumimoji="1" lang="en-US" altLang="en-US" sz="4000" b="1" dirty="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67B8A49C-5CE7-3357-9F83-E53EE9C855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7147" y="1323181"/>
            <a:ext cx="8534400" cy="4211638"/>
          </a:xfrm>
          <a:solidFill>
            <a:schemeClr val="tx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870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4">
            <a:extLst>
              <a:ext uri="{FF2B5EF4-FFF2-40B4-BE49-F238E27FC236}">
                <a16:creationId xmlns:a16="http://schemas.microsoft.com/office/drawing/2014/main" id="{697E76EB-55AC-D6D3-3E43-455A006A33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6213" y="1167715"/>
            <a:ext cx="8686800" cy="4905375"/>
          </a:xfrm>
          <a:solidFill>
            <a:schemeClr val="tx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0935" name="Text Box 7">
            <a:extLst>
              <a:ext uri="{FF2B5EF4-FFF2-40B4-BE49-F238E27FC236}">
                <a16:creationId xmlns:a16="http://schemas.microsoft.com/office/drawing/2014/main" id="{3C25F359-F15E-C9A2-DAE3-43970C237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053" y="4674588"/>
            <a:ext cx="4976413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chemeClr val="bg1"/>
                </a:solidFill>
              </a:rPr>
              <a:t>Time complexity: </a:t>
            </a:r>
            <a:r>
              <a:rPr kumimoji="1" lang="el-G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Θ</a:t>
            </a:r>
            <a:r>
              <a:rPr kumimoji="1"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kumimoji="1" lang="en-US" alt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q</a:t>
            </a:r>
            <a:r>
              <a:rPr kumimoji="1"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kumimoji="1" lang="en-US" altLang="en-US" b="1" dirty="0">
                <a:solidFill>
                  <a:schemeClr val="bg1"/>
                </a:solidFill>
              </a:rPr>
              <a:t> = </a:t>
            </a:r>
            <a:r>
              <a:rPr kumimoji="1" lang="el-G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Θ</a:t>
            </a:r>
            <a:r>
              <a:rPr kumimoji="1"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kumimoji="1" lang="en-US" alt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kumimoji="1"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kumimoji="1" lang="en-US" altLang="en-US" b="1" dirty="0">
                <a:solidFill>
                  <a:schemeClr val="bg1"/>
                </a:solidFill>
              </a:rPr>
              <a:t> comparisons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90F78A-39B3-EB5E-CD0B-0FDB7E34E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9016" y="160211"/>
            <a:ext cx="7664450" cy="707886"/>
          </a:xfr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1" lang="en-US" altLang="en-US" sz="40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Pseudocode of </a:t>
            </a:r>
            <a:r>
              <a:rPr kumimoji="1" lang="en-US" altLang="en-US" sz="4000" b="1" dirty="0" err="1">
                <a:solidFill>
                  <a:schemeClr val="bg1"/>
                </a:solidFill>
                <a:ea typeface="ＭＳ Ｐゴシック" panose="020B0600070205080204" pitchFamily="34" charset="-128"/>
              </a:rPr>
              <a:t>Mergesort</a:t>
            </a:r>
            <a:endParaRPr kumimoji="1" lang="en-US" altLang="en-US" sz="4000" b="1" dirty="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0810F89-50D2-97A7-605E-AFF376DDC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757" y="1172557"/>
            <a:ext cx="8305800" cy="490537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B=[2,  4,  15, 20]     C= [ 1, 16, 100, 120] merge B &amp;C in A </a:t>
            </a:r>
          </a:p>
          <a:p>
            <a:pPr>
              <a:defRPr/>
            </a:pPr>
            <a:r>
              <a:rPr lang="en-US" dirty="0" err="1"/>
              <a:t>i</a:t>
            </a:r>
            <a:r>
              <a:rPr lang="en-US" dirty="0"/>
              <a:t>=0 j=0   k=0</a:t>
            </a:r>
          </a:p>
          <a:p>
            <a:pPr>
              <a:defRPr/>
            </a:pPr>
            <a:r>
              <a:rPr lang="en-US" dirty="0"/>
              <a:t>B[</a:t>
            </a:r>
            <a:r>
              <a:rPr lang="en-US" dirty="0" err="1"/>
              <a:t>i</a:t>
            </a:r>
            <a:r>
              <a:rPr lang="en-US" dirty="0"/>
              <a:t>]=2  &gt;  C[j] = 1   therefore  A[0]=1  k=1, j=1</a:t>
            </a:r>
          </a:p>
          <a:p>
            <a:pPr>
              <a:defRPr/>
            </a:pPr>
            <a:r>
              <a:rPr lang="en-US" dirty="0"/>
              <a:t>B[</a:t>
            </a:r>
            <a:r>
              <a:rPr lang="en-US" dirty="0" err="1"/>
              <a:t>i</a:t>
            </a:r>
            <a:r>
              <a:rPr lang="en-US" dirty="0"/>
              <a:t>]=2  &lt; c[j]=16     therefore A[1]= 2  k=2, </a:t>
            </a: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>
              <a:defRPr/>
            </a:pPr>
            <a:r>
              <a:rPr lang="en-US" dirty="0"/>
              <a:t>B[</a:t>
            </a:r>
            <a:r>
              <a:rPr lang="en-US" dirty="0" err="1"/>
              <a:t>i</a:t>
            </a:r>
            <a:r>
              <a:rPr lang="en-US" dirty="0"/>
              <a:t>]=4  &lt; c[j]=16        A[2]=4  </a:t>
            </a:r>
            <a:r>
              <a:rPr lang="en-US" dirty="0" err="1"/>
              <a:t>i</a:t>
            </a:r>
            <a:r>
              <a:rPr lang="en-US" dirty="0"/>
              <a:t>=2, k = 3</a:t>
            </a:r>
          </a:p>
          <a:p>
            <a:pPr>
              <a:defRPr/>
            </a:pPr>
            <a:r>
              <a:rPr lang="en-US" dirty="0"/>
              <a:t>B[</a:t>
            </a:r>
            <a:r>
              <a:rPr lang="en-US" dirty="0" err="1"/>
              <a:t>i</a:t>
            </a:r>
            <a:r>
              <a:rPr lang="en-US" dirty="0"/>
              <a:t>]=15 &lt; c[j]=16       A[3]= 15  </a:t>
            </a:r>
            <a:r>
              <a:rPr lang="en-US" dirty="0" err="1"/>
              <a:t>i</a:t>
            </a:r>
            <a:r>
              <a:rPr lang="en-US" dirty="0"/>
              <a:t>=3, k=4</a:t>
            </a:r>
          </a:p>
          <a:p>
            <a:pPr>
              <a:defRPr/>
            </a:pPr>
            <a:r>
              <a:rPr lang="en-US" dirty="0"/>
              <a:t>B[</a:t>
            </a:r>
            <a:r>
              <a:rPr lang="en-US" dirty="0" err="1"/>
              <a:t>i</a:t>
            </a:r>
            <a:r>
              <a:rPr lang="en-US" dirty="0"/>
              <a:t>]=20 &gt; c[j]=16       A[4]= 16  k=4, j= 2</a:t>
            </a:r>
          </a:p>
          <a:p>
            <a:pPr>
              <a:defRPr/>
            </a:pPr>
            <a:r>
              <a:rPr lang="en-US" dirty="0"/>
              <a:t>B[</a:t>
            </a:r>
            <a:r>
              <a:rPr lang="en-US" dirty="0" err="1"/>
              <a:t>i</a:t>
            </a:r>
            <a:r>
              <a:rPr lang="en-US" dirty="0"/>
              <a:t>]=20 &lt; c[2]=100    A[5] = 20 k=5 , </a:t>
            </a: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>
              <a:defRPr/>
            </a:pPr>
            <a:r>
              <a:rPr lang="en-US" dirty="0" err="1"/>
              <a:t>i</a:t>
            </a:r>
            <a:r>
              <a:rPr lang="en-US" dirty="0"/>
              <a:t>&gt;3  therefore copy remaining element of C in A</a:t>
            </a:r>
          </a:p>
          <a:p>
            <a:pPr>
              <a:defRPr/>
            </a:pPr>
            <a:r>
              <a:rPr lang="en-US" dirty="0"/>
              <a:t>A[6]=100  A[7]=120</a:t>
            </a:r>
          </a:p>
          <a:p>
            <a:pPr>
              <a:defRPr/>
            </a:pPr>
            <a:r>
              <a:rPr lang="en-US" dirty="0"/>
              <a:t>A[] =[1, 2, 4, 15, 16, 20, 100, 120]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189DFCF-3F3A-D615-F1F9-8F3A17CBB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9830" y="72182"/>
            <a:ext cx="5015061" cy="707886"/>
          </a:xfr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1" lang="en-US" altLang="en-US" sz="40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41389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4B980F-3546-D926-F6AC-FCF6D0692452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Analysis of </a:t>
            </a:r>
            <a:r>
              <a:rPr lang="en-US" altLang="en-US" dirty="0" err="1"/>
              <a:t>Mergesort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D3A5E-0BEF-D078-F148-5DDBF2EFEDAD}"/>
              </a:ext>
            </a:extLst>
          </p:cNvPr>
          <p:cNvSpPr txBox="1"/>
          <p:nvPr/>
        </p:nvSpPr>
        <p:spPr>
          <a:xfrm>
            <a:off x="1048733" y="1420793"/>
            <a:ext cx="9000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Let T(n) denote time complexity of sorting n elements using merge sort  then :</a:t>
            </a: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54F6FF8D-2392-D29C-C29D-4816CF3A6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625" y="3027065"/>
            <a:ext cx="7426750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2800" dirty="0"/>
              <a:t>T(n) = 2T(n/2) + </a:t>
            </a:r>
            <a:r>
              <a:rPr lang="en-US" altLang="en-US" sz="2800" dirty="0" err="1"/>
              <a:t>cn</a:t>
            </a:r>
            <a:r>
              <a:rPr lang="en-US" altLang="en-US" sz="2800" dirty="0"/>
              <a:t>, T(1) = 0  for some constant c</a:t>
            </a:r>
          </a:p>
        </p:txBody>
      </p:sp>
    </p:spTree>
    <p:extLst>
      <p:ext uri="{BB962C8B-B14F-4D97-AF65-F5344CB8AC3E}">
        <p14:creationId xmlns:p14="http://schemas.microsoft.com/office/powerpoint/2010/main" val="51591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8794EA-E8B6-6F69-846C-E9D409BED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073" y="1058944"/>
            <a:ext cx="9223751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For simplification purpose assume n =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</a:t>
            </a:r>
            <a:r>
              <a:rPr kumimoji="0" lang="en-US" altLang="en-US" b="0" dirty="0">
                <a:solidFill>
                  <a:schemeClr val="tx1"/>
                </a:solidFill>
              </a:rPr>
              <a:t> for some positive constant 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T(n) = 2T(n/2) + Cn, where c is a constant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T(n) = 2[2T(n/2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) + Cn/2] + Cn =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T(n/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) + 2Cn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T(n) =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[2T(n/2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</a:rPr>
              <a:t>) + Cn/2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] + 2Cn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T(n) =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</a:rPr>
              <a:t> T(n/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</a:rPr>
              <a:t>) + 3Cn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………..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………..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………..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T(n) =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</a:t>
            </a:r>
            <a:r>
              <a:rPr kumimoji="0" lang="en-US" altLang="en-US" b="0" dirty="0">
                <a:solidFill>
                  <a:schemeClr val="tx1"/>
                </a:solidFill>
              </a:rPr>
              <a:t> T(n/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</a:t>
            </a:r>
            <a:r>
              <a:rPr kumimoji="0" lang="en-US" altLang="en-US" b="0" dirty="0">
                <a:solidFill>
                  <a:schemeClr val="tx1"/>
                </a:solidFill>
              </a:rPr>
              <a:t>) + </a:t>
            </a:r>
            <a:r>
              <a:rPr kumimoji="0" lang="en-US" altLang="en-US" b="0" dirty="0" err="1">
                <a:solidFill>
                  <a:schemeClr val="tx1"/>
                </a:solidFill>
              </a:rPr>
              <a:t>kCn</a:t>
            </a:r>
            <a:r>
              <a:rPr kumimoji="0" lang="en-US" altLang="en-US" b="0" dirty="0">
                <a:solidFill>
                  <a:schemeClr val="tx1"/>
                </a:solidFill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b="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Therefore, T(n) =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</a:t>
            </a:r>
            <a:r>
              <a:rPr kumimoji="0" lang="en-US" altLang="en-US" b="0" dirty="0">
                <a:solidFill>
                  <a:schemeClr val="tx1"/>
                </a:solidFill>
              </a:rPr>
              <a:t> T(1) + </a:t>
            </a:r>
            <a:r>
              <a:rPr kumimoji="0" lang="en-US" altLang="en-US" b="0" dirty="0" err="1">
                <a:solidFill>
                  <a:schemeClr val="tx1"/>
                </a:solidFill>
              </a:rPr>
              <a:t>kCn</a:t>
            </a:r>
            <a:r>
              <a:rPr kumimoji="0" lang="en-US" altLang="en-US" b="0" dirty="0">
                <a:solidFill>
                  <a:schemeClr val="tx1"/>
                </a:solidFill>
              </a:rPr>
              <a:t>  = k Cn  (since T(1)=0)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b="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Which implies T (n) = O (</a:t>
            </a:r>
            <a:r>
              <a:rPr kumimoji="0" lang="en-US" altLang="en-US" b="0" dirty="0" err="1">
                <a:solidFill>
                  <a:schemeClr val="tx1"/>
                </a:solidFill>
              </a:rPr>
              <a:t>kn</a:t>
            </a:r>
            <a:r>
              <a:rPr kumimoji="0" lang="en-US" altLang="en-US" b="0" dirty="0">
                <a:solidFill>
                  <a:schemeClr val="tx1"/>
                </a:solidFill>
              </a:rPr>
              <a:t>) = O(n </a:t>
            </a:r>
            <a:r>
              <a:rPr kumimoji="0" lang="en-US" altLang="en-US" b="0" dirty="0" err="1">
                <a:solidFill>
                  <a:schemeClr val="tx1"/>
                </a:solidFill>
              </a:rPr>
              <a:t>logn</a:t>
            </a:r>
            <a:r>
              <a:rPr kumimoji="0" lang="en-US" altLang="en-US" b="0" dirty="0">
                <a:solidFill>
                  <a:schemeClr val="tx1"/>
                </a:solidFill>
              </a:rPr>
              <a:t>)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[since n =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</a:t>
            </a:r>
            <a:r>
              <a:rPr kumimoji="0" lang="en-US" altLang="en-US" b="0" dirty="0">
                <a:solidFill>
                  <a:schemeClr val="tx1"/>
                </a:solidFill>
              </a:rPr>
              <a:t>,  k = log n]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7AF73-CEB7-D46D-9A7C-27BBC1AAE65C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Analysis of Merge sort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15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6B5061-2C3E-8238-1089-63748C4FA75E}"/>
              </a:ext>
            </a:extLst>
          </p:cNvPr>
          <p:cNvSpPr txBox="1"/>
          <p:nvPr/>
        </p:nvSpPr>
        <p:spPr>
          <a:xfrm>
            <a:off x="3330019" y="-153078"/>
            <a:ext cx="6094428" cy="1323439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Analysis of Merge sort (Using Masters Theorem)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352D5-4D17-975A-CC37-0B74329B4528}"/>
              </a:ext>
            </a:extLst>
          </p:cNvPr>
          <p:cNvSpPr txBox="1"/>
          <p:nvPr/>
        </p:nvSpPr>
        <p:spPr>
          <a:xfrm>
            <a:off x="1256122" y="1663798"/>
            <a:ext cx="5361494" cy="16312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= </a:t>
            </a:r>
            <a:r>
              <a:rPr lang="en-US" altLang="en-US" i="1" dirty="0" err="1">
                <a:solidFill>
                  <a:schemeClr val="tx1"/>
                </a:solidFill>
              </a:rPr>
              <a:t>aT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n/b</a:t>
            </a:r>
            <a:r>
              <a:rPr lang="en-US" altLang="en-US" dirty="0">
                <a:solidFill>
                  <a:schemeClr val="tx1"/>
                </a:solidFill>
              </a:rPr>
              <a:t>) + </a:t>
            </a:r>
            <a:r>
              <a:rPr lang="en-US" altLang="en-US" i="1" dirty="0">
                <a:solidFill>
                  <a:schemeClr val="tx1"/>
                </a:solidFill>
              </a:rPr>
              <a:t>f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  </a:t>
            </a:r>
            <a:r>
              <a:rPr lang="en-US" altLang="en-US" dirty="0">
                <a:solidFill>
                  <a:schemeClr val="tx1"/>
                </a:solidFill>
              </a:rPr>
              <a:t>where </a:t>
            </a:r>
            <a:r>
              <a:rPr lang="en-US" altLang="en-US" i="1" dirty="0">
                <a:solidFill>
                  <a:schemeClr val="tx1"/>
                </a:solidFill>
              </a:rPr>
              <a:t>f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),</a:t>
            </a:r>
            <a:r>
              <a:rPr lang="en-US" altLang="en-US" i="1" dirty="0">
                <a:solidFill>
                  <a:schemeClr val="tx1"/>
                </a:solidFill>
              </a:rPr>
              <a:t>   d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>
                <a:solidFill>
                  <a:schemeClr val="tx1"/>
                </a:solidFill>
              </a:rPr>
              <a:t>Master Theorem</a:t>
            </a:r>
            <a:r>
              <a:rPr lang="en-US" altLang="en-US" dirty="0">
                <a:solidFill>
                  <a:schemeClr val="tx1"/>
                </a:solidFill>
              </a:rPr>
              <a:t>:    If </a:t>
            </a:r>
            <a:r>
              <a:rPr lang="en-US" altLang="en-US" i="1" dirty="0">
                <a:solidFill>
                  <a:schemeClr val="tx1"/>
                </a:solidFill>
              </a:rPr>
              <a:t>a &lt;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=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&gt;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i="1" dirty="0" err="1">
                <a:solidFill>
                  <a:schemeClr val="tx1"/>
                </a:solidFill>
              </a:rPr>
              <a:t>n</a:t>
            </a:r>
            <a:r>
              <a:rPr lang="en-US" altLang="en-US" sz="2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2800" baseline="30000" dirty="0">
                <a:solidFill>
                  <a:schemeClr val="tx1"/>
                </a:solidFill>
              </a:rPr>
              <a:t> </a:t>
            </a:r>
            <a:r>
              <a:rPr lang="en-US" altLang="en-US" sz="2800" i="1" baseline="14000" dirty="0">
                <a:solidFill>
                  <a:schemeClr val="tx1"/>
                </a:solidFill>
              </a:rPr>
              <a:t>b </a:t>
            </a:r>
            <a:r>
              <a:rPr lang="en-US" altLang="en-US" sz="3200" i="1" baseline="30000" dirty="0">
                <a:solidFill>
                  <a:schemeClr val="tx1"/>
                </a:solidFill>
              </a:rPr>
              <a:t>a 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AA060CB7-C0D8-0D4C-A9B0-452BF4B80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247" y="2229685"/>
            <a:ext cx="4901936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Monotype Sorts" pitchFamily="2" charset="2"/>
              <a:buNone/>
              <a:defRPr i="1"/>
            </a:lvl1pPr>
          </a:lstStyle>
          <a:p>
            <a:r>
              <a:rPr lang="en-US" altLang="en-US" sz="2000" dirty="0"/>
              <a:t>T(n) = 2T(n/2) + </a:t>
            </a:r>
            <a:r>
              <a:rPr lang="en-US" altLang="en-US" sz="2000" dirty="0" err="1"/>
              <a:t>cn</a:t>
            </a:r>
            <a:r>
              <a:rPr lang="en-US" altLang="en-US" sz="2000" dirty="0"/>
              <a:t>, T(1) = 0  for some constant c</a:t>
            </a:r>
          </a:p>
          <a:p>
            <a:endParaRPr lang="en-US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CC188-5DF0-8949-B8E6-52342021981A}"/>
              </a:ext>
            </a:extLst>
          </p:cNvPr>
          <p:cNvSpPr txBox="1"/>
          <p:nvPr/>
        </p:nvSpPr>
        <p:spPr>
          <a:xfrm>
            <a:off x="1256122" y="3624175"/>
            <a:ext cx="10263430" cy="22159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Comparing the Recurrence Relation with the Masters Theorem we get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a= 2, b=2, d=1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Using Masters </a:t>
            </a:r>
            <a:r>
              <a:rPr lang="en-US" altLang="en-US" i="1" dirty="0">
                <a:solidFill>
                  <a:schemeClr val="tx1"/>
                </a:solidFill>
              </a:rPr>
              <a:t>Theorem </a:t>
            </a:r>
            <a:endParaRPr lang="en-US" altLang="en-US" i="1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a =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 </a:t>
            </a:r>
            <a:endParaRPr lang="en-US" altLang="en-US" i="1" baseline="30000" dirty="0"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Therefore</a:t>
            </a:r>
            <a:r>
              <a:rPr lang="en-US" altLang="en-US" i="1" baseline="30000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</a:p>
          <a:p>
            <a:pPr>
              <a:buFont typeface="Monotype Sorts" pitchFamily="2" charset="2"/>
              <a:buNone/>
              <a:defRPr/>
            </a:pP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=&gt;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cs typeface="Times New Roman" panose="02020603050405020304" pitchFamily="18" charset="0"/>
              </a:rPr>
              <a:t>n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0217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C4F8CA-5DE2-6E54-52E3-694B580F34FE}"/>
              </a:ext>
            </a:extLst>
          </p:cNvPr>
          <p:cNvSpPr txBox="1"/>
          <p:nvPr/>
        </p:nvSpPr>
        <p:spPr>
          <a:xfrm>
            <a:off x="2254577" y="3114715"/>
            <a:ext cx="7682845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en-US" sz="48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Quick Sort</a:t>
            </a:r>
          </a:p>
        </p:txBody>
      </p:sp>
    </p:spTree>
    <p:extLst>
      <p:ext uri="{BB962C8B-B14F-4D97-AF65-F5344CB8AC3E}">
        <p14:creationId xmlns:p14="http://schemas.microsoft.com/office/powerpoint/2010/main" val="181314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7772E9D5-B93B-E233-8DB3-4AC192DCA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520" y="1136323"/>
            <a:ext cx="9782666" cy="4934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Small instance has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 &lt;= 1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 Every small instance is a sorted instance.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To sort a large instance, select a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pivot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element from out of the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elements.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Partition the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elements into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groups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left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middle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and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right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The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middle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group contains only the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pivot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element.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All elements in the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left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group are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&lt;= pivot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All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elements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in the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right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group are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&gt;= pivot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Sort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left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and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right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groups recursively.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Answer is sorted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left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group, followed by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middle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group followed by sorted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right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group.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212C8-C2B3-DE2C-4BE2-ED6290C3556B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Quick Sort</a:t>
            </a:r>
          </a:p>
        </p:txBody>
      </p:sp>
    </p:spTree>
    <p:extLst>
      <p:ext uri="{BB962C8B-B14F-4D97-AF65-F5344CB8AC3E}">
        <p14:creationId xmlns:p14="http://schemas.microsoft.com/office/powerpoint/2010/main" val="416171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212C8-C2B3-DE2C-4BE2-ED6290C3556B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Example</a:t>
            </a:r>
          </a:p>
        </p:txBody>
      </p:sp>
      <p:grpSp>
        <p:nvGrpSpPr>
          <p:cNvPr id="82" name="Group 27">
            <a:extLst>
              <a:ext uri="{FF2B5EF4-FFF2-40B4-BE49-F238E27FC236}">
                <a16:creationId xmlns:a16="http://schemas.microsoft.com/office/drawing/2014/main" id="{978AF15B-01C1-AFC1-1590-EB0FF0B1719C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417415"/>
            <a:ext cx="5943600" cy="579438"/>
            <a:chOff x="576" y="1056"/>
            <a:chExt cx="3744" cy="365"/>
          </a:xfrm>
        </p:grpSpPr>
        <p:grpSp>
          <p:nvGrpSpPr>
            <p:cNvPr id="83" name="Group 25">
              <a:extLst>
                <a:ext uri="{FF2B5EF4-FFF2-40B4-BE49-F238E27FC236}">
                  <a16:creationId xmlns:a16="http://schemas.microsoft.com/office/drawing/2014/main" id="{DB6A060D-6F92-69EB-9C6E-295B83553E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8" y="1056"/>
              <a:ext cx="3212" cy="327"/>
              <a:chOff x="1108" y="1056"/>
              <a:chExt cx="3212" cy="327"/>
            </a:xfrm>
          </p:grpSpPr>
          <p:sp>
            <p:nvSpPr>
              <p:cNvPr id="85" name="Rectangle 3">
                <a:extLst>
                  <a:ext uri="{FF2B5EF4-FFF2-40B4-BE49-F238E27FC236}">
                    <a16:creationId xmlns:a16="http://schemas.microsoft.com/office/drawing/2014/main" id="{F50797BD-83C1-2225-21C8-430BE8595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Rectangle 4">
                <a:extLst>
                  <a:ext uri="{FF2B5EF4-FFF2-40B4-BE49-F238E27FC236}">
                    <a16:creationId xmlns:a16="http://schemas.microsoft.com/office/drawing/2014/main" id="{FEA0455D-753D-02EF-69A1-BF5BAEAE3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2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87" name="Rectangle 5">
                <a:extLst>
                  <a:ext uri="{FF2B5EF4-FFF2-40B4-BE49-F238E27FC236}">
                    <a16:creationId xmlns:a16="http://schemas.microsoft.com/office/drawing/2014/main" id="{39C4782A-5DDF-5182-D10C-0995D1EA0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6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" name="Rectangle 6">
                <a:extLst>
                  <a:ext uri="{FF2B5EF4-FFF2-40B4-BE49-F238E27FC236}">
                    <a16:creationId xmlns:a16="http://schemas.microsoft.com/office/drawing/2014/main" id="{0A8A0B1C-94D8-CFA2-2CFF-DA2C8ECC2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89" name="Rectangle 7">
                <a:extLst>
                  <a:ext uri="{FF2B5EF4-FFF2-40B4-BE49-F238E27FC236}">
                    <a16:creationId xmlns:a16="http://schemas.microsoft.com/office/drawing/2014/main" id="{801F2DDB-4DA7-102B-F284-B31DFE358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4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0" name="Rectangle 8">
                <a:extLst>
                  <a:ext uri="{FF2B5EF4-FFF2-40B4-BE49-F238E27FC236}">
                    <a16:creationId xmlns:a16="http://schemas.microsoft.com/office/drawing/2014/main" id="{A5C3CCD1-692E-B820-B029-EBA24EFB0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8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91" name="Rectangle 9">
                <a:extLst>
                  <a:ext uri="{FF2B5EF4-FFF2-40B4-BE49-F238E27FC236}">
                    <a16:creationId xmlns:a16="http://schemas.microsoft.com/office/drawing/2014/main" id="{0D67C0A3-035A-38DC-9415-B6232B92D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2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Rectangle 10">
                <a:extLst>
                  <a:ext uri="{FF2B5EF4-FFF2-40B4-BE49-F238E27FC236}">
                    <a16:creationId xmlns:a16="http://schemas.microsoft.com/office/drawing/2014/main" id="{00869594-AC65-68EC-0717-6038F3BDC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6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93" name="Rectangle 11">
                <a:extLst>
                  <a:ext uri="{FF2B5EF4-FFF2-40B4-BE49-F238E27FC236}">
                    <a16:creationId xmlns:a16="http://schemas.microsoft.com/office/drawing/2014/main" id="{640E08B4-34D9-93C3-A89A-B8581E5CA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0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" name="Rectangle 12">
                <a:extLst>
                  <a:ext uri="{FF2B5EF4-FFF2-40B4-BE49-F238E27FC236}">
                    <a16:creationId xmlns:a16="http://schemas.microsoft.com/office/drawing/2014/main" id="{4F44D6B3-0929-3D2E-D478-E8115F87E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6" y="1056"/>
                <a:ext cx="39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11</a:t>
                </a:r>
              </a:p>
            </p:txBody>
          </p:sp>
          <p:sp>
            <p:nvSpPr>
              <p:cNvPr id="95" name="Rectangle 13">
                <a:extLst>
                  <a:ext uri="{FF2B5EF4-FFF2-40B4-BE49-F238E27FC236}">
                    <a16:creationId xmlns:a16="http://schemas.microsoft.com/office/drawing/2014/main" id="{0776659A-3797-E1D9-05C5-DD5C03A32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8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" name="Rectangle 14">
                <a:extLst>
                  <a:ext uri="{FF2B5EF4-FFF2-40B4-BE49-F238E27FC236}">
                    <a16:creationId xmlns:a16="http://schemas.microsoft.com/office/drawing/2014/main" id="{0F41A13A-A35A-4326-A9B9-5BAE9931A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4" y="1056"/>
                <a:ext cx="44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97" name="Rectangle 15">
                <a:extLst>
                  <a:ext uri="{FF2B5EF4-FFF2-40B4-BE49-F238E27FC236}">
                    <a16:creationId xmlns:a16="http://schemas.microsoft.com/office/drawing/2014/main" id="{FB60DDE0-1988-86F3-ABF0-3E8D42314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6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" name="Rectangle 16">
                <a:extLst>
                  <a:ext uri="{FF2B5EF4-FFF2-40B4-BE49-F238E27FC236}">
                    <a16:creationId xmlns:a16="http://schemas.microsoft.com/office/drawing/2014/main" id="{D8EF450F-1048-CAE6-A6C1-F01CFE9AE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0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99" name="Rectangle 17">
                <a:extLst>
                  <a:ext uri="{FF2B5EF4-FFF2-40B4-BE49-F238E27FC236}">
                    <a16:creationId xmlns:a16="http://schemas.microsoft.com/office/drawing/2014/main" id="{702EC03C-E092-4D20-831A-6738AE9F4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" name="Rectangle 18">
                <a:extLst>
                  <a:ext uri="{FF2B5EF4-FFF2-40B4-BE49-F238E27FC236}">
                    <a16:creationId xmlns:a16="http://schemas.microsoft.com/office/drawing/2014/main" id="{6689CE39-1C84-3E38-96F4-EF59A44375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8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1" name="Rectangle 19">
                <a:extLst>
                  <a:ext uri="{FF2B5EF4-FFF2-40B4-BE49-F238E27FC236}">
                    <a16:creationId xmlns:a16="http://schemas.microsoft.com/office/drawing/2014/main" id="{0D562DC3-AF64-FD64-AF8F-FC5613773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2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Rectangle 20">
                <a:extLst>
                  <a:ext uri="{FF2B5EF4-FFF2-40B4-BE49-F238E27FC236}">
                    <a16:creationId xmlns:a16="http://schemas.microsoft.com/office/drawing/2014/main" id="{A23EC2C9-2E48-61F8-3AB8-E86877AD9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6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103" name="Rectangle 21">
                <a:extLst>
                  <a:ext uri="{FF2B5EF4-FFF2-40B4-BE49-F238E27FC236}">
                    <a16:creationId xmlns:a16="http://schemas.microsoft.com/office/drawing/2014/main" id="{7D33733D-34E7-FA02-9F2F-0B1B407B9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0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Rectangle 22">
                <a:extLst>
                  <a:ext uri="{FF2B5EF4-FFF2-40B4-BE49-F238E27FC236}">
                    <a16:creationId xmlns:a16="http://schemas.microsoft.com/office/drawing/2014/main" id="{6FF8C3A5-7938-709C-E82D-D25687C26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4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05" name="Rectangle 23">
                <a:extLst>
                  <a:ext uri="{FF2B5EF4-FFF2-40B4-BE49-F238E27FC236}">
                    <a16:creationId xmlns:a16="http://schemas.microsoft.com/office/drawing/2014/main" id="{6711745E-0C5C-5CB9-9D50-DAE3FB054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8" y="1108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" name="Rectangle 24">
                <a:extLst>
                  <a:ext uri="{FF2B5EF4-FFF2-40B4-BE49-F238E27FC236}">
                    <a16:creationId xmlns:a16="http://schemas.microsoft.com/office/drawing/2014/main" id="{B24C1990-24BC-5F5E-0BFF-B69840F9C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2" y="1056"/>
                <a:ext cx="29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84" name="Rectangle 26">
              <a:extLst>
                <a:ext uri="{FF2B5EF4-FFF2-40B4-BE49-F238E27FC236}">
                  <a16:creationId xmlns:a16="http://schemas.microsoft.com/office/drawing/2014/main" id="{F8575D17-BEF0-ADAB-5E97-AE01BF3C2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56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107" name="Rectangle 28">
            <a:extLst>
              <a:ext uri="{FF2B5EF4-FFF2-40B4-BE49-F238E27FC236}">
                <a16:creationId xmlns:a16="http://schemas.microsoft.com/office/drawing/2014/main" id="{1F97D9F8-03C3-2E9B-98FE-F04B4E224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96134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Use 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</a:rPr>
              <a:t>6 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as the pivot.</a:t>
            </a:r>
          </a:p>
        </p:txBody>
      </p:sp>
      <p:grpSp>
        <p:nvGrpSpPr>
          <p:cNvPr id="108" name="Group 75">
            <a:extLst>
              <a:ext uri="{FF2B5EF4-FFF2-40B4-BE49-F238E27FC236}">
                <a16:creationId xmlns:a16="http://schemas.microsoft.com/office/drawing/2014/main" id="{09799B48-86A3-CB23-6466-CEC9FC966311}"/>
              </a:ext>
            </a:extLst>
          </p:cNvPr>
          <p:cNvGrpSpPr>
            <a:grpSpLocks/>
          </p:cNvGrpSpPr>
          <p:nvPr/>
        </p:nvGrpSpPr>
        <p:grpSpPr bwMode="auto">
          <a:xfrm>
            <a:off x="2496597" y="2791004"/>
            <a:ext cx="5708650" cy="579438"/>
            <a:chOff x="624" y="2880"/>
            <a:chExt cx="3596" cy="365"/>
          </a:xfrm>
        </p:grpSpPr>
        <p:grpSp>
          <p:nvGrpSpPr>
            <p:cNvPr id="109" name="Group 41">
              <a:extLst>
                <a:ext uri="{FF2B5EF4-FFF2-40B4-BE49-F238E27FC236}">
                  <a16:creationId xmlns:a16="http://schemas.microsoft.com/office/drawing/2014/main" id="{5B8E0C5E-3380-4CEE-C395-B6DE08A00E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2880"/>
              <a:ext cx="3596" cy="365"/>
              <a:chOff x="624" y="2880"/>
              <a:chExt cx="3596" cy="365"/>
            </a:xfrm>
          </p:grpSpPr>
          <p:sp>
            <p:nvSpPr>
              <p:cNvPr id="143" name="Rectangle 29">
                <a:extLst>
                  <a:ext uri="{FF2B5EF4-FFF2-40B4-BE49-F238E27FC236}">
                    <a16:creationId xmlns:a16="http://schemas.microsoft.com/office/drawing/2014/main" id="{4CC2EA75-2CF1-3EC5-65B1-B8044EDEF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" name="Rectangle 30">
                <a:extLst>
                  <a:ext uri="{FF2B5EF4-FFF2-40B4-BE49-F238E27FC236}">
                    <a16:creationId xmlns:a16="http://schemas.microsoft.com/office/drawing/2014/main" id="{A3D2E820-986D-8F79-03CE-45BE8D7D6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" name="Rectangle 31">
                <a:extLst>
                  <a:ext uri="{FF2B5EF4-FFF2-40B4-BE49-F238E27FC236}">
                    <a16:creationId xmlns:a16="http://schemas.microsoft.com/office/drawing/2014/main" id="{37CA8A5A-B362-9BDC-FA1A-F91E17B05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6" name="Rectangle 32">
                <a:extLst>
                  <a:ext uri="{FF2B5EF4-FFF2-40B4-BE49-F238E27FC236}">
                    <a16:creationId xmlns:a16="http://schemas.microsoft.com/office/drawing/2014/main" id="{5BE52EDA-5B88-31D3-D70E-5EA329DFF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Rectangle 33">
                <a:extLst>
                  <a:ext uri="{FF2B5EF4-FFF2-40B4-BE49-F238E27FC236}">
                    <a16:creationId xmlns:a16="http://schemas.microsoft.com/office/drawing/2014/main" id="{F73E8AE9-32A3-FC1C-FB29-2BB526B5E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" name="Rectangle 34">
                <a:extLst>
                  <a:ext uri="{FF2B5EF4-FFF2-40B4-BE49-F238E27FC236}">
                    <a16:creationId xmlns:a16="http://schemas.microsoft.com/office/drawing/2014/main" id="{9E9309B9-122E-A008-F74F-E1206200B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0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Rectangle 35">
                <a:extLst>
                  <a:ext uri="{FF2B5EF4-FFF2-40B4-BE49-F238E27FC236}">
                    <a16:creationId xmlns:a16="http://schemas.microsoft.com/office/drawing/2014/main" id="{4DC13817-486C-D99B-2215-8DA288FAD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8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" name="Rectangle 36">
                <a:extLst>
                  <a:ext uri="{FF2B5EF4-FFF2-40B4-BE49-F238E27FC236}">
                    <a16:creationId xmlns:a16="http://schemas.microsoft.com/office/drawing/2014/main" id="{76E27199-ADD7-DAEF-5AF8-000EFBC6EB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6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Rectangle 37">
                <a:extLst>
                  <a:ext uri="{FF2B5EF4-FFF2-40B4-BE49-F238E27FC236}">
                    <a16:creationId xmlns:a16="http://schemas.microsoft.com/office/drawing/2014/main" id="{B37ADC23-5481-08F7-65D8-572A238A8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4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" name="Rectangle 38">
                <a:extLst>
                  <a:ext uri="{FF2B5EF4-FFF2-40B4-BE49-F238E27FC236}">
                    <a16:creationId xmlns:a16="http://schemas.microsoft.com/office/drawing/2014/main" id="{42188DAB-D555-3E6C-F584-C02F464FF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39">
                <a:extLst>
                  <a:ext uri="{FF2B5EF4-FFF2-40B4-BE49-F238E27FC236}">
                    <a16:creationId xmlns:a16="http://schemas.microsoft.com/office/drawing/2014/main" id="{DFD6DCE9-0C73-AEA4-E131-B269F3EBC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2932"/>
                <a:ext cx="280" cy="232"/>
              </a:xfrm>
              <a:prstGeom prst="rect">
                <a:avLst/>
              </a:prstGeom>
              <a:solidFill>
                <a:srgbClr val="FF99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Rectangle 40">
                <a:extLst>
                  <a:ext uri="{FF2B5EF4-FFF2-40B4-BE49-F238E27FC236}">
                    <a16:creationId xmlns:a16="http://schemas.microsoft.com/office/drawing/2014/main" id="{4AFCF834-5E3D-3AEF-3300-2DADE9C717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880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0" name="Group 44">
              <a:extLst>
                <a:ext uri="{FF2B5EF4-FFF2-40B4-BE49-F238E27FC236}">
                  <a16:creationId xmlns:a16="http://schemas.microsoft.com/office/drawing/2014/main" id="{65DA3A9A-E3D8-797F-E6AC-1631910F58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0" y="2880"/>
              <a:ext cx="280" cy="327"/>
              <a:chOff x="1060" y="2880"/>
              <a:chExt cx="280" cy="327"/>
            </a:xfrm>
          </p:grpSpPr>
          <p:sp>
            <p:nvSpPr>
              <p:cNvPr id="141" name="Rectangle 42">
                <a:extLst>
                  <a:ext uri="{FF2B5EF4-FFF2-40B4-BE49-F238E27FC236}">
                    <a16:creationId xmlns:a16="http://schemas.microsoft.com/office/drawing/2014/main" id="{B7DA4B4A-ED54-6B9F-F09D-EABCFA527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" name="Rectangle 43">
                <a:extLst>
                  <a:ext uri="{FF2B5EF4-FFF2-40B4-BE49-F238E27FC236}">
                    <a16:creationId xmlns:a16="http://schemas.microsoft.com/office/drawing/2014/main" id="{17CF6C40-2362-4D12-D330-1DCCA8DF2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4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111" name="Group 47">
              <a:extLst>
                <a:ext uri="{FF2B5EF4-FFF2-40B4-BE49-F238E27FC236}">
                  <a16:creationId xmlns:a16="http://schemas.microsoft.com/office/drawing/2014/main" id="{63547FA0-4CE0-77ED-F1D8-AD39F6329E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" y="2880"/>
              <a:ext cx="280" cy="327"/>
              <a:chOff x="3940" y="2880"/>
              <a:chExt cx="280" cy="327"/>
            </a:xfrm>
          </p:grpSpPr>
          <p:sp>
            <p:nvSpPr>
              <p:cNvPr id="139" name="Rectangle 45">
                <a:extLst>
                  <a:ext uri="{FF2B5EF4-FFF2-40B4-BE49-F238E27FC236}">
                    <a16:creationId xmlns:a16="http://schemas.microsoft.com/office/drawing/2014/main" id="{BDB9392A-CEC6-F119-D970-D0A1276904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0" name="Rectangle 46">
                <a:extLst>
                  <a:ext uri="{FF2B5EF4-FFF2-40B4-BE49-F238E27FC236}">
                    <a16:creationId xmlns:a16="http://schemas.microsoft.com/office/drawing/2014/main" id="{B2DAA858-C91E-AC1B-BCC1-8B5F57B08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4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  <p:grpSp>
          <p:nvGrpSpPr>
            <p:cNvPr id="112" name="Group 50">
              <a:extLst>
                <a:ext uri="{FF2B5EF4-FFF2-40B4-BE49-F238E27FC236}">
                  <a16:creationId xmlns:a16="http://schemas.microsoft.com/office/drawing/2014/main" id="{17E2AA17-8A9F-E86E-9369-3DFE6B89DD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8" y="2880"/>
              <a:ext cx="280" cy="327"/>
              <a:chOff x="1348" y="2880"/>
              <a:chExt cx="280" cy="327"/>
            </a:xfrm>
          </p:grpSpPr>
          <p:sp>
            <p:nvSpPr>
              <p:cNvPr id="137" name="Rectangle 48">
                <a:extLst>
                  <a:ext uri="{FF2B5EF4-FFF2-40B4-BE49-F238E27FC236}">
                    <a16:creationId xmlns:a16="http://schemas.microsoft.com/office/drawing/2014/main" id="{AE89527E-EDDD-EA60-CEDD-5D11F026D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8" name="Rectangle 49">
                <a:extLst>
                  <a:ext uri="{FF2B5EF4-FFF2-40B4-BE49-F238E27FC236}">
                    <a16:creationId xmlns:a16="http://schemas.microsoft.com/office/drawing/2014/main" id="{35EF6B59-D30F-22FB-2E59-B75E89168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2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  <p:grpSp>
          <p:nvGrpSpPr>
            <p:cNvPr id="113" name="Group 53">
              <a:extLst>
                <a:ext uri="{FF2B5EF4-FFF2-40B4-BE49-F238E27FC236}">
                  <a16:creationId xmlns:a16="http://schemas.microsoft.com/office/drawing/2014/main" id="{FA97390A-C279-5FC5-F16C-DDB91B946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8" y="2880"/>
              <a:ext cx="442" cy="327"/>
              <a:chOff x="3638" y="2880"/>
              <a:chExt cx="442" cy="327"/>
            </a:xfrm>
          </p:grpSpPr>
          <p:sp>
            <p:nvSpPr>
              <p:cNvPr id="135" name="Rectangle 51">
                <a:extLst>
                  <a:ext uri="{FF2B5EF4-FFF2-40B4-BE49-F238E27FC236}">
                    <a16:creationId xmlns:a16="http://schemas.microsoft.com/office/drawing/2014/main" id="{F415203E-8A93-C13E-75B4-E8FCAAE46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" name="Rectangle 52">
                <a:extLst>
                  <a:ext uri="{FF2B5EF4-FFF2-40B4-BE49-F238E27FC236}">
                    <a16:creationId xmlns:a16="http://schemas.microsoft.com/office/drawing/2014/main" id="{04148C9E-CE65-2478-97FC-EC04EEE3E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8" y="2880"/>
                <a:ext cx="44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11</a:t>
                </a:r>
              </a:p>
            </p:txBody>
          </p:sp>
        </p:grpSp>
        <p:grpSp>
          <p:nvGrpSpPr>
            <p:cNvPr id="114" name="Group 56">
              <a:extLst>
                <a:ext uri="{FF2B5EF4-FFF2-40B4-BE49-F238E27FC236}">
                  <a16:creationId xmlns:a16="http://schemas.microsoft.com/office/drawing/2014/main" id="{0D8301A7-D55E-55F6-78D1-E00AC9925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0" y="2880"/>
              <a:ext cx="442" cy="327"/>
              <a:chOff x="3350" y="2880"/>
              <a:chExt cx="442" cy="327"/>
            </a:xfrm>
          </p:grpSpPr>
          <p:sp>
            <p:nvSpPr>
              <p:cNvPr id="133" name="Rectangle 54">
                <a:extLst>
                  <a:ext uri="{FF2B5EF4-FFF2-40B4-BE49-F238E27FC236}">
                    <a16:creationId xmlns:a16="http://schemas.microsoft.com/office/drawing/2014/main" id="{2CAE7517-7823-749F-1F8C-FF8975401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4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Rectangle 55">
                <a:extLst>
                  <a:ext uri="{FF2B5EF4-FFF2-40B4-BE49-F238E27FC236}">
                    <a16:creationId xmlns:a16="http://schemas.microsoft.com/office/drawing/2014/main" id="{006F049E-CEB3-7FEE-B099-B0B8B4A2F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0" y="2880"/>
                <a:ext cx="44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10</a:t>
                </a:r>
              </a:p>
            </p:txBody>
          </p:sp>
        </p:grpSp>
        <p:grpSp>
          <p:nvGrpSpPr>
            <p:cNvPr id="115" name="Group 59">
              <a:extLst>
                <a:ext uri="{FF2B5EF4-FFF2-40B4-BE49-F238E27FC236}">
                  <a16:creationId xmlns:a16="http://schemas.microsoft.com/office/drawing/2014/main" id="{3044A54A-4209-3BFF-E434-3D2EA21103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6" y="2880"/>
              <a:ext cx="280" cy="327"/>
              <a:chOff x="1636" y="2880"/>
              <a:chExt cx="280" cy="327"/>
            </a:xfrm>
          </p:grpSpPr>
          <p:sp>
            <p:nvSpPr>
              <p:cNvPr id="131" name="Rectangle 57">
                <a:extLst>
                  <a:ext uri="{FF2B5EF4-FFF2-40B4-BE49-F238E27FC236}">
                    <a16:creationId xmlns:a16="http://schemas.microsoft.com/office/drawing/2014/main" id="{2D4F0172-F083-92B0-1413-0D9BDA3D8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Rectangle 58">
                <a:extLst>
                  <a:ext uri="{FF2B5EF4-FFF2-40B4-BE49-F238E27FC236}">
                    <a16:creationId xmlns:a16="http://schemas.microsoft.com/office/drawing/2014/main" id="{2C5FA7A4-0F38-D630-55A4-7D01DCDCB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0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grpSp>
          <p:nvGrpSpPr>
            <p:cNvPr id="116" name="Group 62">
              <a:extLst>
                <a:ext uri="{FF2B5EF4-FFF2-40B4-BE49-F238E27FC236}">
                  <a16:creationId xmlns:a16="http://schemas.microsoft.com/office/drawing/2014/main" id="{7DDB51F2-BA24-BC52-6D95-DA4DB2D8A7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2880"/>
              <a:ext cx="280" cy="327"/>
              <a:chOff x="1924" y="2880"/>
              <a:chExt cx="280" cy="327"/>
            </a:xfrm>
          </p:grpSpPr>
          <p:sp>
            <p:nvSpPr>
              <p:cNvPr id="129" name="Rectangle 60">
                <a:extLst>
                  <a:ext uri="{FF2B5EF4-FFF2-40B4-BE49-F238E27FC236}">
                    <a16:creationId xmlns:a16="http://schemas.microsoft.com/office/drawing/2014/main" id="{5DD82216-4ED5-A56E-1F03-CAB500328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0" name="Rectangle 61">
                <a:extLst>
                  <a:ext uri="{FF2B5EF4-FFF2-40B4-BE49-F238E27FC236}">
                    <a16:creationId xmlns:a16="http://schemas.microsoft.com/office/drawing/2014/main" id="{1779C143-207A-AD53-F4B3-8B7D9164C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17" name="Group 65">
              <a:extLst>
                <a:ext uri="{FF2B5EF4-FFF2-40B4-BE49-F238E27FC236}">
                  <a16:creationId xmlns:a16="http://schemas.microsoft.com/office/drawing/2014/main" id="{46EBBBCD-9C6E-41EE-730C-49D4786ED5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6" y="2880"/>
              <a:ext cx="280" cy="327"/>
              <a:chOff x="3076" y="2880"/>
              <a:chExt cx="280" cy="327"/>
            </a:xfrm>
          </p:grpSpPr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A6114A31-7D1D-4F83-B029-FBCC007254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6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D19FD0F6-57E2-ADC6-F468-61D4C15E0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0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9</a:t>
                </a:r>
              </a:p>
            </p:txBody>
          </p:sp>
        </p:grpSp>
        <p:grpSp>
          <p:nvGrpSpPr>
            <p:cNvPr id="118" name="Group 68">
              <a:extLst>
                <a:ext uri="{FF2B5EF4-FFF2-40B4-BE49-F238E27FC236}">
                  <a16:creationId xmlns:a16="http://schemas.microsoft.com/office/drawing/2014/main" id="{72AB9A8A-0C9D-861B-9047-03BE448104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8" y="2880"/>
              <a:ext cx="280" cy="327"/>
              <a:chOff x="2788" y="2880"/>
              <a:chExt cx="280" cy="327"/>
            </a:xfrm>
          </p:grpSpPr>
          <p:sp>
            <p:nvSpPr>
              <p:cNvPr id="125" name="Rectangle 66">
                <a:extLst>
                  <a:ext uri="{FF2B5EF4-FFF2-40B4-BE49-F238E27FC236}">
                    <a16:creationId xmlns:a16="http://schemas.microsoft.com/office/drawing/2014/main" id="{36ED8A05-ED4C-D78D-B207-9FC5AC8D6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8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6" name="Rectangle 67">
                <a:extLst>
                  <a:ext uri="{FF2B5EF4-FFF2-40B4-BE49-F238E27FC236}">
                    <a16:creationId xmlns:a16="http://schemas.microsoft.com/office/drawing/2014/main" id="{6633BB59-B4D9-3A43-F8DD-363DAA9CD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7</a:t>
                </a:r>
              </a:p>
            </p:txBody>
          </p:sp>
        </p:grpSp>
        <p:grpSp>
          <p:nvGrpSpPr>
            <p:cNvPr id="119" name="Group 71">
              <a:extLst>
                <a:ext uri="{FF2B5EF4-FFF2-40B4-BE49-F238E27FC236}">
                  <a16:creationId xmlns:a16="http://schemas.microsoft.com/office/drawing/2014/main" id="{4BFF88C0-73DF-C7B5-7A12-D95EB3BE8F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2" y="2880"/>
              <a:ext cx="280" cy="327"/>
              <a:chOff x="2212" y="2880"/>
              <a:chExt cx="280" cy="327"/>
            </a:xfrm>
          </p:grpSpPr>
          <p:sp>
            <p:nvSpPr>
              <p:cNvPr id="123" name="Rectangle 69">
                <a:extLst>
                  <a:ext uri="{FF2B5EF4-FFF2-40B4-BE49-F238E27FC236}">
                    <a16:creationId xmlns:a16="http://schemas.microsoft.com/office/drawing/2014/main" id="{43C1B59D-E6EB-0A59-23FE-24F0BF5BB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" y="2932"/>
                <a:ext cx="280" cy="23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4" name="Rectangle 70">
                <a:extLst>
                  <a:ext uri="{FF2B5EF4-FFF2-40B4-BE49-F238E27FC236}">
                    <a16:creationId xmlns:a16="http://schemas.microsoft.com/office/drawing/2014/main" id="{B6D6B5CD-5704-6646-79B0-3991D0C10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6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20" name="Group 74">
              <a:extLst>
                <a:ext uri="{FF2B5EF4-FFF2-40B4-BE49-F238E27FC236}">
                  <a16:creationId xmlns:a16="http://schemas.microsoft.com/office/drawing/2014/main" id="{AEA2E964-30EE-B833-DA96-D7B3809DDA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" y="2880"/>
              <a:ext cx="280" cy="327"/>
              <a:chOff x="2500" y="2880"/>
              <a:chExt cx="280" cy="327"/>
            </a:xfrm>
          </p:grpSpPr>
          <p:sp>
            <p:nvSpPr>
              <p:cNvPr id="121" name="Rectangle 72">
                <a:extLst>
                  <a:ext uri="{FF2B5EF4-FFF2-40B4-BE49-F238E27FC236}">
                    <a16:creationId xmlns:a16="http://schemas.microsoft.com/office/drawing/2014/main" id="{D923454E-FE73-C09F-DF4F-183F91F56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0" y="2932"/>
                <a:ext cx="280" cy="232"/>
              </a:xfrm>
              <a:prstGeom prst="rect">
                <a:avLst/>
              </a:prstGeom>
              <a:solidFill>
                <a:srgbClr val="0000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FF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Rectangle 73">
                <a:extLst>
                  <a:ext uri="{FF2B5EF4-FFF2-40B4-BE49-F238E27FC236}">
                    <a16:creationId xmlns:a16="http://schemas.microsoft.com/office/drawing/2014/main" id="{D66DA0F6-CA08-8213-849D-45F75FE219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4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</p:grpSp>
      <p:sp>
        <p:nvSpPr>
          <p:cNvPr id="155" name="Rectangle 76">
            <a:extLst>
              <a:ext uri="{FF2B5EF4-FFF2-40B4-BE49-F238E27FC236}">
                <a16:creationId xmlns:a16="http://schemas.microsoft.com/office/drawing/2014/main" id="{34BBD76C-BFC2-02BC-1A1D-8FADF1669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368" y="3737780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Sort left and right groups recursively.</a:t>
            </a:r>
          </a:p>
        </p:txBody>
      </p:sp>
    </p:spTree>
    <p:extLst>
      <p:ext uri="{BB962C8B-B14F-4D97-AF65-F5344CB8AC3E}">
        <p14:creationId xmlns:p14="http://schemas.microsoft.com/office/powerpoint/2010/main" val="80980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 autoUpdateAnimBg="0"/>
      <p:bldP spid="15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212C8-C2B3-DE2C-4BE2-ED6290C3556B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Choice Of Pivot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7AAA48B-D8DD-13D4-F8DF-59C0E34AA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3811" y="1632408"/>
            <a:ext cx="8915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Pivot is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leftmost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element in list that is to be sorted.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When sorting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a[6:20]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use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a[6]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as the pivot.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Randomly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select one of the elements to be sorted as the pivot.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When sorting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a[6:20]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generate a random number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 the range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[6, 20]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 Use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a[r]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as the pivot.</a:t>
            </a:r>
          </a:p>
        </p:txBody>
      </p:sp>
    </p:spTree>
    <p:extLst>
      <p:ext uri="{BB962C8B-B14F-4D97-AF65-F5344CB8AC3E}">
        <p14:creationId xmlns:p14="http://schemas.microsoft.com/office/powerpoint/2010/main" val="209987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212C8-C2B3-DE2C-4BE2-ED6290C3556B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Choice Of Pivot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40836-1394-B57A-B659-5AD3A99C46BF}"/>
              </a:ext>
            </a:extLst>
          </p:cNvPr>
          <p:cNvSpPr txBox="1"/>
          <p:nvPr/>
        </p:nvSpPr>
        <p:spPr>
          <a:xfrm>
            <a:off x="1900680" y="1909097"/>
            <a:ext cx="9486900" cy="2517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Median-of-Three rule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 From the leftmost, middle, and rightmost elements of the list to be sorted, select the one with median key as the pivot.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When sorting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a[6:20]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examine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a[6]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a[13] ((6+20)/2)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and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a[20]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 Select the element with median (i.e., middle) key.</a:t>
            </a:r>
          </a:p>
        </p:txBody>
      </p:sp>
    </p:spTree>
    <p:extLst>
      <p:ext uri="{BB962C8B-B14F-4D97-AF65-F5344CB8AC3E}">
        <p14:creationId xmlns:p14="http://schemas.microsoft.com/office/powerpoint/2010/main" val="3808356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212C8-C2B3-DE2C-4BE2-ED6290C3556B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Choice Of Pivot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CC7F6-DEB9-F020-B533-2F95BD495CFC}"/>
              </a:ext>
            </a:extLst>
          </p:cNvPr>
          <p:cNvSpPr txBox="1"/>
          <p:nvPr/>
        </p:nvSpPr>
        <p:spPr>
          <a:xfrm>
            <a:off x="2113961" y="191751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000000"/>
                </a:solidFill>
                <a:latin typeface="Times New Roman"/>
              </a:rPr>
              <a:t>Median</a:t>
            </a:r>
            <a:endParaRPr lang="en-IN" sz="32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657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212C8-C2B3-DE2C-4BE2-ED6290C3556B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Complexity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81CB9EB-094B-A11F-64BE-6CC9E3640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579" y="1183064"/>
            <a:ext cx="8610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O(n)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time to partition an array of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elements.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Let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t(n)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 the time needed to sort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elements.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t(0) = t(1) = d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where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is a constant.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When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 &gt; 1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t(n) = t(|left|) + t(|right|) + cn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where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is a constant.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FF0033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t(n)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is maximum when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either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|left| = 0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or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|right| = 0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following each partitioning. 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74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212C8-C2B3-DE2C-4BE2-ED6290C3556B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Complexity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C0FE909-81C3-1005-A063-E094DBFB8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712" y="1022808"/>
            <a:ext cx="9792879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This happens, for example, when the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pivot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is always the smallest or largest element.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For the worst-case time,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t(n) = t(n-1) + </a:t>
            </a:r>
            <a:r>
              <a:rPr kumimoji="0" lang="en-US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cn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 &gt; 1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Use repeated substitution to get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t(n) = O(n</a:t>
            </a:r>
            <a:r>
              <a:rPr kumimoji="0" lang="en-US" altLang="en-US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The best case arises when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|left|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and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|right|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are equal (or differ by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3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 following each partitioning.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For the best case, the recurrence is the same as for merge sort. T(n) = 2T(n/2) + Cn, where c is a constant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Char char="•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22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212C8-C2B3-DE2C-4BE2-ED6290C3556B}"/>
              </a:ext>
            </a:extLst>
          </p:cNvPr>
          <p:cNvSpPr txBox="1"/>
          <p:nvPr/>
        </p:nvSpPr>
        <p:spPr>
          <a:xfrm>
            <a:off x="3330019" y="154698"/>
            <a:ext cx="6094428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Analysis of Quicksort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C0225-D396-3C3A-9940-A4C273AA3057}"/>
              </a:ext>
            </a:extLst>
          </p:cNvPr>
          <p:cNvSpPr txBox="1"/>
          <p:nvPr/>
        </p:nvSpPr>
        <p:spPr>
          <a:xfrm>
            <a:off x="1272619" y="1050991"/>
            <a:ext cx="97166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Best case: </a:t>
            </a:r>
            <a:r>
              <a:rPr lang="en-US" sz="2400" dirty="0"/>
              <a:t>split in the middle (same as merge sort)— O(n log n) </a:t>
            </a:r>
          </a:p>
          <a:p>
            <a:r>
              <a:rPr lang="en-US" sz="2400" b="1" dirty="0"/>
              <a:t>Worst case: </a:t>
            </a:r>
            <a:r>
              <a:rPr lang="en-US" sz="2400" dirty="0"/>
              <a:t>sorted array! — </a:t>
            </a:r>
            <a:r>
              <a:rPr lang="pt-BR" sz="2400" dirty="0"/>
              <a:t>O(n</a:t>
            </a:r>
            <a:r>
              <a:rPr lang="pt-BR" sz="2400" baseline="30000" dirty="0"/>
              <a:t>2</a:t>
            </a:r>
            <a:r>
              <a:rPr lang="pt-BR" sz="2400" dirty="0"/>
              <a:t>)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pt-BR" sz="2400" dirty="0"/>
              <a:t>T(n) = T(n-1) + Θ(n)  ,  T(1) = 0</a:t>
            </a:r>
          </a:p>
          <a:p>
            <a:r>
              <a:rPr lang="pt-BR" sz="2400" dirty="0"/>
              <a:t>T(n) = T(n-1) + cn  = T(n-2) + c(n-1) + cn</a:t>
            </a:r>
          </a:p>
          <a:p>
            <a:r>
              <a:rPr lang="pt-BR" sz="2400" dirty="0"/>
              <a:t>………</a:t>
            </a:r>
          </a:p>
          <a:p>
            <a:r>
              <a:rPr lang="pt-BR" sz="2400" dirty="0"/>
              <a:t>………</a:t>
            </a:r>
          </a:p>
          <a:p>
            <a:r>
              <a:rPr lang="pt-BR" sz="2400" dirty="0"/>
              <a:t>T(n)= T(1) + c( n + (n-1) + … + 2) = O(n</a:t>
            </a:r>
            <a:r>
              <a:rPr lang="pt-BR" sz="2400" baseline="30000" dirty="0"/>
              <a:t>2</a:t>
            </a:r>
            <a:r>
              <a:rPr lang="pt-BR" sz="2400" dirty="0"/>
              <a:t>)</a:t>
            </a:r>
          </a:p>
          <a:p>
            <a:r>
              <a:rPr lang="pt-BR" sz="2400" dirty="0"/>
              <a:t> </a:t>
            </a:r>
          </a:p>
          <a:p>
            <a:endParaRPr lang="en-US" sz="2400" dirty="0"/>
          </a:p>
          <a:p>
            <a:r>
              <a:rPr lang="en-US" sz="2400" b="1" dirty="0"/>
              <a:t>Average case: </a:t>
            </a:r>
            <a:r>
              <a:rPr lang="en-US" sz="2400" dirty="0"/>
              <a:t>random arrays — Θ(n log n) ?</a:t>
            </a:r>
          </a:p>
        </p:txBody>
      </p:sp>
    </p:spTree>
    <p:extLst>
      <p:ext uri="{BB962C8B-B14F-4D97-AF65-F5344CB8AC3E}">
        <p14:creationId xmlns:p14="http://schemas.microsoft.com/office/powerpoint/2010/main" val="1534062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C480-398B-130A-6721-20CE92BA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ABEDE3-195C-9E12-267D-74AF2020B87B}"/>
              </a:ext>
            </a:extLst>
          </p:cNvPr>
          <p:cNvSpPr txBox="1"/>
          <p:nvPr/>
        </p:nvSpPr>
        <p:spPr>
          <a:xfrm>
            <a:off x="2878710" y="-98775"/>
            <a:ext cx="7605074" cy="1323439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Analysis of Quick sort Best Case  (Using Masters Theorem)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B64C-2B40-8D20-2518-50A79DE2E6FC}"/>
              </a:ext>
            </a:extLst>
          </p:cNvPr>
          <p:cNvSpPr txBox="1"/>
          <p:nvPr/>
        </p:nvSpPr>
        <p:spPr>
          <a:xfrm>
            <a:off x="1256122" y="1663798"/>
            <a:ext cx="5361494" cy="16312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= </a:t>
            </a:r>
            <a:r>
              <a:rPr lang="en-US" altLang="en-US" i="1" dirty="0" err="1">
                <a:solidFill>
                  <a:schemeClr val="tx1"/>
                </a:solidFill>
              </a:rPr>
              <a:t>aT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n/b</a:t>
            </a:r>
            <a:r>
              <a:rPr lang="en-US" altLang="en-US" dirty="0">
                <a:solidFill>
                  <a:schemeClr val="tx1"/>
                </a:solidFill>
              </a:rPr>
              <a:t>) + </a:t>
            </a:r>
            <a:r>
              <a:rPr lang="en-US" altLang="en-US" i="1" dirty="0">
                <a:solidFill>
                  <a:schemeClr val="tx1"/>
                </a:solidFill>
              </a:rPr>
              <a:t>f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  </a:t>
            </a:r>
            <a:r>
              <a:rPr lang="en-US" altLang="en-US" dirty="0">
                <a:solidFill>
                  <a:schemeClr val="tx1"/>
                </a:solidFill>
              </a:rPr>
              <a:t>where </a:t>
            </a:r>
            <a:r>
              <a:rPr lang="en-US" altLang="en-US" i="1" dirty="0">
                <a:solidFill>
                  <a:schemeClr val="tx1"/>
                </a:solidFill>
              </a:rPr>
              <a:t>f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),</a:t>
            </a:r>
            <a:r>
              <a:rPr lang="en-US" altLang="en-US" i="1" dirty="0">
                <a:solidFill>
                  <a:schemeClr val="tx1"/>
                </a:solidFill>
              </a:rPr>
              <a:t>   d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>
                <a:solidFill>
                  <a:schemeClr val="tx1"/>
                </a:solidFill>
              </a:rPr>
              <a:t>Master Theorem</a:t>
            </a:r>
            <a:r>
              <a:rPr lang="en-US" altLang="en-US" dirty="0">
                <a:solidFill>
                  <a:schemeClr val="tx1"/>
                </a:solidFill>
              </a:rPr>
              <a:t>:    If </a:t>
            </a:r>
            <a:r>
              <a:rPr lang="en-US" altLang="en-US" i="1" dirty="0">
                <a:solidFill>
                  <a:schemeClr val="tx1"/>
                </a:solidFill>
              </a:rPr>
              <a:t>a &lt;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=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&gt;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i="1" dirty="0" err="1">
                <a:solidFill>
                  <a:schemeClr val="tx1"/>
                </a:solidFill>
              </a:rPr>
              <a:t>n</a:t>
            </a:r>
            <a:r>
              <a:rPr lang="en-US" altLang="en-US" sz="2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2800" baseline="30000" dirty="0">
                <a:solidFill>
                  <a:schemeClr val="tx1"/>
                </a:solidFill>
              </a:rPr>
              <a:t> </a:t>
            </a:r>
            <a:r>
              <a:rPr lang="en-US" altLang="en-US" sz="2800" i="1" baseline="14000" dirty="0">
                <a:solidFill>
                  <a:schemeClr val="tx1"/>
                </a:solidFill>
              </a:rPr>
              <a:t>b </a:t>
            </a:r>
            <a:r>
              <a:rPr lang="en-US" altLang="en-US" sz="3200" i="1" baseline="30000" dirty="0">
                <a:solidFill>
                  <a:schemeClr val="tx1"/>
                </a:solidFill>
              </a:rPr>
              <a:t>a 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4E67EE1B-BEA5-47BB-C31B-C4F11BCA4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247" y="2229685"/>
            <a:ext cx="4901936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Monotype Sorts" pitchFamily="2" charset="2"/>
              <a:buNone/>
              <a:defRPr i="1"/>
            </a:lvl1pPr>
          </a:lstStyle>
          <a:p>
            <a:pPr algn="ctr"/>
            <a:r>
              <a:rPr lang="en-US" altLang="en-US" sz="2000" dirty="0"/>
              <a:t>T(n) = 2T(n/2) + Cn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72E79-659D-8C13-CB06-1ACD6C887BAF}"/>
              </a:ext>
            </a:extLst>
          </p:cNvPr>
          <p:cNvSpPr txBox="1"/>
          <p:nvPr/>
        </p:nvSpPr>
        <p:spPr>
          <a:xfrm>
            <a:off x="1256122" y="3624175"/>
            <a:ext cx="10263430" cy="22159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Comparing the Recurrence Relation with the Masters Theorem we get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a= 2, b=2, d=1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Using Masters </a:t>
            </a:r>
            <a:r>
              <a:rPr lang="en-US" altLang="en-US" i="1" dirty="0">
                <a:solidFill>
                  <a:schemeClr val="tx1"/>
                </a:solidFill>
              </a:rPr>
              <a:t>Theorem </a:t>
            </a:r>
            <a:endParaRPr lang="en-US" altLang="en-US" i="1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a =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 </a:t>
            </a:r>
            <a:endParaRPr lang="en-US" altLang="en-US" i="1" baseline="30000" dirty="0"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Therefore</a:t>
            </a:r>
            <a:r>
              <a:rPr lang="en-US" altLang="en-US" i="1" baseline="30000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</a:p>
          <a:p>
            <a:pPr>
              <a:buFont typeface="Monotype Sorts" pitchFamily="2" charset="2"/>
              <a:buNone/>
              <a:defRPr/>
            </a:pP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=&gt;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cs typeface="Times New Roman" panose="02020603050405020304" pitchFamily="18" charset="0"/>
              </a:rPr>
              <a:t>n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06275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3313E1-024C-C850-E7B0-84DF6E5F3ABA}"/>
                  </a:ext>
                </a:extLst>
              </p14:cNvPr>
              <p14:cNvContentPartPr/>
              <p14:nvPr/>
            </p14:nvContentPartPr>
            <p14:xfrm>
              <a:off x="2144630" y="1078579"/>
              <a:ext cx="8052840" cy="5136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3313E1-024C-C850-E7B0-84DF6E5F3A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5270" y="1069219"/>
                <a:ext cx="8071560" cy="51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2162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C08D5A-76C5-4BD0-FE4A-4989EDF08ED1}"/>
                  </a:ext>
                </a:extLst>
              </p14:cNvPr>
              <p14:cNvContentPartPr/>
              <p14:nvPr/>
            </p14:nvContentPartPr>
            <p14:xfrm>
              <a:off x="2069580" y="860580"/>
              <a:ext cx="8052840" cy="5136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C08D5A-76C5-4BD0-FE4A-4989EDF08E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0220" y="851220"/>
                <a:ext cx="8071560" cy="51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6805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A5DE26-262D-4FBB-22A7-A09C6806DABD}"/>
                  </a:ext>
                </a:extLst>
              </p14:cNvPr>
              <p14:cNvContentPartPr/>
              <p14:nvPr/>
            </p14:nvContentPartPr>
            <p14:xfrm>
              <a:off x="2990334" y="531260"/>
              <a:ext cx="6594575" cy="5481809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A5DE26-262D-4FBB-22A7-A09C6806DA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0974" y="521900"/>
                <a:ext cx="6613295" cy="55005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6993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0C5A7E-5F3B-B500-3DC2-035F296D04B5}"/>
                  </a:ext>
                </a:extLst>
              </p14:cNvPr>
              <p14:cNvContentPartPr/>
              <p14:nvPr/>
            </p14:nvContentPartPr>
            <p14:xfrm>
              <a:off x="1714440" y="634579"/>
              <a:ext cx="8763120" cy="5251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0C5A7E-5F3B-B500-3DC2-035F296D04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5080" y="625219"/>
                <a:ext cx="8781840" cy="527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4393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7DE88A-A71C-7746-7CD8-1BDD5FE3C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6230" y="1181984"/>
            <a:ext cx="8305800" cy="4905375"/>
          </a:xfrm>
        </p:spPr>
        <p:txBody>
          <a:bodyPr/>
          <a:lstStyle/>
          <a:p>
            <a:pPr>
              <a:defRPr/>
            </a:pPr>
            <a:r>
              <a:rPr lang="en-US" dirty="0"/>
              <a:t>Let t(n) denote average time complexity of sorting n elements using quick sort</a:t>
            </a:r>
          </a:p>
          <a:p>
            <a:pPr>
              <a:defRPr/>
            </a:pPr>
            <a:r>
              <a:rPr lang="en-US" dirty="0"/>
              <a:t>For n &lt;=1, t(n) = d , for some constant d.</a:t>
            </a:r>
          </a:p>
          <a:p>
            <a:pPr>
              <a:defRPr/>
            </a:pPr>
            <a:r>
              <a:rPr lang="en-US" dirty="0"/>
              <a:t>t(n) &lt;= </a:t>
            </a:r>
            <a:r>
              <a:rPr lang="en-US" dirty="0" err="1"/>
              <a:t>cn</a:t>
            </a:r>
            <a:r>
              <a:rPr lang="en-US" dirty="0"/>
              <a:t> + 1/n [ ∑</a:t>
            </a:r>
            <a:r>
              <a:rPr lang="en-US" baseline="-25000" dirty="0"/>
              <a:t>0</a:t>
            </a:r>
            <a:r>
              <a:rPr lang="en-US" dirty="0"/>
              <a:t> </a:t>
            </a:r>
            <a:r>
              <a:rPr lang="en-US" baseline="30000" dirty="0"/>
              <a:t>n-1</a:t>
            </a:r>
            <a:r>
              <a:rPr lang="en-US" dirty="0"/>
              <a:t> (t(s) + t(n-s-1) ], where s and n-s-1 denote number of elements in the left segment and the right segment respectively.</a:t>
            </a:r>
          </a:p>
          <a:p>
            <a:pPr>
              <a:defRPr/>
            </a:pPr>
            <a:endParaRPr lang="en-US" dirty="0"/>
          </a:p>
          <a:p>
            <a:pPr marL="0" indent="0">
              <a:buFont typeface="Monotype Sorts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 typeface="Monotype Sorts"/>
              <a:buNone/>
              <a:defRPr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AD680-0730-47AF-9AE4-DF3B72FB1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574" y="4096732"/>
            <a:ext cx="639603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5EED9-A145-1EAB-84D8-53CAEA409BF4}"/>
              </a:ext>
            </a:extLst>
          </p:cNvPr>
          <p:cNvSpPr txBox="1"/>
          <p:nvPr/>
        </p:nvSpPr>
        <p:spPr>
          <a:xfrm>
            <a:off x="1404593" y="145271"/>
            <a:ext cx="9869864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Average Time Complexity of Quick Sort</a:t>
            </a:r>
          </a:p>
        </p:txBody>
      </p:sp>
    </p:spTree>
    <p:extLst>
      <p:ext uri="{BB962C8B-B14F-4D97-AF65-F5344CB8AC3E}">
        <p14:creationId xmlns:p14="http://schemas.microsoft.com/office/powerpoint/2010/main" val="6705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25EED9-A145-1EAB-84D8-53CAEA409BF4}"/>
              </a:ext>
            </a:extLst>
          </p:cNvPr>
          <p:cNvSpPr txBox="1"/>
          <p:nvPr/>
        </p:nvSpPr>
        <p:spPr>
          <a:xfrm>
            <a:off x="1404593" y="145271"/>
            <a:ext cx="9869864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Average Time Complexity of Quick Sort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1E9E9B-1F82-8E2A-F7F9-D3E8426BA3F4}"/>
              </a:ext>
            </a:extLst>
          </p:cNvPr>
          <p:cNvSpPr txBox="1"/>
          <p:nvPr/>
        </p:nvSpPr>
        <p:spPr>
          <a:xfrm>
            <a:off x="1404593" y="1900841"/>
            <a:ext cx="10209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Proof by induction:  We show that t(n) &lt;= </a:t>
            </a:r>
            <a:r>
              <a:rPr lang="en-US" sz="2400" dirty="0" err="1"/>
              <a:t>kn</a:t>
            </a:r>
            <a:r>
              <a:rPr lang="en-US" sz="2400" dirty="0"/>
              <a:t> </a:t>
            </a:r>
            <a:r>
              <a:rPr lang="en-US" sz="2400" dirty="0" err="1"/>
              <a:t>logn</a:t>
            </a:r>
            <a:r>
              <a:rPr lang="en-US" sz="2400" dirty="0"/>
              <a:t>, where k= 2(</a:t>
            </a:r>
            <a:r>
              <a:rPr lang="en-US" sz="2400" dirty="0" err="1"/>
              <a:t>c+d</a:t>
            </a:r>
            <a:r>
              <a:rPr lang="en-US" sz="2400" dirty="0"/>
              <a:t>)</a:t>
            </a:r>
          </a:p>
          <a:p>
            <a:pPr>
              <a:defRPr/>
            </a:pPr>
            <a:r>
              <a:rPr lang="en-US" sz="2400" dirty="0"/>
              <a:t>Base case n=2, t(2) &lt;= 2(</a:t>
            </a:r>
            <a:r>
              <a:rPr lang="en-US" sz="2400" dirty="0" err="1"/>
              <a:t>c+d</a:t>
            </a:r>
            <a:r>
              <a:rPr lang="en-US" sz="2400" dirty="0"/>
              <a:t>) </a:t>
            </a:r>
          </a:p>
          <a:p>
            <a:pPr>
              <a:defRPr/>
            </a:pPr>
            <a:r>
              <a:rPr lang="en-US" sz="2400" dirty="0"/>
              <a:t>Assume that theorem is true for n&lt;m , now to prove the theorem for n = 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1353F0-939D-8D44-5CA9-2954A3EDB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662" y="3429000"/>
            <a:ext cx="69246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39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25EED9-A145-1EAB-84D8-53CAEA409BF4}"/>
              </a:ext>
            </a:extLst>
          </p:cNvPr>
          <p:cNvSpPr txBox="1"/>
          <p:nvPr/>
        </p:nvSpPr>
        <p:spPr>
          <a:xfrm>
            <a:off x="1404593" y="145271"/>
            <a:ext cx="9869864" cy="707886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Average Time Complexity of Quick Sort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14010107-F9AC-645A-A00F-8C2ACDF624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35431" y="1356338"/>
            <a:ext cx="7118234" cy="4469427"/>
          </a:xfrm>
        </p:spPr>
      </p:pic>
    </p:spTree>
    <p:extLst>
      <p:ext uri="{BB962C8B-B14F-4D97-AF65-F5344CB8AC3E}">
        <p14:creationId xmlns:p14="http://schemas.microsoft.com/office/powerpoint/2010/main" val="1428675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C4F8CA-5DE2-6E54-52E3-694B580F34FE}"/>
              </a:ext>
            </a:extLst>
          </p:cNvPr>
          <p:cNvSpPr txBox="1"/>
          <p:nvPr/>
        </p:nvSpPr>
        <p:spPr>
          <a:xfrm>
            <a:off x="2254577" y="3114715"/>
            <a:ext cx="7682845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en-US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830673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0BB5BFBB-C7EF-296D-0C62-EF54FAB61C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2781" y="1129871"/>
            <a:ext cx="8326437" cy="181927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FAA208-0B9F-1EF9-4EAA-7DF68430F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9884" y="3165800"/>
            <a:ext cx="51054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for (int i=0; i&lt; n ; i++)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for (int j=0; j&lt;n; j++)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      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         c[i][j]=0;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         for (int k=0; i&lt;n; k++)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           c[i][j]+= A[i][k]*B[k][j];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 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      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A6DF30-FFB0-9A98-D39F-15373F76AFAE}"/>
                  </a:ext>
                </a:extLst>
              </p14:cNvPr>
              <p14:cNvContentPartPr/>
              <p14:nvPr/>
            </p14:nvContentPartPr>
            <p14:xfrm>
              <a:off x="2233329" y="2869732"/>
              <a:ext cx="8298000" cy="2504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A6DF30-FFB0-9A98-D39F-15373F76AF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3969" y="2860372"/>
                <a:ext cx="8316720" cy="25232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5">
            <a:extLst>
              <a:ext uri="{FF2B5EF4-FFF2-40B4-BE49-F238E27FC236}">
                <a16:creationId xmlns:a16="http://schemas.microsoft.com/office/drawing/2014/main" id="{8749C2D4-3188-3A64-0D03-4A19F7007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581" y="5661543"/>
            <a:ext cx="914399" cy="4619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  <a:highlight>
                  <a:srgbClr val="FFFF00"/>
                </a:highlight>
              </a:rPr>
              <a:t>O(n</a:t>
            </a:r>
            <a:r>
              <a:rPr kumimoji="0" lang="en-US" altLang="en-US" b="0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  <a:highlight>
                  <a:srgbClr val="FFFF00"/>
                </a:highlight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6E6CE-E3B7-1B20-ED5F-11463DB82A3E}"/>
              </a:ext>
            </a:extLst>
          </p:cNvPr>
          <p:cNvSpPr txBox="1"/>
          <p:nvPr/>
        </p:nvSpPr>
        <p:spPr>
          <a:xfrm>
            <a:off x="2389980" y="196249"/>
            <a:ext cx="7682845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en-US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Conventional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41984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F0FC60-29D7-54AC-2A34-6B58CDB83E77}"/>
              </a:ext>
            </a:extLst>
          </p:cNvPr>
          <p:cNvSpPr txBox="1"/>
          <p:nvPr/>
        </p:nvSpPr>
        <p:spPr>
          <a:xfrm>
            <a:off x="1903948" y="196249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Matrix Multiplication : </a:t>
            </a:r>
            <a:r>
              <a:rPr kumimoji="1" lang="fr-FR" sz="3600" b="1" dirty="0" err="1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Divide</a:t>
            </a: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 and </a:t>
            </a:r>
            <a:r>
              <a:rPr kumimoji="1" lang="fr-FR" sz="3600" b="1" dirty="0" err="1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Conquer</a:t>
            </a:r>
            <a:endParaRPr kumimoji="1" lang="en-US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9DA1FE-2571-8B42-F587-79BD0446FB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9880" y="1416908"/>
            <a:ext cx="6960845" cy="231750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16AE46-0CDB-6F3A-2D98-5059CD63A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80" y="4124582"/>
            <a:ext cx="30384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F04B5200-92AE-5470-136B-152692B3B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4308739"/>
            <a:ext cx="3733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T(n) = 8 T(n/2)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 for n&gt;=2  and T(1)=d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 Solve !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2FBB7-166C-91C9-9CF3-1ED23F3A7533}"/>
              </a:ext>
            </a:extLst>
          </p:cNvPr>
          <p:cNvSpPr txBox="1"/>
          <p:nvPr/>
        </p:nvSpPr>
        <p:spPr>
          <a:xfrm>
            <a:off x="7663543" y="3866787"/>
            <a:ext cx="39188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T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 = </a:t>
            </a:r>
            <a:r>
              <a:rPr lang="en-US" altLang="en-US" sz="2400" i="1" dirty="0" err="1">
                <a:solidFill>
                  <a:schemeClr val="tx1"/>
                </a:solidFill>
                <a:latin typeface="Calibri (Body)"/>
              </a:rPr>
              <a:t>aT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n/b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 + 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f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 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where 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f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sym typeface="Symbol" panose="05050102010706020507" pitchFamily="18" charset="2"/>
              </a:rPr>
              <a:t>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  <a:sym typeface="Symbol" panose="05050102010706020507" pitchFamily="18" charset="2"/>
              </a:rPr>
              <a:t> </a:t>
            </a:r>
            <a:r>
              <a:rPr lang="el-GR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n</a:t>
            </a:r>
            <a:r>
              <a:rPr lang="en-US" altLang="en-US" sz="2400" i="1" baseline="30000" dirty="0" err="1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),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  d 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  <a:sym typeface="Symbol" panose="05050102010706020507" pitchFamily="18" charset="2"/>
              </a:rPr>
              <a:t>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sym typeface="Symbol" panose="05050102010706020507" pitchFamily="18" charset="2"/>
              </a:rPr>
              <a:t>0</a:t>
            </a:r>
            <a:endParaRPr lang="en-US" altLang="en-US" sz="2400" i="1" dirty="0">
              <a:solidFill>
                <a:schemeClr val="tx1"/>
              </a:solidFill>
              <a:latin typeface="Calibri (Body)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sz="2400" b="1" i="1" dirty="0">
                <a:solidFill>
                  <a:schemeClr val="tx1"/>
                </a:solidFill>
                <a:latin typeface="Calibri (Body)"/>
              </a:rPr>
              <a:t>Master’s Theorem: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If 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a &lt; b</a:t>
            </a:r>
            <a:r>
              <a:rPr lang="en-US" altLang="en-US" sz="2400" i="1" baseline="300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d</a:t>
            </a:r>
            <a:r>
              <a:rPr kumimoji="0" lang="en-US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,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   T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sym typeface="Symbol" panose="05050102010706020507" pitchFamily="18" charset="2"/>
              </a:rPr>
              <a:t>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l-GR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n</a:t>
            </a:r>
            <a:r>
              <a:rPr lang="en-US" altLang="en-US" sz="2400" i="1" baseline="30000" dirty="0" err="1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</a:t>
            </a:r>
            <a:endParaRPr lang="en-US" altLang="en-US" sz="2400" i="1" dirty="0">
              <a:latin typeface="Calibri (Body)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If 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a = b</a:t>
            </a:r>
            <a:r>
              <a:rPr lang="en-US" altLang="en-US" sz="2400" i="1" baseline="300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d</a:t>
            </a:r>
            <a:r>
              <a:rPr kumimoji="0" lang="en-US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,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    T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sym typeface="Symbol" panose="05050102010706020507" pitchFamily="18" charset="2"/>
              </a:rPr>
              <a:t>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l-GR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n</a:t>
            </a:r>
            <a:r>
              <a:rPr lang="en-US" altLang="en-US" sz="2400" i="1" baseline="30000" dirty="0" err="1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d</a:t>
            </a:r>
            <a:r>
              <a:rPr lang="en-US" altLang="en-US" sz="2400" i="1" baseline="300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log 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If 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a &gt; b</a:t>
            </a:r>
            <a:r>
              <a:rPr lang="en-US" altLang="en-US" sz="2400" i="1" baseline="300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d</a:t>
            </a:r>
            <a:r>
              <a:rPr kumimoji="0" lang="en-US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,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    T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sym typeface="Symbol" panose="05050102010706020507" pitchFamily="18" charset="2"/>
              </a:rPr>
              <a:t>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l-GR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solidFill>
                  <a:schemeClr val="tx1"/>
                </a:solidFill>
                <a:latin typeface="Calibri (Body)"/>
              </a:rPr>
              <a:t>n</a:t>
            </a:r>
            <a:r>
              <a:rPr lang="en-US" altLang="en-US" sz="2400" baseline="30000" dirty="0" err="1">
                <a:solidFill>
                  <a:schemeClr val="tx1"/>
                </a:solidFill>
                <a:latin typeface="Calibri (Body)"/>
              </a:rPr>
              <a:t>log</a:t>
            </a:r>
            <a:r>
              <a:rPr lang="en-US" altLang="en-US" sz="2400" baseline="300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n-US" altLang="en-US" sz="2400" i="1" baseline="14000" dirty="0">
                <a:solidFill>
                  <a:schemeClr val="tx1"/>
                </a:solidFill>
                <a:latin typeface="Calibri (Body)"/>
              </a:rPr>
              <a:t>b </a:t>
            </a:r>
            <a:r>
              <a:rPr lang="en-US" altLang="en-US" sz="2400" i="1" baseline="30000" dirty="0">
                <a:solidFill>
                  <a:schemeClr val="tx1"/>
                </a:solidFill>
                <a:latin typeface="Calibri (Body)"/>
              </a:rPr>
              <a:t>a </a:t>
            </a:r>
            <a:r>
              <a:rPr lang="en-US" altLang="en-US" sz="2400" dirty="0">
                <a:solidFill>
                  <a:schemeClr val="tx1"/>
                </a:solidFill>
                <a:latin typeface="Calibri (Body)"/>
              </a:rPr>
              <a:t>)</a:t>
            </a:r>
            <a:r>
              <a:rPr lang="en-US" altLang="en-US" sz="2400" i="1" dirty="0">
                <a:solidFill>
                  <a:schemeClr val="tx1"/>
                </a:solidFill>
                <a:latin typeface="Calibri (Body)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392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DB0B146-C126-5CB2-CCFD-CAC48CBB913B}"/>
                  </a:ext>
                </a:extLst>
              </p14:cNvPr>
              <p14:cNvContentPartPr/>
              <p14:nvPr/>
            </p14:nvContentPartPr>
            <p14:xfrm>
              <a:off x="2306595" y="589531"/>
              <a:ext cx="7782004" cy="5678938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DB0B146-C126-5CB2-CCFD-CAC48CBB91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7235" y="580171"/>
                <a:ext cx="7800724" cy="569765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019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739E7D-557E-7414-EB95-F2C31B27F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1200923"/>
            <a:ext cx="8305800" cy="49053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kumimoji="0" lang="en-US" altLang="en-US" b="0" dirty="0">
                <a:solidFill>
                  <a:schemeClr val="tx1"/>
                </a:solidFill>
              </a:rPr>
              <a:t>T(n) = 8 T(n/2)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= 8 [8T(n/2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)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/4]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endParaRPr kumimoji="0" lang="en-US" altLang="en-US" b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kumimoji="0" lang="en-US" b="0" dirty="0">
                <a:solidFill>
                  <a:schemeClr val="tx1"/>
                </a:solidFill>
              </a:rPr>
              <a:t>         = </a:t>
            </a:r>
            <a:r>
              <a:rPr kumimoji="0" lang="en-US" altLang="en-US" b="0" dirty="0">
                <a:solidFill>
                  <a:schemeClr val="tx1"/>
                </a:solidFill>
              </a:rPr>
              <a:t>8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T(n/2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) 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[1 + 2]</a:t>
            </a:r>
          </a:p>
          <a:p>
            <a:pPr>
              <a:defRPr/>
            </a:pPr>
            <a:r>
              <a:rPr kumimoji="0" lang="en-US" altLang="en-US" b="0" dirty="0">
                <a:solidFill>
                  <a:schemeClr val="tx1"/>
                </a:solidFill>
              </a:rPr>
              <a:t>         = 8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[8T(n/2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</a:rPr>
              <a:t>) 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/16]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[1 + 2 + 4]</a:t>
            </a:r>
          </a:p>
          <a:p>
            <a:pPr>
              <a:defRPr/>
            </a:pPr>
            <a:r>
              <a:rPr kumimoji="0" lang="en-US" altLang="en-US" b="0" dirty="0">
                <a:solidFill>
                  <a:schemeClr val="tx1"/>
                </a:solidFill>
              </a:rPr>
              <a:t>         = 8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</a:rPr>
              <a:t>T(n/2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</a:rPr>
              <a:t>)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[1 + 2 + 2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]</a:t>
            </a:r>
          </a:p>
          <a:p>
            <a:pPr>
              <a:defRPr/>
            </a:pPr>
            <a:endParaRPr kumimoji="0" lang="en-US" altLang="en-US" b="0" dirty="0">
              <a:solidFill>
                <a:schemeClr val="tx1"/>
              </a:solidFill>
            </a:endParaRPr>
          </a:p>
          <a:p>
            <a:pPr>
              <a:defRPr/>
            </a:pPr>
            <a:endParaRPr kumimoji="0" lang="en-US" altLang="en-US" b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kumimoji="0" lang="en-US" b="0" dirty="0">
                <a:solidFill>
                  <a:schemeClr val="tx1"/>
                </a:solidFill>
              </a:rPr>
              <a:t>……</a:t>
            </a:r>
          </a:p>
          <a:p>
            <a:pPr>
              <a:defRPr/>
            </a:pPr>
            <a:r>
              <a:rPr kumimoji="0" lang="en-US" b="0" dirty="0">
                <a:solidFill>
                  <a:schemeClr val="tx1"/>
                </a:solidFill>
              </a:rPr>
              <a:t>……</a:t>
            </a:r>
          </a:p>
          <a:p>
            <a:pPr>
              <a:defRPr/>
            </a:pPr>
            <a:r>
              <a:rPr kumimoji="0" lang="en-US" b="0" dirty="0">
                <a:solidFill>
                  <a:schemeClr val="tx1"/>
                </a:solidFill>
              </a:rPr>
              <a:t>         = </a:t>
            </a:r>
            <a:r>
              <a:rPr kumimoji="0" lang="en-US" altLang="en-US" b="0" dirty="0">
                <a:solidFill>
                  <a:schemeClr val="tx1"/>
                </a:solidFill>
              </a:rPr>
              <a:t>8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</a:t>
            </a:r>
            <a:r>
              <a:rPr kumimoji="0" lang="en-US" altLang="en-US" b="0" dirty="0">
                <a:solidFill>
                  <a:schemeClr val="tx1"/>
                </a:solidFill>
              </a:rPr>
              <a:t>T(n/2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</a:t>
            </a:r>
            <a:r>
              <a:rPr kumimoji="0" lang="en-US" altLang="en-US" b="0" dirty="0">
                <a:solidFill>
                  <a:schemeClr val="tx1"/>
                </a:solidFill>
              </a:rPr>
              <a:t>) 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[1 + 2+ 2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+… + 2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k-1</a:t>
            </a:r>
            <a:r>
              <a:rPr kumimoji="0" lang="en-US" altLang="en-US" b="0" dirty="0">
                <a:solidFill>
                  <a:schemeClr val="tx1"/>
                </a:solidFill>
              </a:rPr>
              <a:t>] = O(n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</a:rPr>
              <a:t>) (Since n= 2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k</a:t>
            </a:r>
            <a:r>
              <a:rPr kumimoji="0" lang="en-US" altLang="en-US" b="0" dirty="0">
                <a:solidFill>
                  <a:schemeClr val="tx1"/>
                </a:solidFill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7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EAAF-C7CD-DCC9-3B40-ACCF0E67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EF0826-3F3F-FE23-A6C8-773A3778154B}"/>
              </a:ext>
            </a:extLst>
          </p:cNvPr>
          <p:cNvSpPr txBox="1"/>
          <p:nvPr/>
        </p:nvSpPr>
        <p:spPr>
          <a:xfrm>
            <a:off x="2293463" y="-153078"/>
            <a:ext cx="7605074" cy="1323439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Analysis of Matrix Multiplication (Using Masters Theorem)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EA77C-49E6-233D-A28A-BF4A19723E9D}"/>
              </a:ext>
            </a:extLst>
          </p:cNvPr>
          <p:cNvSpPr txBox="1"/>
          <p:nvPr/>
        </p:nvSpPr>
        <p:spPr>
          <a:xfrm>
            <a:off x="1256122" y="1765524"/>
            <a:ext cx="5361494" cy="16312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= </a:t>
            </a:r>
            <a:r>
              <a:rPr lang="en-US" altLang="en-US" i="1" dirty="0" err="1">
                <a:solidFill>
                  <a:schemeClr val="tx1"/>
                </a:solidFill>
              </a:rPr>
              <a:t>aT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n/b</a:t>
            </a:r>
            <a:r>
              <a:rPr lang="en-US" altLang="en-US" dirty="0">
                <a:solidFill>
                  <a:schemeClr val="tx1"/>
                </a:solidFill>
              </a:rPr>
              <a:t>) + </a:t>
            </a:r>
            <a:r>
              <a:rPr lang="en-US" altLang="en-US" i="1" dirty="0">
                <a:solidFill>
                  <a:schemeClr val="tx1"/>
                </a:solidFill>
              </a:rPr>
              <a:t>f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  </a:t>
            </a:r>
            <a:r>
              <a:rPr lang="en-US" altLang="en-US" dirty="0">
                <a:solidFill>
                  <a:schemeClr val="tx1"/>
                </a:solidFill>
              </a:rPr>
              <a:t>where </a:t>
            </a:r>
            <a:r>
              <a:rPr lang="en-US" altLang="en-US" i="1" dirty="0">
                <a:solidFill>
                  <a:schemeClr val="tx1"/>
                </a:solidFill>
              </a:rPr>
              <a:t>f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),</a:t>
            </a:r>
            <a:r>
              <a:rPr lang="en-US" altLang="en-US" i="1" dirty="0">
                <a:solidFill>
                  <a:schemeClr val="tx1"/>
                </a:solidFill>
              </a:rPr>
              <a:t>   d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>
                <a:solidFill>
                  <a:schemeClr val="tx1"/>
                </a:solidFill>
              </a:rPr>
              <a:t>Master Theorem</a:t>
            </a:r>
            <a:r>
              <a:rPr lang="en-US" altLang="en-US" dirty="0">
                <a:solidFill>
                  <a:schemeClr val="tx1"/>
                </a:solidFill>
              </a:rPr>
              <a:t>:    If </a:t>
            </a:r>
            <a:r>
              <a:rPr lang="en-US" altLang="en-US" i="1" dirty="0">
                <a:solidFill>
                  <a:schemeClr val="tx1"/>
                </a:solidFill>
              </a:rPr>
              <a:t>a &lt;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=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&gt;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i="1" dirty="0" err="1">
                <a:solidFill>
                  <a:schemeClr val="tx1"/>
                </a:solidFill>
              </a:rPr>
              <a:t>n</a:t>
            </a:r>
            <a:r>
              <a:rPr lang="en-US" altLang="en-US" sz="2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2800" baseline="30000" dirty="0">
                <a:solidFill>
                  <a:schemeClr val="tx1"/>
                </a:solidFill>
              </a:rPr>
              <a:t> </a:t>
            </a:r>
            <a:r>
              <a:rPr lang="en-US" altLang="en-US" sz="2800" i="1" baseline="14000" dirty="0">
                <a:solidFill>
                  <a:schemeClr val="tx1"/>
                </a:solidFill>
              </a:rPr>
              <a:t>b </a:t>
            </a:r>
            <a:r>
              <a:rPr lang="en-US" altLang="en-US" sz="3200" i="1" baseline="30000" dirty="0">
                <a:solidFill>
                  <a:schemeClr val="tx1"/>
                </a:solidFill>
              </a:rPr>
              <a:t>a 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C90C3CEA-8F87-94DB-2DFD-FB2AB57A9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714" y="2135658"/>
            <a:ext cx="4392888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2800" dirty="0"/>
              <a:t>T(n) = </a:t>
            </a:r>
            <a:r>
              <a:rPr lang="fr-FR" altLang="en-US" sz="2800" dirty="0"/>
              <a:t>8 T(n/2) + </a:t>
            </a:r>
            <a:r>
              <a:rPr lang="en-US" altLang="en-US" sz="2800" dirty="0"/>
              <a:t>cn</a:t>
            </a:r>
            <a:r>
              <a:rPr lang="en-US" altLang="en-US" sz="2800" baseline="30000" dirty="0"/>
              <a:t>2</a:t>
            </a:r>
            <a:r>
              <a:rPr lang="en-US" altLang="en-US" sz="2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9A6DF-6737-F514-6952-8D0AA5AE0312}"/>
              </a:ext>
            </a:extLst>
          </p:cNvPr>
          <p:cNvSpPr txBox="1"/>
          <p:nvPr/>
        </p:nvSpPr>
        <p:spPr>
          <a:xfrm>
            <a:off x="1256122" y="3624175"/>
            <a:ext cx="10263430" cy="22159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Comparing the Recurrence Relation with the Masters Theorem we get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a= 8, b=2, d=2</a:t>
            </a:r>
          </a:p>
          <a:p>
            <a:pPr>
              <a:buFont typeface="Monotype Sorts" pitchFamily="2" charset="2"/>
              <a:buNone/>
              <a:defRPr/>
            </a:pPr>
            <a:endParaRPr lang="en-US" altLang="en-US" i="1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Using Masters </a:t>
            </a:r>
            <a:r>
              <a:rPr lang="en-US" altLang="en-US" i="1" dirty="0">
                <a:solidFill>
                  <a:schemeClr val="tx1"/>
                </a:solidFill>
              </a:rPr>
              <a:t>Theorem </a:t>
            </a:r>
            <a:endParaRPr lang="en-US" altLang="en-US" i="1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a &gt;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 </a:t>
            </a:r>
            <a:endParaRPr lang="en-US" altLang="en-US" i="1" baseline="30000" dirty="0"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Therefore</a:t>
            </a:r>
            <a:r>
              <a:rPr lang="en-US" altLang="en-US" i="1" baseline="30000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i="1" dirty="0" err="1">
                <a:solidFill>
                  <a:schemeClr val="tx1"/>
                </a:solidFill>
              </a:rPr>
              <a:t>n</a:t>
            </a:r>
            <a:r>
              <a:rPr lang="en-US" altLang="en-US" sz="1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1800" baseline="30000" dirty="0">
                <a:solidFill>
                  <a:schemeClr val="tx1"/>
                </a:solidFill>
              </a:rPr>
              <a:t> </a:t>
            </a:r>
            <a:r>
              <a:rPr lang="en-US" altLang="en-US" sz="1800" i="1" baseline="14000" dirty="0">
                <a:solidFill>
                  <a:schemeClr val="tx1"/>
                </a:solidFill>
              </a:rPr>
              <a:t>b </a:t>
            </a:r>
            <a:r>
              <a:rPr lang="en-US" altLang="en-US" sz="2000" i="1" baseline="30000" dirty="0">
                <a:solidFill>
                  <a:schemeClr val="tx1"/>
                </a:solidFill>
              </a:rPr>
              <a:t>a 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=&gt;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i="1" dirty="0" err="1">
                <a:solidFill>
                  <a:schemeClr val="tx1"/>
                </a:solidFill>
              </a:rPr>
              <a:t>n</a:t>
            </a:r>
            <a:r>
              <a:rPr lang="en-US" altLang="en-US" sz="1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1800" baseline="30000" dirty="0">
                <a:solidFill>
                  <a:schemeClr val="tx1"/>
                </a:solidFill>
              </a:rPr>
              <a:t> </a:t>
            </a:r>
            <a:r>
              <a:rPr lang="en-US" altLang="en-US" sz="1800" i="1" baseline="14000" dirty="0">
                <a:solidFill>
                  <a:schemeClr val="tx1"/>
                </a:solidFill>
              </a:rPr>
              <a:t>2</a:t>
            </a:r>
            <a:r>
              <a:rPr lang="en-US" altLang="en-US" sz="2000" i="1" baseline="30000" dirty="0"/>
              <a:t>8</a:t>
            </a:r>
            <a:r>
              <a:rPr lang="en-US" altLang="en-US" sz="2000" i="1" baseline="30000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=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en-US" b="0" dirty="0">
                <a:solidFill>
                  <a:schemeClr val="tx1"/>
                </a:solidFill>
              </a:rPr>
              <a:t>(n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3</a:t>
            </a:r>
            <a:r>
              <a:rPr kumimoji="0" lang="en-US" altLang="en-US" b="0" dirty="0">
                <a:solidFill>
                  <a:schemeClr val="tx1"/>
                </a:solidFill>
              </a:rPr>
              <a:t>) </a:t>
            </a:r>
            <a:endParaRPr lang="en-US" altLang="en-US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479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14FCB9B-40B2-B646-2170-4F23F21E47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0627" y="1693219"/>
            <a:ext cx="7953375" cy="264795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CBEC9C-3E6C-FCF2-2BD3-22E2CE66A89F}"/>
              </a:ext>
            </a:extLst>
          </p:cNvPr>
          <p:cNvSpPr txBox="1"/>
          <p:nvPr/>
        </p:nvSpPr>
        <p:spPr>
          <a:xfrm>
            <a:off x="1903948" y="196249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 Strassen’s Matrix Multiplication </a:t>
            </a:r>
            <a:endParaRPr kumimoji="1" lang="en-US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3917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593ED3-164D-2277-5A40-AAC791D12C31}"/>
              </a:ext>
            </a:extLst>
          </p:cNvPr>
          <p:cNvSpPr txBox="1"/>
          <p:nvPr/>
        </p:nvSpPr>
        <p:spPr>
          <a:xfrm>
            <a:off x="1903948" y="196249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Formulas for Strassen’s Algorithm</a:t>
            </a:r>
            <a:endParaRPr kumimoji="1" lang="en-US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7582F-49CC-F601-65DD-41D85E5BD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49" y="1239518"/>
            <a:ext cx="4114800" cy="305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A97C649-2944-2535-3A8A-D74218E8C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654" y="1934776"/>
            <a:ext cx="3463925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8A9E794B-7566-4F9C-CF1F-7ED13F599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897" y="4563763"/>
            <a:ext cx="723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0" dirty="0">
                <a:solidFill>
                  <a:schemeClr val="tx1"/>
                </a:solidFill>
              </a:rPr>
              <a:t>T(n) = 7 T(n/2) + cn</a:t>
            </a:r>
            <a:r>
              <a:rPr kumimoji="0" lang="en-US" altLang="en-US" b="0" baseline="30000" dirty="0">
                <a:solidFill>
                  <a:schemeClr val="tx1"/>
                </a:solidFill>
              </a:rPr>
              <a:t>2</a:t>
            </a:r>
            <a:r>
              <a:rPr kumimoji="0" lang="en-US" altLang="en-US" b="0" dirty="0">
                <a:solidFill>
                  <a:schemeClr val="tx1"/>
                </a:solidFill>
              </a:rPr>
              <a:t>      T(2) = d, for some constant d</a:t>
            </a:r>
          </a:p>
        </p:txBody>
      </p:sp>
    </p:spTree>
    <p:extLst>
      <p:ext uri="{BB962C8B-B14F-4D97-AF65-F5344CB8AC3E}">
        <p14:creationId xmlns:p14="http://schemas.microsoft.com/office/powerpoint/2010/main" val="263070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05C444-079B-8354-7959-FF80503A2E30}"/>
                  </a:ext>
                </a:extLst>
              </p14:cNvPr>
              <p14:cNvContentPartPr/>
              <p14:nvPr/>
            </p14:nvContentPartPr>
            <p14:xfrm>
              <a:off x="2032194" y="537998"/>
              <a:ext cx="8127612" cy="5782003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05C444-079B-8354-7959-FF80503A2E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2834" y="528638"/>
                <a:ext cx="8146332" cy="580072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6414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2B1D3B-75F9-30B7-ACC2-7BED4B39A1F6}"/>
              </a:ext>
            </a:extLst>
          </p:cNvPr>
          <p:cNvSpPr txBox="1"/>
          <p:nvPr/>
        </p:nvSpPr>
        <p:spPr>
          <a:xfrm>
            <a:off x="1903948" y="196249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Analysis of Strassen’s Algorithm</a:t>
            </a:r>
            <a:endParaRPr kumimoji="1" lang="en-US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F0B86-B7F9-785F-14D5-030C36617B11}"/>
              </a:ext>
            </a:extLst>
          </p:cNvPr>
          <p:cNvSpPr txBox="1"/>
          <p:nvPr/>
        </p:nvSpPr>
        <p:spPr>
          <a:xfrm>
            <a:off x="3048000" y="1861399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T(n) = 7 T(n/2) + cn</a:t>
            </a:r>
            <a:r>
              <a:rPr lang="en-US" sz="2000" baseline="30000" dirty="0"/>
              <a:t>2</a:t>
            </a:r>
            <a:r>
              <a:rPr lang="en-US" sz="2000" dirty="0"/>
              <a:t>      T(1) = d, for some constant d</a:t>
            </a:r>
          </a:p>
          <a:p>
            <a:pPr marL="0" indent="0">
              <a:buFont typeface="Monotype Sorts"/>
              <a:buNone/>
              <a:defRPr/>
            </a:pPr>
            <a:r>
              <a:rPr lang="en-US" sz="2000" dirty="0"/>
              <a:t>T(n) = 7 T(n/2) + cn</a:t>
            </a:r>
            <a:r>
              <a:rPr lang="en-US" sz="2000" baseline="30000" dirty="0"/>
              <a:t>2</a:t>
            </a:r>
            <a:r>
              <a:rPr lang="en-US" sz="2000" dirty="0"/>
              <a:t>   = 7 [7 T(n/2</a:t>
            </a:r>
            <a:r>
              <a:rPr lang="en-US" sz="2000" baseline="30000" dirty="0"/>
              <a:t>2</a:t>
            </a:r>
            <a:r>
              <a:rPr lang="en-US" sz="2000" dirty="0"/>
              <a:t>) + c(n/2)</a:t>
            </a:r>
            <a:r>
              <a:rPr lang="en-US" sz="2000" baseline="30000" dirty="0"/>
              <a:t>2</a:t>
            </a:r>
            <a:r>
              <a:rPr lang="en-US" sz="2000" dirty="0"/>
              <a:t> ] + cn</a:t>
            </a:r>
            <a:r>
              <a:rPr lang="en-US" sz="2000" baseline="30000" dirty="0"/>
              <a:t>2</a:t>
            </a:r>
            <a:r>
              <a:rPr lang="en-US" sz="2000" dirty="0"/>
              <a:t>   = </a:t>
            </a:r>
          </a:p>
          <a:p>
            <a:pPr marL="0" indent="0">
              <a:buFont typeface="Monotype Sorts"/>
              <a:buNone/>
              <a:defRPr/>
            </a:pPr>
            <a:r>
              <a:rPr lang="en-US" sz="2000" dirty="0"/>
              <a:t>         = 7</a:t>
            </a:r>
            <a:r>
              <a:rPr lang="en-US" sz="2000" baseline="30000" dirty="0"/>
              <a:t>2</a:t>
            </a:r>
            <a:r>
              <a:rPr lang="en-US" sz="2000" dirty="0"/>
              <a:t> T(n/2</a:t>
            </a:r>
            <a:r>
              <a:rPr lang="en-US" sz="2000" baseline="30000" dirty="0"/>
              <a:t>2</a:t>
            </a:r>
            <a:r>
              <a:rPr lang="en-US" sz="2000" dirty="0"/>
              <a:t>)  + cn</a:t>
            </a:r>
            <a:r>
              <a:rPr lang="en-US" sz="2000" baseline="30000" dirty="0"/>
              <a:t>2</a:t>
            </a:r>
            <a:r>
              <a:rPr lang="en-US" sz="2000" dirty="0"/>
              <a:t>   [1 + 7/4]</a:t>
            </a:r>
          </a:p>
          <a:p>
            <a:pPr marL="0" indent="0">
              <a:buFont typeface="Monotype Sorts"/>
              <a:buNone/>
              <a:defRPr/>
            </a:pPr>
            <a:r>
              <a:rPr lang="en-US" sz="2000" dirty="0"/>
              <a:t>         = 7</a:t>
            </a:r>
            <a:r>
              <a:rPr lang="en-US" sz="2000" baseline="30000" dirty="0"/>
              <a:t>3</a:t>
            </a:r>
            <a:r>
              <a:rPr lang="en-US" sz="2000" dirty="0"/>
              <a:t> T(n/2</a:t>
            </a:r>
            <a:r>
              <a:rPr lang="en-US" sz="2000" baseline="30000" dirty="0"/>
              <a:t>3</a:t>
            </a:r>
            <a:r>
              <a:rPr lang="en-US" sz="2000" dirty="0"/>
              <a:t>)  + cn</a:t>
            </a:r>
            <a:r>
              <a:rPr lang="en-US" sz="2000" baseline="30000" dirty="0"/>
              <a:t>2</a:t>
            </a:r>
            <a:r>
              <a:rPr lang="en-US" sz="2000" dirty="0"/>
              <a:t>   [1 + 7/4 + (7/4)</a:t>
            </a:r>
            <a:r>
              <a:rPr lang="en-US" sz="2000" baseline="30000" dirty="0"/>
              <a:t>2</a:t>
            </a:r>
            <a:r>
              <a:rPr lang="en-US" sz="2000" dirty="0"/>
              <a:t>]</a:t>
            </a:r>
          </a:p>
          <a:p>
            <a:pPr marL="0" indent="0">
              <a:buFont typeface="Monotype Sorts"/>
              <a:buNone/>
              <a:defRPr/>
            </a:pPr>
            <a:r>
              <a:rPr lang="en-US" sz="2000" dirty="0"/>
              <a:t>…..</a:t>
            </a:r>
          </a:p>
          <a:p>
            <a:pPr marL="0" indent="0">
              <a:buFont typeface="Monotype Sorts"/>
              <a:buNone/>
              <a:defRPr/>
            </a:pPr>
            <a:r>
              <a:rPr lang="en-US" sz="2000" dirty="0"/>
              <a:t>…..</a:t>
            </a:r>
          </a:p>
          <a:p>
            <a:pPr marL="0" indent="0">
              <a:buFont typeface="Monotype Sorts"/>
              <a:buNone/>
              <a:defRPr/>
            </a:pPr>
            <a:r>
              <a:rPr lang="en-US" sz="2000" dirty="0"/>
              <a:t>          = 7</a:t>
            </a:r>
            <a:r>
              <a:rPr lang="en-US" sz="2000" baseline="30000" dirty="0"/>
              <a:t>k</a:t>
            </a:r>
            <a:r>
              <a:rPr lang="en-US" sz="2000" dirty="0"/>
              <a:t> T(n/2</a:t>
            </a:r>
            <a:r>
              <a:rPr lang="en-US" sz="2000" baseline="30000" dirty="0"/>
              <a:t>k</a:t>
            </a:r>
            <a:r>
              <a:rPr lang="en-US" sz="2000" dirty="0"/>
              <a:t>)  + cn</a:t>
            </a:r>
            <a:r>
              <a:rPr lang="en-US" sz="2000" baseline="30000" dirty="0"/>
              <a:t>2</a:t>
            </a:r>
            <a:r>
              <a:rPr lang="en-US" sz="2000" dirty="0"/>
              <a:t>   [1 + 7/4 + (7/4)</a:t>
            </a:r>
            <a:r>
              <a:rPr lang="en-US" sz="2000" baseline="30000" dirty="0"/>
              <a:t>2 </a:t>
            </a:r>
            <a:r>
              <a:rPr lang="en-US" sz="2000" dirty="0"/>
              <a:t>+ … (7/4)</a:t>
            </a:r>
            <a:r>
              <a:rPr lang="en-US" sz="2000" baseline="30000" dirty="0"/>
              <a:t>k-1</a:t>
            </a:r>
            <a:r>
              <a:rPr lang="en-US" sz="2000" dirty="0"/>
              <a:t>]</a:t>
            </a:r>
          </a:p>
          <a:p>
            <a:pPr marL="0" indent="0">
              <a:buFont typeface="Monotype Sorts"/>
              <a:buNone/>
              <a:defRPr/>
            </a:pPr>
            <a:endParaRPr lang="en-US" sz="2000" dirty="0"/>
          </a:p>
          <a:p>
            <a:pPr marL="0" indent="0">
              <a:buFont typeface="Monotype Sorts"/>
              <a:buNone/>
              <a:defRPr/>
            </a:pPr>
            <a:r>
              <a:rPr lang="en-US" sz="2000" dirty="0"/>
              <a:t>          = 7</a:t>
            </a:r>
            <a:r>
              <a:rPr lang="en-US" sz="2000" baseline="30000" dirty="0"/>
              <a:t>k</a:t>
            </a:r>
            <a:r>
              <a:rPr lang="en-US" sz="2000" dirty="0"/>
              <a:t> T(n/2</a:t>
            </a:r>
            <a:r>
              <a:rPr lang="en-US" sz="2000" baseline="30000" dirty="0"/>
              <a:t>k</a:t>
            </a:r>
            <a:r>
              <a:rPr lang="en-US" sz="2000" dirty="0"/>
              <a:t>)  + cn</a:t>
            </a:r>
            <a:r>
              <a:rPr lang="en-US" sz="2000" baseline="30000" dirty="0"/>
              <a:t>2</a:t>
            </a:r>
            <a:r>
              <a:rPr lang="en-US" sz="2000" dirty="0"/>
              <a:t>   (7/4)</a:t>
            </a:r>
            <a:r>
              <a:rPr lang="en-US" sz="2000" baseline="30000" dirty="0"/>
              <a:t>k</a:t>
            </a:r>
            <a:r>
              <a:rPr lang="en-US" sz="2000" dirty="0"/>
              <a:t> / [7/4 – 1] = O(7</a:t>
            </a:r>
            <a:r>
              <a:rPr lang="en-US" sz="2000" baseline="30000" dirty="0"/>
              <a:t>k</a:t>
            </a:r>
            <a:r>
              <a:rPr lang="en-US" sz="2000" dirty="0"/>
              <a:t> )</a:t>
            </a:r>
          </a:p>
          <a:p>
            <a:pPr marL="0" indent="0">
              <a:buFont typeface="Monotype Sorts"/>
              <a:buNone/>
              <a:defRPr/>
            </a:pPr>
            <a:r>
              <a:rPr lang="en-US" sz="2000" dirty="0"/>
              <a:t>          = O(7</a:t>
            </a:r>
            <a:r>
              <a:rPr lang="en-US" sz="2000" baseline="30000" dirty="0"/>
              <a:t>logn</a:t>
            </a:r>
            <a:r>
              <a:rPr lang="en-US" sz="2000" dirty="0"/>
              <a:t> ) = O(</a:t>
            </a:r>
            <a:r>
              <a:rPr lang="en-US" sz="2000" dirty="0" err="1"/>
              <a:t>n</a:t>
            </a:r>
            <a:r>
              <a:rPr lang="en-US" sz="2000" baseline="30000" dirty="0" err="1"/>
              <a:t>log</a:t>
            </a:r>
            <a:r>
              <a:rPr lang="en-US" sz="2000" baseline="30000" dirty="0"/>
              <a:t> 7</a:t>
            </a:r>
            <a:r>
              <a:rPr lang="en-US" sz="2000" dirty="0"/>
              <a:t> ) = O(n</a:t>
            </a:r>
            <a:r>
              <a:rPr lang="en-US" sz="2000" baseline="30000" dirty="0"/>
              <a:t>2.81</a:t>
            </a:r>
            <a:r>
              <a:rPr lang="en-US" sz="2000" dirty="0"/>
              <a:t>)</a:t>
            </a:r>
          </a:p>
          <a:p>
            <a:pPr marL="0" indent="0">
              <a:buFont typeface="Monotype Sorts"/>
              <a:buNone/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0293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0E1B-706E-3B79-26C3-A314684E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12CE42-303C-DCBD-13F0-1DA6872B3622}"/>
              </a:ext>
            </a:extLst>
          </p:cNvPr>
          <p:cNvSpPr txBox="1"/>
          <p:nvPr/>
        </p:nvSpPr>
        <p:spPr>
          <a:xfrm>
            <a:off x="3330019" y="-153078"/>
            <a:ext cx="7397684" cy="1323439"/>
          </a:xfrm>
          <a:prstGeom prst="rect">
            <a:avLst/>
          </a:prstGeom>
          <a:solidFill>
            <a:schemeClr val="accent2"/>
          </a:solidFill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 kumimoji="1" sz="4000" b="1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/>
              <a:t>Analysis of Strassen’s Algorithm (Using Masters Theorem)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1D83C-CDBA-F47F-A832-B17B9B54EC7D}"/>
              </a:ext>
            </a:extLst>
          </p:cNvPr>
          <p:cNvSpPr txBox="1"/>
          <p:nvPr/>
        </p:nvSpPr>
        <p:spPr>
          <a:xfrm>
            <a:off x="1256122" y="1765524"/>
            <a:ext cx="5361494" cy="16312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= </a:t>
            </a:r>
            <a:r>
              <a:rPr lang="en-US" altLang="en-US" i="1" dirty="0" err="1">
                <a:solidFill>
                  <a:schemeClr val="tx1"/>
                </a:solidFill>
              </a:rPr>
              <a:t>aT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n/b</a:t>
            </a:r>
            <a:r>
              <a:rPr lang="en-US" altLang="en-US" dirty="0">
                <a:solidFill>
                  <a:schemeClr val="tx1"/>
                </a:solidFill>
              </a:rPr>
              <a:t>) + </a:t>
            </a:r>
            <a:r>
              <a:rPr lang="en-US" altLang="en-US" i="1" dirty="0">
                <a:solidFill>
                  <a:schemeClr val="tx1"/>
                </a:solidFill>
              </a:rPr>
              <a:t>f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  </a:t>
            </a:r>
            <a:r>
              <a:rPr lang="en-US" altLang="en-US" dirty="0">
                <a:solidFill>
                  <a:schemeClr val="tx1"/>
                </a:solidFill>
              </a:rPr>
              <a:t>where </a:t>
            </a:r>
            <a:r>
              <a:rPr lang="en-US" altLang="en-US" i="1" dirty="0">
                <a:solidFill>
                  <a:schemeClr val="tx1"/>
                </a:solidFill>
              </a:rPr>
              <a:t>f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),</a:t>
            </a:r>
            <a:r>
              <a:rPr lang="en-US" altLang="en-US" i="1" dirty="0">
                <a:solidFill>
                  <a:schemeClr val="tx1"/>
                </a:solidFill>
              </a:rPr>
              <a:t>   d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>
                <a:solidFill>
                  <a:schemeClr val="tx1"/>
                </a:solidFill>
              </a:rPr>
              <a:t>Master Theorem</a:t>
            </a:r>
            <a:r>
              <a:rPr lang="en-US" altLang="en-US" dirty="0">
                <a:solidFill>
                  <a:schemeClr val="tx1"/>
                </a:solidFill>
              </a:rPr>
              <a:t>:    If </a:t>
            </a:r>
            <a:r>
              <a:rPr lang="en-US" altLang="en-US" i="1" dirty="0">
                <a:solidFill>
                  <a:schemeClr val="tx1"/>
                </a:solidFill>
              </a:rPr>
              <a:t>a &lt;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=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&gt;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i="1" dirty="0" err="1">
                <a:solidFill>
                  <a:schemeClr val="tx1"/>
                </a:solidFill>
              </a:rPr>
              <a:t>n</a:t>
            </a:r>
            <a:r>
              <a:rPr lang="en-US" altLang="en-US" sz="2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2800" baseline="30000" dirty="0">
                <a:solidFill>
                  <a:schemeClr val="tx1"/>
                </a:solidFill>
              </a:rPr>
              <a:t> </a:t>
            </a:r>
            <a:r>
              <a:rPr lang="en-US" altLang="en-US" sz="2800" i="1" baseline="14000" dirty="0">
                <a:solidFill>
                  <a:schemeClr val="tx1"/>
                </a:solidFill>
              </a:rPr>
              <a:t>b </a:t>
            </a:r>
            <a:r>
              <a:rPr lang="en-US" altLang="en-US" sz="3200" i="1" baseline="30000" dirty="0">
                <a:solidFill>
                  <a:schemeClr val="tx1"/>
                </a:solidFill>
              </a:rPr>
              <a:t>a 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E79E9343-F442-BE50-BA27-24CA10AF1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7616" y="2135658"/>
            <a:ext cx="4901936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2800" dirty="0"/>
              <a:t>T(n) = </a:t>
            </a:r>
            <a:r>
              <a:rPr lang="fr-FR" altLang="en-US" sz="2800" dirty="0"/>
              <a:t>7 T(n/2) + </a:t>
            </a:r>
            <a:r>
              <a:rPr lang="en-US" altLang="en-US" sz="2800" dirty="0"/>
              <a:t>cn</a:t>
            </a:r>
            <a:r>
              <a:rPr lang="en-US" altLang="en-US" sz="2800" baseline="30000" dirty="0"/>
              <a:t>2</a:t>
            </a:r>
            <a:r>
              <a:rPr lang="en-US" altLang="en-US" sz="2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9FF77-BAC6-37DB-CDC3-F3319597E841}"/>
              </a:ext>
            </a:extLst>
          </p:cNvPr>
          <p:cNvSpPr txBox="1"/>
          <p:nvPr/>
        </p:nvSpPr>
        <p:spPr>
          <a:xfrm>
            <a:off x="1256122" y="3624175"/>
            <a:ext cx="10263430" cy="22159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Comparing the Recurrence Relation with the Masters Theorem we get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a= 7, b=2, d=2</a:t>
            </a:r>
          </a:p>
          <a:p>
            <a:pPr>
              <a:buFont typeface="Monotype Sorts" pitchFamily="2" charset="2"/>
              <a:buNone/>
              <a:defRPr/>
            </a:pPr>
            <a:endParaRPr lang="en-US" altLang="en-US" i="1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Using Masters </a:t>
            </a:r>
            <a:r>
              <a:rPr lang="en-US" altLang="en-US" i="1" dirty="0">
                <a:solidFill>
                  <a:schemeClr val="tx1"/>
                </a:solidFill>
              </a:rPr>
              <a:t>Theorem </a:t>
            </a:r>
            <a:endParaRPr lang="en-US" altLang="en-US" i="1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a &gt;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 </a:t>
            </a:r>
            <a:endParaRPr lang="en-US" altLang="en-US" i="1" baseline="30000" dirty="0"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/>
              <a:t>Therefore</a:t>
            </a:r>
            <a:r>
              <a:rPr lang="en-US" altLang="en-US" i="1" baseline="30000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i="1" dirty="0" err="1">
                <a:solidFill>
                  <a:schemeClr val="tx1"/>
                </a:solidFill>
              </a:rPr>
              <a:t>n</a:t>
            </a:r>
            <a:r>
              <a:rPr lang="en-US" altLang="en-US" sz="1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1800" baseline="30000" dirty="0">
                <a:solidFill>
                  <a:schemeClr val="tx1"/>
                </a:solidFill>
              </a:rPr>
              <a:t> </a:t>
            </a:r>
            <a:r>
              <a:rPr lang="en-US" altLang="en-US" sz="1800" i="1" baseline="14000" dirty="0">
                <a:solidFill>
                  <a:schemeClr val="tx1"/>
                </a:solidFill>
              </a:rPr>
              <a:t>b </a:t>
            </a:r>
            <a:r>
              <a:rPr lang="en-US" altLang="en-US" sz="2000" i="1" baseline="30000" dirty="0">
                <a:solidFill>
                  <a:schemeClr val="tx1"/>
                </a:solidFill>
              </a:rPr>
              <a:t>a 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=&gt;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i="1" dirty="0" err="1">
                <a:solidFill>
                  <a:schemeClr val="tx1"/>
                </a:solidFill>
              </a:rPr>
              <a:t>n</a:t>
            </a:r>
            <a:r>
              <a:rPr lang="en-US" altLang="en-US" sz="1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1800" baseline="30000" dirty="0">
                <a:solidFill>
                  <a:schemeClr val="tx1"/>
                </a:solidFill>
              </a:rPr>
              <a:t> </a:t>
            </a:r>
            <a:r>
              <a:rPr lang="en-US" altLang="en-US" sz="1800" i="1" baseline="14000" dirty="0">
                <a:solidFill>
                  <a:schemeClr val="tx1"/>
                </a:solidFill>
              </a:rPr>
              <a:t>2</a:t>
            </a:r>
            <a:r>
              <a:rPr lang="en-US" altLang="en-US" sz="2000" i="1" baseline="30000" dirty="0">
                <a:solidFill>
                  <a:schemeClr val="tx1"/>
                </a:solidFill>
              </a:rPr>
              <a:t>7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928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0A00F-5EC0-310C-F59D-48329F618686}"/>
              </a:ext>
            </a:extLst>
          </p:cNvPr>
          <p:cNvSpPr txBox="1"/>
          <p:nvPr/>
        </p:nvSpPr>
        <p:spPr>
          <a:xfrm>
            <a:off x="1903948" y="196249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General </a:t>
            </a:r>
            <a:r>
              <a:rPr kumimoji="1" lang="fr-FR" sz="3600" b="1" dirty="0" err="1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Divide</a:t>
            </a: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-and-</a:t>
            </a:r>
            <a:r>
              <a:rPr kumimoji="1" lang="fr-FR" sz="3600" b="1" dirty="0" err="1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Conquer</a:t>
            </a: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kumimoji="1" lang="fr-FR" sz="3600" b="1" dirty="0" err="1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Recurrence</a:t>
            </a:r>
            <a:endParaRPr kumimoji="1" lang="fr-FR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66A4F3D-B6A0-B531-67CA-29EC07D51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948" y="1066801"/>
            <a:ext cx="86868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indent="-457200" algn="l"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838200" indent="-381000" algn="l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257300" indent="-342900" algn="l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714500" indent="-342900" algn="l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171700" indent="-342900" algn="l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  <a:defRPr/>
            </a:pPr>
            <a:r>
              <a:rPr lang="en-US" altLang="en-US" i="1" dirty="0">
                <a:solidFill>
                  <a:schemeClr val="tx1"/>
                </a:solidFill>
              </a:rPr>
              <a:t>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= </a:t>
            </a:r>
            <a:r>
              <a:rPr lang="en-US" altLang="en-US" i="1" dirty="0" err="1">
                <a:solidFill>
                  <a:schemeClr val="tx1"/>
                </a:solidFill>
              </a:rPr>
              <a:t>aT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n/b</a:t>
            </a:r>
            <a:r>
              <a:rPr lang="en-US" altLang="en-US" dirty="0">
                <a:solidFill>
                  <a:schemeClr val="tx1"/>
                </a:solidFill>
              </a:rPr>
              <a:t>) + </a:t>
            </a:r>
            <a:r>
              <a:rPr lang="en-US" altLang="en-US" i="1" dirty="0">
                <a:solidFill>
                  <a:schemeClr val="tx1"/>
                </a:solidFill>
              </a:rPr>
              <a:t>f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  </a:t>
            </a:r>
            <a:r>
              <a:rPr lang="en-US" altLang="en-US" dirty="0">
                <a:solidFill>
                  <a:schemeClr val="tx1"/>
                </a:solidFill>
              </a:rPr>
              <a:t>where </a:t>
            </a:r>
            <a:r>
              <a:rPr lang="en-US" altLang="en-US" i="1" dirty="0">
                <a:solidFill>
                  <a:schemeClr val="tx1"/>
                </a:solidFill>
              </a:rPr>
              <a:t>f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),</a:t>
            </a:r>
            <a:r>
              <a:rPr lang="en-US" altLang="en-US" i="1" dirty="0">
                <a:solidFill>
                  <a:schemeClr val="tx1"/>
                </a:solidFill>
              </a:rPr>
              <a:t>   d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i="1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>
                <a:solidFill>
                  <a:schemeClr val="tx1"/>
                </a:solidFill>
              </a:rPr>
              <a:t>Master Theorem</a:t>
            </a:r>
            <a:r>
              <a:rPr lang="en-US" altLang="en-US" dirty="0">
                <a:solidFill>
                  <a:schemeClr val="tx1"/>
                </a:solidFill>
              </a:rPr>
              <a:t>:    If </a:t>
            </a:r>
            <a:r>
              <a:rPr lang="en-US" altLang="en-US" i="1" dirty="0">
                <a:solidFill>
                  <a:schemeClr val="tx1"/>
                </a:solidFill>
              </a:rPr>
              <a:t>a &lt;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=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log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                                  If </a:t>
            </a:r>
            <a:r>
              <a:rPr lang="en-US" altLang="en-US" i="1" dirty="0">
                <a:solidFill>
                  <a:schemeClr val="tx1"/>
                </a:solidFill>
              </a:rPr>
              <a:t>a &gt; b</a:t>
            </a:r>
            <a:r>
              <a:rPr lang="en-US" altLang="en-US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i="1" dirty="0">
                <a:solidFill>
                  <a:schemeClr val="tx1"/>
                </a:solidFill>
              </a:rPr>
              <a:t>     T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i="1" dirty="0" err="1">
                <a:solidFill>
                  <a:schemeClr val="tx1"/>
                </a:solidFill>
              </a:rPr>
              <a:t>n</a:t>
            </a:r>
            <a:r>
              <a:rPr lang="en-US" altLang="en-US" sz="28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2800" baseline="30000" dirty="0">
                <a:solidFill>
                  <a:schemeClr val="tx1"/>
                </a:solidFill>
              </a:rPr>
              <a:t> </a:t>
            </a:r>
            <a:r>
              <a:rPr lang="en-US" altLang="en-US" sz="2800" i="1" baseline="14000" dirty="0">
                <a:solidFill>
                  <a:schemeClr val="tx1"/>
                </a:solidFill>
              </a:rPr>
              <a:t>b </a:t>
            </a:r>
            <a:r>
              <a:rPr lang="en-US" altLang="en-US" sz="3200" i="1" baseline="30000" dirty="0">
                <a:solidFill>
                  <a:schemeClr val="tx1"/>
                </a:solidFill>
              </a:rPr>
              <a:t>a 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</a:p>
          <a:p>
            <a:pPr>
              <a:defRPr/>
            </a:pPr>
            <a:endParaRPr lang="en-US" altLang="en-US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Note: The same results hold with O instead of </a:t>
            </a:r>
            <a:r>
              <a:rPr lang="el-GR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</a:p>
          <a:p>
            <a:pPr>
              <a:buFont typeface="Monotype Sorts" pitchFamily="2" charset="2"/>
              <a:buNone/>
              <a:defRPr/>
            </a:pPr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Examples: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) = 4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/2) +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   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)  ?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                  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) = 4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/2) +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baseline="30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  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)  ?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                  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) = 4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/2) +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baseline="30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   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)  ?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741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0A00F-5EC0-310C-F59D-48329F618686}"/>
              </a:ext>
            </a:extLst>
          </p:cNvPr>
          <p:cNvSpPr txBox="1"/>
          <p:nvPr/>
        </p:nvSpPr>
        <p:spPr>
          <a:xfrm>
            <a:off x="1879234" y="252194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endParaRPr kumimoji="1" lang="en-US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AE3F54-8D37-A454-91B1-55D413D3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3" y="212725"/>
            <a:ext cx="89154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kumimoji="1" lang="en-US" sz="36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Example: Strassen’s Matrix Multiplication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01DC19A-0BFB-2D72-1482-28E966E9E3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14086" y="1013082"/>
            <a:ext cx="2536825" cy="1143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79E7C2-09A0-5A45-A3FD-198AB18D1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574" y="2181482"/>
            <a:ext cx="25368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FE723E-468F-2814-472B-756F15E47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224" y="2929195"/>
            <a:ext cx="3421062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636F99-2A66-4E97-1D3F-C0351738B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224" y="4907220"/>
            <a:ext cx="346392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D4DB525-F475-3876-002F-557CCA0D0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728" y="1087695"/>
            <a:ext cx="3149508" cy="234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9E5B6A17-479B-CE84-5E76-7C7C4A53C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728" y="3573476"/>
            <a:ext cx="3018910" cy="1333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45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0A00F-5EC0-310C-F59D-48329F618686}"/>
              </a:ext>
            </a:extLst>
          </p:cNvPr>
          <p:cNvSpPr txBox="1"/>
          <p:nvPr/>
        </p:nvSpPr>
        <p:spPr>
          <a:xfrm>
            <a:off x="1903948" y="196249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fr-FR" sz="3600" b="1" dirty="0" err="1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Exercise</a:t>
            </a:r>
            <a:endParaRPr kumimoji="1" lang="en-US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D41A0-4B73-77C2-8BA3-4AB666B734A2}"/>
              </a:ext>
            </a:extLst>
          </p:cNvPr>
          <p:cNvSpPr txBox="1"/>
          <p:nvPr/>
        </p:nvSpPr>
        <p:spPr>
          <a:xfrm>
            <a:off x="832022" y="1320284"/>
            <a:ext cx="8311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Multiply the following two matrix using Strassen’s Matrix Multiplication Method.  Multiply 2 x 2 matrix conventionally.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07B9F9-8B1E-59F2-72B5-18112F902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25699"/>
              </p:ext>
            </p:extLst>
          </p:nvPr>
        </p:nvGraphicFramePr>
        <p:xfrm>
          <a:off x="2832100" y="2444319"/>
          <a:ext cx="2819400" cy="15202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44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663" marB="4566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663" marB="4566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663" marB="4566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45663" marB="4566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8EB2D3-60EB-CE9C-62CD-C8168CA9B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45062"/>
              </p:ext>
            </p:extLst>
          </p:nvPr>
        </p:nvGraphicFramePr>
        <p:xfrm>
          <a:off x="6324600" y="2477656"/>
          <a:ext cx="2819400" cy="14636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40" marB="457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45740" marB="457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9 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40" marB="457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40" marB="457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FAEDCD2-7031-A349-8BD8-97F998169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53286"/>
              </p:ext>
            </p:extLst>
          </p:nvPr>
        </p:nvGraphicFramePr>
        <p:xfrm>
          <a:off x="4432300" y="4166756"/>
          <a:ext cx="2819400" cy="1858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7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450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500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550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600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450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500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550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600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100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110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120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202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228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254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280</a:t>
                      </a:r>
                    </a:p>
                  </a:txBody>
                  <a:tcPr marL="95250" marR="95250" marT="95211" marB="952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88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0A00F-5EC0-310C-F59D-48329F618686}"/>
              </a:ext>
            </a:extLst>
          </p:cNvPr>
          <p:cNvSpPr txBox="1"/>
          <p:nvPr/>
        </p:nvSpPr>
        <p:spPr>
          <a:xfrm>
            <a:off x="1903948" y="196249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Exercice</a:t>
            </a:r>
            <a:endParaRPr kumimoji="1" lang="en-US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2A4CE-9655-1191-242E-50829B6CAA80}"/>
              </a:ext>
            </a:extLst>
          </p:cNvPr>
          <p:cNvSpPr txBox="1"/>
          <p:nvPr/>
        </p:nvSpPr>
        <p:spPr>
          <a:xfrm>
            <a:off x="1178011" y="1231210"/>
            <a:ext cx="8732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Solve the following recurrence equations using substitution Method and Master’s theorem.  In all the examples considered take t(1)=1: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D00B30C-03C3-41B7-33F8-F7897560C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514600"/>
            <a:ext cx="77501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5AB6B3A-7EDE-F334-2825-0D55F2618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47" y="3429000"/>
            <a:ext cx="76136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6660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BE909-FD14-C346-4E8B-5760D027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0" y="579360"/>
            <a:ext cx="10069283" cy="737811"/>
          </a:xfrm>
        </p:spPr>
        <p:txBody>
          <a:bodyPr>
            <a:noAutofit/>
          </a:bodyPr>
          <a:lstStyle/>
          <a:p>
            <a:pPr algn="l" fontAlgn="base"/>
            <a:r>
              <a:rPr lang="en-US" sz="3600" b="1" i="0" dirty="0">
                <a:solidFill>
                  <a:srgbClr val="444444"/>
                </a:solidFill>
                <a:effectLst/>
                <a:latin typeface="Calibri (Body)"/>
              </a:rPr>
              <a:t>Large Integer Multiplication using Divide and Conquer Approach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989196-807C-9F14-A191-2C763F5BC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524" y="1435808"/>
            <a:ext cx="7466951" cy="10536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651F69-0EF2-4AAD-590E-B83E549E9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560" y="2489426"/>
            <a:ext cx="8964880" cy="362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763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CDC497-2A97-A532-A3F2-DA92C8D7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141" y="729344"/>
            <a:ext cx="3940184" cy="7577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3F11F8-6C3D-4EB1-C563-4039CFCE5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57" y="1812471"/>
            <a:ext cx="9814996" cy="391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1BCE-16B7-1ED7-2F63-A440201B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193A6-6FEA-EC45-1BF7-21B2551CD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A84A6-B2F2-4968-C27B-B21EF308E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429" y="3197621"/>
            <a:ext cx="8290624" cy="22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437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5343-B6C2-4270-D213-9697BEBF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91ECC-402F-91A6-1327-D68A3BE4F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34656" y="3127356"/>
            <a:ext cx="14049808" cy="297699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E559F-09C2-A4DF-8E69-C146F9D75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5" y="472986"/>
            <a:ext cx="4441902" cy="5631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B2F4C-E4CE-F82E-B3BE-500AE0534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366" y="661477"/>
            <a:ext cx="5840372" cy="508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975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292E-4FD9-0419-56AC-0715E760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DD2EC-8A3D-512D-4340-FC2595189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511378" y="67945"/>
            <a:ext cx="13891235" cy="780617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797ED-F163-91C7-AB8E-0693B1C94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39" y="1905000"/>
            <a:ext cx="9424647" cy="286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746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40632-0757-BAC0-429D-B149A7C1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A3C425-6BBD-E1DC-4290-F30AE18BF822}"/>
              </a:ext>
            </a:extLst>
          </p:cNvPr>
          <p:cNvSpPr txBox="1"/>
          <p:nvPr/>
        </p:nvSpPr>
        <p:spPr>
          <a:xfrm>
            <a:off x="1903948" y="196249"/>
            <a:ext cx="8928809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Aft>
                <a:spcPct val="0"/>
              </a:spcAft>
            </a:pPr>
            <a:r>
              <a:rPr kumimoji="1" lang="fr-FR" sz="3600" b="1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Tutorial</a:t>
            </a:r>
            <a:endParaRPr kumimoji="1" lang="en-US" sz="3600" b="1" dirty="0">
              <a:ln w="3175" cmpd="sng">
                <a:noFill/>
              </a:ln>
              <a:solidFill>
                <a:schemeClr val="bg1"/>
              </a:solidFill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CAE92-417D-0E11-7526-CB2AF8FF3FEB}"/>
              </a:ext>
            </a:extLst>
          </p:cNvPr>
          <p:cNvSpPr txBox="1"/>
          <p:nvPr/>
        </p:nvSpPr>
        <p:spPr>
          <a:xfrm>
            <a:off x="734050" y="1169732"/>
            <a:ext cx="5449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Q1. Multiply the following two matrix using Strassen’s Matrix Multiplication Method.  Multiply 2 x 2 matrix conventionally.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28C409-998A-26DF-C5EF-57F194F36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148625"/>
              </p:ext>
            </p:extLst>
          </p:nvPr>
        </p:nvGraphicFramePr>
        <p:xfrm>
          <a:off x="832022" y="2697214"/>
          <a:ext cx="2819400" cy="15202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44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663" marB="4566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663" marB="4566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663" marB="4566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663" marB="4566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663" marB="4566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EF8C07-0224-3783-F18E-FA1ADDAF6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885813"/>
              </p:ext>
            </p:extLst>
          </p:nvPr>
        </p:nvGraphicFramePr>
        <p:xfrm>
          <a:off x="3755572" y="2697214"/>
          <a:ext cx="2819400" cy="14636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40" marB="457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40" marB="457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40" marB="457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40" marB="457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7">
            <a:extLst>
              <a:ext uri="{FF2B5EF4-FFF2-40B4-BE49-F238E27FC236}">
                <a16:creationId xmlns:a16="http://schemas.microsoft.com/office/drawing/2014/main" id="{3A5B7E5A-F7BD-6331-5AAE-EDC0052F5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22" y="5557266"/>
            <a:ext cx="76136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C2A576-38F9-67BA-A0DE-EB2F4BD71006}"/>
              </a:ext>
            </a:extLst>
          </p:cNvPr>
          <p:cNvSpPr txBox="1"/>
          <p:nvPr/>
        </p:nvSpPr>
        <p:spPr>
          <a:xfrm>
            <a:off x="734050" y="4773351"/>
            <a:ext cx="656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Q2. Solve the following using Master’s theorem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9AA27C6-22B9-A94C-A107-4B4F8B9FB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07" y="1001314"/>
            <a:ext cx="3436649" cy="255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B34FC047-DEEF-1527-45FA-6A9772274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07" y="3714810"/>
            <a:ext cx="3440964" cy="1520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42886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3258</TotalTime>
  <Words>2785</Words>
  <Application>Microsoft Office PowerPoint</Application>
  <PresentationFormat>Widescreen</PresentationFormat>
  <Paragraphs>354</Paragraphs>
  <Slides>50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ＭＳ Ｐゴシック</vt:lpstr>
      <vt:lpstr>Arial</vt:lpstr>
      <vt:lpstr>Calibri</vt:lpstr>
      <vt:lpstr>Calibri (Body)</vt:lpstr>
      <vt:lpstr>Garamond</vt:lpstr>
      <vt:lpstr>Monotype Sorts</vt:lpstr>
      <vt:lpstr>Symbol</vt:lpstr>
      <vt:lpstr>Times New Roman</vt:lpstr>
      <vt:lpstr>Wingdings</vt:lpstr>
      <vt:lpstr>Organic</vt:lpstr>
      <vt:lpstr>PowerPoint Presentation</vt:lpstr>
      <vt:lpstr>PowerPoint Presentation</vt:lpstr>
      <vt:lpstr>Divide-and-Conquer Technique (cont.)</vt:lpstr>
      <vt:lpstr>Divide-and-Conquer Examples</vt:lpstr>
      <vt:lpstr>PowerPoint Presentation</vt:lpstr>
      <vt:lpstr>Merge sort Example</vt:lpstr>
      <vt:lpstr>Pseudocode of Mergesort</vt:lpstr>
      <vt:lpstr>Pseudocode of Mergesort</vt:lpstr>
      <vt:lpstr>Merge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Strassen’s Matrix Multiplication</vt:lpstr>
      <vt:lpstr>PowerPoint Presentation</vt:lpstr>
      <vt:lpstr>PowerPoint Presentation</vt:lpstr>
      <vt:lpstr>Large Integer Multiplication using Divide and Conquer Approach</vt:lpstr>
      <vt:lpstr>PowerPoint Presentation</vt:lpstr>
      <vt:lpstr>Time Complexity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Sharma [MAHE-MIT]</dc:creator>
  <cp:lastModifiedBy>Ajitha Shenoy K B [MAHE-MIT]</cp:lastModifiedBy>
  <cp:revision>53</cp:revision>
  <dcterms:created xsi:type="dcterms:W3CDTF">2024-01-04T20:03:41Z</dcterms:created>
  <dcterms:modified xsi:type="dcterms:W3CDTF">2026-02-04T07:14:06Z</dcterms:modified>
</cp:coreProperties>
</file>