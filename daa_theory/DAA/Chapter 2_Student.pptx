
<file path=[Content_Types].xml><?xml version="1.0" encoding="utf-8"?>
<Types xmlns="http://schemas.openxmlformats.org/package/2006/content-types">
  <Default Extension="bin" ContentType="application/vnd.openxmlformats-officedocument.oleObject"/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wav" ContentType="audio/x-wav"/>
  <Default Extension="wmf" ContentType="image/x-wmf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ppt/slides/slide82.xml" ContentType="application/vnd.openxmlformats-officedocument.presentationml.slide+xml"/>
  <Override PartName="/ppt/slides/slide83.xml" ContentType="application/vnd.openxmlformats-officedocument.presentationml.slide+xml"/>
  <Override PartName="/ppt/slides/slide84.xml" ContentType="application/vnd.openxmlformats-officedocument.presentationml.slide+xml"/>
  <Override PartName="/ppt/slides/slide85.xml" ContentType="application/vnd.openxmlformats-officedocument.presentationml.slide+xml"/>
  <Override PartName="/ppt/slides/slide86.xml" ContentType="application/vnd.openxmlformats-officedocument.presentationml.slide+xml"/>
  <Override PartName="/ppt/slides/slide87.xml" ContentType="application/vnd.openxmlformats-officedocument.presentationml.slide+xml"/>
  <Override PartName="/ppt/slides/slide88.xml" ContentType="application/vnd.openxmlformats-officedocument.presentationml.slide+xml"/>
  <Override PartName="/ppt/slides/slide89.xml" ContentType="application/vnd.openxmlformats-officedocument.presentationml.slide+xml"/>
  <Override PartName="/ppt/slides/slide90.xml" ContentType="application/vnd.openxmlformats-officedocument.presentationml.slide+xml"/>
  <Override PartName="/ppt/slides/slide91.xml" ContentType="application/vnd.openxmlformats-officedocument.presentationml.slide+xml"/>
  <Override PartName="/ppt/slides/slide92.xml" ContentType="application/vnd.openxmlformats-officedocument.presentationml.slide+xml"/>
  <Override PartName="/ppt/slides/slide93.xml" ContentType="application/vnd.openxmlformats-officedocument.presentationml.slide+xml"/>
  <Override PartName="/ppt/slides/slide94.xml" ContentType="application/vnd.openxmlformats-officedocument.presentationml.slide+xml"/>
  <Override PartName="/ppt/slides/slide95.xml" ContentType="application/vnd.openxmlformats-officedocument.presentationml.slide+xml"/>
  <Override PartName="/ppt/slides/slide96.xml" ContentType="application/vnd.openxmlformats-officedocument.presentationml.slide+xml"/>
  <Override PartName="/ppt/slides/slide97.xml" ContentType="application/vnd.openxmlformats-officedocument.presentationml.slide+xml"/>
  <Override PartName="/ppt/slides/slide98.xml" ContentType="application/vnd.openxmlformats-officedocument.presentationml.slide+xml"/>
  <Override PartName="/ppt/slides/slide9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ink/ink1.xml" ContentType="application/inkml+xml"/>
  <Override PartName="/ppt/notesSlides/notesSlide31.xml" ContentType="application/vnd.openxmlformats-officedocument.presentationml.notesSlide+xml"/>
  <Override PartName="/ppt/ink/ink2.xml" ContentType="application/inkml+xml"/>
  <Override PartName="/ppt/ink/ink3.xml" ContentType="application/inkml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ink/ink4.xml" ContentType="application/inkml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ink/ink5.xml" ContentType="application/inkml+xml"/>
  <Override PartName="/ppt/ink/ink6.xml" ContentType="application/inkml+xml"/>
  <Override PartName="/ppt/ink/ink7.xml" ContentType="application/inkml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01"/>
  </p:notesMasterIdLst>
  <p:sldIdLst>
    <p:sldId id="256" r:id="rId2"/>
    <p:sldId id="257" r:id="rId3"/>
    <p:sldId id="258" r:id="rId4"/>
    <p:sldId id="273" r:id="rId5"/>
    <p:sldId id="271" r:id="rId6"/>
    <p:sldId id="272" r:id="rId7"/>
    <p:sldId id="372" r:id="rId8"/>
    <p:sldId id="373" r:id="rId9"/>
    <p:sldId id="374" r:id="rId10"/>
    <p:sldId id="375" r:id="rId11"/>
    <p:sldId id="376" r:id="rId12"/>
    <p:sldId id="377" r:id="rId13"/>
    <p:sldId id="329" r:id="rId14"/>
    <p:sldId id="378" r:id="rId15"/>
    <p:sldId id="340" r:id="rId16"/>
    <p:sldId id="330" r:id="rId17"/>
    <p:sldId id="341" r:id="rId18"/>
    <p:sldId id="331" r:id="rId19"/>
    <p:sldId id="274" r:id="rId20"/>
    <p:sldId id="275" r:id="rId21"/>
    <p:sldId id="379" r:id="rId22"/>
    <p:sldId id="380" r:id="rId23"/>
    <p:sldId id="381" r:id="rId24"/>
    <p:sldId id="332" r:id="rId25"/>
    <p:sldId id="276" r:id="rId26"/>
    <p:sldId id="333" r:id="rId27"/>
    <p:sldId id="336" r:id="rId28"/>
    <p:sldId id="282" r:id="rId29"/>
    <p:sldId id="283" r:id="rId30"/>
    <p:sldId id="334" r:id="rId31"/>
    <p:sldId id="342" r:id="rId32"/>
    <p:sldId id="260" r:id="rId33"/>
    <p:sldId id="314" r:id="rId34"/>
    <p:sldId id="315" r:id="rId35"/>
    <p:sldId id="316" r:id="rId36"/>
    <p:sldId id="317" r:id="rId37"/>
    <p:sldId id="318" r:id="rId38"/>
    <p:sldId id="319" r:id="rId39"/>
    <p:sldId id="320" r:id="rId40"/>
    <p:sldId id="321" r:id="rId41"/>
    <p:sldId id="322" r:id="rId42"/>
    <p:sldId id="324" r:id="rId43"/>
    <p:sldId id="261" r:id="rId44"/>
    <p:sldId id="262" r:id="rId45"/>
    <p:sldId id="263" r:id="rId46"/>
    <p:sldId id="264" r:id="rId47"/>
    <p:sldId id="265" r:id="rId48"/>
    <p:sldId id="277" r:id="rId49"/>
    <p:sldId id="266" r:id="rId50"/>
    <p:sldId id="383" r:id="rId51"/>
    <p:sldId id="384" r:id="rId52"/>
    <p:sldId id="385" r:id="rId53"/>
    <p:sldId id="278" r:id="rId54"/>
    <p:sldId id="325" r:id="rId55"/>
    <p:sldId id="349" r:id="rId56"/>
    <p:sldId id="326" r:id="rId57"/>
    <p:sldId id="352" r:id="rId58"/>
    <p:sldId id="279" r:id="rId59"/>
    <p:sldId id="327" r:id="rId60"/>
    <p:sldId id="328" r:id="rId61"/>
    <p:sldId id="353" r:id="rId62"/>
    <p:sldId id="289" r:id="rId63"/>
    <p:sldId id="359" r:id="rId64"/>
    <p:sldId id="358" r:id="rId65"/>
    <p:sldId id="357" r:id="rId66"/>
    <p:sldId id="356" r:id="rId67"/>
    <p:sldId id="355" r:id="rId68"/>
    <p:sldId id="354" r:id="rId69"/>
    <p:sldId id="307" r:id="rId70"/>
    <p:sldId id="386" r:id="rId71"/>
    <p:sldId id="290" r:id="rId72"/>
    <p:sldId id="360" r:id="rId73"/>
    <p:sldId id="361" r:id="rId74"/>
    <p:sldId id="362" r:id="rId75"/>
    <p:sldId id="363" r:id="rId76"/>
    <p:sldId id="364" r:id="rId77"/>
    <p:sldId id="309" r:id="rId78"/>
    <p:sldId id="308" r:id="rId79"/>
    <p:sldId id="297" r:id="rId80"/>
    <p:sldId id="310" r:id="rId81"/>
    <p:sldId id="369" r:id="rId82"/>
    <p:sldId id="387" r:id="rId83"/>
    <p:sldId id="388" r:id="rId84"/>
    <p:sldId id="389" r:id="rId85"/>
    <p:sldId id="311" r:id="rId86"/>
    <p:sldId id="267" r:id="rId87"/>
    <p:sldId id="298" r:id="rId88"/>
    <p:sldId id="299" r:id="rId89"/>
    <p:sldId id="368" r:id="rId90"/>
    <p:sldId id="365" r:id="rId91"/>
    <p:sldId id="367" r:id="rId92"/>
    <p:sldId id="300" r:id="rId93"/>
    <p:sldId id="390" r:id="rId94"/>
    <p:sldId id="268" r:id="rId95"/>
    <p:sldId id="306" r:id="rId96"/>
    <p:sldId id="269" r:id="rId97"/>
    <p:sldId id="284" r:id="rId98"/>
    <p:sldId id="335" r:id="rId99"/>
    <p:sldId id="312" r:id="rId100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8286" autoAdjust="0"/>
    <p:restoredTop sz="72650" autoAdjust="0"/>
  </p:normalViewPr>
  <p:slideViewPr>
    <p:cSldViewPr snapToGrid="0">
      <p:cViewPr varScale="1">
        <p:scale>
          <a:sx n="46" d="100"/>
          <a:sy n="46" d="100"/>
        </p:scale>
        <p:origin x="1316" y="3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63" Type="http://schemas.openxmlformats.org/officeDocument/2006/relationships/slide" Target="slides/slide62.xml"/><Relationship Id="rId68" Type="http://schemas.openxmlformats.org/officeDocument/2006/relationships/slide" Target="slides/slide67.xml"/><Relationship Id="rId84" Type="http://schemas.openxmlformats.org/officeDocument/2006/relationships/slide" Target="slides/slide83.xml"/><Relationship Id="rId89" Type="http://schemas.openxmlformats.org/officeDocument/2006/relationships/slide" Target="slides/slide88.xml"/><Relationship Id="rId16" Type="http://schemas.openxmlformats.org/officeDocument/2006/relationships/slide" Target="slides/slide15.xml"/><Relationship Id="rId11" Type="http://schemas.openxmlformats.org/officeDocument/2006/relationships/slide" Target="slides/slide10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74" Type="http://schemas.openxmlformats.org/officeDocument/2006/relationships/slide" Target="slides/slide73.xml"/><Relationship Id="rId79" Type="http://schemas.openxmlformats.org/officeDocument/2006/relationships/slide" Target="slides/slide78.xml"/><Relationship Id="rId102" Type="http://schemas.openxmlformats.org/officeDocument/2006/relationships/presProps" Target="presProps.xml"/><Relationship Id="rId5" Type="http://schemas.openxmlformats.org/officeDocument/2006/relationships/slide" Target="slides/slide4.xml"/><Relationship Id="rId90" Type="http://schemas.openxmlformats.org/officeDocument/2006/relationships/slide" Target="slides/slide89.xml"/><Relationship Id="rId95" Type="http://schemas.openxmlformats.org/officeDocument/2006/relationships/slide" Target="slides/slide94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64" Type="http://schemas.openxmlformats.org/officeDocument/2006/relationships/slide" Target="slides/slide63.xml"/><Relationship Id="rId69" Type="http://schemas.openxmlformats.org/officeDocument/2006/relationships/slide" Target="slides/slide68.xml"/><Relationship Id="rId80" Type="http://schemas.openxmlformats.org/officeDocument/2006/relationships/slide" Target="slides/slide79.xml"/><Relationship Id="rId85" Type="http://schemas.openxmlformats.org/officeDocument/2006/relationships/slide" Target="slides/slide84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59" Type="http://schemas.openxmlformats.org/officeDocument/2006/relationships/slide" Target="slides/slide58.xml"/><Relationship Id="rId103" Type="http://schemas.openxmlformats.org/officeDocument/2006/relationships/viewProps" Target="viewProps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slide" Target="slides/slide61.xml"/><Relationship Id="rId70" Type="http://schemas.openxmlformats.org/officeDocument/2006/relationships/slide" Target="slides/slide69.xml"/><Relationship Id="rId75" Type="http://schemas.openxmlformats.org/officeDocument/2006/relationships/slide" Target="slides/slide74.xml"/><Relationship Id="rId83" Type="http://schemas.openxmlformats.org/officeDocument/2006/relationships/slide" Target="slides/slide82.xml"/><Relationship Id="rId88" Type="http://schemas.openxmlformats.org/officeDocument/2006/relationships/slide" Target="slides/slide87.xml"/><Relationship Id="rId91" Type="http://schemas.openxmlformats.org/officeDocument/2006/relationships/slide" Target="slides/slide90.xml"/><Relationship Id="rId96" Type="http://schemas.openxmlformats.org/officeDocument/2006/relationships/slide" Target="slides/slide95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slide" Target="slides/slide64.xml"/><Relationship Id="rId73" Type="http://schemas.openxmlformats.org/officeDocument/2006/relationships/slide" Target="slides/slide72.xml"/><Relationship Id="rId78" Type="http://schemas.openxmlformats.org/officeDocument/2006/relationships/slide" Target="slides/slide77.xml"/><Relationship Id="rId81" Type="http://schemas.openxmlformats.org/officeDocument/2006/relationships/slide" Target="slides/slide80.xml"/><Relationship Id="rId86" Type="http://schemas.openxmlformats.org/officeDocument/2006/relationships/slide" Target="slides/slide85.xml"/><Relationship Id="rId94" Type="http://schemas.openxmlformats.org/officeDocument/2006/relationships/slide" Target="slides/slide93.xml"/><Relationship Id="rId99" Type="http://schemas.openxmlformats.org/officeDocument/2006/relationships/slide" Target="slides/slide98.xml"/><Relationship Id="rId101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Relationship Id="rId34" Type="http://schemas.openxmlformats.org/officeDocument/2006/relationships/slide" Target="slides/slide33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76" Type="http://schemas.openxmlformats.org/officeDocument/2006/relationships/slide" Target="slides/slide75.xml"/><Relationship Id="rId97" Type="http://schemas.openxmlformats.org/officeDocument/2006/relationships/slide" Target="slides/slide96.xml"/><Relationship Id="rId104" Type="http://schemas.openxmlformats.org/officeDocument/2006/relationships/theme" Target="theme/theme1.xml"/><Relationship Id="rId7" Type="http://schemas.openxmlformats.org/officeDocument/2006/relationships/slide" Target="slides/slide6.xml"/><Relationship Id="rId71" Type="http://schemas.openxmlformats.org/officeDocument/2006/relationships/slide" Target="slides/slide70.xml"/><Relationship Id="rId92" Type="http://schemas.openxmlformats.org/officeDocument/2006/relationships/slide" Target="slides/slide91.xml"/><Relationship Id="rId2" Type="http://schemas.openxmlformats.org/officeDocument/2006/relationships/slide" Target="slides/slide1.xml"/><Relationship Id="rId29" Type="http://schemas.openxmlformats.org/officeDocument/2006/relationships/slide" Target="slides/slide28.xml"/><Relationship Id="rId24" Type="http://schemas.openxmlformats.org/officeDocument/2006/relationships/slide" Target="slides/slide23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66" Type="http://schemas.openxmlformats.org/officeDocument/2006/relationships/slide" Target="slides/slide65.xml"/><Relationship Id="rId87" Type="http://schemas.openxmlformats.org/officeDocument/2006/relationships/slide" Target="slides/slide86.xml"/><Relationship Id="rId61" Type="http://schemas.openxmlformats.org/officeDocument/2006/relationships/slide" Target="slides/slide60.xml"/><Relationship Id="rId82" Type="http://schemas.openxmlformats.org/officeDocument/2006/relationships/slide" Target="slides/slide81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56" Type="http://schemas.openxmlformats.org/officeDocument/2006/relationships/slide" Target="slides/slide55.xml"/><Relationship Id="rId77" Type="http://schemas.openxmlformats.org/officeDocument/2006/relationships/slide" Target="slides/slide76.xml"/><Relationship Id="rId100" Type="http://schemas.openxmlformats.org/officeDocument/2006/relationships/slide" Target="slides/slide99.xml"/><Relationship Id="rId105" Type="http://schemas.openxmlformats.org/officeDocument/2006/relationships/tableStyles" Target="tableStyles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72" Type="http://schemas.openxmlformats.org/officeDocument/2006/relationships/slide" Target="slides/slide71.xml"/><Relationship Id="rId93" Type="http://schemas.openxmlformats.org/officeDocument/2006/relationships/slide" Target="slides/slide92.xml"/><Relationship Id="rId98" Type="http://schemas.openxmlformats.org/officeDocument/2006/relationships/slide" Target="slides/slide97.xml"/><Relationship Id="rId3" Type="http://schemas.openxmlformats.org/officeDocument/2006/relationships/slide" Target="slides/slide2.xml"/><Relationship Id="rId25" Type="http://schemas.openxmlformats.org/officeDocument/2006/relationships/slide" Target="slides/slide24.xml"/><Relationship Id="rId46" Type="http://schemas.openxmlformats.org/officeDocument/2006/relationships/slide" Target="slides/slide45.xml"/><Relationship Id="rId67" Type="http://schemas.openxmlformats.org/officeDocument/2006/relationships/slide" Target="slides/slide66.xml"/></Relationships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2047" units="deg"/>
          <inkml:channel name="T" type="integer" max="2.14748E9" units="dev"/>
        </inkml:traceFormat>
        <inkml:channelProperties>
          <inkml:channelProperty channel="X" name="resolution" value="1516.99072" units="1/cm"/>
          <inkml:channelProperty channel="Y" name="resolution" value="2427.1853" units="1/cm"/>
          <inkml:channelProperty channel="F" name="resolution" value="5.68611" units="1/deg"/>
          <inkml:channelProperty channel="T" name="resolution" value="1" units="1/dev"/>
        </inkml:channelProperties>
      </inkml:inkSource>
      <inkml:timestamp xml:id="ts0" timeString="2021-01-30T08:48:41.161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12301 11301 496 0,'0'0'31'15,"0"0"-31"-15,0 0-26 0,0 0 26 16,0 0 35-16,0 0-2 15,0 0-14-15,0 0-18 16,-18-9-1-16,10 9-4 16,2 0 1-16,2 0-3 15,-5 0-1-15,3 2 7 16,-1-2-2-16,1 0 2 16,-4 0 2-16,3 0-2 15,-3 0 0-15,1 2 4 16,0-2 4-16,-2 0 3 15,7 0-9-15,-5 0 6 16,-4 1 1-16,1 0-5 0,-1 6-5 16,-1-4 1-16,5 3 0 15,-6-2 6-15,6-4 23 16,3 0-9-16,0 0 6 16,3 0 5-16,-1 0-5 15,1 0-11-15,0 0-2 16,3 0 12-16,0 0 0 15,0 0-9-15,0 0-1 16,0 0-4-16,0 0-4 16,0 0-5-16,0 0 3 15,0 0 3-15,0 0-5 16,0 0-2-16,0 0 6 16,0 0-6-16,0 0 3 15,13 0-1-15,2 3 4 16,12-3 4-16,6 0 10 0,4 0 6 15,10 0-9-15,6-3-6 16,1-4-4-16,7 3 2 16,-2-5-5-16,3 7 0 15,-7-2-3-15,-6 4-2 16,-4 0 0-16,1 0 1 16,-7 0 0-16,4 0-1 15,-4 0 2-15,6 0 2 16,4 0 2-16,6 0-6 15,6 0 12-15,8-3-5 16,1-1 9-16,0-2-10 16,-6 2 2-16,-2 1-8 0,-3 0 5 15,-1 3 1-15,-7-4-4 16,4 4 2-16,-3-3 2 16,1 1-4-16,-1-3 0 15,0 2 7-15,-3-1-8 16,-1 2 2-16,-2-1 0 15,-7 3-1-15,-4 0-1 16,0 0 0-16,-8 0-1 16,-1 0 0-16,3 0-1 15,4 0 4-15,1 0 1 16,0 0-1-16,-2 0-3 16,-7 0 3-16,-7 0 0 15,-9 0-3-15,-9 0 0 0,0 0 2 16,0 0 9-1,0 0-6-15,0 0 3 0,0 0-5 16,0 0-3-16,0 0-1 16,0 0-2-16,3 0-5 15,-3 0-10-15,0 0-7 16,0 0-14-16,0 6-16 16,-15 10-20-16,-9 8 18 15,-9-2-62-15,-4-3-237 16</inkml:trace>
  <inkml:trace contextRef="#ctx0" brushRef="#br0" timeOffset="1795.13">12159 11684 48 0,'0'0'260'15,"0"0"-254"-15,0 0 0 16,0 0-5-16,0 0 47 16,0 0-16-16,0-11-3 15,0 11 17-15,0-2 6 16,0 2 10-16,0 0-23 16,-4 0-17-16,4 0-10 15,0 0 2-15,0 0 16 0,0 0-12 16,0 0 4-16,0 0-2 15,0 0-7-15,0 0 0 16,0 0 4-16,0 0-6 16,-3 0-2-16,3 0 0 15,0 0-8-15,0 0 1 16,0 0-2-16,0 0 0 16,0 0 11-16,0 0-1 15,0 0 6-15,0 0-3 16,0 0 6-16,0 0-8 15,0 0 9-15,0 0-12 16,0 0 0-16,0 0-5 16,0 0-3-16,0 0 1 15,0 0-1-15,0 0 0 0,0 0 0 16,0 0 0-16,0 0-1 16,0 0 1-16,0 0 1 15,0 0-1-15,0 0 8 16,0 0-8-16,0 0-1 15,0 0 1-15,0-3 1 16,0 3 0-16,10-3-1 16,5 0 6-16,6 0 3 15,1-2-4-15,1-1-3 16,2 2 3-16,5-5-5 16,-4 6 8-16,3-3 0 15,1-2 2-15,-2 2-2 16,5-5-2-16,-3 5-2 0,2-4 0 15,3 4 3-15,-5 2-5 16,3-2-1-16,-5 2-2 16,5 1 2-16,-3 1-1 15,-2 2 0-15,2 0 0 16,-4 0 0-16,3 0 0 16,1-2 6-16,-2-1-6 15,2 1 2-15,3-3-1 16,1 0 5-16,5-2-3 15,1 1-2-15,-1 2 4 16,0-2 3-16,-7 5-5 16,3-4-3-16,-5 1 5 0,-5 4-3 15,2-4-2-15,0 4-1 16,1 0 1-16,2-3 2 16,1 0 4-16,5 0 6 15,3-4-7-15,1 0 2 16,-1 4-2-16,-3-1 3 15,-5 1-6-15,-4 3-2 16,-7 0 1-16,-1 0-1 16,-3 0 3-16,-1 0-3 15,3 0 1-15,1 0-1 16,4 0 1-16,-1 0 0 16,2-1 2-16,2-4 0 15,3 2 2-15,4-5 2 0,-4 5-5 16,3-3 4-16,-2 2-3 15,-2-3-3 1,-1 5 2-16,-5-2-2 0,4 1 2 16,-3 1-2-16,3-1 2 15,-10 0 5-15,1 3-7 16,-8 0 0-16,-3 0-4 16,-2-2 4-16,-1 2 0 15,0 0 5-15,1 0-10 16,1 0 10-16,2 0-11 15,7 0 6-15,-5 0 0 16,4 0 0-16,-1-3 3 0,-4 3-1 16,-5 0-2-1,-3 0 0-15,0 0 2 0,0 0 8 16,0 0 5-16,0 0-6 16,0 0 0-16,0 0-4 15,0 0-3-15,0 0-1 16,3 0 5-16,-3 0-4 15,0 0-1-15,0 0-1 16,0 0-2-16,0 0 2 16,0 0 4-16,0 0-4 15,0 0-1-15,0 0 0 16,0 0 2-16,0 0 5 16,0 0-6-16,0 0 0 15,0 0-1-15,0 0-2 0,0 0-9 16,0 0-39-16,0 0-6 15,-3 8-53-15,-13 9 2 16,2-3-49-16</inkml:trace>
  <inkml:trace contextRef="#ctx0" brushRef="#br0" timeOffset="38229.56">18085 5353 825 0,'0'0'14'0,"0"0"-7"16,0 0-5-16,0 0 19 16,0 0 4-16,0 0-17 0,0 0-4 15,14-4 0-15,-14 4 12 16,0 0 0-16,0 0 8 15,0 0-3-15,0 0-3 16,0 0 2-16,-7 0-3 16,-13 0-14-16,-13 0-3 15,-11 3-1-15,-11 20 1 16,-4 13-4-16,-2 11 4 16,2 9-1-16,14 6 0 15,16-2 1-15,17-3 0 0,12-5 2 16,15-11-2-1,19-5 1-15,8-16 9 0,2-10-5 16,-3-10 3-16,-7-2-2 16,-2-20 3-16,-10-12 0 15,-1-8 2-15,-9-10-10 16,-9-2-2-16,-3-1-7 16,0 6 8-16,0 16-2 15,0 16 7-15,0 14-1 16,0 3-3-16,13 20-1 15,10 18 0-15,11 11 15 16,6 8 13-16,5-3-8 16,1-6-14-16,-3-7 1 15,-5-12-5-15,-8-4-4 16,-10-6-9-16,-4-11-72 16,-6-8-91-16,-7-10-117 15</inkml:trace>
  <inkml:trace contextRef="#ctx0" brushRef="#br0" timeOffset="38557.01">18508 5458 908 0,'0'0'62'16,"0"0"-62"-16,0 0-8 16,0 0 8-16,71 96 7 15,-44-66-6-15,-4-4-1 16,-5-7 1-16,-4-5-1 0,-11-11 0 15,-3-3 0-15,-3 0 31 16,-18-19 13-16,-1-8-30 16,5-5 17-16,11-5-5 15,6 6-6-15,11 6 9 16,15 11-11-16,9 11-15 16,1 3 0-16,3 18 1 15,-4 17 12-15,-4 8-11 16,-7 6 5-16,-4-6-7 15,-3-7-3-15,5-11 0 16,6-11-11-16,13-14-90 16,4-12-108-16</inkml:trace>
  <inkml:trace contextRef="#ctx0" brushRef="#br0" timeOffset="39010.05">19210 5288 952 0,'0'0'66'0,"0"0"-66"16,0 0 0-16,6 98 2 16,6-61 26-16,12-2-8 15,4-7 3-15,5-6-10 16,-3-10-2-16,-8-7-7 16,-10-5 5-16,-8 0-7 15,-1-14 31-15,-3-13 0 16,0-12-32-16,0 5 4 15,0 6-5-15,0 11 0 16,0 6 18-16,8 11 10 0,21 0-24 16,19 14-4-16,21 21 4 15,12 16 12-15,0 12-3 16,-3 10 1-16,-14 10-9 16,-19 6-2-16,-21-3 4 15,-23-4-5-15,-5-13 0 16,-42-16-2-16,-23-10 4 15,-11-12-3-15,2-16 2 16,10-9 5-16,29-6-4 16,17 0-2-16,18-16 16 15,4-3 3-15,26-8-17 16,13-3-4-16,5 0-1 0,5 7-7 16,-4 0-4-1,1 4-41-15,-3-3-37 0,-2-3-73 16,-4-8-152-16</inkml:trace>
  <inkml:trace contextRef="#ctx0" brushRef="#br0" timeOffset="39604.08">21208 5199 785 0,'0'0'35'0,"0"0"-25"16,0 0 46-16,0 0-15 15,0 0-16-15,0 0 0 16,29-36-6-16,-29 36 4 16,0 0-23-16,0 21 2 15,0 19 11-15,-6 15 37 16,-9 12 1-16,4 3-11 15,11 0-20-15,0-9-9 16,32-12-1-16,9-13 9 0,1-12-10 16,-3-12-7-16,-11-9 6 15,-10-3-8-15,-1-10-16 16,-8-22-50-16,-6-12-194 16,-3-13-615-16</inkml:trace>
  <inkml:trace contextRef="#ctx0" brushRef="#br0" timeOffset="39755.83">21216 4821 1132 0,'0'0'22'0,"0"0"-6"0,0 0-1 16,0 0-15-1,0 0-31-15,0 0-195 0,-16-24-80 16</inkml:trace>
  <inkml:trace contextRef="#ctx0" brushRef="#br0" timeOffset="41800.08">18382 6925 707 0,'0'0'32'0,"0"0"-11"16,0 0 29-16,0 0 14 15,0 0-1-15,0 0-28 16,0 0-30-16,-12-21-5 16,12 61 0-16,0 25 5 15,0 19 29-15,0 13 12 16,0 1-15-16,8-6-22 16,2-14-8-16,-1-14 9 0,3-21-9 15,0-19 3-15,-9-10-4 16,0-11 0-16,-3-3 8 15,0-3 6-15,0-24 12 16,0-13-26-16,10-9-17 16,12 1 6-16,7 12 3 15,1 13 7-15,-4 17 1 16,0 6 5-16,-8 3-2 16,3 20 6-16,-8 6 0 15,0 6-3-15,-5 0-1 0,0-2-4 16,-1-3-1-1,-1-6-17-15,3-4-54 0,8-8-83 16,6-12-34 0,10-3-245-16</inkml:trace>
  <inkml:trace contextRef="#ctx0" brushRef="#br0" timeOffset="42070.61">19017 7325 232 0,'0'0'532'16,"0"0"-486"-16,0 0-42 15,0 0 16-15,-15 78 77 16,5-27-53-16,7-1-32 16,3-6-12-16,13-10 2 15,19-13-1-15,4-13-1 0,-4-8 22 16,-3 0 0-16,-10-12-10 16,-8-11 29-16,-11-7 21 15,0-2-28-15,-24-1-15 16,-9 1 4-16,-1 7-21 15,2 8 3-15,8 4-5 16,11 5-2-16,8 5-26 16,5 0-47-16,3-6-147 15,23-8-343-15</inkml:trace>
  <inkml:trace contextRef="#ctx0" brushRef="#br0" timeOffset="42497.71">19395 7282 757 0,'0'0'314'0,"0"0"-305"16,0 0-9-16,0 0 0 15,31 85 1-15,2-52 9 16,10 0 3-16,11-9-6 16,4-12-7-16,-1-8 0 15,-15-4 1-15,-13-3 1 16,-12-13 5-16,-11-11-3 15,-6-9 3-15,0-1-1 16,0 8-5-16,-11 9 8 16,5 10 14-16,2 9 18 0,4 1-14 15,0 0-27 1,0 10-5-16,18 14 0 0,14 9 5 16,13 0 2-16,7-7 1 15,10-5 2-15,-9-12-2 16,-5-6-2-16,-15-3 4 15,-23 0-1-15,-10-12 7 16,-4-15 36-16,-34-6-36 16,-12-1-9-16,-5 5-2 15,-2 3 0-15,17 6-1 16,14 6 0-16,19 4-11 16,7-2-31-16,22 0-81 15,20-2-102-15,8 0-170 0</inkml:trace>
  <inkml:trace contextRef="#ctx0" brushRef="#br0" timeOffset="43060.42">20579 7166 1048 0,'0'0'40'0,"0"0"-40"16,0 0-1-16,0 0 1 15,0 0 4-15,0 0 1 0,109 50 10 16,-81-20-5-16,-4-2-10 16,-5-7 4-16,-7-5-11 15,-5-5 12-15,-3-8-7 16,-4-3 4-16,0 0 5 15,0 0 40-15,0-3 18 16,-4-14-38-16,4-3-23 16,0-2 6-16,7-3-9 15,24-3-1-15,8 8-4 16,7 4 4-16,0 8-8 16,-4 8 5-16,-2 0-2 15,-5 16 3-15,-9 6 0 16,-6 3-5-16,-5-6-1 15,-6-9-1-15,-8-3 3 0,-1-7 6 16,0 0 1-16,0-8 40 16,0-14-19-16,0-9-13 15,14-3-1-15,17 1-2 16,9 5-6-16,5 8 4 16,-5 12 3-16,-5 8-5 15,-6 3-2-15,-3 22 0 16,-10 6-1-16,-2 3 1 15,-5-1-2-15,-5 1-16 16,2-4-25-16,4-6-78 16,6-8-112-16,4-16-272 15</inkml:trace>
  <inkml:trace contextRef="#ctx0" brushRef="#br0" timeOffset="43381.65">21801 7088 954 0,'0'0'72'0,"0"0"-52"16,0 0-16-16,0 0-3 16,-93 48 6-16,71-5 4 15,13 5-9-15,9-4 5 16,0-7-7-16,24-10 0 16,-1-10 10-16,2-12 13 15,-6-5 8-15,-2-7 9 16,-4-18 33-16,-6-6-45 15,0-6-20-15,-4 1-5 16,-1 7 1-16,-1 11 5 16,1 7-7-16,2 8 15 0,5 3-17 15,8 0-5-15,2 14 5 16,7 5-2-16,-4 3 2 16,-3-1-8-16,-4 1-29 15,-2-2-39-15,-3-7-82 16,-4-9-124-16</inkml:trace>
  <inkml:trace contextRef="#ctx0" brushRef="#br0" timeOffset="43697.78">22106 7088 788 0,'0'0'110'16,"0"0"-100"-16,0 0 54 15,0 0 12-15,0 0-25 16,90 91-36-16,-75-60 5 15,-2-9-14-15,-2-9-6 16,-6-9 10-16,-3-4-10 16,-2 0 16-16,0-14 59 15,0-11-55-15,0-8-19 16,4 2-1-16,20 2-5 16,8 5 5-16,-3 15 22 15,3 4-1-15,-2 5 2 16,-9 3-17-16,0 18 7 0,-7 5-12 15,-6 5 4 1,-4 1 0-16,-2-3-5 0,1-2-24 16,0-8-70-16,3-11-125 15,3-8-118-15</inkml:trace>
  <inkml:trace contextRef="#ctx0" brushRef="#br0" timeOffset="44072.02">22597 7084 852 0,'0'0'160'16,"0"0"-145"-16,0 0-10 16,0 0 32-16,29 72 29 15,-10-40-36-15,8-5-10 0,2-9-11 16,-2-5 3 0,-7-10-2-16,-5-3-1 0,-11 0 4 15,-2-20 23-15,-2-10-27 16,0-3-8-16,-3-4-1 15,-12 11-3-15,4 2 0 16,4 12 3-16,7 9 4 16,0 3 0-16,22 13-4 15,17 17 0-15,11 12 9 16,-5 8 15-16,-9 7-21 16,-13 2 0-16,-20 4 1 15,-3-4-3-15,-30-6-1 16,-24-10 0-16,-13-13-5 15,-9-11 3-15,0-12 0 0,6-7 1 16,11 0-8 0,15-7-37-16,20-5-46 0,24-5-65 15,10-8-218-15</inkml:trace>
  <inkml:trace contextRef="#ctx0" brushRef="#br0" timeOffset="44521.71">23863 6520 760 0,'0'0'2'0,"0"0"-1"16,0 0 12-16,0 0 12 0,-48 134 95 16,38-48-33-16,7 6 6 15,3 4-46-15,0-7 4 16,13-13-29-16,10-15-10 16,2-19-6-16,2-11 3 15,-4-10-9-15,-11-11-9 16,-5-5-62-16,-7-5-103 15,-6-15-151-15</inkml:trace>
  <inkml:trace contextRef="#ctx0" brushRef="#br0" timeOffset="44695.91">23558 7053 785 0,'0'0'249'0,"0"0"-236"15,105-51-7-15,-40 33 14 16,-3-1-2-16,-8 2-18 15,-8 2-7-15,-8-2-21 16,-9-2-54-16,-3 0-29 16,-2 0 1-16,-5-1 6 15,3 3-136-15</inkml:trace>
  <inkml:trace contextRef="#ctx0" brushRef="#br0" timeOffset="44870.71">24132 6805 430 0,'0'0'227'15,"0"0"-132"-15,0 0 23 0,61 114 22 16,-47-66-34-1,0-1-24-15,-3-2-34 0,1-8-13 16,-5-6-20 0,-1-9-9-16,-3-6-6 0,-3-6-1 15,0-6-7-15,0-4-21 16,0 0 0-16,-6-5 18 16,-3-20-39-16,-3-4-112 15,5-14-125-15</inkml:trace>
  <inkml:trace contextRef="#ctx0" brushRef="#br0" timeOffset="45332.21">24299 6897 671 0,'0'0'91'0,"0"0"-61"16,0 0-8-16,0 0 32 16,0 0 26-16,87 70-8 15,-56-38-25-15,-3 0 5 16,-2-4-15-16,-10-8-16 15,-7-9-15-15,-5-5-4 16,-4-4 1-16,0-2-3 16,0 0 12-16,0-2 9 15,-1-12-18-15,-2-6 4 16,3 3-7-16,0-4-4 16,13 8-6-16,10 6-4 15,-3 7 6-15,-3 0 7 16,-4 7-1-16,-2 10-1 0,-5-3 3 15,-3-2-1 1,-1-5 2-16,-2-6-1 0,0-1 2 16,0 0 18-16,0-5 13 15,0-18-20-15,13-3-8 16,10-4-5-16,9 5-6 16,4 8 2-16,0 6-2 15,-7 11 6-15,0 0 6 16,-6 17-6-16,-3 8 2 15,-4 3 0-15,-5 1 1 16,-4-3 0-16,-1-8-3 16,-3-7 0-16,-1-6-2 15,-2-3-60-15,0-2-97 16,0-2-111-16</inkml:trace>
  <inkml:trace contextRef="#ctx0" brushRef="#br0" timeOffset="45603.18">24976 6967 733 0,'0'0'136'0,"0"0"-104"16,0 0 46-16,0 0 11 15,0 0-51-15,82-29 14 16,-70 13-28-16,-7-2-3 16,-5 3-13-16,0 4-8 15,-3 5 3-15,-11 6-3 0,2 6-2 16,0 20 2-1,4 11 0-15,8 0 25 0,0-1-4 16,19-5-11 0,8-9 3-16,-1-5-5 0,-2-5-1 15,-6-5-7-15,-5 0-10 16,-5-4-81-16,-8-3-111 16,0-1-365-16</inkml:trace>
  <inkml:trace contextRef="#ctx0" brushRef="#br0" timeOffset="46187.11">25486 6885 879 0,'0'0'26'0,"0"0"-23"15,-88-7 17-15,64 12 14 16,7 16-18-16,9 3-15 16,8 6-2-16,6-4 1 15,29 1 0-15,11-4 9 16,-2 0 14-16,-4 2-9 0,-11-4 3 16,-16-1 29-16,-13-3-27 15,0 2 8-15,-29-4 2 16,-15-1 2-16,-6-4-19 15,5-9-6 1,11 2-4-16,12-3-2 0,6 0-22 16,6-3-124-16,5-14-353 15</inkml:trace>
  <inkml:trace contextRef="#ctx0" brushRef="#br0" timeOffset="47598.04">26687 6564 364 0,'0'0'230'0,"0"0"-138"15,0 0-15 1,0 0-3-16,0 0-10 0,0 0 3 16,2-66-26-16,-2 64-15 15,0 1 7-15,0 1-8 16,0 0-18-16,0 0-7 16,0 22-4-16,-3 20 2 15,-7 17 2-15,-6 17 18 16,3 1 2-16,4 4 0 15,9-6-3-15,1-8-16 16,23-13 12-16,12-14-11 16,1-15-1-16,2-9 7 15,0-6-8-15,-2-9-11 16,-10-1-54-16,-11-8-68 0,-13-15-105 16</inkml:trace>
  <inkml:trace contextRef="#ctx0" brushRef="#br0" timeOffset="47771.56">26526 6836 684 0,'0'0'208'16,"0"0"-182"-16,0 0-26 16,0 0 0-16,122-33 3 15,-80 29-3-15,0 2-1 16,-8 2-38-16,-3-4-90 15,-4-3-297-15</inkml:trace>
  <inkml:trace contextRef="#ctx0" brushRef="#br0" timeOffset="48290.35">27497 6786 344 0,'0'0'413'16,"0"0"-385"-16,0 0 7 15,0 0 27-15,0 0 4 16,0 0-20-16,13-23-21 16,-13 23-4-16,0 0-13 15,0 0-4-15,-3 0 13 16,-16 20-8-16,-14 10 7 15,-4 6 6-15,1 3-5 16,6-2 3-16,11-4-18 0,10-7 0 16,9-6 2-16,0-1-2 15,12-4-1-15,20 0 4 16,12-6 0-16,9-3 5 16,10-3-10-16,0-2 7 15,-4-1-7-15,-6 0 0 16,-16 0-6-16,-13 0-39 15,-14 0-39-15,-10 0-23 16,0-11-95-16</inkml:trace>
  <inkml:trace contextRef="#ctx0" brushRef="#br0" timeOffset="49038.55">28496 6832 553 0,'0'0'102'0,"0"0"-56"16,0 0 15-16,0 0-1 15,0 0-3-15,0 0-16 0,-24-62-15 16,20 55-18 0,-4 1 10-16,0-1-9 0,-4 3-5 15,-6 0-4-15,-5 2 1 16,-5 2-2-16,-4 0 0 15,-1 2 0-15,0 18 1 16,0 6 10-16,6 11 1 16,4 6-10-16,12 5 3 15,11-2 3-15,7-4-3 16,22-6-2-16,8-12 3 16,1-7 0-16,-3-12 2 15,-4-5-4-15,-7 0 5 16,-3-8 2-16,-8-13 3 0,-2-8-5 15,-1-5-7 1,-4-3-1-16,0 1-8 0,-1 7-6 16,1 12 7-16,-2 10 7 15,2 7-1-15,3 1 0 16,4 18 1-16,2 7 5 16,1 5 9-16,1 2-6 15,-2-3-2-15,-3-7-3 16,-1-4-3-16,-3-7-5 15,-2-2-9-15,-1-5-81 16,-2-5-95-16</inkml:trace>
  <inkml:trace contextRef="#ctx0" brushRef="#br0" timeOffset="49669.34">28862 6601 505 0,'0'0'120'16,"0"0"-49"-16,0 0-11 16,0 0 1-16,0 0 14 15,0 0-30-15,-55-47-43 16,45 42 4-16,-4 2 1 15,-4-2-7-15,-3 1-1 16,0 3-2-16,4-1 2 16,4 2 0-16,4 0 1 15,3 0 0-15,2 0-5 0,0 0 4 16,-3 15-4 0,0 4 1-16,1 11 4 0,0 7 9 15,6 5 12-15,0 9 3 16,0 3-11-16,13 3-2 15,10 1 6-15,2-2-8 16,1-10 6-16,-1-7-4 16,-3-5-1-16,-1-6 1 15,-3-2 10-15,0-3 4 16,-1-6-11-16,-1 0-10 16,-4-2-2-16,1-3-2 15,-4-3 0-15,-3-1-1 16,-1-3-18-16,-1-2 4 15,-3 0-36-15,4-3-28 0,-2 0-60 16,1-10-151-16</inkml:trace>
  <inkml:trace contextRef="#ctx0" brushRef="#br0" timeOffset="50005.65">29097 6793 826 0,'0'0'49'0,"0"0"-33"16,0 0 26-16,0 0 3 15,0 0-26-15,0 0-19 16,6 6-7-16,15 23 6 15,3 12 1-15,-2 4 7 16,-2 3 27-16,-7-1 1 16,-5-8-13-16,-7-5-12 15,-1-7 0-15,0-9-5 16,-10-2-3-16,-9-6-2 16,-6 0-8-16,-4-7-24 15,-5-3-41-15,6 0-65 0,8-12-118 16</inkml:trace>
  <inkml:trace contextRef="#ctx0" brushRef="#br0" timeOffset="50169.71">28917 6746 854 0,'0'0'12'0,"0"0"-12"15,0 0-3-15,0 0-20 16,0 0-80-16,0 0-316 0</inkml:trace>
  <inkml:trace contextRef="#ctx0" brushRef="#br0" timeOffset="50575.57">29141 6653 901 0,'0'0'16'16,"0"0"-16"-16,113-35 33 16,-76 24 11-16,-5 5-40 15,-6 2-4-15,-5-1 0 16,-7 1 0-16,-5 4 0 0,-5 0 0 15,-4 0-1 1,0 0 1-16,2 0-1 0,8 7-5 16,10 22 5-16,17 12-2 15,11 7 6-15,8 16-3 16,2 3 1-16,-4 1 2 16,-9 1-3-16,-14-8 1 15,-13-10 6-15,-13-7 0 16,-5-8 1-16,-8-10 8 15,-14-1-15-15,-4-11 10 16,0 0-9-16,1-8-1 16,2 1-1-16,-1-4-32 15,2 1-84-15,5-4-57 16</inkml:trace>
  <inkml:trace contextRef="#ctx0" brushRef="#br0" timeOffset="51197.88">30038 6636 805 0,'0'0'14'0,"0"0"46"16,0 0 22-16,0 0-19 15,0 0-32-15,0 0-22 16,41-41-9-16,-4 41-3 16,-1 6 0-16,-8 21 1 15,-7 12-3-15,-7 14 5 16,-7 7 8-16,-7 4 29 0,0-2-10 15,0-7-4 1,0-8-11-16,0-15-4 0,0-8-8 16,0-4-1-16,-2-8-76 15,-9-10-171-15</inkml:trace>
  <inkml:trace contextRef="#ctx0" brushRef="#br0" timeOffset="51349.94">30161 7256 508 0,'0'0'442'0,"0"0"-406"16,0 0-4-16,0 0 44 15,0 0-28-15,0 0-41 0,-12 7-7 16,9-7-85-16,0-5-202 16</inkml:trace>
  <inkml:trace contextRef="#ctx0" brushRef="#br0" timeOffset="51620">30713 6957 1084 0,'0'0'32'0,"0"0"-32"0,0 0 0 16,98 74 0-16,-76-34 15 16,-2-2 2-16,-4-1-3 15,-2-9-14-15,-5-9 0 16,-5-5 0-16,-4-9-1 16,0-2-48-16,0-3-118 15,-1-8-93-15</inkml:trace>
  <inkml:trace contextRef="#ctx0" brushRef="#br0" timeOffset="51769.64">30916 6716 929 0,'0'0'31'0,"0"0"14"16,0 0-31-16,0 0-14 15,0 0-6-15,0 0-53 16,15-26-146-16,14 32-182 15</inkml:trace>
  <inkml:trace contextRef="#ctx0" brushRef="#br0" timeOffset="52015.7">31172 6895 436 0,'0'0'133'16,"0"0"9"-16,-83 100-62 0,61-71-14 15,11-3 4 1,11 2-18-16,7 3 8 0,29 0-4 16,10-1 6-16,-1-4-32 15,-11-6-21-15,-17-8-5 16,-13-8 2-16,-4-4-6 16,-22 0 10-16,-30 0-9 15,-21 0-1-15,-13 0-53 16,0-5-130-16,3-15-452 15</inkml:trace>
  <inkml:trace contextRef="#ctx0" brushRef="#br0" timeOffset="53118.68">20212 8448 837 0,'0'0'5'0,"0"0"8"16,0 0-13-16,0 0 0 0,8 133 25 16,-2-51 33-16,-6 12-10 15,0 1-33-15,0-14 3 16,0-11-6-16,8-17-11 15,0-20 0-15,-4-13-2 16,-2-12 1-16,-2-8 0 16,0 0 11-16,-15-13 16 15,-12-22-27-15,-1-19-6 16,-7-17-2-16,7-21-5 16,9-16-9-16,16-6 14 15,6 0-16-15,39 13 20 16,14 28 3-16,11 31 2 15,0 33 12-15,-10 18-2 0,-20 36-6 16,-17 21-5-16,-20 10 1 16,-14 7 1-16,-26-7-2 15,-14-10-5-15,-2-13-2 16,7-17 3-16,4-16-3 16,13-13-25-16,12-7-23 15,12-21-91-15</inkml:trace>
  <inkml:trace contextRef="#ctx0" brushRef="#br0" timeOffset="53419.42">20846 8596 824 0,'0'0'29'16,"91"-46"-27"-16,-40 19-2 15,-7 1 14-15,-11-1 8 16,-15 5-8-16,-17-4-11 16,-1 4 5-16,-23 7-7 15,-15 11 0-15,-3 4 29 16,0 19-12-16,12 17 9 16,9 9 8-16,19 10 12 15,1-1-15-15,33-4-25 0,14-12-1 16,11-9-6-16,6-14 0 15,-2-10-34 1,-12-5-95-16,-15-9-133 0</inkml:trace>
  <inkml:trace contextRef="#ctx0" brushRef="#br0" timeOffset="53679.65">21226 8458 970 0,'0'0'5'0,"0"0"-5"15,102 39 0-15,-67-12 21 16,-3 6-3-16,-9 2-12 16,-9-4-6-16,-6-11 1 15,-7-7 0-15,-1-8 5 16,0-5 38-16,-13 0 28 0,-7-5-43 16,2-9 10-16,7-13 3 15,1-2-31-15,10-7-10 16,0-3-1-16,20 1-24 15,8 6-46-15,5 11-54 16,-2 9-71-16,1 10-41 16,-3 2-94-16</inkml:trace>
  <inkml:trace contextRef="#ctx0" brushRef="#br0" timeOffset="54168.71">21795 8355 475 0,'0'0'190'0,"53"-81"-149"16,-44 28-22-16,-9 0-15 15,-9 5-2-15,-21 9 4 0,-3 12-6 16,2 13 7-16,7 9 17 16,8 5 60-16,10 22-56 15,6 25-18-15,2 17 26 16,21 11 27-16,12 4-15 16,5 1-6-16,0-4-27 15,-5 0-5-15,-9-7 5 16,-15-6-15-16,-11-13 0 15,0-12-12-15,-21-11-34 16,-10-7-25-16,0-10-29 16,-2-8-40-16,11-2-55 15,9 0 195-15,10-17 10 0,3-8 111 16,9-5-91 0,21-7-25-16,9-5 1 0,6 3 1 15,-3 2-2-15,-6 7-5 16,-11 11 5-16,-6 7 18 15,-8 4 15-15,-7 8 16 16,-1 0-20-16,1 20-26 16,4 15 55-16,6 9-25 15,9 2-13-15,12-4-9 16,7-9-11-16,11-13-5 16,-5-12 0-16,-10-8-2 15,-9-7-2-15,-18-15-11 16,-11-10 14-16,-11-4-6 15,-25-1-46-15,-8 1-12 16,-5 10-3-16,4 4-87 0</inkml:trace>
  <inkml:trace contextRef="#ctx0" brushRef="#br0" timeOffset="54451.54">22430 8571 723 0,'0'0'37'15,"0"0"-12"-15,0 0 38 16,82 94 21-16,-65-58-44 0,-3-8-16 16,-6-6-4-16,-5-12-12 15,-3-6 9-15,0-4 84 16,0-9 24-16,-9-20-81 15,-4-10-41-15,3-7-3 16,4-6-4-16,5 2-13 16,1 10-42-16,0 7-57 15,14 10-77-15,3 9-146 16</inkml:trace>
  <inkml:trace contextRef="#ctx0" brushRef="#br0" timeOffset="54909.57">22798 8514 899 0,'0'0'141'16,"0"0"-141"-16,0 0-14 15,0 0 12-15,0 0 2 16,36 92 0-16,-26-66 6 16,0-6-6-16,-7-7-3 15,-3-9-5-15,0-4 8 16,0 0 2-16,0-9 30 15,-3-11-16-15,0-7 24 16,3-4 2-16,7 2-40 16,17 0 2-16,4 11-8 15,3 9 9-15,1 9-11 0,-4 0 6 16,-1 10 0-16,-9 16 0 16,-2-2-2-16,-7 1-4 15,-4-8 6-15,0-7-10 16,-5-6 7-16,0-4 6 15,0 0 0-15,0-10 43 16,0-17-23-16,7-2-23 16,8-2-2-16,8 5 1 15,3 13 1-15,-3 4 2 16,-3 9 0-16,-1 0-1 16,0 10 3-16,-5 15-2 15,-3 8 4-15,-3 2-6 0,-3-3-25 16,3-3-33-1,2-10-84-15,6-14-77 0,3-5-208 16</inkml:trace>
  <inkml:trace contextRef="#ctx0" brushRef="#br0" timeOffset="55142.7">23431 8556 748 0,'0'0'131'16,"0"0"-126"-16,100-45 64 15,-57 29 12-15,-7 2-11 16,-15 1-63-16,-9 3-5 15,-11-3 17-15,-1 1-14 16,-16 4-5-16,-15 3-4 16,-5 5 2-16,3 0 2 0,5 11 1 15,5 14 18 1,13 0-6-16,5 8-5 0,5-2-5 16,0-4 0-16,22-3-3 15,11-7-30-15,11-4-58 16,11-7-56-16,7-6-70 15</inkml:trace>
  <inkml:trace contextRef="#ctx0" brushRef="#br0" timeOffset="55517.75">24007 8453 739 0,'0'0'82'0,"0"0"-48"16,-94-25 48-16,59 25-32 15,5 8-20-15,8 17-14 16,11 4-16-16,11 7 0 15,0-2 2-15,11-8 0 0,16-6-2 16,4-11 0-16,2-4 0 16,-3-5 6-16,-6-11 12 15,-9-16 16-15,-11-8 14 16,-4-9-23-16,-3-8-18 16,-16-4 1-16,-7-7-8 15,0-9 0-15,-1-6 0 16,5 10-9-16,9 15 9 15,7 21 4-15,5 18 7 16,1 14 24-16,0 10-35 0,16 29-16 16,8 23 16-1,5 16 7-15,-4 8 9 0,5-1-2 16,-1-9-7-16,4-11-6 16,-1-14-1-16,-4-15-5 15,-7-13-31-15,-3-10-44 16,-7-13-93-16,-8 0-75 15</inkml:trace>
  <inkml:trace contextRef="#ctx0" brushRef="#br0" timeOffset="55908.85">25137 8311 731 0,'0'0'74'0,"0"0"-69"0,6 71 47 16,6-38 25-16,-3 3-36 15,0-2-23-15,0-3-18 16,-5-7-1-16,-2-7-9 15,-2-4-94-15,0-13-61 16</inkml:trace>
  <inkml:trace contextRef="#ctx0" brushRef="#br0" timeOffset="56270.57">25310 8223 813 0,'0'0'116'0,"0"0"-113"0,0 0-3 16,57 88 48-16,-36-50-3 16,1 3-6-16,-3-3-24 15,-5-8-9-15,-6-11-6 16,-3-10 0-16,-5-8 2 16,0-1 0-16,0-9 27 15,0-18-7-15,0-10-22 16,6-2-5-16,12-1-23 15,11 11 28-15,8 9 9 16,0 10 13-16,-1 10-10 16,-3 0 3-16,-3 23-2 15,-7 10 11-15,-6 4-10 0,-4 5-8 16,-11-2 0-16,-2-1-2 16,0-6-4-16,0-9-5 15,0-4-41-15,0-6-61 16,0-11-106-16,0-3-309 15</inkml:trace>
  <inkml:trace contextRef="#ctx0" brushRef="#br0" timeOffset="56769.57">26335 8216 970 0,'0'0'12'0,"0"0"-12"16,0 0 0-16,-9 75 12 15,14-34 10-15,14 2 13 16,6-4-21-16,3-6-5 15,2-12-9-15,0-11 8 16,-5-10 15-16,-8 0 1 16,-4-11-14-16,-7-15-2 15,-4-1-8-15,-2 2-15 16,0 8-16-16,0 6 26 16,0 11 5-16,0 0 0 0,0 8-2 15,6 15 2-15,13 9 4 16,8 2 17-16,7 2-2 15,4-10-8-15,-1-9 7 16,-3-9 2-16,-7-8 9 16,-8 0-4-16,-8-22 5 15,-8-14 11-15,-3-6-24 16,-8-6-4-16,-15 2-5 16,-6 5-8-16,4 5-3 15,8 11-4-15,8 9-44 16,9 9-47-16,5 5-75 0,23 2-163 15</inkml:trace>
  <inkml:trace contextRef="#ctx0" brushRef="#br0" timeOffset="57018.7">27102 8260 837 0,'0'0'114'0,"-90"16"-101"16,44 7 47-16,12 3-6 15,16 10-20-15,13 5-21 16,5 4 0-16,26-6-6 16,14-9-4-16,2-15 0 15,-2-12 6-15,-10-3 5 0,-11-6-3 16,-11-22 14-16,-8-4 8 16,0-8-25-16,-12 0-8 15,-11 1-9 1,0 3-44-16,3 8-79 0,5 3-104 15</inkml:trace>
  <inkml:trace contextRef="#ctx0" brushRef="#br0" timeOffset="57272.31">27218 8311 554 0,'6'4'417'0,"6"3"-396"0,12 3 20 16,6 7 79-16,4 2-41 15,0 2-50-15,-2 0-18 16,-6-4-9 0,-5-8 1-16,-9-4 0 0,-7-5 0 15,-1 0 4-15,0-19 1 16,3-11 13-16,2-10-20 16,1-6-1-16,-4 0-3 15,0-1-49-15,-2 7-51 16,4 10-41-16,2 15-52 15,4 11-31-15</inkml:trace>
  <inkml:trace contextRef="#ctx0" brushRef="#br0" timeOffset="57669.25">27606 8246 287 0,'0'0'400'0,"0"0"-354"0,0 0 72 15,0 79 10-15,4-43-53 16,1 5-29-16,-4-2-40 15,-1 1 14-15,0-7-15 16,-4-14-5-16,-5-9-9 16,6-8 6-16,3-2 1 15,0 0 2-15,0-14 21 16,8-11-8-16,18-11-3 16,13-6-9-16,1-4 1 15,1-4 1-15,-3-6 8 16,-4-7-11-16,-5-10 6 0,-7 4-3 15,-4 7 1-15,-7 15-4 16,-4 21 8-16,-6 15 14 16,-1 11-5-16,2 0-17 15,1 20-12-15,4 21 1 16,1 18 11-16,2 6 11 16,-2 1-5-16,-2-6 1 15,-2-3 5-15,1-8-3 16,-1-6-6-16,1-8-3 15,-5-10-3-15,0-3-54 16,-11-11-66-16,-12-8-166 16</inkml:trace>
  <inkml:trace contextRef="#ctx0" brushRef="#br0" timeOffset="57807.67">27891 8300 948 0,'0'0'59'16,"0"0"-28"-16,89-43 10 15,-52 32-35-15,4 5-6 16,-1 2-47-16,-1 4-144 16,0-3-342-16</inkml:trace>
  <inkml:trace contextRef="#ctx0" brushRef="#br0" timeOffset="58067.06">28893 8253 779 0,'0'0'24'15,"0"0"38"-15,0 0-8 16,0 0-9-16,-93-37-15 16,44 47-8-16,0 21 3 15,3 8 38-15,13 7-35 16,12 2-6-16,14-7-9 15,7-4-6-15,9-10-6 16,16-8 5-16,6-5-6 16,7-6-13-16,3-8-105 0,6 0-160 15</inkml:trace>
  <inkml:trace contextRef="#ctx0" brushRef="#br0" timeOffset="58834.54">29129 8296 733 0,'0'0'295'16,"0"0"-295"-16,0 0 1 15,-102 96 7-15,90-55 9 16,9 4 24-16,3-6-34 16,8-9 4-16,19-10 7 0,5-8 21 15,3-12-5 1,-4 0 3-16,-4-12-14 0,-6-12-2 15,-9-12-16-15,-5-3-4 16,-4-2-1-16,-3 4-16 16,0 8-15-16,0 17 23 15,0 8 7-15,3 4-6 16,-2 4-10-16,1 19-5 16,-2 10 22-16,0 6 1 15,0-2 15-15,0-2-5 16,0-11 6-16,0-10-9 15,6-7 11-15,9-6-5 16,6-1 12-16,3-12-11 0,4-18-4 16,-5-4-11-1,-1-5-2-15,-6-6-20 0,-5 4-3 16,-2 5-17-16,-2 14 23 16,-1 9 18-16,-1 9 1 15,4 4 0-15,7 13-10 16,4 16 10-16,5 11 18 15,-4 7 10-15,-9 6-14 16,-9-1-3-16,-3-2-1 16,-14-7-6-16,-17-4-2 15,-5-10-1-15,5-11 0 16,7-10-2-16,12-4-3 16,6-4 3-16,6 0 1 15,0 0 2-15,22-10 10 0,26-15 2 16,13-5-10-16,9-10-3 15,1-4-1-15,-9-7 0 16,1-4 6-16,-7-4 1 16,-5 7-5-16,-14 13 0 15,-14 15 3-15,-14 14-5 16,-8 10 10-16,-1 0-10 16,0 14-3-16,-3 20-6 15,-6 11 9-15,8 1 7 16,1-1-4-16,10-14 0 15,22-2 11-15,8-11 6 16,5-7-4-16,2-6-12 16,-8-5-4-16,-5 0-38 15,-8-5-40-15,-10-12-86 16,-6-4-184-16</inkml:trace>
  <inkml:trace contextRef="#ctx0" brushRef="#br0" timeOffset="67540.07">18732 10182 243 0,'0'0'37'0,"0"0"-31"16,0 0-3-16,0 0-3 15,0 0 0-15,0 0-9 16,0 0-2-16,-6 0-1 16,5 0 5-16,-1 0 7 15,2 0 23-15,-1 0-3 16,-1 0 39-16,2 0-20 15,0 0-24-15,0 0-15 16,0 0 0-16,-1 0 0 16,-2 0 0-16,-4 0 26 15,-2 0-22-15,-1 0-3 0,0 0 2 16,4 0 0-16,2 0 3 16,4 0 3-16,0 0-9 15,0 0 0-15,0 0-21 16,0 0 12-16,0 0-13 15,0 0 5-15,0 0-49 16,0 0-179-16</inkml:trace>
  <inkml:trace contextRef="#ctx0" brushRef="#br0" timeOffset="67623.62">18732 10182 326 0</inkml:trace>
  <inkml:trace contextRef="#ctx0" brushRef="#br0" timeOffset="67811.37">18732 10182 326 0,'-39'-8'65'0,"39"8"-55"0,0 0-10 0,0 0-4 16,0 0 3-16,0 0 0 16,0 2 0-16,0 0 1 15,0 2 0-15,0-4-3 16,0 3-6-16,0-3 9 16,0 0 2-16,0 0 3 15,0 0 3-15,0 0-8 16,0 0 3-16,0 0-3 15,0 0 0-15,0 0-2 16,0 0 2-16,0 0-3 16,0 0-23-16,0 0-47 15</inkml:trace>
  <inkml:trace contextRef="#ctx0" brushRef="#br0" timeOffset="68303.64">18682 10185 362 0,'0'0'62'0,"0"0"-47"16,0 0 48-16,0 0 86 15,0 0-89-15,0 0-29 16,0 0-12-16,-6-9 3 16,6 9-1-16,0 0 10 15,0 0 12-15,0 0-11 16,-2 0 0-16,2 0-3 16,0 0-4-16,0 0 0 0,0 0-11 15,0 0-1 1,0 0 0-16,0 0 6 0,0 0-11 15,0 0-3-15,0 0-2 16,0 0-1-16,0 0-2 16,0 0 0-16,0 0 1 15,0 0-1-15,13 0 0 16,6 9 1-16,7 7 1 16,6 7 2-16,7 10 8 15,4 7 1-15,2 10 1 16,1 6 2-16,-4 0-7 15,-10-3-9-15,-9 0 1 0,-17-11 0 16,-6-1 8 0,-18-2-7-16,-28 4 3 15,-13 0 0-15,-9-6-2 16,2-11-3-16,9-7 0 0,11-9 4 16,17-10-2-16,12 0 2 15,5-4 1-15,11-14 0 16,-2-6-5-16,3-2-8 15,-3 2-10-15,-6 7-1 16,-9 12-31-16,-10 5-97 16,-8 0-139-16</inkml:trace>
  <inkml:trace contextRef="#ctx0" brushRef="#br0" timeOffset="68507.7">18564 10161 223 0,'0'0'726'16,"0"0"-726"-16,0 0-23 15,0 0-22-15,0 0-23 16,0 0-82-16</inkml:trace>
  <inkml:trace contextRef="#ctx0" brushRef="#br0" timeOffset="68985.53">19301 10190 938 0,'0'0'0'16,"91"-8"-1"-16,-20-1-18 16,7-5 19-16,3 1-7 15,-10 9 12-15,-15 4-11 16,-20 0 3-16,-21 9-32 16,-15 14-3-16,-6 5 38 15,-23 10 1-15,-9 2 6 16,1-2 8-16,8-6 19 15,12-8 4-15,11-9-21 16,6-7-16-16,1-5 6 16,21-3 22-16,8 0-6 0,5-11-3 15,-2-2-20-15,-11-3 0 16,-7 6-8-16,-3 0-40 16,-3 0-47-16,-6 1-105 15</inkml:trace>
  <inkml:trace contextRef="#ctx0" brushRef="#br0" timeOffset="69309.42">20175 10014 483 0,'0'0'444'16,"0"0"-412"-16,0 0-17 16,0 0-8-16,0 0-7 15,0 0 0-15,0 75 50 16,9-22 8-16,3 0-16 16,7 3-6-16,8-3-15 15,3-4-14-15,-4-13-4 16,0-8-3-16,-10-15 0 15,-4-8-3-15,2-5 2 16,-4-18-27-16,2-16-41 16,-5-19-154-16,-7-16-409 15</inkml:trace>
  <inkml:trace contextRef="#ctx0" brushRef="#br0" timeOffset="69444.53">20197 9875 827 0,'0'0'0'0,"0"0"3"16,0 0-3-16,0 0-10 16,0 0-43-16,0 0-111 15,-16 0-162-15</inkml:trace>
  <inkml:trace contextRef="#ctx0" brushRef="#br0" timeOffset="69710.56">20502 10178 925 0,'0'0'58'0,"0"0"-57"16,91-2-1-16,-45-6 34 15,-9 2-21-15,-6 3-13 0,-8 0 0 16,-11 3-1 0,-4 0-14-16,-3 0-9 0,-4 0-39 15,2 0-71-15,0 0-166 16</inkml:trace>
  <inkml:trace contextRef="#ctx0" brushRef="#br0" timeOffset="70000.7">20989 9917 859 0,'0'0'76'0,"0"0"2"16,0 0-1-16,0 0-51 15,0 0-26-15,0 0 0 16,62 51 20-16,-27-8-3 0,-2 3 7 15,-3 3-19-15,-8-6 7 16,-2-4-10-16,-11-8-1 16,-4-10 0-16,-3-7-1 15,-1-7-6-15,-1-3-4 16,0-1-30-16,0-3-28 16,0 0-25-16,0 0-16 15,0 0-42-15,0 0-310 16</inkml:trace>
  <inkml:trace contextRef="#ctx0" brushRef="#br0" timeOffset="71783.59">23167 9769 400 0,'0'0'174'0,"0"0"-121"15,0 0-14-15,0 0 16 0,0 0-32 16,0 0 10-16,0 0-5 16,0 0 18-16,0 0 10 15,0 0 5-15,0 0-27 16,0 0-18-16,0 0-8 15,0 3-7-15,-8 16-1 16,-4 14 0-16,-2 14 34 16,0 4 22-16,2 0-31 15,9-1-2-15,3-4-13 16,0-9-2-16,9-4-5 16,15-8 1-16,6-7 1 15,6-7-3-15,2-6-2 16,1-2-24-16,-4-3-56 0,-12 0-55 15,-11-13-47-15,-12-10-238 16</inkml:trace>
  <inkml:trace contextRef="#ctx0" brushRef="#br0" timeOffset="71966.86">22945 10020 798 0,'0'0'30'0,"0"0"-30"16,120-50 1 0,-70 40-1-16,-3 1 7 0,-6 2-7 15,-6 4-1-15,-7-2-70 16,-6-1-321-16</inkml:trace>
  <inkml:trace contextRef="#ctx0" brushRef="#br0" timeOffset="72935.02">24242 9746 749 0,'0'0'54'0,"0"0"-51"0,0 0 20 15,0 0 49-15,0 0-27 16,0 0-19-16,12 0 7 16,-16 0-20-16,-20 3 2 15,-17 8-15-15,-17 8 0 16,-7 6 0-16,-4 3 0 15,10-5 8-15,11 5 19 16,12-4 1-16,14-1-27 16,16-3 1-16,6-3-1 15,25-3-1-15,24-6 25 16,23-3-5-16,12-5-9 16,-1 0-9-16,-7-4 5 15,-22 1-7-15,-21 3-2 16,-19 0-7-16,-12 0-33 15,-2 0 6-15,0 0-22 0,-5 0-15 16,-11 10-32-16,1 2-38 16,3-5-506-16</inkml:trace>
  <inkml:trace contextRef="#ctx0" brushRef="#br0" timeOffset="73450.14">24976 9746 597 0,'0'0'91'16,"0"0"-45"-16,-85-34 3 16,57 32 14-16,-1 2-40 15,3 0-15-15,-1 16 6 16,4 10 0-16,4 8 13 16,8 1-13-16,10 2-3 0,1-1-8 15,3-3 3-15,18-9-1 16,4-7-2-16,4-8 1 15,0-9 12-15,-2 0-5 16,-3-8 0-16,-7-11 1 16,-6-7-5-16,-3-4 2 15,-7 4-9-15,2 2-19 16,1 5 8-16,0 12 9 16,6 4 2-16,5 3 5 15,9 7-5-15,6 13 0 16,0 6 13-16,0 0 2 15,-4 4-6-15,-6-1-7 0,-2-4-2 16,-9-6-8 0,-2-2 4-16,-3-11-45 0,0 0-56 15,-3-6-86-15</inkml:trace>
  <inkml:trace contextRef="#ctx0" brushRef="#br0" timeOffset="73831.67">25406 9508 907 0,'0'0'19'0,"0"0"-16"16,0 0-3-16,-107-52-2 0,81 51 2 15,3 1 0-15,7 0 1 16,3 6-1-16,1 14 3 16,4 7 6-16,5 7 12 15,3 7 13-15,3 5-9 16,18 4 14-16,4 3-24 16,1 4 4-16,-7 1-15 15,-2 2 0-15,-5-3 8 16,1-4-2-16,1-3 11 15,-1-8 3-15,6-8-21 16,1-12 8-16,-1-2 1 0,4-7-12 16,-3-4 0-1,-2-1-28-15,-1-8-94 0,-7 0-122 16</inkml:trace>
  <inkml:trace contextRef="#ctx0" brushRef="#br0" timeOffset="75011.13">25893 9796 236 0,'0'0'81'15,"0"0"-80"-15,0 0-1 16,0 0-199-16</inkml:trace>
  <inkml:trace contextRef="#ctx0" brushRef="#br0" timeOffset="75383.75">25893 9796 371 0,'-20'-24'118'15,"20"21"-14"-15,0 0-31 0,0 3-28 16,0 0-12-16,0 0 1 16,0 0-1-16,0 0 3 15,0 0-8-15,0 0-13 16,0 0 2-16,0 0-3 16,0 0 16-16,0 0-20 15,0 0-8-15,-3 3 9 16,1 14-10-16,-2 12 44 15,-1 0 10-15,4 10-1 16,1-3-21-16,0-2-15 0,0-6-7 16,3-6-10-16,7-2 7 15,2-7-8-15,0-4 8 16,-1-1-8-16,-3-5-16 16,-3-2-18-16,-2-1-22 15,4 0-14-15,5-20-2 16,2-17-169-16</inkml:trace>
  <inkml:trace contextRef="#ctx0" brushRef="#br0" timeOffset="75526.12">25984 9573 805 0,'0'0'12'0,"0"0"-12"16,0 0-72-16,0 0-20 15,0 0-266-15</inkml:trace>
  <inkml:trace contextRef="#ctx0" brushRef="#br0" timeOffset="75752.52">26162 9881 947 0,'0'0'56'16,"0"0"-44"-16,127-17 48 0,-74 11 9 15,-6 2-51-15,-10 1-15 16,-16-1-3-16,-8 4-5 16,-10 0-40-16,-3 0-51 15,-6 0-83-15,-12-3-127 16</inkml:trace>
  <inkml:trace contextRef="#ctx0" brushRef="#br0" timeOffset="76001.56">26569 9726 817 0,'0'0'108'0,"0"0"-65"16,0 0-37-1,0 0 7-15,107 48 55 0,-75-18-20 16,-1 1-17-16,-7-2-7 16,-4 1-12-16,-7-5-10 15,-9-3-1-15,-4-3-2 16,0-2 0-16,-10-4-15 16,-14 0-13-16,0-2-43 15,5-9-98-15,7-2-172 16</inkml:trace>
  <inkml:trace contextRef="#ctx0" brushRef="#br0" timeOffset="76689.53">26578 9489 684 0,'0'0'89'16,"0"0"-66"-16,0 0-7 15,0 0 10-15,0 0 19 16,105-15-1-16,-59 10-11 0,-5 1-19 15,-5 4 6-15,-10 0-19 16,-13 0-1-16,-6 0-1 16,-5 0 1-16,-2 0 1 15,0 0 21-15,0 0 26 16,0 0-18-16,0 0-23 16,0 0-7-16,0 0-5 15,1 0 2-15,12 10-1 16,3 10 4-16,8 5-3 15,3 5 3-15,6 3 3 16,3 5-2-16,2 1 8 16,1 3 3-16,0 2 3 0,-2 3-9 15,-4-2-4-15,-7 0 2 16,-8 0 2-16,-10-4-2 16,-4-3-3-16,-4-5-1 15,0-4 0-15,0-9 7 16,-8-3-8-16,-2-5 1 15,-2-1-6-15,1-1 4 16,-1-3-14-16,1-2 3 16,5-4-6-16,5-1 8 15,1 0 11-15,0 0-3 16,0 0 2-16,0 0 1 16,0 2 3-16,0-2 10 15,-3 0-1-15,-2 0 1 16,1 0-6-16,-4 0-7 15,0 0 0-15,-2 0-3 0,-2 0 1 16,-5 0-23-16,-6 0-57 16,-5 2-82-16,1-2-256 15</inkml:trace>
  <inkml:trace contextRef="#ctx0" brushRef="#br0" timeOffset="78497.64">25819 9967 337 0,'0'0'0'15,"0"0"-35"-15,0 0-5 16,0 0 40-16,0 0 7 16,0 0 31-16,0 0-19 15,7 14 23-15,4-14 6 16,2 0 25-16,-2 0 46 16,-1 0-95-16,5 0-24 0,0 0-71 15,6 0-127-15</inkml:trace>
  <inkml:trace contextRef="#ctx0" brushRef="#br0" timeOffset="78803.77">26339 9970 474 0,'0'0'77'0,"0"0"-77"15,-131-19 0-15,77 18 30 16,4-1 11-16,12 2-5 15,15-1 14-15,13 1-17 16,10 0-33-16,5 0 0 16,28 0 1-16,15 4-1 0,12-2 3 15,-1-2-3-15,-5 0-9 16,-14 0 7-16,-15 0-7 16,-13 0 9-16,-12 0 11 15,0-3 7-15,-22-6-18 16,-9 2-2-16,-5 1 0 15,0 2-2-15,3 2 3 16,9 2-2-16,2 0-3 16,6 0-119-16</inkml:trace>
  <inkml:trace contextRef="#ctx0" brushRef="#br0" timeOffset="80520.95">26732 9888 446 0,'0'0'219'0,"0"0"-160"16,0 0-2-16,0 0 5 16,0 0-4-16,0 0-13 15,-2-24-14-15,2 24-26 16,0 0 3-16,0 0-8 15,0 0 2-15,0 0-4 16,0 0-2-16,8 11 1 16,2 6 3-16,2 2 0 0,-2 6 1 15,1 3 6-15,2-2-6 16,-1-2 4-16,-1-2-5 16,-1-8 0-16,-5-4-3 15,-4-5 3-15,-1-3 0 16,0-2 3-16,0 0 1 15,-3 0 15-15,-13-7-7 16,2-8-10-16,0-2-1 16,5-5 5-16,2-4-12 15,4-7 3-15,3 0-5 16,0 7-11-16,0 2 17 16,0 4 2-16,0 11 12 0,0 2-11 15,0 4 12-15,0 3-13 16,2 0-2-16,2 0 1 15,4 7-9-15,2 15 8 16,-2 5 1-16,-1 3 1 16,-5 3 0-16,-1 3 4 15,-1-5-3-15,0-5-1 16,0-6 2-16,0-5-1 16,0-8-1-16,0-2 0 15,0-5 3-15,0 0-1 16,-3 0 16-16,-3-15 3 15,-4-7-19-15,-3-6-2 16,-3-5-17-16,0-3 6 0,1 0 9 16,0 7-1-1,8 5 3-15,2 5 16 0,2 5-8 16,-1 4-2-16,3 3-6 16,-1 0-4-16,-1 2 3 15,2 2-8-15,-1 1-17 16,2 2 7-16,0 0-6 15,0 0 3-15,0 5-3 16,0 11 18-16,0 4 6 16,0 9 1-16,0 1 0 15,0 4 3-15,3-1 1 16,6 0-1-16,-5-7 1 16,2-9-4-16,-4-4 0 15,-1-6-2-15,-1-7 2 0,0 0 12 16,0-1 17-16,0-19 19 15,0-10-44-15,-3-8-4 16,2-6-2-16,-2-2-10 16,0 0 3-16,1 3 0 15,1 14 9-15,1 12 0 16,0 12 20-16,0 3 7 16,0 2-27-16,0 4-5 15,0 16-6-15,3 6 11 16,6 6 9-16,3 4-9 15,3-2 3-15,-2-8-3 16,0-4-2-16,-4-7 2 16,-4-6 0-16,-3-8-6 0,-2-1-10 15,0 0 16-15,0 0 12 16,-11-10-3-16,-2-7-9 16,-1-3 0-16,4-2-8 15,-4-2-6-15,5 0-8 16,0 2-10-16,2 6 9 15,3 6 23-15,1 5 0 16,1 5 6-16,2 0-1 16,-1 0-5-16,-1 0-3 15,-3 13-7-15,1 1 9 16,-3 3 1-16,2-5 0 16,2 2 1-16,2-7-1 15,1-3 0-15,0-1 0 0,0-3-1 16,0 0 1-1,0 0 0-15,-2 0 17 0,-2-11-17 16,1-6-5-16,0 5 5 16,0 2-5-16,1 3 5 15,2 4-4-15,0 3 3 16,0 0-10-16,0 0-19 16,0 3 2-16,0 11 21 15,0 1 5-15,0 2-11 16,0 0-23-16,2-6-7 15,-1-3-95-15</inkml:trace>
  <inkml:trace contextRef="#ctx0" brushRef="#br0" timeOffset="81804.45">26645 9907 277 0,'0'0'66'0,"0"0"-66"15,0 0-12-15,0 0 12 16,0 0 0-16,0 0-4 15,0-10 4-15,0 7 0 16,0 3-2-16,0-2 1 16,0 0-23-16</inkml:trace>
  <inkml:trace contextRef="#ctx0" brushRef="#br0" timeOffset="86221.93">27724 9663 469 0,'0'0'138'16,"0"0"-127"-16,0 0 7 16,0 0 57-16,0 0-25 15,0 0-26-15,0 0-12 16,0 2-1-16,0 1 9 0,0-3 2 16,0 0 25-16,0 0-13 15,-8 0-18-15,-5-8-10 16,-5-1-5-16,-6-2-1 15,0 0 0-15,5 0-3 16,4-3 3-16,7 3 10 16,8-4 4-16,0 1-10 15,0-6-3-15,20 4 1 16,2 2-4-16,7 6-3 16,-1 8-8-16,-3 0 11 15,-6 12-1-15,-5 17-1 16,-5 8 3-16,-5 8 1 15,-4 5 7-15,0-1 1 0,0-3 5 16,0-7 5 0,0-8-4-16,2-4-2 0,5-10-6 15,2 0-1-15,5-5-5 16,-4-2-5-16,1-7-135 16</inkml:trace>
  <inkml:trace contextRef="#ctx0" brushRef="#br0" timeOffset="86364.68">27971 10067 89 0,'0'0'1061'15,"0"0"-1016"-15,0 0-12 0,0 0 16 16,0 0-49 0,0 0-22-16,-37-17-166 0,31 17-471 15</inkml:trace>
  <inkml:trace contextRef="#ctx0" brushRef="#br0" timeOffset="88051.43">29087 9677 430 0,'0'0'17'16,"0"0"18"-16,0 0 41 15,0 0-10-15,0 0-13 16,0 0-20-16,-6-9 5 16,6 4 11-16,0-2-17 15,0-3-26-15,0-2 3 16,0 2 13-16,0 4-11 0,0-2 19 16,0 2-4-16,0 3 0 15,0-1-19-15,-2 0-2 16,-1 1-2-16,0 0 5 15,2 3-8-15,-6 0-5 16,-8 0 3-16,-11 10 2 16,-8 14 0-16,-5 3 6 15,1 2-1-15,3 1 0 16,5-2 17-16,6-6-22 16,10-7 2-16,6-8-2 15,6-3 9-15,2-4-8 16,0 0 4-16,0 0-2 15,16-7 3-15,12-9-12 16,5-8 3-16,1-2-22 16,-4 1 7-16,-6 0-15 0,-7 5 4 15,-4 6 12-15,-6 6 17 16,-3 4 5-16,-2 4 11 16,-2 0-7-16,0 0-9 15,3 0 0-15,3 4-1 16,1 17 2-16,2 10-1 15,2 9 30-15,-7 10-3 16,1 5-10-16,-5-2-3 16,1-2-11-16,-1-6 2 15,2-6-2-15,-1-5-3 16,1-9 0-16,-2-5 0 0,0-6-5 16,0-4-22-16,-11-1-10 15,-5-1 12-15,-8-2 6 16,-12 0-15-16,-7 3-6 15,-3-4-10-15,4 0 31 16,14 0 19-16,11-5 35 16,11 2 38-16,6-2 2 15,0 0-30-15,27 0-14 16,24 0 0-16,19 0 15 16,13 0-32-16,-1-2-14 15,-12-1-3-15,-11 1 3 16,-16 0 0-16,-13 2-1 15,-12 0-3-15,-11 0-19 16,-7 0-46-16,0-3-52 0,-6 0-144 16</inkml:trace>
  <inkml:trace contextRef="#ctx0" brushRef="#br0" timeOffset="92325.98">20301 11107 398 0,'0'0'62'16,"0"0"-62"-16,0 0-12 15,0 0 12-15,0 0 17 16,0 0-14-16,0 0 54 16,13-4 19-16,-10 1-14 15,0 0 13-15,-3 3-28 16,0 0 8-16,0 0 3 15,0 0-20-15,0 0-5 0,0 0-18 16,0 0-4 0,0 0-1-16,0 0-10 0,0 0 0 15,-11 20 2-15,-10 9 5 16,-6 10-7-16,2 8 37 16,5-4 1-16,13-4-21 15,7-9-6-15,0-3-7 16,24-4 9-16,9-10-5 15,7-6-3-15,5-7-3 16,1 0 1-16,-3 0-6 16,-6 0 3-16,-4-9-53 15,-12-6-84-15,-7-7-108 16</inkml:trace>
  <inkml:trace contextRef="#ctx0" brushRef="#br0" timeOffset="92497.48">20436 11037 902 0,'0'0'70'0,"0"0"-70"16,0 0-40-16,0 0-42 16,0 0 26-16,0 0-32 15,37 0-272-15</inkml:trace>
  <inkml:trace contextRef="#ctx0" brushRef="#br0" timeOffset="92843.84">20831 11172 818 0,'0'0'135'0,"0"0"-135"15,0 0 0-15,0 0 0 16,0 0 8-16,129 4 14 16,-77-8-16-16,-2-3-2 15,-12 5-4-15,-22 2-29 16,-16 0-79-16,-6 16-30 0,-27 5 62 16,-9 5-58-16,-1 0 15 15,3-3-256-15,13-9 375 16,14-2 230-16,8-8-134 15,5-4-14-15,14 0 75 16,20-1-49-16,12-11-51 16,4-1-24-16,-8 2-15 15,-9 3-18-15,-10 0-10 16,-14 2-48-16,-6-8-255 16</inkml:trace>
  <inkml:trace contextRef="#ctx0" brushRef="#br0" timeOffset="93584.95">21792 10958 663 0,'0'0'98'16,"0"0"-98"-16,0 0-23 16,0 0 23-16,0 0 38 15,0 0-17-15,-8 17-13 0,-4-11-5 16,3-1-3-16,5-2 0 16,2-3 0-16,2 0 1 15,0 0-1-15,0 0-1 16,0 0 1-16,0 0 5 15,0 0 4-15,0 0-7 16,0 3 4-16,-4-1-1 16,-6 2 2-16,-6 4-3 15,-3 0 5-15,1-4-8 16,-1-4 2-16,3 0 6 16,3 0 12-16,1 0-3 15,-2-7-12-15,0-6-6 16,-1-4 0-16,3-3-1 15,4 1-4-15,8-5 1 0,0 0 3 16,5 2 1-16,16 3 0 16,8 5-1-16,7 4 1 15,4 3 2-15,-2 7 2 16,1 7 1-16,-6 17 5 16,-4 15-1-16,-15 8 14 15,-8 6 10-15,-6 2-10 16,-7 2-3-16,-20-5-6 15,-7-8-5-15,-6-12 2 16,5-9-10-16,7-9 13 16,8-14 6-16,6 0 1 15,7-1-1-15,6-18-16 16,1-4-4-16,14-1-13 0,19 2 3 16,11 7 7-1,6 12 1-15,5 3 4 0,0 9-2 16,1 10 8-16,-4 3 2 15,-7 1 3-15,-6 2-13 16,-13-6 1-16,-9-2 2 16,-6-5-3-16,-3-2-33 15,-6-1-61-15,-2-6-50 16,0-3-118-16</inkml:trace>
  <inkml:trace contextRef="#ctx0" brushRef="#br0" timeOffset="94607.3">23546 10718 894 0,'0'0'77'0,"0"0"-77"16,0 0-17-16,0 0 17 15,-17 81 3-15,11-25 23 16,2 8 1-16,4 3 2 15,0-3 3-15,0-4-8 16,16-7-14-16,7-10-1 16,3-10-8-16,0-7 0 15,-7-12-1-15,-2-6-11 16,-8-6-47-16,-5-2-35 16,-4-14-1-16,-3-18-180 0</inkml:trace>
  <inkml:trace contextRef="#ctx0" brushRef="#br0" timeOffset="94751.01">23276 11037 946 0,'0'0'12'0,"0"0"-10"16,117-31-3-16,-64 22 1 16,7 1-6-16,-2 3 4 15,0-2-110-15,-8-9-287 16</inkml:trace>
  <inkml:trace contextRef="#ctx0" brushRef="#br0" timeOffset="95047.58">24403 10822 845 0,'0'0'156'0,"0"0"-110"16,0 0-43-16,0 0-1 15,0 0 11-15,0 0-12 16,-120 97 2-16,52-49 4 16,7-7-5-16,15-5 3 15,16-10 3-15,18-6 17 16,12-6-22-16,0-1 4 16,35-4-3-16,11-1 21 0,15-6-4 15,6-2-17-15,-4 0 3 16,-11 3-7-16,-6 0-39 15,-8 1-34-15,-10-4-51 16,-4 0-63-16,-8 0-329 16</inkml:trace>
  <inkml:trace contextRef="#ctx0" brushRef="#br0" timeOffset="95578.7">25205 10897 305 0,'0'0'396'0,"0"0"-355"16,0 0 37-16,0 0 38 15,0 0-42-15,-42-81-36 16,21 70-30-16,-6 5 4 16,0 3-4-16,-3 3-8 15,5 0-4-15,-1 14 4 0,3 8 9 16,5 6-5 0,4 4 7-16,10 1-8 15,4 0 3-15,1 1-5 16,20-8 0-16,6-7 5 0,7-3-6 15,2-9 3-15,0-7-1 16,-6 0 5-16,-7 0-2 16,-6-16 3-16,-5-7-1 15,-5-4-7-15,-4-6-22 16,-3 7 1-16,0 5 2 16,0 12 19-16,2 9 5 15,6 0-5-15,3 4-5 16,7 15 5-16,5 5 12 15,-3 1-4-15,-3 1-7 0,-2-1-1 16,-3-6 0 0,-3-2-5-16,1-5 1 0,-2-4-71 15,-1-8-72-15,6 0-57 16</inkml:trace>
  <inkml:trace contextRef="#ctx0" brushRef="#br0" timeOffset="95952.47">25603 10631 805 0,'0'0'45'0,"0"0"-36"0,-83-42 0 15,58 35-8-15,6 7 27 16,7 0 12-16,3 0-25 15,0 10-14-15,0 12 0 16,3 4 7-16,1 8 7 16,5 6-2-16,0 3 4 15,0 5 14-15,10 7 1 16,0-1-4-16,0 4-10 16,-1-2-2-16,0 0-1 15,2-6-1-15,1-8-6 16,0-12 6-16,4-7 0 0,1-4-4 15,2-7 3-15,6-4-5 16,3-4-8-16,5-4-24 16,2 0-43-1,-2 0-78-15,-7-17-133 0</inkml:trace>
  <inkml:trace contextRef="#ctx0" brushRef="#br0" timeOffset="96281.58">25953 10819 636 0,'0'0'89'0,"0"0"-52"15,0 0-23-15,0 0 13 16,0 0-13-16,0 0 25 15,45 46 6-15,-20-19-13 16,5 3 9-16,0 5 2 16,-2 2 6-16,-4-1-2 15,-10 4-29-15,-9-3-13 16,-5-2 7-16,0-12-10 16,-13-3 0-16,-4-9 0 15,-3-5 0-15,-4-6 0 16,-3 0-2-16,-1 0-27 15,1-17-79-15,6-12-182 16</inkml:trace>
  <inkml:trace contextRef="#ctx0" brushRef="#br0" timeOffset="96435.48">25961 10776 525 0,'0'0'392'0,"0"0"-392"16,0 0-77-16,0 0-89 15</inkml:trace>
  <inkml:trace contextRef="#ctx0" brushRef="#br0" timeOffset="96847.42">26347 10634 953 0,'0'0'66'0,"0"0"-66"16,116-40 0-16,-68 33 39 15,-3 0-12-15,-16 2-24 16,-12 5-3-16,-8-3 0 0,-9 3 0 15,0 0 10 1,0 0 10-16,0 0-11 0,0 0-9 16,0 10-8-16,0 19-12 15,12 17 19-15,10 15 2 16,6 4 7-16,2 2 12 16,-4-6-11-16,-7-4-3 15,-6-4 3-15,-7-10-9 16,-6-7 7-16,0-13-4 15,0-6-2-15,0-6 4 16,-7-2-3-16,-5-4-2 16,-3 3-8-16,-6-5-10 15,-4-3-18-15,-8 0-16 0,-3 0-63 16,-3 0-34-16,7-4-53 16</inkml:trace>
  <inkml:trace contextRef="#ctx0" brushRef="#br0" timeOffset="97313.78">26571 10396 797 0,'0'0'50'0,"0"0"-50"15,0 0 0-15,116-66 6 16,-68 54 25-16,0 1 6 16,1 5-15-16,1 6 1 15,1 0-17-15,-3 0-1 16,-9 6 2-16,-13 3-4 15,-9 3-3-15,-7 0-9 16,-2 8 8-16,1 6 1 16,4 20 6-16,2 11 17 15,3 16 19-15,1 5-5 16,-1 9-25-16,-1-9 7 0,-4-3-7 16,-4-8 3-16,-3-9 0 15,-6-9-11-15,0-6 1 16,0-11-3-16,0-8-2 15,-6-5 4-15,-4-6-8 16,-10 0-14-16,-14-2-53 16,-9-10-119-16,-3-1-322 15</inkml:trace>
  <inkml:trace contextRef="#ctx0" brushRef="#br0" timeOffset="98835.37">26978 10637 616 0,'0'0'0'0,"0"0"-1"16,0 0 1-16,0 0 10 16,0 0 1-16,0 0-11 15,0 0-34-15,16 0-10 16,-7 0 11-16,-6-3 33 15,-3-3 43-15,0 2 27 0,0-2-8 16,0-1-12-16,-2 0-14 16,-5 2-2-16,3-2-9 15,-4 0 9-15,-1-3-1 16,-1 0-18-16,3-4 3 16,0 5 9-16,6-8 7 15,1 0-13-15,0-5 0 16,8 0-4-16,14 0-13 15,6 7-4-15,2 7 0 16,1 8-7-16,-2 11 7 16,-10 18 0-16,-6 15 10 15,-10 15 14-15,-3 7 8 16,-3 7-3-16,-14 0-9 0,-3-5-10 16,-1-8-1-16,2-4 4 15,8-6-12-15,10-11-1 16,1-3 1-16,4-12-1 15,13-5 5-15,1-5 3 16,1-6-3-16,1 0-3 16,2-1-2-16,0-5-31 15,-1 1-41-15,-4 0-65 16,-7-2-100-16</inkml:trace>
  <inkml:trace contextRef="#ctx0" brushRef="#br0" timeOffset="98965.51">27172 11407 374 0,'0'0'60'0,"0"0"218"16,0 0-74-16,0 0-7 15,0 0-142-15,0 0-55 16,-2-79-288-16</inkml:trace>
  <inkml:trace contextRef="#ctx0" brushRef="#br0" timeOffset="99120.75">27276 11615 465 0,'0'0'0'16</inkml:trace>
  <inkml:trace contextRef="#ctx0" brushRef="#br0" timeOffset="100928.32">20479 12130 4 0,'0'0'109'15,"0"0"-105"-15,0 0 27 16,0 0-22-16,0 0 1 15,0 0-7-15,-13 13-3 16,13-9-23-16,0-4 5 16,0 0-75-16</inkml:trace>
  <inkml:trace contextRef="#ctx0" brushRef="#br0" timeOffset="101949.16">20430 12117 421 0,'0'0'155'0,"0"0"-89"16,0 0 26-16,0 0-7 15,0 0-12-15,0 0-15 16,-2 0-3-16,1 0-12 16,-1 0-5-16,1 0-19 15,-1 6-9-15,-2 12-10 16,-9 12 1-16,-1 12-1 16,-1 10 36-16,5-2-16 15,7-7-5-15,3-6-10 16,0-7 2-16,12-11-3 0,8-2-2 15,7-11 1 1,8-6-3-16,0 0-17 0,6-12-27 16,2-15-75-16,-10-13-75 15,-6-12-248-15</inkml:trace>
  <inkml:trace contextRef="#ctx0" brushRef="#br0" timeOffset="102084.25">20469 11860 376 0,'0'0'0'0</inkml:trace>
  <inkml:trace contextRef="#ctx0" brushRef="#br0" timeOffset="103553.65">18781 11503 779 0,'0'0'64'0,"0"0"-28"0,0 0 12 15,0 0 6 1,0 0-30-16,0 0-24 0,26 40-11 16,10 12 11-16,9 12 10 15,10-2 6-15,-8 4 8 16,-9-3-3-16,-15 0-15 16,-20-1-4-16,-3-12 7 15,-23-4-8-15,-19-10 1 16,-7-9 6-16,-3-4 2 15,10-9 2-15,6-9-10 16,6-5-2-16,5 0-53 16,2-35-146-16</inkml:trace>
  <inkml:trace contextRef="#ctx0" brushRef="#br0" timeOffset="103697.02">18781 11289 893 0,'0'0'0'0,"0"0"-47"15,0 0-146-15</inkml:trace>
  <inkml:trace contextRef="#ctx0" brushRef="#br0" timeOffset="103929.33">19531 11279 950 0,'0'0'0'0,"88"-50"-7"15,-47 43 2-15,-7 7-34 16,-8 0-57-16,-16 13-10 16,-10 12-143-16</inkml:trace>
  <inkml:trace contextRef="#ctx0" brushRef="#br0" timeOffset="104062.25">19524 11500 538 0,'0'0'171'15,"0"0"-118"-15,0 0-32 16,0 0 9-16,0 0 4 15,139-33-9-15,-61 5-16 16,-5 8-9-16,-18 8-45 16,-19-1-69-16,-17 4-346 15</inkml:trace>
  <inkml:trace contextRef="#ctx0" brushRef="#br0" timeOffset="104708.38">20817 11232 780 0,'0'0'42'0,"0"0"-29"15,0 0-1-15,0 0 9 0,0 0-21 16,0 0 4-16,115-34-1 16,-64 29-3-16,4-3 2 15,-4 5-1-15,-15 3-1 16,-15 0-1-16,-21 0-10 16,-15 0-26-16,-32 18 37 15,-19 8 4-15,-6 0 2 16,6-3 20-16,16-2-1 15,15-9 13-15,22-6-14 16,13-6-22-16,0 0-2 16,29 0-17-16,15-16 17 15,6 3-4-15,-5 0-29 16,-13 3-109-16</inkml:trace>
  <inkml:trace contextRef="#ctx0" brushRef="#br0" timeOffset="105419.81">18952 12516 781 0,'0'0'76'15,"0"0"27"-15,0 0-38 0,0 0-38 16,0 0-24-16,0 0 7 16,56 84 26-16,-30-33-12 15,-3 7-14-15,-4-2-5 16,-9-7-8-16,-7-6 4 16,-3-12-1-16,0-9 0 15,-6-5 0-15,-4-7 0 16,-4-5 0-16,-1-5-10 15,-4 0-42-15,-11 0-14 16,-5-20-50-16,-6-19-94 16</inkml:trace>
  <inkml:trace contextRef="#ctx0" brushRef="#br0" timeOffset="105542.2">18800 12355 643 0,'0'0'14'15,"0"0"-14"-15,0 0-63 16,0 0-245-16</inkml:trace>
  <inkml:trace contextRef="#ctx0" brushRef="#br0" timeOffset="105759.23">19307 12414 1053 0,'0'0'12'0,"0"0"-12"16,125-73-5-16,-65 58 2 16,-11 15-2-16,-10 0-50 15,-19 22-63-15,-12 13-34 16,-8 4-127-16</inkml:trace>
  <inkml:trace contextRef="#ctx0" brushRef="#br0" timeOffset="105870.51">19550 12553 433 0,'0'0'242'0,"0"0"-141"15,0 0-53-15,82-32-25 0,-18 2 5 16,5-3-17-16,-10 6-11 16,-13 8-9-16,-17 4-70 15,-14 3-299-15</inkml:trace>
  <inkml:trace contextRef="#ctx0" brushRef="#br0" timeOffset="106560.36">21001 12276 670 0,'0'0'97'16,"0"0"-42"-16,0 0-13 15,0 0 26-15,0 0-29 16,0 0-35-16,57-26 4 16,7 9-7-16,0 2 13 15,-10 3-9-15,-19 4-1 16,-14 3-4-16,-12 2 0 15,-6 3-14-15,-3 0-16 16,0 0-8-16,-1 0-57 16,-12 8-40-16,4 0-218 0</inkml:trace>
  <inkml:trace contextRef="#ctx0" brushRef="#br0" timeOffset="107698.72">21815 12058 351 0,'0'0'125'15,"0"0"-75"-15,0 0 34 16,0 0-28-16,0 0-33 15,0 0-12-15,-23 0 14 16,16 0 15-16,6 0-13 16,-1 0 24-16,2 0-13 0,0 0-13 15,-1 0-12 1,1 0-8-16,0 0-3 0,0 0-1 16,0 0 0-16,0-3 12 15,0-1 9-15,0-3-10 16,0-6-12-16,11 0 0 15,2 0 0-15,5-1 0 16,3 2-1-16,3 2 0 16,7-3 1-16,5 7-1 15,-2 0 1-15,-7 6 3 16,-9 0-3-16,-6 8-3 16,-9 15 3-16,-3 7 6 15,-7 6-6-15,-13 3 3 16,-2-2-3-16,-4-3 1 15,7-12-1-15,-2-5 1 0,2-9 6 16,10-2-1-16,-1-6 1 16,7 0-6-16,3 0 8 15,20 0-9-15,18-14-5 16,11 0 3-16,0 9 1 16,-7 5 2-16,-11 0 9 15,-6 18 2-15,-11 6 0 16,-11 3 6-16,-3 9-3 15,-31-2 5-15,-21 2-15 16,-15-2 0-16,-10-6-1 16,0-5-8-16,3-7-18 15,12-8-62-15,10-8-84 0</inkml:trace>
  <inkml:trace contextRef="#ctx0" brushRef="#br0" timeOffset="108463.48">20843 12864 819 0,'0'0'73'16,"0"0"-50"-16,0 0-10 15,0 0 21-15,0 0-24 16,0 0-10-16,46 22 1 15,-23 14 18-15,0 5-17 16,2-1 6-16,-2 3-8 0,0 0 0 16,-6-4-22-1,-6-8-64-15,-5-6-48 16,-5-13-230-16</inkml:trace>
  <inkml:trace contextRef="#ctx0" brushRef="#br0" timeOffset="108596.23">21026 13263 558 0,'0'0'0'16,"0"0"-14"-16,0 0-11 16,20 70-48-16,-1-50 53 15,0-1 18-15,-3-2 1 16,-9-1-18-16,-2-3-163 16</inkml:trace>
  <inkml:trace contextRef="#ctx0" brushRef="#br0" timeOffset="108728.43">21177 13580 777 0,'0'0'43'15,"0"0"-43"-15,0 0-71 16,0 0-82-16,0 0-168 16</inkml:trace>
  <inkml:trace contextRef="#ctx0" brushRef="#br0" timeOffset="108892.04">21243 13875 656 0,'0'0'68'0,"0"0"-68"16,0 0 1-16,0 0 14 16,0 0-2-16,0 0-3 15,12 19-10-15,2-8-6 16,-1-5-55-16,-4-6-250 15</inkml:trace>
  <inkml:trace contextRef="#ctx0" brushRef="#br0" timeOffset="109881.43">19856 14297 420 0,'0'0'173'15,"0"0"-129"-15,0 0 40 16,0 0-16-16,0 0 5 16,0 0-29-16,19-7 0 15,-16 7-13-15,0 0-8 16,4 0-2-16,10 0-16 16,5 0 10-16,12 10-3 15,7 14 13-15,1 9 4 16,4 7-17-16,-4 9 10 15,-7-3-4-15,-5 3-11 0,-7 1-3 16,-14-4 3-16,-5-7-4 16,-4-4-3-16,0-9 0 15,-20-6 3-15,-6-11 3 16,-7-5-3-16,-3-4 4 16,-6 0-7-16,1-16-6 15,-4-18-34-15,-9-7-92 16,0-17-164-16</inkml:trace>
  <inkml:trace contextRef="#ctx0" brushRef="#br0" timeOffset="110042.4">19661 14062 924 0,'0'0'15'16,"0"0"-15"-16,0 0-14 15,0 0-32-15,0 0-53 16,0 0-149-16</inkml:trace>
  <inkml:trace contextRef="#ctx0" brushRef="#br0" timeOffset="110350.5">20398 14243 875 0,'0'0'50'16,"0"0"-50"-16,123-55 0 0,-61 33 1 15,-3 10 0-15,-13 12-1 16,-25 2-70-16,-18 21-177 16</inkml:trace>
  <inkml:trace contextRef="#ctx0" brushRef="#br0" timeOffset="110495.48">20568 14396 730 0,'0'0'135'16,"0"0"-128"-16,0 0 3 15,0 0 71-15,116-30-40 16,-74 14-41-16,-1 3-3 16,-5 3-53-16,-5-6-98 15,-3-1-277-15</inkml:trace>
  <inkml:trace contextRef="#ctx0" brushRef="#br0" timeOffset="110977.7">21526 14040 656 0,'0'0'78'0,"0"0"-62"15,0 0 22-15,0 0 5 0,0 0 4 16,0 0-35 0,-39-17 5-16,25 17-12 0,0 0 0 15,-2 7 13-15,1 9 5 16,-3 8-17-16,-2 9 14 15,6 6 3-15,3 1-4 16,11-1-3-16,0 0-14 16,11-8 4-16,17-2-2 15,11-12 1-15,10-7 0 16,4-7-4-16,4-3 4 16,-1-13-4-16,-3-8 2 15,-5-1-3-15,-12-4 11 16,-14 1 6-16,-13-6 20 15,-9-6 2-15,-6-4-11 16,-19 3-24-16,-7 4-4 0,-4 11-11 16,-1 10 2-16,-1 10 1 15,-4 3-18-15,-7 13-23 16,4 13-30-16,-1 8-53 16,13-10-77-16</inkml:trace>
  <inkml:trace contextRef="#ctx0" brushRef="#br0" timeOffset="112516.17">24151 13343 842 0,'0'0'121'0,"0"0"-121"16,-60 92-30-16,37-36 30 16,10 4 14-16,13 3 2 15,0 2-8-15,22-1-5 16,9-11 1-16,7-15-4 16,1-11-3-16,-3-13-5 15,-7-9-28-15,-13-5-86 16,-16 0-337-16</inkml:trace>
  <inkml:trace contextRef="#ctx0" brushRef="#br0" timeOffset="112679.57">23851 13629 874 0,'0'0'0'0,"129"-36"-1"15,-61 26-4-15,-8 5 5 16,-9 0-4-16,-17 3-63 16,-9-1-328-16</inkml:trace>
  <inkml:trace contextRef="#ctx0" brushRef="#br0" timeOffset="113071.69">25020 13430 913 0,'0'0'88'16,"0"0"-57"-16,0 0-6 16,0 0 3-16,0 0-4 15,0 0-24-15,-95 29 0 0,42 10 0 16,5-3 0 0,14 1 7-16,14-8-3 0,17-5-2 15,3-5 3-15,26 1 3 16,17-10 6-16,17-3-3 15,7-3-8-15,0-4-3 16,-12 0-3-16,-10 0-35 16,-11 0-78-16,-6 0-73 15,-4 0-270-15</inkml:trace>
  <inkml:trace contextRef="#ctx0" brushRef="#br0" timeOffset="113482.58">25831 13366 821 0,'0'0'25'0,"-82"-20"-5"16,41 20 54-16,6 0-20 15,2 17-34-15,3 12-13 16,9 12 9-16,9 1-15 15,8 1 11-15,4-3-9 16,7-8 0-16,11-8 0 16,6-9 6-16,0-4-8 0,0-11 0 15,-5 0 7 1,2-11 10-16,-3-14 2 0,-2-6-20 16,-1-8 14-16,-6-1-14 15,-4 4-2-15,-2 6-12 16,-3 10 11-16,1 14 3 15,2 6 14-15,6 0-14 16,8 14-12-16,5 15 12 16,5 5 2-16,1 4 0 15,0-1 1-15,-2-4-3 16,-1-6-6-16,0-7-13 16,-4-11-78-16,-1-9-95 15</inkml:trace>
  <inkml:trace contextRef="#ctx0" brushRef="#br0" timeOffset="113872.88">26326 12927 724 0,'0'0'36'15,"-100"-19"-32"-15,60 19-4 0,8 0 23 16,10 9 3-16,9 16-13 16,5 9-3-16,8 9 7 15,3 3-4-15,26 7-2 16,8 3 19-16,8 4-6 15,-2 8 8-15,0 2-11 16,-6 0 2-16,-4-1-17 16,-4-9 6-16,-4-5-2 15,-3-8 10-15,-2-4 3 16,-3-13-7-16,-3-8-16 16,1-11 0-16,0-2-1 15,7-9-84-15,3-9-106 16</inkml:trace>
  <inkml:trace contextRef="#ctx0" brushRef="#br0" timeOffset="114151.64">26841 13213 1028 0,'0'0'60'0,"0"0"-60"16,0 0-14-16,0 0 11 16,0 0 3-16,73 80 28 15,-36-40-5-15,-1 10-3 16,-8-5-19-16,-9-4 2 0,-10-5-2 16,-9-7 2-16,0-9-3 15,-16-3-8-15,-21-5-6 16,-18-5-18-16,-12-4-91 15,1-3-135-15</inkml:trace>
  <inkml:trace contextRef="#ctx0" brushRef="#br0" timeOffset="114301.16">26726 13095 900 0,'0'0'0'0,"0"0"-9"16,0 0-79-16,0 0-118 16</inkml:trace>
  <inkml:trace contextRef="#ctx0" brushRef="#br0" timeOffset="114690.54">27051 12888 918 0,'0'0'77'0,"0"0"-21"0,82-58-9 16,-42 42-26-16,-2 1-2 16,-8 6 0-16,-11 3-18 15,-9 2-1-15,-3 1-3 16,-5 3 2-16,1 0-3 15,0 0-2-15,6 14-15 16,12 16 14-16,10 16 7 16,13 14 7-16,8 10 9 15,4 1 3-15,-1-1 1 16,-7 0 0-16,-9-7-9 16,-13-2 8-16,-7-7-14 15,-10-7 4-15,-6-11-9 16,-1-8 8-16,-2-11-8 0,0-6-5 15,0-5 3-15,-7-3-8 16,-15-3-31-16,-15 3-31 16,-5-3-139-16,1 0-198 15</inkml:trace>
  <inkml:trace contextRef="#ctx0" brushRef="#br0" timeOffset="115298.26">27415 12444 59 0,'0'0'319'15,"0"0"-319"-15,0 0-51 16,0 0 16-16,0 0-104 16</inkml:trace>
  <inkml:trace contextRef="#ctx0" brushRef="#br0" timeOffset="117480.43">18413 10202 406 0,'0'0'69'15,"0"0"67"-15,0 0-112 16,0 0-16-16,0 0 18 16,0 0 1-16,-4-40 8 0,4 37-4 15,-2-2-2-15,-2 0-19 16,-4 2 8-16,-2 0 16 16,-8 3-22-16,-4 0-11 15,-11 3 2-15,-5 15-3 16,-8 3 0-16,-2 1-1 15,-4 8 1-15,0 1-3 16,6 5 1-16,5 3 2 16,6 4 1-16,11 10-1 15,-2 6 1-15,6 11 3 16,-3 13 6-16,1 9-1 16,-5 1-4-16,2-1 14 15,5 3-6-15,7-1 0 16,7-1 11-16,6 8-3 15,0 5-1-15,13 7-9 0,13 8 5 16,7 8-2-16,4 0-3 16,17 1 5-16,10-9-2 15,18-16-6-15,12-15 4 16,7-17-12-16,6-14 8 16,-11-13-3-16,-20-12-5 15,-25-14 0-15,-24-7 7 16,-15-6-7-16,-7-7-5 15,-5 0 5-15,0 0 6 16,0 0-4-16,0 0-2 16,0 0 0-16,-4 0-1 15,4-2 0-15,0 0-5 0,0-1-3 16,3-7-15-16,13-7-15 16,11-6 12-16,8 6 20 15,-4 5 5-15,-3 7-2 16,-4 5-6-16,-3 14 8 15,-3 20 2-15,3 14-7 16,-6 19 7-16,-1 9 9 16,-4 7-3-16,-4 6 0 15,-3 0 6-15,-3 3 7 16,0-2 9-16,0-1-18 16,-3-1 12-16,-6 4-9 15,1-1-5-15,2 4 6 0,3-2-8 16,3-7-2-16,0-7-1 15,12-10-3-15,9-10 3 16,-2-8-5-16,8-7 2 16,2-7 0-16,0-3 1 15,3-4 4-15,-6 3-5 16,-3-1 0-16,-5 1 7 16,0 5-3-16,-9-4-2 15,0-3-2-15,-2-10-2 16,-3-6 2-16,2-4 0 15,1-5 0-15,6 0 0 16,0 4 0-16,10-3 0 16,0 3 2-16,6 2-1 15,-2-1 1-15,1-1-2 0,1 0 9 16,-7 0-9-16,5-1-3 16,1 2 3-16,6 5 0 15,7 1 3-15,5 0 11 16,7 8-4-16,3-4-3 15,-3 1-2-15,-4 2-3 16,-10-11-2-16,-12-6 2 16,-9-1-8-16,-7-6 12 15,-5 0-11-15,-6 0 10 16,6 0-10-16,4 0 5 16,2 0 0-16,6 0 0 0,-5 0 0 15,2 0 0 1,-6 0-10-16,-4 0 2 0,-2 0-1 15,-3 0 3-15,0 0 6 16,0 0-1-16,0 0-1 16,0 0 2-16,-7 0-3 15,-7 7 2-15,0 3 0 16,1 3-3-16,2-4 3 16,7 1 1-16,4-3-2 15,0-1 1-15,0-2-9 16,0-1 8-16,0-3 2 15,0 0-5-15,0 0 5 16,0 0-1-16,0 0 1 16,0 0 0-16,0 0 5 15,0 0-5-15,0 0-4 0,0 0 0 16,0 0-26-16,-8 0-52 16,-6-13-141-16</inkml:trace>
  <inkml:trace contextRef="#ctx0" brushRef="#br0" timeOffset="120750.17">16644 12576 359 0,'0'0'111'16,"0"0"-62"-16,0 0 34 15,0 0-7-15,0 0-43 16,0 0-23-16,0 0-1 16,-13-20 14-16,13 17-7 15,0 0 1-15,0 0 15 16,0 3 19-16,0-4 1 15,0 4-14-15,0 0-12 16,0 0 6-16,0 0-18 16,0 0-14-16,0 0 4 0,0 0 0 15,0 0-4 1,0 0 0-16,0 0-2 0,0 0-1 16,0 0 6-16,0 0-7 15,0 0 5-15,0 0-1 16,0 0 3-16,0 0-1 15,0 0 0-15,0 0-2 16,0 0 7-16,0 0-5 16,0 0 2-16,0 0-2 15,0 0-1-15,0 0 3 16,0 0 5-16,0 0-9 16,0 0 0-16,0 0 2 0,0 0-2 15,0 0 0-15,0 0 0 16,0 0-1-16,0 0 1 15,0 0 0-15,0 0 1 16,0 0 1-16,0 0-2 16,0 0-2-16,0 0 2 15,0 0 0-15,0 0-1 16,0 0 0-16,0 0 2 16,0 0-2-16,0 0 1 15,0 0-1-15,0 0 1 16,0 0-1-16,0 0 1 15,0 0 0-15,0 0 0 16,0 0 1-16,0 0 0 16,0 0 0-16,0 0-1 15,0 0 0-15,0 0 0 0,0 0 2 16,0 0 4-16,0 0-3 16,0 0 3-16,0 0-3 15,0 0-1-15,0 0 0 16,0 0 4-16,0 0 4 15,0 0-3-15,0 0 4 16,0 0-6-16,0 0-5 16,0 0 0-16,0 0-1 15,0 7 1-15,3 16 0 16,12 11 4-16,6 15 12 16,2 7-5-16,6 0-6 15,-1-3 2-15,2-7-7 0,0 0 0 16,-5-9 0-16,-2-7 0 15,-4-8 2-15,-6-8-2 16,1-7 0-16,1-7 4 16,9 0 5-16,4-20 5 15,11-11-12-15,1-4-1 16,-11 1-1-16,-7 5-15 16,-17-4-32-16,-5-1-60 15,-17-5-86-15,-19-3-132 16</inkml:trace>
  <inkml:trace contextRef="#ctx0" brushRef="#br0" timeOffset="120961.25">16478 12246 833 0,'0'0'6'15,"0"0"8"-15,0 0-8 16,0 0 5-16,0 0-10 16,0 0-1-16,-32-16-44 15,41 13-26-15,3-6-20 16,-2 0-176-16</inkml:trace>
  <inkml:trace contextRef="#ctx0" brushRef="#br0" timeOffset="121539.7">16531 13934 788 0,'0'0'30'0,"0"0"8"15,0 0 38-15,0 0-27 16,0 0-49-16,0 0 0 16,-4 33 0-16,11 23 0 15,8 17 29-15,9 2 4 16,7 5-17-16,8-11-1 16,7-9-13-16,-1-18 0 15,-2-9 1-15,-10-13-3 16,-12-10-17-16,-5-10-44 15,-5 0-31-15,-8-22 9 16,-3-16-61-16</inkml:trace>
  <inkml:trace contextRef="#ctx0" brushRef="#br0" timeOffset="121756.54">16376 14275 812 0,'0'0'40'16,"0"0"-28"-16,83-116-8 16,-29 62 27-16,-4 8-21 15,-8 10-2-15,-10 10-8 16,-12 6-11-16,-7 13-16 16,-7 4-9-16,-3 3-40 0,-3 0-57 15,4 10-53 1,-1-3-51-16</inkml:trace>
  <inkml:trace contextRef="#ctx0" brushRef="#br0" timeOffset="121980.05">16949 13960 814 0,'0'0'121'0,"0"0"-115"16,0 0-2-16,104 83 45 15,-49-43-21-15,2 3-18 16,0-1-10-16,-8-6 2 16,-14-5-4-16,-8-11 1 15,-9-7-6-15,-7-11-25 0,-11-2-24 16,0-10 31-16,0-19-4 16,-20-10-150-16</inkml:trace>
  <inkml:trace contextRef="#ctx0" brushRef="#br0" timeOffset="122078.1">17065 13785 724 0,'0'0'10'16,"0"0"-10"-16,0 0-28 15,0 0-111-15,0 0-179 16</inkml:trace>
  <inkml:trace contextRef="#ctx0" brushRef="#br0" timeOffset="122521.34">17365 13785 622 0,'0'0'67'0,"0"0"-24"16,80 64-18-16,-53-33 20 15,-5 3-35-15,-2-7 8 16,-7-4-15-16,-3-7 6 16,-3-2-8-16,-4-8-1 15,-3-6 2-15,0 0 18 16,0 0 42-16,0-11 17 15,-8-14-68-15,2-9-8 16,6-8-3-16,0 3-2 16,3 5-6-16,17 10 6 0,0 12-2 15,6 12-2 1,0 0 4-16,0 12 0 0,-4 13 2 16,-2 3-1-16,-8-8 2 15,-4-6-3-15,-6-12 4 16,-1-2-2-16,1-9 37 15,2-23 26-15,9-11-58 16,7-10-4-16,9 3 0 16,4 11 9-16,-7 14 29 15,3 13-20-15,-4 12-11 16,5 3-7-16,0 20-1 16,-5 13 0-16,1 8 0 15,-3 5-38-15,0-2-42 16,2-12-78-16,-2-18-36 15,-3-17-188-15</inkml:trace>
  <inkml:trace contextRef="#ctx0" brushRef="#br0" timeOffset="122970.81">18131 13671 561 0,'0'0'188'16,"0"0"-173"-16,9-78-15 16,14 46 0-16,4-1 11 15,-10 2-10-15,-8 1 19 16,-9 2-14-16,-6 7-2 15,-24 8 19-15,-9 13-1 16,-3 0-2-16,-3 28-17 16,12 8 34-16,10 6 0 15,20 1-23-15,8-4 6 0,32-6-18 16,18-9 15-16,13-17-15 16,0-7-1-16,4-7-1 15,-5-19 0-15,-7-11 1 16,-11-2 4-16,-20-8 1 15,-16 1 11-15,-13-7 5 16,-17 0-10-16,-23-2-3 16,-7 5-9-16,1 10 0 15,11 10-1-15,14 13 1 16,13 8 7-16,8 9 0 16,8 3-7-16,25 22-9 15,14 9 9-15,11 13 1 0,7 0 4 16,-13-2 6-16,-10-5-1 15,-20-7 16-15,-18 0-1 16,-4 0-1-16,-29 1-3 16,-25 2 2-16,-12-1-13 15,-3-2-10-15,1-5-44 16,10-6-78-16,9-11-112 16</inkml:trace>
  <inkml:trace contextRef="#ctx0" brushRef="#br0" timeOffset="144330.81">6670 6742 237 0,'0'0'2'15,"0"0"-4"-15,0 0-4 16,0 0-21-16,0 0 22 16,100-29 4-16,-73 27-3 15,-12 2-6-15,-15 9-76 16</inkml:trace>
  <inkml:trace contextRef="#ctx0" brushRef="#br0" timeOffset="144419.81">6539 6813 261 0,'-24'0'48'15,"9"0"-40"-15,3 2-8 0,6 3-35 16,2-3-194 0</inkml:trace>
  <inkml:trace contextRef="#ctx0" brushRef="#br0" timeOffset="150143.14">9980 12603 142 0,'-101'109'0'15</inkml:trace>
  <inkml:trace contextRef="#ctx0" brushRef="#br0" timeOffset="153259.91">10687 15473 642 0,'0'0'116'15,"0"0"-55"-15,0 0-20 16,0 0-11-16,0 0 1 16,0 0-13-16,0 0-16 15,0-12 5-15,0 12-7 16,0 0 3-16,0 0 10 16,0 9-11-16,6 13 2 15,7 15 16-15,1 16 22 16,2 13-12-16,-3 11 5 15,1 8-10-15,-8 1-8 16,3-3-10-16,-3-6-3 16,0-10-3-16,-1-13 0 0,1-15-1 15,1-12 0-15,-4-11 0 16,0-6-1-16,-3-6 0 16,0-4-14-16,0 0-21 15,-13 0-45-15,-16-24-72 16,-14-16-552-16</inkml:trace>
  <inkml:trace contextRef="#ctx0" brushRef="#br0" timeOffset="153462.69">10162 15870 804 0,'0'0'42'0,"0"0"-20"0,0 0 15 16,0 0 17-16,0 0-53 15,0 0-1-15,97-57 0 16,-30 24 0-16,-1 1 2 16,-5 5-2-16,-6 4 0 15,-6 9-64-15,-10 8-79 16,-6-3-337-16</inkml:trace>
  <inkml:trace contextRef="#ctx0" brushRef="#br0" timeOffset="153784.51">11431 15783 392 0,'0'0'126'16,"0"0"-44"-16,-52 83-15 15,43-41 15-15,9 8-22 16,0 7-23-16,6-2-17 15,21-5-2-15,7-10-9 16,8-13-8-16,1-15 1 16,-4-12 13-16,-3 0-8 15,-14-15 5-15,-8-12 24 16,-14 1-4-16,0-7 0 0,-27-1-21 16,-6 1-7-1,-6 7-4-15,5 7-1 0,4 2-1 16,6 0-13-16,12 5-61 15,5-5-74-15,7-7-427 16</inkml:trace>
  <inkml:trace contextRef="#ctx0" brushRef="#br0" timeOffset="154063.24">11737 15507 786 0,'0'0'5'16,"0"0"-10"-16,0 0 10 0,0 0-2 15,97 121 65-15,-71-48-21 16,3 6-23-16,-11-2 2 16,6-14-22-16,-5-8-1 15,1-8 0-15,-7-11-3 16,-7-10 0-16,-3-9 0 15,-3-7-2-15,0-8-23 16,-3-2-11-16,-13 0-22 16,-9-15-78-16,-11-8-403 15</inkml:trace>
  <inkml:trace contextRef="#ctx0" brushRef="#br0" timeOffset="154208.22">11652 15920 752 0,'0'0'62'15,"0"0"-60"-15,109-68 28 16,-59 43 20-16,-2-2-34 16,-6 7-12-16,-6 3-4 15,-6 5-42-15,-14-1-121 16</inkml:trace>
  <inkml:trace contextRef="#ctx0" brushRef="#br0" timeOffset="155015.54">10456 15645 565 0,'0'0'98'16,"0"0"-55"-16,0 0 6 15,0 0 32-15,0 0-27 16,0 0-3-16,0 0-7 15,24-20-13-15,-24 20-30 16,0 0 1-16,0 0 4 16,0 0-6-16,0 0-12 15,3 0 12-15,13 3 2 16,11-3-2-16,11 0-3 16,21 0 3-16,11-19 8 15,9-4-6-15,9-7 13 0,3 3 1 16,-3 5-8-16,-6 5 1 15,-15 4-8-15,-19 9 0 16,-18 1-1-16,-17 3-8 16,-10 0 3-16,-3 0 5 15,0 0 1-15,0 0 0 16,0 0-1-16,0 0-1 16,0 0-8-16,6 0-33 15,6 0-37-15,6 5 41 16,0 10-27-16,-7 4-103 15</inkml:trace>
  <inkml:trace contextRef="#ctx0" brushRef="#br0" timeOffset="155943.01">12596 15804 603 0,'0'0'149'16,"0"0"-145"-16,-97-17-3 0,66 13 58 15,4 1-5-15,5 3-28 16,-2 0-15-16,-2 7-11 16,4 16-2-16,3 10 2 15,6 4 0-15,9 16 0 16,4 2 0-16,3-2 0 15,14-7 1-15,11-5-1 16,8-19 0-16,1-12-4 16,-1-10 8-16,-4-8-4 15,-3-16 1-15,-13-17 9 0,-2-1 1 16,-8-8 0 0,-6 0 0-16,0 5-9 15,-6 8-2-15,-5 14-2 0,7 13 2 16,1 3 9-16,3 7 5 15,0 0-14-15,3 4-4 16,18 16 3-16,4-1 1 16,8 3 0-16,3-4 2 15,6-8-1-15,7-7-1 16,-3-3 1-16,-4-6-1 16,-13-8 2-16,-9-5 7 15,-14-2 5-15,-6-5 10 16,0-10-5-16,-20-6-13 15,-3-9-6-15,-3-5 2 16,4 1 0-16,-4 7-4 0,9 12 2 16,5 14 0-1,5 12 13-15,7 8 14 0,0 2-19 16,7 12-8-16,18 17-1 16,5 14 0-16,6 6 1 15,-1 5 2-15,4-4 1 16,0-8-2-16,-3-6-2 15,0-6 3-15,-11-10-7 16,-4-7 4-16,-12 3-51 16,-3-6-60-16,-3-3-52 15,-3-7-373-15</inkml:trace>
  <inkml:trace contextRef="#ctx0" brushRef="#br0" timeOffset="156475.6">13661 15437 746 0,'0'0'29'16,"0"0"-29"-16,-119 7 0 15,74 12 5-15,5 5 39 0,10 2-12 16,15 6 14-16,9 2-18 15,6 5-7-15,0-3 1 16,13-6-4-16,13 1-14 16,6-12-3-16,6-5 5 15,5-7-6-15,2-7-4 16,1 0-33-16,0-10-74 16,-1-11-105-16</inkml:trace>
  <inkml:trace contextRef="#ctx0" brushRef="#br0" timeOffset="156716.41">13858 15562 739 0,'0'0'75'0,"0"0"-72"15,0 0 2-15,-23 100 28 16,34-74-20-16,16-2 0 16,6-7-5-16,-1-10-5 15,1-7 2-15,-7 0 5 16,-13 0 1-16,-13-12 3 15,0-4 14-15,-22-4-22 16,-18 1 20-16,-2 2-4 16,0 2-22-16,6 3 0 15,6-1-8-15,14 4-32 16,13-4-56-16,3 2-104 0</inkml:trace>
  <inkml:trace contextRef="#ctx0" brushRef="#br0" timeOffset="157160.18">14088 15529 602 0,'0'0'34'15,"0"0"44"-15,0 0-12 16,58 79-20-16,-41-58-32 16,2-2-2-16,-3-2-3 15,-7-8-2-15,-3-4-5 16,-1-3-2-16,-5-2 1 15,0 0 5-15,0 0 88 16,0-3-39-16,0-10-49 16,0-7-1-16,7-2-3 0,17-2 3 15,13 7-5-15,-1 4 0 16,-7 10 6-16,-3 3-3 16,-13 0-6-16,4 13 6 15,-11 11-8-15,-3-4 7 16,-3-1-4-16,0-3 4 15,0-9 0-15,0-4-2 16,0-3 7-16,0 0 4 16,0-20-2-16,20-5-9 15,15-3 0-15,1 4 0 16,0 9 0-16,-11 11 2 16,-4 4 15-16,-6 0-12 15,-2 10-5-15,-7 14 2 16,-2-2-4-16,-2 4-5 0,-1 2-50 15,6-9-62-15,2-5-139 16</inkml:trace>
  <inkml:trace contextRef="#ctx0" brushRef="#br0" timeOffset="157430.28">14874 15542 742 0,'0'0'54'15,"15"76"-38"-15,-7-26 22 16,-3 3 31-16,-2 3-14 16,0 0-44-16,2-3-9 15,-2-1-2-15,0-7 0 16,-3-11 0-16,0-10 0 15,0-9-2-15,0-10-16 16,0-5-32-16,0-5-24 16,0-24-126-16</inkml:trace>
  <inkml:trace contextRef="#ctx0" brushRef="#br0" timeOffset="157601.6">14906 15649 747 0,'0'0'48'16,"32"-73"-14"-16,-2 49 18 15,-4 11 10-15,-3 10-30 16,-14 3-27-16,-6 23-1 16,-3 21 1-16,-22 11-4 15,-17 8-1-15,-6-4-6 16,5-9-49-16,10-19-21 16,15-13-82-16</inkml:trace>
  <inkml:trace contextRef="#ctx0" brushRef="#br0" timeOffset="159153.9">15490 15487 524 0,'0'0'305'0,"0"0"-283"16,0 0-10-16,0 0 21 15,0 0 2-15,-81-43-29 16,39 46-6-16,-1 17 0 15,2 7-4-15,8 5 4 16,11 1 5-16,11-2 7 16,11-1-3-16,0-5-7 15,27-2-2-15,9-13-1 16,3-7 1-16,3-3-2 16,-1 0 2-16,-8-12 0 0,-10-5 3 15,-9-3-2-15,-14-7 5 16,0 1-2-16,-11-1-4 15,-8 1-1-15,-3 7-3 16,2 9 3-16,13 3 1 16,1 7 11-16,6 0-9 15,3 12-2-15,19 9 0 16,8 9 2-16,6 3 9 16,0-7 2-16,-2-1-6 15,-4-4-4-15,-10-5-3 16,-7-3-2-16,-7-2-14 15,-6-5-89-15,0-6-143 0</inkml:trace>
  <inkml:trace contextRef="#ctx0" brushRef="#br0" timeOffset="159423.97">15630 15512 840 0,'0'0'131'16,"0"0"-131"-16,0 0 8 15,101 1 16-15,-59 19 17 16,-6 0-28-16,-17 6-11 16,-2 3-2-16,-14-5 0 15,-3-7-4-15,0-4 4 0,0-7 0 16,-12-6 10-16,-3 0 18 16,6 0 13-1,-4-16-19-15,10-4-11 0,0-3-3 16,3 2-8-16,0-1-15 15,10-1-51-15,6 6-76 16,4 3-47-16,-2 4-189 16</inkml:trace>
  <inkml:trace contextRef="#ctx0" brushRef="#br0" timeOffset="159567.6">15933 15509 724 0,'0'0'95'15,"0"0"-28"-15,0 0 36 16,22 74-31-16,-15-52-37 15,1-2-15-15,-3 0-15 16,-2-3-5-16,0-5-7 0,-3-5-65 16,10-4-115-16,-3-3-254 15</inkml:trace>
  <inkml:trace contextRef="#ctx0" brushRef="#br0" timeOffset="159678.71">16033 15411 753 0,'0'0'9'15,"0"0"-9"-15,0 0-6 16,0 0 3-16,0 0-9 16,0 0-129-16</inkml:trace>
  <inkml:trace contextRef="#ctx0" brushRef="#br0" timeOffset="160132.4">16188 15529 715 0,'0'0'96'15,"0"0"-57"-15,0 0 22 16,47 74 6-16,-12-48-35 16,1 3-24-16,-4-3-8 15,-6-5-4-15,-10-2 2 16,-12-5 0-16,-4-4-7 16,0-4-9-16,-14-6 10 15,-7 0 8-15,-2 0 4 16,6-10-1-16,1-9 0 15,8-2-3-15,3-5 0 16,5-7-2-16,0-4-4 0,10-2 0 16,9 3 2-16,-5 10 3 15,-2 6 1-15,-5 10 5 16,-4 10 7-16,1 0-1 16,2 0-11-16,3 17-2 15,0 8 2-15,6 6 20 16,-6-2-8-16,4 0 2 15,-4-5-7-15,1-7 0 16,1-7-5-16,-8-1-1 16,0-9-2-16,-3 0 0 15,0 0-13-15,0 0-19 0,0-10-45 16,0-11-44 0,0-1 39-16,0-3-13 0,-3 1-78 15,0-3 49 1,-1 1-100-16</inkml:trace>
  <inkml:trace contextRef="#ctx0" brushRef="#br0" timeOffset="160242.31">16422 15470 392 0,'0'0'233'0,"0"0"-137"15,0 0-70-15,0 0-16 16,0 0-10-16,0 0-4 16,-5 5-37-16,5 3-64 15,0-4-228-15</inkml:trace>
  <inkml:trace contextRef="#ctx0" brushRef="#br0" timeOffset="160607.29">16513 15477 436 0,'0'0'214'16,"0"0"-164"-16,0 0-20 15,0 0 28-15,0 0 9 16,-77 96-3-16,69-61-11 0,8-1-29 16,0-8-12-1,15-7-7-15,7-8 3 0,4-8-3 16,-7-3 8-16,-2 0-10 15,-7-10 12-15,-7-10 17 16,-3 1-5-16,-3-1-14 16,-23-3-4-16,-3 5-9 15,-1 6-8-15,3 2-9 16,12 3-35-16,11 4-22 16,4-4-111-16,7-3-321 15</inkml:trace>
  <inkml:trace contextRef="#ctx0" brushRef="#br0" timeOffset="160926.44">16704 15475 800 0,'0'0'79'16,"0"0"-72"-16,0 0 60 16,91 54-25-16,-73-27-10 15,-6 3-32-15,-11-1 0 16,-1-4 0-16,0-11-6 15,0-3-3-15,-10-11 9 16,-8 0 38-16,1-13-18 16,6-11-10-16,8-9 0 15,3-3 14-15,28 6-24 16,16 10 0-16,4 8 3 16,0 9 9-16,-11 3-9 0,-8 10 14 15,-9 12-14-15,-4 8 0 16,-10 0-1-16,-2 2-2 15,-4-2-7-15,0-7-52 16,0-3-66-16,3-13-99 16</inkml:trace>
  <inkml:trace contextRef="#ctx0" brushRef="#br0" timeOffset="161375.54">17268 15233 781 0,'0'0'0'0,"0"0"-13"16,0 0 13-16,-76 75 16 15,67-6 33-15,0 17 66 16,-6 13-22-16,3 4-61 16,-1-13-15-16,10-8-6 15,3-16 2-15,0-14-12 16,13-12-1-16,6-10 0 16,14-17-3-16,12-13-18 15,8-4-62-15,5-24-113 16</inkml:trace>
  <inkml:trace contextRef="#ctx0" brushRef="#br0" timeOffset="161935.68">17693 15347 846 0,'0'0'63'0,"0"0"-52"16,0 0-9-16,0 0 26 15,0 0 12-15,-73 116-6 16,62-50 22-16,4 4-23 16,1 2-10-16,6-8-11 15,0-9 4-15,6-8-7 16,16-14-7-16,4-7-1 15,8-14 1-15,-7-7-4 16,3-5-8-16,-10-5-82 16,-6-17-114-16,-14-14-350 15</inkml:trace>
  <inkml:trace contextRef="#ctx0" brushRef="#br0" timeOffset="162102.57">17344 15595 872 0,'0'0'123'16,"0"0"-110"-16,0 0-7 16,118-16-4-16,-59 3 25 15,-1 6-25-15,-10 0-2 16,-17 0-14-16,-13 4-118 16,-7 0-66-16</inkml:trace>
  <inkml:trace contextRef="#ctx0" brushRef="#br0" timeOffset="162447.46">18479 15483 991 0,'0'0'62'15,"0"0"-62"-15,0 0 0 16,0 0 26-16,-94 73 7 16,27-26-29-16,-6-2-3 15,2 2 3-15,15-8-4 0,17-8 0 16,23-3 7 0,16-8-5-16,9 0 7 0,34-6 0 15,19-4 17-15,15-8-1 16,8-2-15-16,-3 0-6 15,-20 0-5-15,-18-2 2 16,-19-3-2-16,-17 3-15 16,-4-1-29-16,-4-4-64 15,0-3-212-15</inkml:trace>
  <inkml:trace contextRef="#ctx0" brushRef="#br0" timeOffset="163037.6">19235 15529 703 0,'0'0'214'0,"0"0"-214"16,0 0-24-16,0 0 23 15,0 0 1-15,-94-10 9 16,78 33 6-16,-7 6 7 16,4 8 17-16,-1 3 4 15,8-4 11-15,8-4-21 16,4 0-17-16,6-7-13 16,17-8-1-16,3-7-1 15,6-6 1-15,1-4-2 16,-5 0 3-16,-4-20-2 15,-8-3 14-15,-4-7-15 0,-4-3 13 16,-8-6-9 0,0 9-4-16,0 13 2 0,0 8-2 15,0 9 7-15,0 0 3 16,0 9-10-16,11 16-9 16,9 6 9-16,5 2 11 15,2-3-8-15,-2-7-3 16,1-7 0-16,-10-2-2 15,0-4-4-15,-4 0-58 16,-8-10-184-16</inkml:trace>
  <inkml:trace contextRef="#ctx0" brushRef="#br0" timeOffset="163427.29">19691 15377 928 0,'0'0'0'16,"0"0"-4"-16,0 0 4 16,-94-26-3-16,83 26 2 15,-1 6 1-15,-2 14 0 16,5 1 15-16,3 5 3 15,2 0 7-15,4 4 7 16,0 2-10-16,0 8 7 0,4 1-2 16,14 6-12-16,8 1 0 15,0 5 6-15,3-4 0 16,1 1-4-16,-2-7 2 16,-1-1-3-16,-5-5 1 15,-5-11-15-15,-6-8-1 16,-6-7-1-16,-2-3-8 15,-3-6-21-15,0-2-17 16,0 0-52-16,0-2-65 16,0-21-124-16</inkml:trace>
  <inkml:trace contextRef="#ctx0" brushRef="#br0" timeOffset="163757.66">19984 15543 394 0,'0'0'487'15,"0"0"-471"-15,0 0-15 16,0 0-1-16,0 0 8 16,0 0 3-16,15 7 1 15,8 9 15-15,2 6 4 16,-2 2-17-16,0 9 15 15,-11 1 22-15,-2 3-6 16,-7 2-14-16,-3-1-4 16,0-4 9-16,0 0-20 0,-10-4 4 15,-4-2-15-15,-4-9-3 16,-1-8 7-16,-3-8 0 16,-1-3-9-16,1-3-1 15,-2-18-46-15,2-8-87 16,-2-8-160-16</inkml:trace>
  <inkml:trace contextRef="#ctx0" brushRef="#br0" timeOffset="163916.49">19888 15420 829 0,'0'0'110'0,"0"0"-110"0,0 0-18 15,0 0 10-15,0 0-44 16,0 0-82-16</inkml:trace>
  <inkml:trace contextRef="#ctx0" brushRef="#br0" timeOffset="164275.29">20129 15394 806 0,'0'0'132'16,"83"-11"-86"-16,-23 2 28 0,-7-2 22 16,-6 2-48-1,-14 2-30-15,-11 4-18 0,-12 0 0 16,-5 3 0-16,-5 0 0 16,0 0-6-16,0 0 1 15,0 0-7-15,0 16-4 16,9 10 13-16,-3 15 1 15,0-1 2-15,4 8 0 16,0-4 0-16,-2 3 0 16,0-2 12-16,-8-2-7 15,3-3 15-15,-3-3-14 16,4-5-4-16,-1-2-1 0,-2-10-1 16,-1-7 6-16,0 1-6 15,-8-11-26-15,-21 0 7 16,-8-3-22-16,-8 0-112 15,0-9-105-15</inkml:trace>
  <inkml:trace contextRef="#ctx0" brushRef="#br0" timeOffset="164935.41">20419 15140 708 0,'0'0'25'47,"0"0"-24"-47,0 0 10 0,0 0 2 0,0 0-4 0,0 0 0 0,48-3 48 16,-24 3-18-16,3 9-23 0,9 11 4 15,11 10 22 1,11 7 3-16,13 12-5 0,-1 10-3 16,-4 0 2-16,-14 8-22 15,-17-1 1-15,-12-1 7 16,-14 2 1-16,-9-5 8 16,-5-6-12-16,-23-2-16 15,-6-3-2-15,-11-3-3 16,2-5-1-16,1-3-19 15,4-5-22-15,8-8-6 16,7-4-49-16,10-9-41 16,3-12-51-16,10-2-195 15</inkml:trace>
  <inkml:trace contextRef="#ctx0" brushRef="#br0" timeOffset="166098.43">21462 15598 556 0,'0'0'160'0,"0"0"-130"16,0 0 1-16,0 0 1 15,0 0 2-15,0 0 4 16,16 14 2-16,7-11 0 16,5-3-16-16,4 0-6 15,-6 0-16-15,-6 3-2 0,-10-3-25 16,-8 0-95 0,-2 0-96-16</inkml:trace>
  <inkml:trace contextRef="#ctx0" brushRef="#br0" timeOffset="166263.87">21443 15783 794 0,'0'0'146'16,"0"0"-133"-16,0 0 8 16,0 0 25-16,107-13-42 15,-77 6-4-15,-7 2-12 16,-7-5-130-16,-10 0-409 15</inkml:trace>
  <inkml:trace contextRef="#ctx0" brushRef="#br0" timeOffset="174516.47">6573 11289 233 0,'0'0'28'16,"-106"0"-27"-16,75 0 5 15,19 0 12-15,12-4-17 16,6-9-2-16,30-4-41 15</inkml:trace>
  <inkml:trace contextRef="#ctx0" brushRef="#br0" timeOffset="208777.7">22360 15106 560 0,'0'0'86'15,"0"0"-79"-15,0 0-5 0,0 0 16 16,0 0 18-16,0 0-14 16,0 0-5-16,0 0-17 15,6 0 2-15,-6 0-2 16,0 0 0-16,0 0-40 16,0 0-33-16,0 0 25 15,0 0 15-15,0 0-4 16,1 0 18-16,8 0 19 15,0 0 28-15,-1 0 20 16,-2 0-21-16,-3 0-3 16,-2-6-16-16,2 1 0 15,-3 3-5-15,0 2 6 16,2 0 3-16,-2 0-9 0,4 0-3 16,1-3-36-16,5 3-15 15,1-3-23-15,-4 3 57 16,2 0 17-16,-3 0 23 15,-2-1 43-15,-1 1 20 16,-1 0-4-16,-1-3-26 16,1 3 2-16,-2 0-21 15,0 0 2-15,1 0-9 16,-1-3-4-16,0 3 4 16,0 0 4-16,0 0-11 15,0 0 8-15,0 0-9 16,-9 0 5-16,-14 0-25 0,-18 0-2 15,-15 6 0 1,-15 11 2-16,-2 5-2 0,5 6 0 16,11-2-1-16,14-1 3 15,14-3-3-15,12-3 1 16,11-2-1-16,6 0 0 16,0-1 0-16,20 1 1 15,16-2 0-15,13 2 0 16,7-7-9-16,2-1 9 15,-1-1 0-15,-14-2 3 16,-14 0 3-16,-10-1-5 16,-13 1-1-16,-6 0 0 15,0 5 3-15,-17 5-3 0,-17 10 11 16,-19 4-1 0,-5-1-9-16,0 2-1 0,10 2-1 15,11-4 0-15,19 0 0 16,17-1 0-16,1-2 1 15,22 1-2-15,26-7 2 16,18-1 0-16,9-12 2 16,11-7 0-16,2 0 3 15,0-6 2-15,-9-8-2 16,-15-2 11-16,-19 6 6 16,-17 2-13-16,-15 5-9 15,-10 3 0-15,-3 0 0 0,-1 0-14 16,-26 0-68-1,-7 12-98-15,-2 7-83 0</inkml:trace>
  <inkml:trace contextRef="#ctx0" brushRef="#br0" timeOffset="210593.47">23180 15192 377 0,'0'0'93'0,"0"0"-14"15,0 0 13-15,0 0 9 16,0 0-55-16,0 0-20 16,-22-33-11-16,17 28-2 15,2 1-7-15,-4 0 6 16,4 1-9-16,0 0 6 15,3 3 3-15,0 0 7 16,0 0-7-16,0 0-7 16,0 0 3-16,0 0 1 15,0 0-7-15,-1 3-2 16,-2 20 0-16,-5 18 22 0,2 3 46 16,0 7-43-1,6-2-3-15,0-6-11 16,4-7 4-16,13-5-10 0,5-9 8 15,2-5-7-15,-3-5-6 16,-1-5 0-16,-7-4-5 16,-1-3 5-16,-3 0-10 15,2 0-11-15,2-13-17 16,2-16-32-16,-2-10-119 16</inkml:trace>
  <inkml:trace contextRef="#ctx0" brushRef="#br0" timeOffset="210779.66">23084 14773 888 0,'0'0'19'15,"0"0"-19"-15,0 0-11 16,0 0-24-16,0 0 11 15,0 0-38-15,0 0-211 16</inkml:trace>
  <inkml:trace contextRef="#ctx0" brushRef="#br0" timeOffset="212015.04">22121 16283 509 0,'0'0'155'16,"0"0"-79"-16,0 0-39 16,0 0 5-16,0 0-16 15,0 0-6-15,0-50 9 16,0 47-11-16,0-1-8 16,0 1-7-16,0 3 20 15,0-3 18-15,-1 3-17 16,-2 0-16-16,-6 0-4 15,1 20 3-15,-2 13-2 16,-2 9 9-16,5 9 19 16,4 2-12-16,3-11-5 15,0-10-16-15,6-5 6 16,7-7-6-16,2-9 1 0,4-3-1 16,1-8 0-16,5 0-10 15,3-19-39-15,-2-21-98 16,-9-15-352-16</inkml:trace>
  <inkml:trace contextRef="#ctx0" brushRef="#br0" timeOffset="212156.34">22068 16005 639 0,'0'0'64'15,"0"0"-64"-15,0 0-258 16</inkml:trace>
  <inkml:trace contextRef="#ctx0" brushRef="#br0" timeOffset="212521.34">22390 16293 875 0,'0'0'119'15,"0"0"-105"-15,98-43-14 0,-43 22 0 16,1 1 33 0,-7 10-22-16,-13 7-10 0,-14 3-1 15,-14 10-41-15,-8 13-31 16,-7 7 51-16,-18 1 21 15,-3 1 1-15,3-7 8 16,8-6 25-16,9-10-5 16,5-6-5-16,3 1-22 15,0-4 0-15,9 0 8 16,10 0 8-16,3 0 13 16,-1 0-14-16,-9 0-17 15,-1 0-10-15,-5-7-18 16,3 4-53-16,5-8-54 15,1-1-171-15</inkml:trace>
  <inkml:trace contextRef="#ctx0" brushRef="#br0" timeOffset="212824.81">23052 16017 458 0,'0'0'223'0,"0"0"-124"15,0 0-20-15,0 0-10 16,0 0-20-16,0 0-29 0,25-22 5 16,-5 52 19-16,6 3 20 15,1 7-36-15,-2-5-16 16,-3 2-7-16,-5-6 1 15,-1-3-5-15,-6-3-2 16,-7-9-2-16,-3 4-24 16,-7 0-49-16,-21-5-130 15,-5-11-261-15</inkml:trace>
  <inkml:trace contextRef="#ctx0" brushRef="#br0" timeOffset="214008.6">21804 14693 496 0,'0'0'13'0,"0"0"-10"0,0 0 12 15,0 0 41-15,0 0 12 16,0 0-31-16,-9-29-26 16,9 29-11-1,7 0 5-15,-1 0 12 0,0 0 6 16,0 0-4-16,0 10-14 16,1 17 23-16,5 9 18 15,-1 13-11-15,2 8-21 16,7 8 10-16,-6-6-15 15,1-9-9-15,-2-16 3 16,-6-17-3-16,-3-9 1 16,-4-8-1-16,0 0 4 15,0-6 39-15,-7-20 16 16,-13-14-59-16,1-14-1 16,2-10-10-16,6 0 4 0,11 8-7 15,0 17-4-15,8 16 17 16,14 10 1-16,11 13 0 15,5 0 2-15,7 10-2 16,4 12 2-16,-3 2 9 16,-1 6-2-16,-9-2-3 15,-9-4-5-15,-11-7 0 16,-6-8-1-16,-10-2 0 16,0-3-1-16,0 2 1 15,-19 4-24-15,-5-6-30 16,-4-4-136-16</inkml:trace>
  <inkml:trace contextRef="#ctx0" brushRef="#br0" timeOffset="214305.31">22253 14812 556 0,'0'0'117'0,"0"0"-97"16,0 0-14-16,0 0-6 15,0 0 20-15,83-49 21 16,-50 36 4-16,3-4 7 0,4 4-21 16,2-3 14-16,-5 0 9 15,-9 4-15-15,-13 7-28 16,-7 4-11-16,-5 1 0 15,-3 0-10-15,0 0-3 16,-3 0-79-16,-15 12-61 16,-4-3-104-16</inkml:trace>
  <inkml:trace contextRef="#ctx0" brushRef="#br0" timeOffset="214584.66">22610 14459 796 0,'0'0'90'0,"0"0"-78"0,0 0 17 15,0 0 54-15,0 0-72 16,0 0-6-16,42 16-5 16,-18 35 16-16,3 10 14 15,0 6-13-15,-4-3-7 16,-1-6 13-16,-5-9-23 15,-4-12 7-15,-3-13-7 16,-6-9-2-16,-2-11 2 16,-2-1 0-16,0-3-1 15,0 3-16-15,-5 4-60 0,-16-3-158 16</inkml:trace>
  <inkml:trace contextRef="#ctx0" brushRef="#br0" timeOffset="-213876.02">23795 15374 673 0,'0'0'53'15,"0"0"-53"-15,0 0 3 16,0 0 30-16,0 0-9 16,0 0-6-16,0 0-8 15,0 0-4-15,0 0 14 16,0 0 13-16,0 0 2 15,3 0 9-15,6 0-28 16,6 0-7-16,6-11-9 0,6 5 0 16,-5 0 0-16,-1 2 0 15,-9 4-2-15,-2 0-15 16,-1 0-51-16,-5 4-14 16,-4 6-4-16,0 3-54 15,-7 0-98-15</inkml:trace>
  <inkml:trace contextRef="#ctx0" brushRef="#br0" timeOffset="-213711.93">23801 15523 680 0,'0'0'101'0,"0"0"-74"16,0 0 25-16,0 0 25 0,0 0-16 16,89-16-30-16,-48 6-19 15,-3 0-12-15,-5 6-2 16,-9 1-25-16,-3 3-68 15,-8 0-72-15,-8 0-185 16</inkml:trace>
  <inkml:trace contextRef="#ctx0" brushRef="#br0" timeOffset="-213158.2">24444 15076 723 0,'0'0'74'16,"0"0"-74"-16,0 0-13 16,0 0 13-16,27 106 5 15,-14-52 43-15,0 5-11 16,4 3-3-16,-2-8-26 15,1-12 18-15,-2-5-14 16,-7-15-4-16,-2-5-4 0,-5-7-3 16,0 1-1-16,0-5-10 15,-11 0-65-15,-3-6-28 16,7 0-242-16</inkml:trace>
  <inkml:trace contextRef="#ctx0" brushRef="#br0" timeOffset="-212901.35">24919 15358 793 0,'0'0'125'0,"0"0"-101"15,114-21-16-15,-59 9 49 16,3-1-19-16,-4 3-23 16,-7 6-15-16,-6-3 0 15,-10 7 0-15,-10 0-71 16,-15-3-71-16,-6-5-183 16</inkml:trace>
  <inkml:trace contextRef="#ctx0" brushRef="#br0" timeOffset="-212691.36">25070 15193 750 0,'0'0'87'16,"0"0"-86"-16,0 0 25 16,63 89 30-16,-43-53-18 15,-1 0 5-15,-2 1-28 16,-1-4-7-16,-6-4-8 15,-1-5-3-15,-2-4 2 16,2-4-30-16,5-6-55 16,-1-10-117-16</inkml:trace>
  <inkml:trace contextRef="#ctx0" brushRef="#br0" timeOffset="-212101.23">25992 15255 704 0,'0'0'35'0,"0"0"-33"15,0 0 4-15,0 0 12 0,0 0-11 16,0 0-7 0,-89 0 3-16,75 0-2 0,-1 0 8 15,3-7 22-15,2-5 5 16,1-5-15-16,4-3-12 16,5 0-2-16,0 3 2 15,0 5-5-15,15 2 1 16,8 4-5-16,5 5 0 15,5 1 0-15,5 0 0 16,0 20 1-16,-5 3 6 16,-5 10 2-16,-13 6 18 15,-11 1 9-15,-4 1-15 16,-13-4-7-16,-17-3-4 0,-3-10 2 16,-4-4-1-16,-5-11 3 15,4-1-9-15,3-8 1 16,11 0-5-16,14 0 5 15,10 0 3-15,1-7-9 16,28 3-7-16,10-2-12 16,10 6 18-16,0 0 0 15,0 6-1-15,-3 7 0 16,-8-3 2-16,-7 1 3 16,-7-1-2-16,-8-2 6 15,-3 2-7-15,-3-3-42 16,-4 3-58-16,-2-6-86 0,1-4-556 15</inkml:trace>
  <inkml:trace contextRef="#ctx0" brushRef="#br0" timeOffset="-211837.72">26611 15315 906 0,'0'0'124'0,"0"0"-88"0,0 0-36 16,88-20 2 0,-34 4 21-16,-1 2-1 0,-5 4-15 15,-9 3-7-15,-9 0 0 16,-10-1-32-16,-12-4-39 15,-8-2-30-15,-21-6-166 16</inkml:trace>
  <inkml:trace contextRef="#ctx0" brushRef="#br0" timeOffset="-211642.31">26660 15123 666 0,'0'0'89'0,"70"76"-26"16,-37-30 24-1,-5 0-18-15,-2-5-21 0,-4-2-5 16,-3-3-17 0,-3-9-17-16,-6 0-4 0,-3-8-5 15,-2-2 0-15,-2-5 0 16,0 1-29-16,-2-2-66 16,1-11-115-16</inkml:trace>
  <inkml:trace contextRef="#ctx0" brushRef="#br0" timeOffset="-210959.19">27492 15298 916 0,'0'0'11'0,"0"0"-11"16,0 0-53-1,83-43 43-15,-67 39 8 0,-9-2-150 16</inkml:trace>
  <inkml:trace contextRef="#ctx0" brushRef="#br0" timeOffset="-210810.31">27673 15279 439 0,'0'0'362'0,"0"0"-313"15,0 0-48-15,97-17 4 16,-72 10-1-16,-2 0-8 16,-1 4-12-16,0-4-91 15</inkml:trace>
  <inkml:trace contextRef="#ctx0" brushRef="#br0" timeOffset="-210627.3">28030 15236 765 0,'0'0'109'16,"0"0"-86"-16,96-37-1 16,-49 25 51-16,5 1-40 15,0 5-31-15,-6-1-2 16,-2 6-3-16,-4 1-59 16,-7-3-54-16,-8 1-16 15,-10-9-193-15</inkml:trace>
  <inkml:trace contextRef="#ctx0" brushRef="#br0" timeOffset="-210418.42">28198 15051 755 0,'0'0'88'0,"0"0"-88"15,0 0 18-15,0 0 21 16,97 93 8-16,-73-55-17 15,-1 1-18-15,-6-2-10 16,-1-7 4-16,-4 0-6 16,-2-11-7-16,0 1 3 15,0-3-60-15,5-13-120 16</inkml:trace>
  <inkml:trace contextRef="#ctx0" brushRef="#br0" timeOffset="-209888.78">28797 15025 894 0,'0'0'113'16,"0"0"-113"-16,0 0-2 0,0 0-21 15,0 0 23-15,0 0 4 16,78 78 0-16,-54-48-3 16,-3-4-1-16,-6-2 7 15,-3-6-7-15,-6-7-7 16,-3-4 7-16,-3-5-4 15,0-2 4-15,0 0 23 16,-8 0 8-16,-10-9-22 16,-1-7 2-16,2-7 7 15,6-4 0-15,9-2 24 0,2-2-42 16,15 2-1 0,19 6-5-16,12 6 1 0,5 17-6 15,1 0 7-15,-2 14-8 16,-10 16 9-16,-4 2 3 15,-8-1 1-15,-6-1 10 16,-5-2-1-16,-7-3-2 16,-5-11-5-16,-5-6-1 15,0-1-2-15,0-5-2 16,-13 1-22-16,-4-3-39 16,1 0-121-16,8-5-352 15</inkml:trace>
  <inkml:trace contextRef="#ctx0" brushRef="#br0" timeOffset="-209696.28">29472 15123 850 0,'0'0'196'0,"0"0"-180"15,85 0-11-15,-40 0 65 16,-6 0-25-16,-13-3-36 15,-11 0-9-15,-10 2-16 16,-4-6-70-16,-1-2-138 16</inkml:trace>
  <inkml:trace contextRef="#ctx0" brushRef="#br0" timeOffset="-209487.22">29906 14862 893 0,'0'0'89'0,"0"0"-80"16,60 80 68-16,-29-40-2 15,2-4-46-15,-3 7-19 16,-7-4-5-16,-3-2-2 16,-8-2-3-16,-8 0-3 15,-4-6-63-15,-12-7-149 16,-13-8-217-16</inkml:trace>
  <inkml:trace contextRef="#ctx0" brushRef="#br0" timeOffset="-208015.63">24818 16699 868 0,'0'0'103'0,"0"0"-103"16,0 0-15-16,0 0 15 15,114-56 19-15,-31 20 3 16,6 5 1-16,-8 9-18 16,-20 8-5-16,-22 11 0 15,-20 3-3-15,-14 0-77 0,-5 12-9 16,-23 12 47-16,-16 1 37 16,-7 6 0-16,0-2-1 15,6-2 6-15,13-10 11 16,14-7 37-16,13-6-22 15,0-1-18-15,17-1-4 16,19 0 4-16,12-2 35 16,10 0-19-16,-1-11-13 15,-7-2-11-15,-14 6 0 16,-10 2-36-16,-13 0-59 16,-7-2-56-16,-2-3-461 15</inkml:trace>
  <inkml:trace contextRef="#ctx0" brushRef="#br0" timeOffset="-199885.28">25870 16263 625 0,'0'0'53'16,"0"0"-53"-16,0 0 32 15,0 0-2-15,0 0-25 16,0 0-4-16,0 0-1 16,0 0 4-16,0 0 2 15,0 0 23-15,0 0 30 16,0 0-21-16,0 0 1 15,0 0 6-15,0 0-8 16,0 0-2-16,0 0-11 16,0 0-14-16,0 0 8 15,0 0-17-15,0 0 1 0,0 0-2 16,0 0 1-16,0 0-2 16,0 0-1-16,0 6 0 15,1 5-2-15,14 11 3 16,2 8 1-16,0 3 4 15,1 1 2-15,2-2-4 16,-1-2-2-16,-4-4 0 16,-2-5 5-16,-7-9-4 15,-1-5-1-15,-4-4 0 16,-1-3 0-16,0 1 0 16,0-1 7-16,0 0-3 15,0 0 1-15,0 0 15 16,0 0 0-16,0 0-1 15,-1-7-9-15,-11-6-7 16,-3-11 2-16,6-5-5 0,4-10-9 16,5-5-13-16,6 1 3 15,17 6 10-15,5 8 6 16,3 9-5-16,2 7 6 16,2 9-1-16,-1 4 3 15,-1 4 0-15,-3 22 0 16,-5 5 0-16,-7 6 13 15,0 5-4-15,-6-7-5 16,-4-6-2-16,-3-9-1 16,-2-6-2-16,-3-7-1 0,2-4 2 15,-2-3 3 1,0 0-3-16,0 0-14 0,0 0-68 16,0-10-117-16,0-19-583 15</inkml:trace>
  <inkml:trace contextRef="#ctx0" brushRef="#br0" timeOffset="-199674.75">26596 16273 911 0,'0'0'118'15,"0"0"-115"-15,0 0-3 0,0 0 27 16,103-14 36-1,-64 4-50-15,-4 4-6 16,-8 3-7-16,-13 3-3 0,-7 0-57 16,-7 0-69-16,0-7 0 15,0 0-8-15</inkml:trace>
  <inkml:trace contextRef="#ctx0" brushRef="#br0" timeOffset="-199448.83">26882 16031 623 0,'0'0'186'16,"0"0"-125"-16,0 0-34 15,0 0 57-15,0 0-10 0,108 53-22 16,-72-30-6-16,-3 4-18 16,-5 1-27-16,-6-3-1 15,-4-6 0-15,-6-2 0 16,-3 0-2-16,-2-8-15 15,-2 1-37-15,-5 0-38 16,0-3-75-16,-3-7-90 16</inkml:trace>
  <inkml:trace contextRef="#ctx0" brushRef="#br0" timeOffset="-199095.4">25992 16015 509 0,'0'0'16'0,"-115"19"0"16,58 15-16-16,4 9 0 15,4 8 62-15,11 13 61 16,16 8-58-16,17 5 12 16,7 3-36-16,28-5 21 0,9-10-25 15,7-11-23 1,4-8 2-16,3-10-1 0,6-9-8 16,7-14-1-16,5-10-1 15,7-3-5-15,4-12-27 16,-2-17-42-16,0-5-43 15,-4-9-82-15</inkml:trace>
  <inkml:trace contextRef="#ctx0" brushRef="#br0" timeOffset="-198699.46">27117 15896 753 0,'0'0'26'0,"0"0"-25"15,0 0 4-15,0 0 6 16,0 0 11-16,0 0-10 15,-2-76-11-15,44 76-1 16,12 0 25-16,15 0 28 16,12 17 7-16,7 8 1 15,-1 9 7-15,-11 8-23 0,-15 6-15 16,-15 3-14-16,-17 3-7 16,-13 0-1-16,-16-3-3 15,0-4-5-15,-7-4 0 16,-13-7-3-16,-5-3-10 15,-5-3-15-15,-5-7-48 16,4-10-96-16,7-13-186 16</inkml:trace>
  <inkml:trace contextRef="#ctx0" brushRef="#br0" timeOffset="-198076.12">28316 15684 385 0,'0'0'348'0,"0"0"-327"15,0 0-19-15,0 0 26 16,0 0 31-16,-91-19-46 15,68 25-13-15,-2 11 0 0,4 10 6 16,2 6 2-16,3 6 14 16,8 4 16-16,6 8-14 15,2 6 6-15,8 0-2 16,19 2-18-16,9-9 6 16,10-9-6-16,3-9 13 15,2-8 4-15,-2-5-26 16,-7-6 1-16,-3-6-2 15,-4-4-2-15,-4 0-44 16,-2-3-82-16,-10 0-59 16</inkml:trace>
  <inkml:trace contextRef="#ctx0" brushRef="#br0" timeOffset="-195895.67">28140 15833 406 0,'0'0'53'16,"0"0"-50"-16,0 0-2 0,0 0 60 15,0 0 8 1,0 0-27-16,12-6-3 0,-12 3-4 16,0 3 5-16,0 0-14 15,0 0 28-15,0 0-10 16,0 0-16-16,0 0 1 15,0 0-20-15,0 0 0 16,0 0-7-16,0 0 5 16,0 0 4-16,0 0 4 15,0 0 6-15,0 0-9 16,0 0 6-16,0 0-14 16,0 0 2-16,0 0-3 0,0 0-2 15,0 0-1 1,0 0 0-16,0 0 3 0,0 0-3 15,0 0 0-15,0 0 0 16,0 0 0-16,0 0-4 16,0 0 4-16,0 0-1 15,0 0 1-15,0 0 1 16,0 0 0-16,0 0 1 16,0 0-1-16,0 0 1 15,0 0 0-15,0 0-2 16,0 0 0-16,0 0 1 15,0 0 0-15,0 0 0 16,0 0-1-16,0 0-1 16,0 0 1-16,0 0 0 15,0 0 0-15,4 6 0 0,5 7 2 16,0 3 5-16,6 6 0 16,0 13 4-16,1 1 3 15,-1 7 0-15,0-1 9 16,-3-4-9-16,-1-6-13 15,-3-2 6-15,0-10 1 16,-4-5-8-16,1-5 0 16,0-2 4-16,-2-4-4 15,1-2-2-15,-3-2 2 16,-1 0 3-16,0 0-3 16,0 0 1-16,0 3-3 15,0-1 5-15,0 3-3 16,0-2 1-16,0 1-1 15,0-1-2-15,0-3 2 0,0 0 3 16,0 0-2-16,0 0 1 16,0 0-2-16,0 0 0 15,0 0 3-15,0 0-3 16,0 0 3-16,0 0-3 16,0 4-2-16,0-4 2 15,0 0-1-15,0 0-1 16,0 0 2-16,0 0 0 15,0 0 2-15,0 0-1 16,0 0 12-16,0 0 1 16,0 0 0-16,0 0-2 0,0 0 0 15,0 0 1 1,0 0 10-16,-5-16 8 0,-3-9-25 16,0-6-3-16,1-10-6 15,2-5 7-15,5 0-4 16,0 0 0-16,6 0-3 15,16 9-8-15,13 3 4 16,8 12-12-16,13 5 13 16,9 1-1-16,6 9 0 15,0 4 4-15,-9 3-10 16,-8 13 8-16,-15 17-5 16,-14 9 5-16,-10 12-5 0,-10 7 10 15,-5-5 10 1,0 0-3-16,0-14-2 0,0-8 8 15,0-4-13-15,15-7 1 16,4-5-1-16,10-8 5 16,6-1-1-16,4-6-8 15,-2 0-9-15,-2 0-32 16,-8 0-39-16,-8-3-152 16,-10-7-569-16</inkml:trace>
  <inkml:trace contextRef="#ctx0" brushRef="#br0" timeOffset="-195174.57">26147 17310 461 0,'0'0'111'0,"0"0"-107"0,0 0 10 16,0 0 91-16,0 0-28 15,0 0 5-15,71-20 7 16,-27-4-4-16,19-15-29 15,29-14-7-15,29-20 0 16,27-6-16-16,24-7 17 16,16-1-10-16,15 6-30 15,3 5-9-15,-6 11-1 16,-15 14 3-16,-20 12 1 16,-29 14-4-16,-30 13 2 0,-30 6-5 15,-30 3-3 1,-23 3-4-16,-14 0-14 0,-9-4 7 15,0 4 7-15,0 0 0 16,-15 0-16-16,-12 4-43 16,-15 13-53-16,-14 5-68 15,-13 4-46-15</inkml:trace>
  <inkml:trace contextRef="#ctx0" brushRef="#br0" timeOffset="-194503.94">27421 16963 764 0,'0'0'82'15,"0"0"-73"-15,0 0 1 16,0 0 50-16,0 0-17 15,0 0-41-15,76-27 0 16,-76 27 6-16,0 0 2 16,0 0-10-16,0 0-3 15,0 0 3-15,0 5-5 16,0 7 5-16,-15 2-1 16,-6 5 1-16,-9-3-1 15,-7-2-2-15,1-1-3 0,3-8 12 16,5-3 1-16,4-2 12 15,8 0-4-15,5 0 6 16,6 0-9-16,5-12 5 16,4-6-9-16,27-5-8 15,17-7-7-15,18 4 4 16,2 8 3-16,-2 12 0 16,-14 6 14-16,-12 0-6 15,-13 26-6-15,-18 12 4 16,-9 17 4-16,-12 7 15 15,-27 5-18-15,-4-6-2 16,-1-15-3-16,2-5 1 16,3-10 1-16,4-9-4 0,0-8 0 15,8-3-7 1,3-6 7-16,9-5 1 0,9 0 1 16,6 0-1-16,0 0 12 15,30-5-10-15,16-3-3 16,17 1 0-16,13 7 3 15,9 0 12-15,1 1-6 16,-1 15 12-16,-10-1-10 16,-11-1-10-16,-10 1-1 15,-9-5-3-15,-2-2 1 16,-6 0-7-16,-7-2-27 16,-9 1-58-16,-15 0-87 0,-6-7-137 15</inkml:trace>
  <inkml:trace contextRef="#ctx0" brushRef="#br0" timeOffset="-193945.12">29821 16345 801 0,'0'0'101'15,"0"0"-91"-15,0 0-10 0,0 0-4 16,0 0 3-16,0 0 2 15,-36 107 38-15,8-25 42 16,-22 11-5-16,-21 11-23 16,-17 2-16-16,-7 1 3 15,2-9-35-15,17-9 3 16,15-13-3-16,10-14-5 16,14-12 1-16,7-7-3 15,11-11 2-15,8-7-49 16,9-8 10-16,2-4-33 15,2-13-34-15,26 0-6 16,14-26 43-16,12-15-76 16,7-18-435-16</inkml:trace>
  <inkml:trace contextRef="#ctx0" brushRef="#br0" timeOffset="-193650.3">30276 16293 865 0,'0'0'54'15,"-63"98"-10"-15,26-27 21 16,1 7 43-16,-9 11-47 16,-6 11 8-16,-13 8-38 0,-10 8-12 15,1-7-13 1,5-9-6-16,10-16 0 0,15-17 0 15,10-18-4-15,13-15 4 16,8-11-1-16,7-10-24 16,4-12-30-16,1 0-16 15,0-1-39-15,0-6 2 16,12-18-30-16,8-6-404 16</inkml:trace>
  <inkml:trace contextRef="#ctx0" brushRef="#br0" timeOffset="-156952.37">18430 9458 599 0,'0'0'0'16,"0"0"22"-16,0 0-11 15,-91-36-11-15,64 36-14 16,2 4-8-16,-4 1-7 15,7 6 25-15,-5-1-19 0,8-6-29 16,8-4-72-16</inkml:trace>
</inkml:ink>
</file>

<file path=ppt/ink/ink2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2047" units="deg"/>
          <inkml:channel name="T" type="integer" max="2.14748E9" units="dev"/>
        </inkml:traceFormat>
        <inkml:channelProperties>
          <inkml:channelProperty channel="X" name="resolution" value="1516.99072" units="1/cm"/>
          <inkml:channelProperty channel="Y" name="resolution" value="2427.1853" units="1/cm"/>
          <inkml:channelProperty channel="F" name="resolution" value="5.68611" units="1/deg"/>
          <inkml:channelProperty channel="T" name="resolution" value="1" units="1/dev"/>
        </inkml:channelProperties>
      </inkml:inkSource>
      <inkml:timestamp xml:id="ts0" timeString="2021-01-30T09:32:54.961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7835 4924 192 0,'0'0'82'16,"0"0"-43"-16,0 0 1 16,0 0-18-16,0 0-15 15,0 0 1-15,0 0-7 16,0 0 6-16,0 0 3 15,0 0 4-15,-5 0-3 16,2 0 6-16,-3 0 19 16,1-2-21-16,0 0 32 15,-2 0-39-15,2-2-5 16,-3-3 0-16,3 1 11 16,0-2-9-16,2 0 8 15,1-2 10-15,2 0-11 0,0 1-2 16,0-2-10-1,0 2 4-15,0 0-4 0,7 2 0 16,6-3 3-16,2 2-3 16,4 1-8-16,4 0 7 15,-2 1-1-15,3 1 2 16,-1 5 2-16,-2 0-2 16,-6 0-5-16,0 0 1 15,-4 0 4-15,-1 1-4 16,-3 2 2-16,-3 1-3 15,-2 2 5-15,-2 1-8 16,0 5-4-16,0 5 10 16,0 4 2-16,0 4 0 0,-2 2 6 15,-2 1-3-15,-1 0-3 16,-2 1 9-16,2 6-8 16,-3 4-1-16,-5 9 1 15,-7 12 4-15,-4 13 24 16,-6 3-5-16,-3 0-8 15,3-7-4-15,1-11 3 16,9-9-14-16,4-11 8 16,6-12-9-16,8-10-2 15,2-7 2-15,0-2 1 16,0-6 4-16,0 0-3 16,0 0-2-16,0 2 1 15,0-3 0-15,12 4-1 16,6-2 2-16,5-2-1 0,6 2-1 15,-1-2 0-15,5 0-1 16,-6 0-1-16,-6 0 2 16,-3-4-1-16,-8 0-3 15,-5 0-2-15,-2-2 6 16,-3-1 1-16,0-1-1 16,0 1 1-16,-8 4-3 15,-4 3 2-15,-6 0-2 16,-3 2-4-16,1 11 2 15,-6 3 0-15,9 1 4 16,-1 0-1-16,4 3 2 0,7-1-2 16,4 0 1-1,3 1 0-15,0-2 0 0,5 6 1 16,9 1-1-16,3 1 1 16,-1 5 2-16,4 1-2 15,-7 4 3-15,0-2-1 16,-4 4-1-16,-6-4-1 15,-1-3 1-15,-2-3-1 16,0-5 0-16,0-1 3 16,0-5-4-16,-5 0 0 15,-1-3 1-15,3 3 0 16,-2-1 0-16,-3-2 2 16,0 0-3-16,-2 0 4 15,-3-3 1-15,3-3 0 0,-3-1-3 16,1-3-2-1,3-3 0-15,4-1-6 0,0 0-9 16,-2 0-101-16,-6-12-361 16</inkml:trace>
  <inkml:trace contextRef="#ctx0" brushRef="#br0" timeOffset="6555.14">8977 5578 285 0,'0'0'35'0,"0"0"-13"16,0 0 95-16,0 0-71 16,0 0-11-16,0 0-29 15,0 0 10-15,2-56 16 16,-2 50-1-16,0 3-29 16,0-2 19-16,0 5 13 15,0-4-24-15,0 2 1 16,0-3-3-16,0 2-5 15,-2 1-3-15,-7-3 0 0,-2 4-7 16,-5 1 7-16,-7 0-1 16,-3 1 1-16,-5 12-3 15,-2 3 3-15,0 3 0 16,2 4 4-16,0 5-3 16,3 3 15-16,5 1-16 15,13-2 7-15,10-3-7 16,3-4 7-16,22-1-4 15,8-2 3-15,3-2 2 16,7-1-5-16,-4-2 2 0,-5-1-4 16,-1-1-1-16,-3-1-4 15,-1-4-26-15,-2-2-25 16,5-6-17-16,6 0-75 16,1-7-91-16</inkml:trace>
  <inkml:trace contextRef="#ctx0" brushRef="#br0" timeOffset="6870.79">9481 5637 229 0,'0'0'41'16,"0"0"71"-16,0 0-45 16,0 0-46-16,0 0-16 15,0 0-1-15,0 33 10 16,-3-11 11-16,3 0-7 0,0-5-12 15,11-3 10 1,7-3-16-16,5-5 16 0,-4-6 6 16,3 0-2-16,-9 0 9 15,-3-8-16-15,-7-4-1 16,-3-5-2-16,-6 3 14 16,-11-2-21-16,-8 2 1 15,-2 3-4-15,-3 5 0 16,-1 4 0-16,-2 2-1 15,4 4-24-15,1 11-51 16,8-1-52-16,10-6-30 16</inkml:trace>
  <inkml:trace contextRef="#ctx0" brushRef="#br0" timeOffset="7424.35">9671 5600 300 0,'0'0'160'16,"0"0"-135"-16,0 0-16 15,0 0-9-15,0 0 4 16,84 15 17-16,-68 7 6 16,-1 3-17-16,-4 1 0 15,-6 0-3-15,-3-7-6 0,-2 2 0 16,0-7 7-1,0-8-6-15,0-1 7 0,0-4-6 16,0-1 14-16,0 0 81 16,0-9-41-16,3-13-43 15,10-7-14-15,15-3 0 16,5-2-2-16,0 4 1 16,0 6 1-16,-7 10-2 15,-6 10 2-15,-4 4-7 16,-4 3-15-16,-3 12 5 15,-4 5 10-15,-3 1 0 16,-2-1 4-16,0-5 2 16,0-5 1-16,0-4-2 15,0-6 4-15,0 0 2 0,0 0 33 16,0-13-27-16,0-4 13 16,8-2-22-16,12-2 1 15,4 5-2-15,-2 6 0 16,0 8 1-16,0 2-1 15,-2 0 1-15,-4 14-2 16,2 2-3-16,-1 3 4 16,-3 3 0-16,-3-1-1 15,1 1-10-15,-5-1-26 16,-2-1-39-16,-2-4-117 16,-3-6 43-16</inkml:trace>
  <inkml:trace contextRef="#ctx0" brushRef="#br0" timeOffset="7836.96">10309 5665 318 0,'0'0'25'0,"0"0"23"15,0 0-30-15,0 0-18 16,0 0 10-16,82 0 33 16,-59 25 13-16,-6 5-30 15,4 3 12-15,-5 3-19 16,-6 0 3-16,-5 3-10 15,0-5 1-15,-5-1-3 16,0-6-5-16,0-9-5 16,0-6 0-16,0-4 1 0,0-6 2 15,0-2-3-15,-7 0 15 16,1-8 2-16,1-11-14 16,0-5 5-16,3-3-1 15,2-9-7-15,0-4 0 16,0-6-1-1,7-1 1-15,11 2-2 0,2 3 0 16,6 6 2-16,-2 14-4 16,-2 8 0-16,-8 14 2 15,-6 0-4-15,-2 16-16 16,-6 12 15-16,-3 6-10 16,-17 2 17-16,-8 0-5 15,-1-4 2-15,2-5-40 16,4-6-32-16,4-11-96 0</inkml:trace>
  <inkml:trace contextRef="#ctx0" brushRef="#br0" timeOffset="8305.5">10712 5261 406 0,'0'0'1'0,"0"0"11"16,-1 94 2-16,1-42 69 15,0 4-41-15,6-3-13 16,16-6-20-16,3-7 9 15,2-15-10-15,6-10 2 16,0-11 13-16,0-4 3 16,-8-4-7-16,-4-11-8 15,-7-2-3-15,-5-2 2 16,-4 2-10-16,-5 3 0 16,0 6 4-16,0 8 21 15,0 0-2-15,0 0-23 16,3 15-5-16,-1 6 4 15,7 4 1-15,-4 0-3 16,2 1 2-16,3-4-2 0,-2-1-1 16,-3-4-10-16,3-1-17 15,-2-3-28-15,3-4-24 16,-4-4-27-16,0-5 7 16,1 0-195-16</inkml:trace>
  <inkml:trace contextRef="#ctx0" brushRef="#br0" timeOffset="8864.34">11092 5622 295 0,'0'0'20'16,"0"0"98"-16,49-86-45 0,-26 63-21 15,2 9-30-15,-1 7-7 16,-1 7-9-16,-5 0-4 16,-1 16-1-16,-14 9 2 15,-3 10 17-15,-3 0-11 16,-17 3 14-16,2-5 2 15,4-9-15-15,6-8-7 16,5-7 0-16,3-9 0 16,0 0 11-16,0-3 32 15,13-19 15-15,17-10-52 16,4-10-9-16,4-4-2 16,-8 1-11-16,1-1-7 15,-4 6 5-15,-5 4-21 0,-6 11 29 16,-4 12 5-1,-4 7 2-15,-1 6 0 0,4 7-2 16,0 14 0-16,0 5 2 16,0 7 12-16,0-3-3 15,4-4-2-15,3-6 0 16,2-8 0-16,3-5 0 16,5-7 2-16,-3 0 1 15,-3-6-3-15,-2-10 4 16,-8-5-5-16,2-1-3 15,-5-5-3-15,0 3 4 16,-4 5-4-16,0 5 0 16,-5 6 0-16,3 8-2 15,5 0 1-15,4 14-12 0,4 8 9 16,1 4 4-16,-1 2 6 16,0-2-5-16,1-1 1 15,-1-7 1-15,-2-6-1 16,-1-3-2-16,0-6 0 15,2-3-46-15,-7-6-61 16,-3-16-304-16</inkml:trace>
  <inkml:trace contextRef="#ctx0" brushRef="#br0" timeOffset="8987.29">11915 5263 573 0,'0'0'34'0,"0"0"-3"16,0 0-18-16,-24-61-13 0,20 61-2 15,4 0-105 1,0 0-286-16</inkml:trace>
  <inkml:trace contextRef="#ctx0" brushRef="#br0" timeOffset="9270.66">11981 5099 544 0,'0'0'73'0,"0"0"-72"16,0 0-1-16,0 0 0 0,44 84 26 16,-25-41 31-16,3 0-37 15,-2 1-3-15,-4-4 5 16,-5-7-14-16,0-5-4 15,-5-4-1-15,-4-5-3 16,1-2-4-16,-3-3-35 16,0 0-16-16,-9-6-67 15,-10-7-71-15</inkml:trace>
  <inkml:trace contextRef="#ctx0" brushRef="#br0" timeOffset="9413.2">11885 5453 472 0,'0'0'72'0,"0"0"-3"15,0 0 3-15,30-71-55 16,13 54-17-16,11 1 0 16,-3 6 0-16,-7 2-3 15,-9 5-64-15,-4-3-89 16,-7-1-144-16</inkml:trace>
  <inkml:trace contextRef="#ctx0" brushRef="#br0" timeOffset="9824.29">12238 5268 489 0,'0'0'122'0,"0"0"-89"16,0 0-33-16,0 0-7 16,0 0 7-16,0 0 1 15,99 42 49-15,-50-36-15 0,5-3-13 16,-5-3-17-16,-14 0 1 16,-11-4-4-16,-13-12 3 15,-5-2 1-15,-6-6 9 16,0-1-10-16,-3 3 2 15,-11 5-5-15,4 6 1 16,1 6 7-16,4 5 1 16,5 0 1-16,0 5-12 15,5 20-8-15,12 11 8 16,12 11 1-16,4 3 1 16,6 5 5-16,-8 4-6 15,-10 0 0-15,-12-4 1 16,-9-9 5-16,0-11-3 0,-17-10-4 15,-14-9 0 1,-6-8 0-16,-3-7 3 0,3-1 8 16,10-2 16-16,9-11-4 15,13-1-13-15,5-4 16 16,3-1-23-16,25 0-3 16,7-1-15-16,11-1-25 15,3-5-82-15,2-5-362 16</inkml:trace>
  <inkml:trace contextRef="#ctx0" brushRef="#br0" timeOffset="10266.34">13250 5057 594 0,'0'0'44'15,"0"0"32"-15,0 0-57 16,0 0 5-16,-52-69 4 15,52 59-5-15,0-1-15 0,17 0-5 16,10-2-3-16,5 4-3 16,-1 3-1-16,-7 4 3 15,-2 2-1-15,-5 13-6 16,0 12 2-16,-9 13 6 16,-5 8 7-16,-3 6 3 15,0 3 7-15,0 0 0 16,0-6-12-16,0-9 1 15,9-7-4-15,1 0 0 16,-2-6-2-16,-3 0-9 16,-5-1-41-16,0-3-116 15,0-6-99-15</inkml:trace>
  <inkml:trace contextRef="#ctx0" brushRef="#br0" timeOffset="10404.5">13400 5633 276 0,'0'0'89'0,"0"0"57"15,0 0 27-15,0 0-29 16,0 0-70-16,0 0-39 16,13 0-30-16,-3 0-5 15,6 0-31-15,-2 0-89 16</inkml:trace>
  <inkml:trace contextRef="#ctx0" brushRef="#br0" timeOffset="22242.9">8943 6830 257 0,'0'0'28'16,"0"0"17"-16,0 0-37 16,0 0-2-16,0 0-5 0,0 0 0 15,0 0 4 1,-2-9-5-16,2 8 1 0,0-1-1 15,0 1-1-15,0 1-1 16,0 0 4-16,0 0-1 16,0 0-1-16,0 0 0 15,0 0 7-15,0 0 0 16,0-4 11-16,0 3-10 16,0-4-3-16,0 1 6 15,2 0 43-15,1-1-20 16,-1 2 5-16,-2-1 1 15,0 2-15-15,0-1 17 16,0 1-7-16,0 2-4 0,0-1-15 16,0-1 5-16,0 0-5 15,4-3 7-15,-4 5-12 16,0-5-2-16,2 5 4 16,-2-5-5-16,0 5 3 15,0-3-8-15,0 3 1 16,0 0-4-16,0 8 0 15,3 12 0-15,-1 13 3 16,-2 9 3-16,0 3 4 16,0 6 3-16,3-4-7 15,3-9 1-15,0-2-6 16,-1-9-1-16,1-5 0 16,-4-8 0-16,1-4 0 15,-1-1 7-15,-2-6-7 0,0 0-3 16,0-1-1-16,0-2-24 15,3 0-36-15,-3 0-99 16,2-12-201-16</inkml:trace>
  <inkml:trace contextRef="#ctx0" brushRef="#br0" timeOffset="22535.9">9253 6715 581 0,'0'0'13'0,"0"0"-11"16,0 103 58-16,0-59-20 16,0 3-2-16,6-6 12 15,7-6-47-15,-1-6-2 16,1-5 8-16,-3-5-4 15,-3-3-4-15,1-3 0 16,-3-4-1-16,0 0 0 16,1-5-6-16,-6 4-15 15,0-2-69-15,0-6-58 16,-11 0-184-16</inkml:trace>
  <inkml:trace contextRef="#ctx0" brushRef="#br0" timeOffset="22717.35">9041 7046 688 0,'0'0'38'0,"0"0"3"16,0 0-37-16,0 0-3 16,92-53 5-16,-51 42-6 15,-8 6 0-15,-3 5-17 16,-3 0-88-16,-7 0-135 15</inkml:trace>
  <inkml:trace contextRef="#ctx0" brushRef="#br0" timeOffset="23044.42">9635 6938 563 0,'0'0'27'16,"0"0"1"-16,0 0-28 16,0 0 0-16,0 0-1 15,-6 61-3-15,6-35 2 16,16-7 1-16,7-3 1 0,3-4 0 16,2-10 18-1,-2-2-3-15,-9 0 12 0,-6 0-9 16,-10-8 8-16,-1-7 29 15,-1-4-35-15,-17-2-17 16,-3 2 1-16,0 2-4 16,-1 2 1-16,6 8-1 15,6 2 0-15,3 4-6 16,7 1-40-16,0 0-171 16</inkml:trace>
  <inkml:trace contextRef="#ctx0" brushRef="#br0" timeOffset="23518.25">9919 6897 685 0,'0'0'39'15,"0"0"-39"-15,0 0-2 16,41 63 2-16,-15-40 26 15,3-3 6-15,9-6-3 16,1-6-12-16,0-5-10 16,-7-1 0-16,-12-2 0 15,-10 0-6-15,-7 0 2 16,-3-13 9-16,0-2-3 16,-10-10-7-16,-7 5-2 0,3-1 0 15,1 7 0-15,2 3 3 16,7 5-3-16,4 6 0 15,0 0-7-15,3 6 0 16,16 9 7-16,7 1 3 16,7-1-3-16,5-3-3 15,2-4 1-15,-2-8 2 16,-5 0 1-16,-10 0-1 16,-12 0 0-16,-9 0 1 15,-2-12 14-15,-7-6 0 16,-13-3-14-16,-7-3 2 15,2 5-1-15,-3-2-2 16,7 5 0-16,6 6-9 16,10 0-10-16,5-1-39 15,2-1-201-15</inkml:trace>
  <inkml:trace contextRef="#ctx0" brushRef="#br0" timeOffset="24100.87">10750 6718 525 0,'0'0'154'0,"0"0"-154"0,0 0-9 16,0 0 9-16,43 61 5 15,-31-35-2-15,-4 3 9 16,0-3-12-16,-3-2 5 16,-4-8-5-16,1-9 0 15,-1-3-2-15,-1-4 2 16,0 0 6-16,0 0 48 16,0 0 20-16,-1-10-54 15,-4-5-17-15,-1-2-1 16,6-1 0-16,0 1 3 15,3-2-5-15,14 3 0 0,2 4 0 16,4 5-2 0,0 6 2-16,0 1 0 0,-3 0-5 15,1 9 5-15,-8 2-4 16,-7-2 0-16,-1-4 2 16,-2 0-4-1,-3-5 1-15,0 0 5 0,0 0 15 16,0-15-1-16,6-3-12 15,7-4 5-15,4-2-5 16,7 4 6-16,4 6-6 16,-3 6 5-16,-1 8-6 15,1 0 0-15,-7 8 0 16,2 11-2-16,-6 3 2 16,-4 2-2-16,3 3-3 0,-3-5-1 15,3-3-25 1,9-9-48-16,0-6-75 0,3-4-144 15</inkml:trace>
  <inkml:trace contextRef="#ctx0" brushRef="#br0" timeOffset="24460.23">11590 6645 516 0,'0'0'66'16,"0"0"-20"-16,0 0-36 15,0 0-10-15,0 0 0 16,-86 92 20-16,70-59-19 16,12-4 9-16,4-7-10 15,0-5 8-15,18-9 17 16,0-3 20-16,3-5-6 0,-4 0-21 16,0-7 5-16,-2-8-19 15,-10-2 13-15,-5-2-17 16,0 1 3-16,0-1-1 15,0 6-2-15,0 2 4 16,-3 9-1-16,3 2 23 16,0 0-20-16,3 0-6 15,10 2-2-15,9 9 1 16,0 3 0-16,2-1 1 16,-1 2-2-16,-2-1 0 15,-1-1-14-15,-4-4-41 0,2-3-58 16,-6-6-187-16</inkml:trace>
  <inkml:trace contextRef="#ctx0" brushRef="#br0" timeOffset="24792.23">11853 6657 538 0,'0'0'37'15,"0"0"-37"-15,0 0-1 16,0 0 1-16,0 0 2 15,0 0 8-15,77 64-6 16,-72-49 8-16,-3-8-1 16,-2-2-10-16,0-5 8 0,-2 0 49 15,-10 0 0-15,1-8-28 16,3-5 2-16,8-5 3 16,0-2-12-16,8-1-14 15,15 4-6-15,0 4 6 16,3 4 3-16,-3 9-8 15,-2 0-4-15,-5 11 1 16,1 5-2-16,-7 5 2 16,-2 2-1-16,-1-2 0 15,-2-2-11-15,0-2-25 16,3-9-100-16,0-8-441 16</inkml:trace>
  <inkml:trace contextRef="#ctx0" brushRef="#br0" timeOffset="25253.26">12207 6596 549 0,'0'0'128'0,"0"0"-128"16,0 0 0-16,0 0 12 16,79 30 32-16,-46-18-8 15,-1-7-5-15,-3-5-1 16,-8 0-24-16,-8 0 0 15,-7-3 4-15,-1-8-2 16,-5-5 2-16,0-1-9 16,0 1 1-16,-11 1 5 15,0 3-5-15,0 7-2 16,6 0 1-16,3 5 4 0,2 0-2 16,0 0-3-16,11 16-7 15,10 10 6-15,7 6 1 16,2 13 13-16,1 4-9 15,-3 3 7-15,-10 0-2 16,-8-5-9-16,-10-8 1 16,0-7 2-16,-10-8-2 15,-18-6 1-15,-7-7 4 16,-7-8-1-16,3-3-1 16,11-3 5-16,13-8-6 15,13-5 16-15,2-3 2 0,21-2-21 16,12-1 4-16,5 2-4 15,-2 3-7-15,0 3-28 16,-9-2-35-16,0-3-104 16</inkml:trace>
  <inkml:trace contextRef="#ctx0" brushRef="#br0" timeOffset="25700.77">13180 6152 532 0,'0'0'67'0,"0"0"-66"16,0 0 5-16,0 94 82 0,0-40-7 15,5-1-30-15,8-4-21 16,4 0-5-16,5-10-12 16,5-7 5-16,4-6 12 15,-3-9-12-15,0-6-9 16,-7-2-6-16,-5-3-3 16,-11-2-10-16,-5-1-46 15,-5-3-61-15,-27 0-259 16</inkml:trace>
  <inkml:trace contextRef="#ctx0" brushRef="#br0" timeOffset="25857.87">13113 6445 709 0,'0'0'59'0,"0"0"-24"16,0 0-5-16,0 0-12 15,69-68-14-15,-44 60-4 16,2 3-1-16,-4 1-32 15,-1 0-124-15,1-4-294 16</inkml:trace>
  <inkml:trace contextRef="#ctx0" brushRef="#br0" timeOffset="26067.22">13456 6321 714 0,'0'0'126'0,"0"0"-126"0,0 0 7 16,0 0-6-16,0 0 51 15,72 59-30-15,-49-39-20 16,0-3-1-16,-7-1 1 16,-2-4 1-16,-6 1-3 15,-5-6 0-15,-3-1-17 16,0-4 1-16,-8-2-6 16,-14 0-2-16,0-5-55 15,0-15-234-15</inkml:trace>
  <inkml:trace contextRef="#ctx0" brushRef="#br0" timeOffset="26554.67">13621 6296 475 0,'0'0'20'15,"0"0"64"-15,0 0 24 16,46 68-61-16,-29-52 0 16,-1-1-34-16,-5-8-9 15,-3-1 1-15,-2-3 0 16,-6-3-3-16,0 0 27 16,0 0 42-16,0-10-35 0,0-7-30 15,5-3-6-15,5-2 0 16,6 0 0-16,7-1 0 15,5 6-4-15,-3 7 1 16,-1 6 0-16,-5 4 0 16,-3 0-3-16,-4 9 1 15,-4 4 2-15,-2-4 2 16,-4-3-10-16,-2-4 10 16,0-2-1-16,0 0 2 15,0 0 9-15,4 0-3 16,6-10 1-16,7-5 4 15,4 5-9-15,2 1 2 16,-5 9 4-16,-1 0 1 16,2 0-8-16,-5 11-1 0,3 4 0 15,-4 3 0-15,-6 3-5 16,2 1-21-16,-3-6-64 16,2-5-71-16</inkml:trace>
  <inkml:trace contextRef="#ctx0" brushRef="#br0" timeOffset="27056.45">14199 6313 559 0,'0'0'118'0,"0"0"-37"16,0 0-41-16,0 0-8 16,0 0-2-16,55-63 1 15,-53 46-25-15,-2 2-1 0,0 2 2 16,-5-2-1-16,-3 8 1 15,-5 7-4-15,-2 0-3 16,1 7 0-16,4 15-3 16,1 3-1-16,6 1 4 15,3-2 0-15,10-6-2 16,8-1 2-16,1-6 0 16,5-5 1-16,-1-6 2 15,-4 0 8-15,1 0-6 16,-7-14 13-16,-2-7 6 0,-2-3-17 15,-2-6-7 1,-7-3 2-16,0-1-3 0,0 3 1 16,0 5-11-16,0 9 5 15,-5 7 6-15,5 8 0 16,0 2-2-16,0 3-11 16,8 18 5-16,11 10 8 15,6 3 0-15,3 3 2 16,0-3 9-16,-4-8 0 15,-6-4-1-15,-9-5-6 16,-6-1-4-16,-3-3 1 16,0 0-1-16,-14-1 0 15,0-2 8-15,1 1-6 16,-1-3-4-16,3 2-5 16,-3-2-42-16,0-6-82 0</inkml:trace>
  <inkml:trace contextRef="#ctx0" brushRef="#br0" timeOffset="28444.32">14965 6033 657 0,'0'0'96'0,"0"0"-51"15,0 0-6-15,0 0-5 16,0 0-17-16,0 0-17 16,0 0 0-16,-14 27 0 15,14-1 0-15,9-2 0 16,11-3 0-16,2-4 1 16,5-5 0-16,-1-6 0 15,-5-1 1-15,-4-5 1 16,-6 0 1-16,-6-2-4 0,-3-9 10 15,-2-7-7-15,0-3-3 16,0 5 0-16,0 1 0 16,0 6 0-1,-1 4 2-15,0 5 0 0,1 0-2 16,0 5-2-16,6 9-3 16,13 9 5-16,7-2-1 15,7-3 1-15,6-4 0 16,2-9 11-16,-5-5-7 15,-8 0-1-15,-12 0-1 16,-7-16 5-16,-9-6 10 16,0-7-7-16,-20-4-6 15,-1 1 0-15,-1-1-2 0,6 7-2 16,3 5 1 0,5 5-1-16,6 7-20 0,-1 1-71 15,3 0-306-15</inkml:trace>
  <inkml:trace contextRef="#ctx0" brushRef="#br0" timeOffset="29001.23">15373 5753 843 0,'0'0'20'0,"0"0"-1"15,0 0-19-15,0 0-8 16,0 0 5-16,30 104 3 16,-20-48 4-16,1 5 2 15,-3-5-1-15,4-7-5 16,-5-11-3-16,2-8 3 16,-4-8 6-16,-2-9-5 15,0-5-1-15,-3-8-4 16,3 0 4-16,-3 0 10 15,3-16 6-15,5-6-16 16,8-8-1-16,9-2-1 16,3 2-9-16,-2 9 9 15,-3 7-4-15,-2 9-1 16,-1 5 5-16,-5 0 2 16,5 10 0-16,4 9 0 0,4-1 8 15,2 1 0-15,4-6-7 16,-1-3 3-16,-4-6 3 15,-7-4-5-15,-8 0 2 16,-6-3 2-16,-8-10 8 16,0-7-7-16,0 1-6 15,0-4-1-15,-5 9 0 16,4 4 2-16,-1 3 4 16,2 7 20-16,0 0-26 15,6 4-3-15,10 9 1 16,3 3 2-16,4-2 0 0,-2 3 0 15,2-3 0-15,1-5-39 16,-3-7-67-16,-1-2-300 16</inkml:trace>
  <inkml:trace contextRef="#ctx0" brushRef="#br0" timeOffset="29122.21">15931 5837 637 0,'0'0'0'0,"0"0"0"16,0 0-15-16,0 0-220 16</inkml:trace>
  <inkml:trace contextRef="#ctx0" brushRef="#br0" timeOffset="29525.23">15977 5622 805 0,'0'0'23'16,"0"0"13"-16,0 0-36 15,0 0-4-15,0 0 4 16,56 101 32-16,-28-44-11 16,-4 2-5-16,4 0-6 15,2-12-7-15,4-7-3 0,-3-13 4 16,0-4 6-1,-1-7-5-15,-5-7-5 0,-11-9 3 16,-4 0-1-16,-7 0 1 16,-1-14 9-16,-2-11-12 15,0-4-8-15,0-1-1 16,-7 3-1-16,-1 8 2 16,5 9 8-16,-3 6 2 15,6 4-1-15,0 6-1 16,0 14-11-16,9 6 9 15,8 5 4-15,4-4-1 16,4-2 1-16,1-5 2 16,2-6 2-16,0-3-6 0,-6-5-51 15,0-6-147 1</inkml:trace>
  <inkml:trace contextRef="#ctx0" brushRef="#br0" timeOffset="29850.16">16881 5474 686 0,'0'0'3'0,"0"0"-3"16,0 0 0-16,0 0 44 15,79 111 27-15,-58-51-39 16,-3 1-12-16,-8-2 3 16,-2-7-18-16,0-9-5 15,1-8 2-15,5-9-4 16,-1-5-9-16,9-10-82 15,0-11-263-15</inkml:trace>
  <inkml:trace contextRef="#ctx0" brushRef="#br0" timeOffset="30102.68">17220 5848 488 0,'0'0'5'15,"0"0"46"-15,-22 73 12 16,22-53-29-16,17-3 15 16,8-7 37-16,2-7-40 15,-6-3-14-15,-3 0-5 16,-10-5-2-16,-5-9 8 16,-3-9-15-16,0 1-11 15,-6-1-7-15,-7 1-3 0,6 5-1 16,3 4-37-16,4 3-78 15,0-1-289-15</inkml:trace>
  <inkml:trace contextRef="#ctx0" brushRef="#br0" timeOffset="30350.64">17428 5848 462 0,'0'0'11'15,"0"0"57"-15,0 0-32 16,-16 69 35-16,38-58 26 16,3-6-39-16,3-5-8 15,-3 0-10-15,-6-8-4 16,-6-8-7-16,-10-5 0 0,-3-3-6 16,-15-1-20-1,-5 7-3-15,-4 3-5 0,3 4 5 16,1 6-29-16,7 5-45 15,5 0-112-15</inkml:trace>
  <inkml:trace contextRef="#ctx0" brushRef="#br0" timeOffset="30762.44">17662 5739 779 0,'0'0'0'0,"0"0"0"16,36 76 2-16,-19-34 30 15,-1 3-17-15,1 0 1 16,-7 0-10-16,0-8-2 16,-1-11-4-16,-6-9 0 15,-3-7 0-15,0-6 0 16,0-4 3-16,0 0 18 15,0 0 28-15,-11-12-20 16,-3-5-28-16,3-8 0 16,-1-9 10-16,6-5 2 15,4-7-10-15,2-5-3 0,2 1 1 16,20 6-6-16,7 7 4 16,3 12-1-16,1 11-1 15,-7 10-3-15,-6 4 5 16,-7 7-7-16,-13 15 2 15,0 10 0-15,-26 6 4 16,-15 2-12-16,-5-5-36 16,-4-7-22-16,-2-12-106 15</inkml:trace>
  <inkml:trace contextRef="#ctx0" brushRef="#br0" timeOffset="31733.36">18479 5645 336 0,'0'0'465'0,"0"0"-400"0,0 0-14 16,0 0 3-1,0 0-19-15,0 0-24 0,21-23-11 16,1 23 2-16,2 9 3 16,1 3 1-16,1 5-2 15,-8 1 3-15,-1 2-7 16,-3-1 1-16,-3 3 0 16,-1-7-1-16,-1-3 0 15,-6-6 0-15,2-3 0 16,-1-2-22-16,-2-1-35 15,3-1-41-15,-2-21-38 16</inkml:trace>
  <inkml:trace contextRef="#ctx0" brushRef="#br0" timeOffset="31834.43">18555 5445 577 0,'0'0'0'16,"0"0"-110"-16</inkml:trace>
  <inkml:trace contextRef="#ctx0" brushRef="#br0" timeOffset="32128.73">18938 5508 805 0,'0'0'41'15,"0"0"-33"1,0 0 18-16,0 0-6 0,0 0-15 16,0 0-5-16,-3 43 0 15,43-17 13-15,10-3 14 16,-6-6-4-16,-9-1-17 16,-16-6-5-16,-16 0-1 15,-9-1 2-15,-29-1-2 16,-17 1 0-16,-2-4 4 15,8-5-4-15,13 0-3 16,14 0-11-16,12 0-67 16,7-3-273-16</inkml:trace>
  <inkml:trace contextRef="#ctx0" brushRef="#br0" timeOffset="32944.15">19903 5522 741 0,'0'0'4'0,"0"0"-3"16,0 0 44-16,-86-61-2 15,60 55-26-15,0 6-14 16,-1 0 2-16,6 9-5 16,6 12 0-16,6 4-3 15,7 4 1-15,2 0 2 16,6-6 0-16,12-3-1 16,5-4 3-16,-5-8 0 15,-6-6-2-15,-4-2 7 16,-8-1-3-16,0-15 20 15,0-4-22-15,0-2 1 16,0 2 0-16,0 5-6 16,0 5 3-16,0 5-1 0,5 5 1 15,18 0 0 1,8 5 4-16,5 15-4 16,-1 9 5-16,-7 6-1 15,-9 8-4-15,-9-3 3 0,-10 5 1 16,0-7-4-16,-16-6-3 15,-6-8 3-15,-4-3-2 16,-2-7 1-16,2-7 1 16,6-6 0-16,6-1 3 15,11 0 0-15,3-18-3 16,9-9-3-16,17-9-7 16,7-7-14-16,5-4-8 0,0-2-9 15,0 2 22 1,-3 5-18-16,-7 5-6 0,-6 11 28 15,-11 8 15 1,-6 10 72-16,-3 4-24 0,-2 4-34 16,4 0-14-16,0 5-9 15,2 10 8-15,2 5 1 16,7 2 0-16,7-3 0 16,1-1 0-16,9-3 0 15,0-7 13-15,1-4 13 16,-6-4-12-16,-8 0-9 15,-6-4 4-15,-9-16 17 16,-4-5-8-16,0-4-10 16,-15-5-5-16,-12 1 1 15,-9 3-3-15,-4 5 2 0,1 8-1 16,0 7-2 0,4 10-13-16,6 0-42 0,6 10-56 15,19-1-263 1</inkml:trace>
  <inkml:trace contextRef="#ctx0" brushRef="#br0" timeOffset="33171.39">20392 5432 798 0,'0'0'33'0,"0"0"-33"15,0 0 0-15,0 0 0 16,30 72 8-16,-20-51-8 16,-3-1 0-16,-4-4-1 15,-3 0 1-15,0-2-10 16,-3-7-45-16,-8-7-324 16</inkml:trace>
  <inkml:trace contextRef="#ctx0" brushRef="#br0" timeOffset="33516.17">20446 5362 701 0,'0'0'35'16,"0"0"-35"-16,0 0-22 16,0 0 22-16,0 0 11 15,77 76-4-15,-63-46-1 0,-3-6 0 16,-3-5-6-16,-5-8 1 15,-2-6-1-15,-1-4 0 16,0-1 19-16,0 0 14 16,0-12-5-16,0-4-26 15,5-4 9-15,15 1 3 16,2 3-14-16,8 2 0 16,-3 7-1-16,-3 4 1 15,-5 3 4-15,-2 6-2 16,-5 10 3-16,-4 0-1 0,-6 5-2 15,-2 1 1 1,0-1-2-16,0 1-1 0,0-6-17 16,0-8-122-16,10-8-521 15</inkml:trace>
  <inkml:trace contextRef="#ctx0" brushRef="#br0" timeOffset="33994.32">20923 5382 697 0,'0'0'36'0,"0"0"-36"15,0 0 0-15,0 0 3 0,0 0-3 16,-48 65 1-16,48-42-1 16,10-1 16-16,10-8 2 15,-2-4 9-15,-3-6-19 16,-4-4 12-16,-3 0-17 15,-1-4 51-15,-1-12-20 16,-4-4-30-16,-2-5 2 16,0 5-5-16,0 1 0 15,-6 3 2-15,2 8-2 16,1 4-1-16,3 4-2 16,0 1 1-16,13 16-8 15,10 12 9-15,7 6 0 16,3 9 0-16,-2 3 6 15,-4 3-1-15,-10-1-2 0,-9-9-3 16,-8-3 2-16,-8-11-2 16,-23-5 4-16,-10-4-2 15,-6-12 2-15,-1-3 5 16,8-2-8-16,8-7 3 16,13-5-2-16,14-6 10 15,5-4 11-15,22-2-9 16,12-4-14-16,8 1 0 15,0 5-14-15,-3 2-20 16,-6 3-41-16,-5 0-54 16</inkml:trace>
  <inkml:trace contextRef="#ctx0" brushRef="#br0" timeOffset="34289.07">21637 5189 570 0,'0'0'257'0,"0"0"-249"15,0 0-3-15,0 0-3 16,0 0 3-16,59 70 27 0,-40-19-4 15,-5 4-2-15,-3-2-16 16,-6-7-2-16,-2-6-5 16,-3-8-3-1,0-3 0-15,-10-5-19 0,-19-7-62 16,-7-12-102-16</inkml:trace>
  <inkml:trace contextRef="#ctx0" brushRef="#br0" timeOffset="34678.21">21450 5492 699 0,'0'0'15'16,"0"0"-7"-16,83-45-3 15,-40 31 14-15,1 2 7 0,0 5-14 16,1-4-12-16,-1 2 0 16,-1-2 4-16,-10 2 2 15,-9 6-2-15,-12 1-2 16,-8 2-2-16,-4 0 0 15,0 4-7-15,-13 14 7 16,-6 9 4-16,-1 5-4 16,5-2-1-16,12 0-1 15,3-7 2-15,12-9 11 16,17-4 13-16,7-10 26 16,7 0-21-16,1-6-10 15,-2-8-9-15,-10-4-1 16,-10-4-5-16,-10-1 5 15,-12-6-5-15,0 0 2 0,-23-4 2 16,-15 5-7-16,-4 5-2 16,-2 11 1-16,3 11-2 15,6 1-12-15,7 9-10 16,9 9-27-16,9 3-15 16,5 0-79-16</inkml:trace>
  <inkml:trace contextRef="#ctx0" brushRef="#br0" timeOffset="35467.71">22512 5374 630 0,'0'0'111'16,"0"0"-104"-16,0 0-3 15,0 0-4-15,0 0 2 16,0 0 28-16,99-11-11 16,-64 3 15-16,-8-3 4 15,-7-3-24-15,-10-5-7 16,-7-2 3-16,-3-6-4 0,-1 2-1 15,-18 3-4-15,-7 5 0 16,-2 11-2-16,-1 5 5 16,4 1-8-16,2 13 4 15,5 13-2-15,6 4 2 16,6 3 0-16,6 1-4 16,7-5 4-16,17-3-1 15,9-1 1-15,3-2-25 16,2-11-89-16,-2-8-406 15</inkml:trace>
  <inkml:trace contextRef="#ctx0" brushRef="#br0" timeOffset="35849.74">22938 5228 852 0,'0'0'21'0,"0"0"-3"16,0 0-3-16,0 0-4 15,0 0-9-15,0 0 1 16,59 80-1-16,-59-45 4 16,0-5-4-16,0-8-2 15,-1-7 0-15,-1-9 1 16,2-1-1-16,0-5 0 16,0 0 3-16,0-3 19 15,3-15 33-15,11-10-49 16,4-8-3-16,2-4-3 0,-5-1 0 15,-2 4-7 1,-6 11 6-16,-3 11-3 0,-3 7 2 16,-1 6 1-16,0 2 0 15,0 8-11-15,0 13-4 16,0 9 16-16,0 3 2 16,0 4-2-16,0-4 0 15,0-5 0-15,9-3-2 16,3-4-37-16,6-10-94 15,1-9-272-15</inkml:trace>
  <inkml:trace contextRef="#ctx0" brushRef="#br0" timeOffset="36102.75">23326 5340 120 0,'0'0'683'0,"0"0"-632"15,0 0 22-15,61-65-22 16,-43 47-14-16,-7 3-17 15,-3-1-9-15,-2 0-9 16,-6 2 4-16,0 3-5 16,0 3-1-16,-5 4 0 15,-5 4-2-15,-5 0-7 16,-3 15 7-16,0 6-2 16,2 2-1-16,5 2 4 15,8 0 1-15,3-1-1 16,0-2 0-16,12-2-37 15,6-5-28-15,8-6-124 0</inkml:trace>
  <inkml:trace contextRef="#ctx0" brushRef="#br0" timeOffset="36305.24">23640 5190 845 0,'0'0'35'0,"0"0"-34"16,0 0 1-16,0 0 27 16,0 0-22-16,-46 85 2 0,51-58-4 15,12-5 3 1,5 0-4-16,-1-3-4 0,-2-7-68 16,2-7-177-16</inkml:trace>
  <inkml:trace contextRef="#ctx0" brushRef="#br0" timeOffset="36860.91">23810 5214 785 0,'0'0'46'0,"0"0"-46"16,0 0-1-16,0 0 1 15,0 0 9-15,15 82 23 16,-1-62-11-16,0-5-2 0,1-6 5 15,-4-9-2-15,-1 0-7 16,-2 0 3-16,0-11 5 16,2-8-14-16,-4-4-7 15,-1 1-2-15,-1 4 0 16,-1 3-3-16,-1 9 2 16,0 4 1-16,-1 2 0 15,4 2-1-15,0 17-10 16,2 6 8-16,4 4 3 15,1 0 1-15,2-8 0 16,3-5 0-16,1-4 8 16,2-10 6-16,5-2 6 15,4 0 12-15,0-19-8 16,0-9-19-16,-6-5-2 0,-6-3-3 16,-7-9 5-16,-5 1-5 15,-5-4-2-15,-3-1-6 16,-10 0-3-16,-3 6-2 15,4 10 11-15,5 15 1 16,3 10 4-16,3 8 6 16,1 0-10-16,0 13-1 15,0 12-1-15,5 13 2 16,2 4 0-16,-1 4 4 16,1 0-3-16,1-3 2 15,0-1-2-15,-1-4-1 16,-4-6 0-16,-3-3-29 15,0-9-79-15,-17-7-27 0,-2-11-290 16</inkml:trace>
  <inkml:trace contextRef="#ctx0" brushRef="#br0" timeOffset="37123.01">24111 5249 725 0,'0'0'64'0,"0"0"-56"15,91-54 19-15,-52 38 8 16,1 2-12-16,0 0-19 15,-3-3 1-15,-6 2-4 16,-6 0 0-16,-11 1-1 0,-7 3 1 16,-7 2 3-1,0 6 10-15,0 3-2 0,-13 0-10 16,0 14-2-16,0 12 0 16,4 6 4-16,8 0 16 15,1-1 2-15,6-5-2 16,13-1 1-16,1-4-19 15,-1-4-2-15,0-4-1 16,-2-7-86-16,0-6-139 16</inkml:trace>
  <inkml:trace contextRef="#ctx0" brushRef="#br0" timeOffset="37385.31">24599 4985 844 0,'0'0'4'16,"-16"-68"59"-16,16 45-1 15,0 9-32-15,24 8-8 16,11 6-17-16,5 1-4 16,-1 21-1-16,-11 9 1 15,-9 4-1-15,-7 4 7 16,-4 1-3-16,-6 0 3 15,-2 0-7-15,0 0 2 16,-7 2-2-16,-11-3-10 16,-7-2-84-16,1-9-176 0</inkml:trace>
  <inkml:trace contextRef="#ctx0" brushRef="#br0" timeOffset="37515.48">24649 5557 891 0,'0'0'73'0,"0"0"41"15,0 0 19-15,0 0-89 16,0 0-44-16,0 0-4 16,8-18-70-16,-1 15-132 15</inkml:trace>
  <inkml:trace contextRef="#ctx0" brushRef="#br0" timeOffset="121265.8">14765 3018 385 0,'0'0'32'15,"0"0"-25"-15,0 0-5 16,0 0 68-16,0 0-20 16,0 0-16-16,0 0-13 15,0 0 3-15,0-26-13 16,0 22-2-16,0 0 31 15,0-1-9-15,0 2-13 16,0 0 8-16,0-1-7 0,0 0 0 16,0 1-6-16,0 0-6 15,0-1-5-15,0 0 12 16,0 2-9-16,0-1 2 16,0-1 3-16,0 0-3 15,0 1 1-15,0 0-5 16,0-1-2-16,0 1 1 15,0-1 1-15,0 1 3 16,0 0-3-16,0 2 1 16,0-1 0-16,0 0-1 15,0 2 2-15,0 0 1 16,0 0 0-16,0 0-4 16,0 0-1-16,0 0 1 15,0 0 0-15,0 0-2 16,0 0-3-16,0 10 1 0,2 5 2 15,0 5-1-15,2 2 1 16,-4 3 0-16,2 3 0 16,-2 1 0-16,0-1 0 15,0 3 3-15,0-3-2 16,0-3 2-16,0-5-3 16,0-3 0-16,0-4 0 15,0-7 1-15,0-2-1 16,0-4 0-16,0 0 1 15,0 0-1-15,0 0 3 0,0 0 3 16,0 0-2-16,0 0 8 16,0-7 22-16,5-9-24 15,6-7-9-15,0-7 0 16,6-2-1-16,1-4-3 16,2 3 0-16,2 0-18 15,3 0 3-15,0 6 4 16,-6 7 0-16,-1 7 7 15,-1 6-2-15,-7 6 1 16,5 1-18-16,-2 0 13 16,-1 5 5-16,1 8 0 15,-2 10 7-15,-3 6 1 16,-2 3 0-16,1 1 3 0,0-1-1 16,1-4-2-1,0-4 0-15,0-3 0 0,0-5 0 16,1-4 0-16,-3-4 0 15,-1 1 0-15,0-6 0 16,1 1-2-16,1 1 2 16,-1-3-64-16,0-2-171 15</inkml:trace>
  <inkml:trace contextRef="#ctx0" brushRef="#br0" timeOffset="121840.37">15408 3086 519 0,'0'0'58'0,"0"0"-25"16,0 0 27-16,0 0 2 16,0 0-15-16,0 0-25 15,-3 0 1-15,3 0-5 16,0 0-4-16,0 0 4 15,0-4-3-15,6 0-14 0,7-3 8 16,7 1-2-16,2-2-5 16,5 3-2-16,1 2 1 15,-4-1 6 1,1 3-13-16,-6 1 6 0,-3 0-1 16,-4 0-14-16,-2 0-13 15,-4 3-16-15,-6 6-52 16,0 2-62-16,-9-2-83 15</inkml:trace>
  <inkml:trace contextRef="#ctx0" brushRef="#br0" timeOffset="122000.23">15465 3169 339 0,'0'0'134'16,"0"0"-65"-16,0 0-8 0,0 0 68 15,68-4-58-15,-33-3-52 16,-3 0-6-16,-7 4-13 15,-1 1-1-15,-4-1-16 16,-7 1-67-16,-4-3-223 16</inkml:trace>
  <inkml:trace contextRef="#ctx0" brushRef="#br0" timeOffset="122859.67">16231 2993 488 0,'0'0'85'0,"0"0"-84"15,0 0 28-15,0 0 5 16,0 0-26-16,0 0-7 16,0 0-2-16,0 0 4 15,0 0 0-15,0 0 1 0,0 0 4 16,0 1 3 0,0 1-5-16,-6 0 7 15,-4 0-12-15,-5 0 2 0,4-2 0 16,-6 0-3-16,0 0 7 15,0 0-4-15,-5 0-2 16,2 0-1-16,2-1 4 16,3-6-2-16,4 1-2 15,3-3 1-15,6-1 3 16,2-2 4-16,0 0-1 16,8-3-7-16,8-2-6 15,3 2 5-15,-2 2-3 16,1 1 0-16,0 4 0 15,0 2 3-15,-2 1 0 0,4 4-1 16,-2 1-1-16,3 0 1 16,-3 0 2-16,4 3 2 15,-5 11 2 1,-3 8-1-16,-9 5 0 0,-5 9 3 16,0 2 7-16,-13 3 0 15,-10-2 1-15,-4-2-9 16,0-6-4-16,-3-5 11 15,0-5-9-15,2-4 4 16,6-8-2-16,5-2-4 16,7-5 2-16,5-2-1 15,5 0 2-15,0 0-3 16,-1 0 7-16,1-5-6 0,0-6 3 16,0 0-2-1,3 3-3-15,7 0-5 0,5 3 2 16,-2 5 2-16,6 0-1 15,6 0 2-15,3 10 0 16,0 1-2-16,4 3 2 16,1-1 4-16,-1-1-3 15,-1-2 5-15,-7 0-6 16,-1-2 0-16,-8-2 2 16,0 1-5-16,-8-3 3 15,-3-1-2-15,-2 0-8 16,-2-1-20-16,0 3-13 15,-3-4 12-15,-5-1-71 16,3 0-143-16</inkml:trace>
  <inkml:trace contextRef="#ctx0" brushRef="#br0" timeOffset="124166.05">16371 2532 374 0,'0'0'40'0,"0"0"9"15,0 0 1-15,0 0-7 16,0 0-14-16,0 0 4 15,0-53 5-15,0 48-10 16,0 1-9-16,0 1-6 16,0 3-2-16,0 0 1 15,0 0 2-15,0 0-14 16,0 0 2-16,0 0-2 0,0 0 5 16,0 0-3-16,0 0-2 15,0 0 1-15,0 0 3 16,0 0 7-16,0 0-8 15,0 0-1-15,0 0 0 16,0 0-2-16,0 3 0 16,0 12-4-16,0 7 1 15,0 4 3-15,0 4 11 16,0 3-7-16,0 1 6 16,2 1-8-16,-2 1 5 15,3-2-2-15,-1-4-3 16,4-2 0-16,-3-7-2 15,-2-2 0-15,1-8 1 0,-2-1 1 16,0-3 0-16,0-4-2 16,0-2 3-16,0-1-2 15,0 0-1-15,0 0 0 16,0 0 0-16,0 0 6 16,0 0-4-16,2 0 4 15,-1 0-2-15,3 0 2 16,-2-8-6-16,4-5-6 15,4-3-6-15,-3-1-3 16,2-5-6-16,2 1 7 16,0-4-26-16,2 0 5 15,0-1 18-15,5 1 13 16,-5 1-14-16,0 5 17 16,-1 4 2-16,-4 5 8 0,-3 5 4 15,-2-1-8 1,0 2 10-16,-3 3-3 0,2 0 4 15,-2 0-13-15,0 1-2 16,2 0 3-16,-2 0 2 16,1 0-2-16,-1 0-1 15,0 0-3-15,0 0 4 16,0 0-4-16,0 2 0 16,0 11-2-16,-3 4 2 15,-8 2 7-15,-2 0-7 0,-1 0 4 16,0-3-3-1,4-1-1-15,1-3 0 16,3-3-6-16,3 0 6 16,2-4 0-16,0 2-3 0,1-3 3 15,0 1 5-15,1-1-1 16,13 2 6-16,7-1 1 16,7-3 1-16,5 2 3 15,2 1-2-15,-2 1-13 16,-1-2 4-16,-3 1-4 15,-5-2 0-15,-7-1-5 16,-7 0 5-16,-4-1-2 16,-3 0-12-16,-3-1-9 15,0 2 3-15,0 0-27 16,0 2-15-16,-9-3-48 0</inkml:trace>
  <inkml:trace contextRef="#ctx0" brushRef="#br0" timeOffset="137591.01">17412 3045 458 0,'0'0'62'0,"0"0"-24"16,0 0 13-16,0 0 46 15,69-35-38-15,-56 29-5 16,2-2-29-16,-7 5 2 16,-3 0-18-16,-3 3-6 0,-2 0-6 15,0 6 0 1,0 16-4-16,0 9 7 0,-9 7 2 16,-1 2-1-1,2 0 3-15,2-5-4 0,3-7 1 16,2-7-1-16,1-7 0 15,0-8 0-15,0-3 1 16,0-3-1-16,0 0 4 16,0 0 7-16,0 0 16 15,0-9 6-15,0-12-20 16,0-6-3-16,10-9-10 16,7-2 0-16,5-3 0 15,3 6-5-15,7 2 1 16,4 9 2-16,2 6-1 0,1 8 1 15,-1 7-9-15,-5 3 10 16,-6 0-2-16,-4 11-1 16,-7 4 4-16,-3 2-1 15,-4-1 0-15,-4 1 1 16,-3-3 0-16,-2 1 0 16,0-2 0-16,0 1-10 15,0 1-14-15,-8 2-53 16,3-3-45-16,5-8-182 15</inkml:trace>
  <inkml:trace contextRef="#ctx0" brushRef="#br0" timeOffset="137949.87">18146 3086 656 0,'0'0'93'16,"0"0"-61"-16,0 0-29 16,91-23-3-16,-50 21 1 15,1 2 6-15,-7 0-5 16,-5 0-1-16,-11 4-1 16,-7 2-2-16,-9 1 0 15,-3 2 2-15,-6 6 0 16,-19 1 0-16,-2 1-4 0,3-3 4 15,9-5 0-15,9-2 0 16,6-4-2-16,0 0-2 16,4 0 4-16,12-1 8 15,7 0 6-15,4-2 7 16,0 0-11-16,-2 0-10 16,-4 0-4-16,1 0-23 15,-3-2-87-15,-2-5-177 16</inkml:trace>
  <inkml:trace contextRef="#ctx0" brushRef="#br0" timeOffset="138932.51">18930 2964 562 0,'0'0'122'0,"0"0"-103"16,0 0 0-16,0 0 1 15,0 0-10-15,0 0-10 0,-16-5 0 16,14 5-2-16,2 0 4 16,0 0-2-16,0 0 1 15,0 0 1-15,0 0 23 16,0 0 4-16,0 0-14 16,0 0-3-16,0 0-5 15,0 0-7-15,0 0-1 16,0 0-4-16,0 0 4 15,-3 0-2-15,1 3 3 16,-1-1 1-16,-1 1-1 16,2-3 0-16,2 0 0 15,0 0 0-15,0 0 2 0,0 0 1 16,0 0-3 0,0 0 0-16,0 0 4 0,6 0-4 15,-1 0 0-15,-2 0 0 16,0 0 0-16,-1 0-1 15,-2 0-5-15,0 0 6 16,0 3-1-16,-2 2 1 16,-6-1 8-16,-4 1-8 15,-1-5 1-15,3 0-1 16,-1 0 1-16,1 0-1 16,2 0 7-16,0-9 5 15,3-1 12-15,5-2-5 16,0-2-8-16,0 0 2 15,0-1-13-15,16 1 0 0,3 3 0 16,1 1 0-16,2 3-1 16,-4 4 1-16,5 3 0 15,-3 0-2-15,4 0 1 16,2 12 1-16,-3 9-7 16,-4 10 6-16,-5 4 1 15,-12 10 2-15,-2 0 4 16,-4 0-3-16,-14-5-3 15,-1-5 3-15,-4-7 0 16,-1-6-1-16,-6-2-1 16,-2-9 8-16,1-3-8 0,1-5 1 15,7-3 0 1,8 0 8-16,6-6-6 0,7-4 3 16,2-4 6-16,14 2-6 15,13 0-7-15,6 7-2 16,0 5 0-16,0 0 4 15,-1 0 0-15,-5 11-1 16,-1 0-1-16,-2 1 0 16,-5 0 0-16,-1-2 0 15,-8 3 0-15,-2-3-20 16,-2 1-19-16,-3 0-29 16,-2-5-22-16,-1-6-177 15</inkml:trace>
  <inkml:trace contextRef="#ctx0" brushRef="#br0" timeOffset="139580.62">19156 2605 511 0,'0'0'69'0,"0"0"17"16,0 0-13-16,0 0-34 15,0 0-34-15,0 0-4 16,3 25 2-16,2-2 5 16,3-1 10-16,1 0-7 15,-4-3-1-15,0-3-6 16,-2-3-3-16,0-5-1 16,0 0 0-16,-3-4 0 15,0 0 3-15,0-2-5 16,0 0 2-16,0-2 0 0,0 0 3 15,0 0 1 1,0-2 5-16,3-10-8 0,2-2 4 16,3-7-4-16,3 0-1 15,-1-3 0-15,1-1-1 16,-1 3 1-16,-2 3 0 16,-3 5 0-16,-2 6 0 15,0 6 1-15,-3 2-1 16,0 0-1-16,0 7-9 15,2 13 5-15,-1 8 5 16,1 4-1-16,2-3 0 16,3-5 1-16,-1-6 2 15,2-6-2-15,0-3 4 16,0-6-2-16,-1-1 2 0,0-2 0 16,1 0-4-16,3-6-7 15,0-8-58-15,1-3-159 16</inkml:trace>
  <inkml:trace contextRef="#ctx0" brushRef="#br0" timeOffset="140080.37">19625 2713 347 0,'0'0'2'0,"0"0"-2"0,0 0-12 15,0 0 12-15,0 0 5 16,0 0-1-16,-42 35-3 16,48-28 2-16,1-3 11 15,-3-2 42-15,-3-1 20 16,-1-1-6-16,0 0 19 15,0 0-4-15,0 0-30 16,0 0-5-16,0 0-14 16,0 0-24-16,0 0-3 15,0 3-9-15,0 1-4 0,-2 8 3 16,-10 5 1-16,-8 10 0 16,-9 9 4-16,-11 13 8 15,-9 9 10-15,-14 10 2 16,-8 2-3-16,-2 2-18 15,6-9 8-15,12-10-10 16,17-10-1-16,16-17 1 16,10-9-1-16,5-8 0 15,6-7 0-15,1-2 0 16,0 0-21-16,0 0-25 16,0 0-5-16,1 0 8 15,15-4-4-15,6-5-27 0,8-7-443 16</inkml:trace>
  <inkml:trace contextRef="#ctx0" brushRef="#br0" timeOffset="140672.4">19627 3184 576 0,'0'0'68'0,"0"0"-68"16,0 0-10-16,0 0 7 0,0 0 3 15,0 0 7 1,-11 30 4-16,7-26-7 0,1-1 6 16,2-1-8-16,1-1-2 15,-6-1 10-15,-1 0 22 16,-4 0-15-16,-2 0-8 15,-2 0-3-15,1 0-3 16,1-7-3-16,-2-2 3 16,5 1 5-16,7-1 0 15,3 3 12-15,0-3-16 16,9 2-3-16,10 3-1 16,5 2-2-16,1 2 1 15,-2 0-5-15,0 4 6 16,-6 10 3-16,-5 5-3 0,-8 5 1 15,-4 9 5-15,-8 6 2 16,-14 0 13-16,-6-4-21 16,-4-9 8-16,2-8-8 15,2-7 3-15,4-5-3 16,5-3 2-16,7-3 0 16,7 0 1-16,1-3 7 15,4-4-8-15,1 2-2 16,21-1 5-16,3 6-4 15,5 0 0-15,-2 1 15 16,-1 12 5-16,-5-1-20 16,-2 1 6-16,-4-3-2 15,-3 0-5-15,-1-2 0 0,-4 0-5 16,-3-3-65-16,-3-5-113 16</inkml:trace>
  <inkml:trace contextRef="#ctx0" brushRef="#br0" timeOffset="141414.96">19874 2961 376 0,'0'0'131'0,"0"0"-53"15,0 0-12-15,0 0 2 16,0 0-16-16,0 0-22 0,45 0-17 15,-14-2 0-15,0 0 4 16,1 2-4-16,-3-2-13 16,-4 2-1-16,-4 0 1 15,-5 0-2-15,-11 0-15 16,-5 0-32-16,-2 4-58 16,-23 4 16-16,-5 1 13 15,-2 0 13-15,10-1 28 16,5-3 37-16,11 1 37 15,6-4-21-15,0 2 22 16,0-2 20-16,4 3 8 16,12-3 17-16,2 1-31 15,5-1-41-15,-1-2-11 0,2 0-3 16,-2 0-115-16</inkml:trace>
  <inkml:trace contextRef="#ctx0" brushRef="#br0" timeOffset="141954.34">20286 2936 616 0,'0'0'54'0,"0"0"-54"16,0 0-5-16,0 0 5 15,0 0 7-15,0 0 3 0,-23 12-4 16,4-10-6 0,0-2 0-16,0 0 1 0,-1 0 5 15,3-4-6-15,6-6 9 16,1-1-5-16,6-4 3 16,2 3 11-16,2-3 21 15,0 2-24-15,5 2-6 16,7-1-4-16,4 4-4 15,1 2 0-15,3 4-1 16,2 2-1-16,1 0 0 16,-2 11-5-16,0 8 0 15,-5 7 1-15,-8 8 4 16,-8 6 1-16,0-1 3 0,-19-1 2 16,-8-7-3-16,0-6-1 15,0-7 3-15,7-7 1 16,7-5 2-16,4-3-3 15,7-2-4-15,2 2-1 16,0 2-8-16,5 1 9 16,15 2 16-16,7 0 7 15,4-2 4-15,0-1-7 16,-5 0-18-16,-8-2-2 16,-4 1-1-16,-7-2-12 0,-3-2-38 15,-4 0-57 1,0-3-217-16</inkml:trace>
  <inkml:trace contextRef="#ctx0" brushRef="#br0" timeOffset="142523.97">20298 2569 642 0,'0'0'9'0,"0"0"2"16,0 0 33 0,0 0 7-16,0 0-14 0,0 0-22 15,12-37-12-15,1 50-3 16,4 8 16-16,2 4-5 15,-5 9-2-15,0 0-3 16,-9 3-5-16,-2-5 3 16,-3-7-4-16,0-5 0 15,0-9 1-15,0-5 2 16,0-1-3-16,0-5 2 16,0 0-1-16,-3 0 1 15,1-7 1-15,2-8-1 0,0-7-2 16,2-3 0-1,9-5-3-15,3 1 3 0,-2-1-1 16,0 4 0-16,-3 6 1 16,-2 4-2-16,-3 8 4 15,-1 4-2-15,-3 3 0 16,0 1-3-16,0 0 1 16,0 11-8-16,0 7 8 15,0 5-1-15,2-1 2 16,9-1 2-16,3-2 4 15,3-2 8-15,-2-5-4 16,-1-1 0-16,-3-5-9 16,-3 1-2-16,-4-4-15 15,-2-3-71-15,-2 0-374 16</inkml:trace>
  <inkml:trace contextRef="#ctx0" brushRef="#br0" timeOffset="142706.1">20620 2722 655 0,'0'0'94'15,"0"0"-35"-15,0 0-23 16,0 0-27-16,78-3-3 16,-44 3-4-16,-5 0-2 15,-3 0-22-15,-3 0-63 16,-4-3-203-16</inkml:trace>
  <inkml:trace contextRef="#ctx0" brushRef="#br0" timeOffset="142931.37">20785 2566 664 0,'0'0'113'0,"0"0"-110"15,0 0-2-15,0 0 30 16,46 88-5-16,-32-54 0 16,-1 0-15-16,-2-3 13 15,0-4-24-15,-4-5 0 0,-6-4 0 16,-1-4-8 0,0-5-73-16,0-9-289 0</inkml:trace>
  <inkml:trace contextRef="#ctx0" brushRef="#br0" timeOffset="145503.16">21807 2935 263 0,'0'0'275'16,"0"0"-240"-16,0 0-22 16,0 0 72-16,0 0 11 15,0 0-53-15,0 0-24 16,-6-22-5-16,6 19 9 15,0 3 5-15,0-3-1 16,0 3-6-16,0 0-9 16,-2 0-6-16,2 0-6 15,0 0-1-15,0 3-8 0,0 12 1 16,0 3 7 0,0 3-1-16,0 0 2 0,0 0 0 15,3-2 0-15,1-2 0 16,1-4 0-16,-1-1 2 15,1-6-2-15,-2 0 0 16,-1-3 0-16,-1-3-1 16,-1 0 1-16,0 0 2 15,0 0 14-15,0 0-10 16,0-4-6-16,0-9 5 16,-1-5-1-16,-2-4-4 15,3-2 0-15,0-4-9 16,4 1-1-16,13 0 8 15,6 4-9-15,2 7-6 0,1 4 14 16,-3 8 0 0,-2 4 2-16,-3 0-3 0,-3 11-9 15,-3 8 12-15,-1 5-2 16,-1 1 3-16,0 1 2 16,-1-2 1-16,-2-2-3 15,0-7 4-15,-2-5-4 16,0-2 1-16,-4-2-2 15,-1-1 1-15,0 1-9 16,0-2-50-16,-4-2-66 16,-4-2-482-16</inkml:trace>
  <inkml:trace contextRef="#ctx0" brushRef="#br0" timeOffset="145904.16">22224 2952 755 0,'0'0'30'16,"0"0"-30"-16,72-11 0 0,-36 8 10 15,-3 3 1 1,-5 0-6-16,-8 0-5 0,-7 5 0 15,-7 2-9-15,-6 0 4 16,0 1-8-16,-11 2 5 16,-6-1 5-16,-2-1 3 15,8-5 0-15,7 0 0 16,4-3-2-16,0 2-8 16,0-1 3-16,0 2 7 15,8-1 18-15,3 2 11 16,-2-4-18-16,-2 2-7 15,-1-2-3-15,-3 0-2 16,2 0-1-16,0 0-16 16,0 0-28-16,-2 0-68 15,-3 0-137-15</inkml:trace>
  <inkml:trace contextRef="#ctx0" brushRef="#br0" timeOffset="146201.25">22328 3100 562 0,'0'0'77'16,"0"0"-66"-16,0 0 25 16,79-10 39-16,-64 6-40 0,-5 3-21 15,-7 0-14-15,-1 1 0 16,-1 0 0-16,3 0-7 16,2 0-15-16,3 0-45 15,1 0-32-15,-1 0-113 16</inkml:trace>
  <inkml:trace contextRef="#ctx0" brushRef="#br0" timeOffset="146774.04">22644 2859 370 0,'0'0'11'0,"0"0"30"15,0 0 32-15,0 0-40 16,0 0-33-16,0 0 8 0,16 14 0 15,-6-2 6-15,0-1 48 16,1 0-10-16,-2 0-32 16,-1-1-3-16,-2-2-14 15,-3-1 8-15,0-2-8 16,-2-2-2-16,1-1 1 16,-1 0-4-16,-1 0 7 15,0-2-1-15,0 0-2 16,0 0 28-16,0 0 15 15,0-4-11-15,0-6-15 16,-1-4-13-16,1-2 0 16,0-1 10-16,1 2-10 15,11 1-5-15,1 1-1 16,3 3 0-16,1 4-2 16,2 5-1-16,-1 1-1 0,-1 0 1 15,1 10 0-15,-5 7 1 16,-1 1-2-16,-4 3 4 15,1 1-2-15,-5-2 1 16,0-3 1-16,-3-2-8 16,-1-2-16-16,0-5-36 15,3-8-173-15</inkml:trace>
  <inkml:trace contextRef="#ctx0" brushRef="#br0" timeOffset="147024.25">23126 2787 684 0,'0'0'88'16,"0"0"-88"-16,0 0 0 16,-20 63 6-16,-1-20 14 15,-7 6 11-15,0 1 1 16,2-4-5-16,5-6-18 15,3-7-9-15,4-8 2 16,3-3-2-16,1-6 0 16,2-4 0-16,-3-4-22 0,2-4-53 15,4-4-300-15</inkml:trace>
  <inkml:trace contextRef="#ctx0" brushRef="#br0" timeOffset="147529.14">23153 3158 406 0,'0'0'81'0,"0"0"-49"16,0 0-15-16,0 0 53 0,0 0-13 15,0 0-34 1,0 0-7-16,0 0 6 0,0 0-6 16,0 0-2-16,0 0-6 15,0 0-7-15,0 0 12 16,-1 0 4-16,0 0 10 16,-3 0-14-16,1 0-4 15,2 0 10-15,0-5-6 16,1-1 2-16,0-2-3 15,0 2-5-15,9-1-7 16,4 1 2-16,3 1-4 16,1 3 2-16,-4 2-6 15,-5 0 6-15,-5 4-3 16,-3 10-7-16,0 8 5 0,-11 5 5 16,-2 3 2-16,1 1 2 15,7-1-3-15,5-1 8 16,0-4 2-16,12-5 14 15,7-7 6-15,3-7 4 16,-1-5-19-16,4-1-14 16,0 0-2-16,3-12-33 15,-1-9-91-15,-6-7-476 16</inkml:trace>
  <inkml:trace contextRef="#ctx0" brushRef="#br0" timeOffset="147783.19">23489 2925 806 0,'0'0'0'15,"0"0"-6"-15,86-19 6 16,-45 17 13-16,-1 2-10 16,-6 0-3-16,-7 4-3 0,-13 5-30 15,-13-1-126 1,-1 1-86-16</inkml:trace>
  <inkml:trace contextRef="#ctx0" brushRef="#br0" timeOffset="147915.24">23582 3016 406 0,'0'0'130'0,"0"0"-51"16,0 0 7-16,80 0-18 16,-54 0-46-16,-1-1-22 15,-5-5-3-15,-2-5-63 16,-3-3-268-16</inkml:trace>
  <inkml:trace contextRef="#ctx0" brushRef="#br0" timeOffset="148547.29">24025 2837 568 0,'0'0'24'0,"0"0"-24"16,0 0 14-16,0 0 11 15,0 0-24-15,0 0-1 16,-37 5 0-16,22-4 0 16,1-1 0-16,1 0 6 0,1 0 5 15,1 0 5-15,-2-1-4 16,0-8-2-16,0-1-8 15,2-2 3-15,5 1 2 16,3-1 22-16,3 2 8 16,0-3-24-16,12 3-12 15,7 1-1-15,4 5-2 16,2 1 2-16,1 3-1 16,-3 0-1-16,-1 8-1 15,-3 10-2-15,-4 7 0 16,-5 7 5-16,-5 7 8 0,-5 3-1 15,0 1-5-15,-16-5 6 16,-6-6-2 0,-1-10-6-16,-1-6 7 0,-1-9-5 15,2-3 6-15,4-4 5 16,8 0-10-16,6 0 5 16,5 0 38-16,0 0 14 15,11 0-30-15,17-2-27 16,9 2 3-16,1 0-6 15,4 5 5-15,-7 5 1 16,-4-1-6-16,-4 2 0 16,-8-1 0-16,-6-4-1 0,-3 1-18 15,-5-2-21 1,-5 0-55-16,0-5-32 0,0 0-187 16</inkml:trace>
  <inkml:trace contextRef="#ctx0" brushRef="#br0" timeOffset="149083.73">24091 2514 500 0,'0'0'132'16,"0"0"-85"-16,0 0-47 15,0 0 0-15,0 0 23 16,49 86-1-16,-33-56-6 16,-2 1-11-16,-3-6 11 15,-1-5 0-15,-3-8-8 16,-5-6-4-16,-2-4 2 15,0-2-3-15,0 0 15 16,0-2 4-16,0-12-16 16,0-4-6-16,0-6-1 15,0-1 1-15,0-2 0 16,0 5-1-16,4-3 1 0,4 8 0 16,-1 3 1-16,-1 4 0 15,-3 4-1-15,-1 5 1 16,-2 1 0-16,0 0-1 15,0 12-10-15,0 8 5 16,0 4 5-16,0 3 0 16,3-1 0-16,9 1 8 15,6-3 12-15,0-6 7 16,3-7-8-16,-4-4-12 16,-4-5 0-16,-5-2-7 15,-3 0-2-15,-2 0-26 16,-1-11-112-16</inkml:trace>
  <inkml:trace contextRef="#ctx0" brushRef="#br0" timeOffset="149279.23">24458 2657 760 0,'0'0'69'0,"0"0"-42"16,0 0-26-16,0 0 7 16,0 0-8-16,0 0-19 15,64 0-62-15,-52-1-301 16</inkml:trace>
  <inkml:trace contextRef="#ctx0" brushRef="#br0" timeOffset="149793.46">24620 2591 349 0,'0'0'166'16,"0"0"-146"-16,0 0-20 0,0 0 37 15,0 0 22 1,0 0-16-16,-63-13-9 0,60 6 12 16,3 0-11-16,0-4-20 15,0 0 6-15,3 1-2 16,8-2-16-16,4 4-3 16,2 1 3-16,2 4-5 15,-1 3 4-15,-1 0-4 16,-1 0 1-16,-4 10 1 15,-6 6-3-15,-5 7-1 16,-1 3 4-16,-5 1 4 16,-14-3 0-16,-1-4 0 15,-1-3 1-15,2-8 1 16,5-3 6-16,3-5 2 0,7-1-9 16,4 0 7-16,0 0 14 15,0 0 8-15,17 0-13 16,11 0-13-16,11 0-2 15,3 5-2-15,-4 2-3 16,-5 3 0-16,-5-1-1 16,-4-1-4-16,-4 2 3 15,-2-1-12-15,-8 0-44 16,-3-2-47-16,-4-6-236 16</inkml:trace>
  <inkml:trace contextRef="#ctx0" brushRef="#br0" timeOffset="150796.76">25082 3031 718 0,'0'0'71'15,"0"0"-66"-15,0 0-1 0,0 0-4 16,0 0-46-16,0 0-211 16</inkml:trace>
  <inkml:trace contextRef="#ctx0" brushRef="#br0" timeOffset="150965.37">25418 3027 422 0,'0'0'0'16,"0"0"-26"-16,81 0-27 0</inkml:trace>
  <inkml:trace contextRef="#ctx0" brushRef="#br0" timeOffset="151089.43">25605 3030 585 0,'0'0'81'15,"0"0"-65"-15,0 0-16 16,0 0-2-16,0 0-140 15</inkml:trace>
  <inkml:trace contextRef="#ctx0" brushRef="#br0" timeOffset="158422.22">16338 4387 586 0,'0'0'30'0,"0"0"-30"15,0 0 5 1,0 0-3-16,0 0 2 0,0 0-4 16,0 0 0-16,-3 0 0 15,3 0 0-15,0 0 18 16,0 0 9-16,0 0-11 16,0 0 7-16,0 0-20 15,0 0-3-15,0 6-5 16,-2 2 3-16,-6-1 2 15,3 2-3-15,-2 0 7 16,-1-2-1-16,-3 1 1 16,-1-2 3-16,-1-1-7 15,5-3 0-15,-4-2 2 16,5 0 7-16,-1 0-6 0,2-6 10 16,3-4 2-16,0-9 2 15,3 0 6-15,0-9-18 16,14-2-5-16,6-1-1 15,4 3 1-15,6 3-4 16,3 7 4-16,2 2-1 16,-1 3 1-16,1 5 0 15,-1 8 1-15,-4 0 3 16,-3 10-2-16,-14 19-1 16,-8 18 0-16,-5 13 0 15,-15 8 7-15,-13 0-4 16,-6-7 0-16,-2-6-4 15,-2-8 1-15,6-10-2 16,-3-11 3-16,7-11 1 0,5-7-3 16,5-8 1-16,7 0 8 15,4-6 1-15,7-11 6 16,0-5-8-16,18 2-8 16,9-1 0-16,2 9 0 15,3 5 5-15,1 7-4 16,3 0 7-16,0 1-4 15,-1 10-1-15,-5 0 6 16,-6 2-9-16,-7 1 0 16,-6-3-2-16,-2 1-11 15,-5 0-25-15,-3 2-4 0,-1-4-44 16,0-4-96-16,0-6-363 16</inkml:trace>
  <inkml:trace contextRef="#ctx0" brushRef="#br0" timeOffset="158971.16">16630 4013 489 0,'0'0'173'0,"0"0"-161"16,0 0-12-16,0 0 0 15,0 0 11-15,56 84 11 16,-53-49-13-16,0-2 2 16,-1-9-8-16,-2-6-2 15,0-9-2-15,3-4 7 16,-3-4-9-16,0-1 7 15,2 0 7-15,-2 0 49 16,3-4-11-16,0-13-25 16,5-3-24-16,3-7 5 15,-3-2-3-15,3-2-2 16,-3 2-2-16,3 4 0 0,1 2 2 16,-2 5-1-16,-5 6 1 15,0 7 0-15,-4 2-1 16,-1 3-2-16,0 2-4 15,0 14-3-15,2 4 10 16,2 4-1-16,1-1-3 16,4-6 4-16,6-4-1 15,5-6 1-15,4-5 0 16,1-2 10-16,0 0-4 16,-8 0-5-16,-3 0-1 15,-4 0 0-15,-7 0-19 16,0 0-34-16,-3 0-67 15,0 0-152-15</inkml:trace>
  <inkml:trace contextRef="#ctx0" brushRef="#br0" timeOffset="159242.7">17155 4571 364 0,'0'0'83'16,"5"68"38"-16,-5-22-41 15,0 3-34-15,-5 2-15 16,-9-6-30-16,3-3 0 15,6-9-1-15,5-12-64 16,0-13-184-16</inkml:trace>
  <inkml:trace contextRef="#ctx0" brushRef="#br0" timeOffset="159938.94">17769 4362 375 0,'0'0'280'0,"0"0"-271"0,0 0-9 15,0 0-5 1,0 0 5-16,0 0 0 0,-47 7-2 16,35-7 3-16,2 0-1 15,-7 0 1-15,4-11 22 16,-1-7-15-16,1-5 31 15,4 1-28-15,6-5 1 16,3 1-6-16,0 0 4 16,12 2-7-16,10 4-3 15,2 4 1-15,3 6-1 16,1 5 0-16,-2 5-4 16,-5 1 1-16,-5 19 3 15,-5 13 0-15,-11 12 4 16,0 10 2-16,-5 4 7 15,-15-1-10-15,-4-8 6 0,-1-11-9 16,0-8 1-16,0-12 8 16,6-7-7-16,3-4 2 15,5-8 6-15,6 0 4 16,4 0 9-16,1-8-9 16,3-7-2-16,17-1-12 15,3 1-6-15,3 7 6 16,2 6 3-16,-1 2 1 15,3 5 6-15,0 7-3 16,3 3 3-16,0 0-2 16,-6-3-6-16,-2 1-2 15,-10-1 0-15,-2-4-1 0,-6 1-13 16,-2-1-26 0,-4-2-24-16,-1-2-42 0,0-4-174 15</inkml:trace>
  <inkml:trace contextRef="#ctx0" brushRef="#br0" timeOffset="160457.41">17926 3893 690 0,'0'0'47'0,"0"0"-34"15,0 0-11-15,0 0-2 16,0 0 6-16,52 73 19 16,-39-31-15-16,0 0 2 15,-1-3-5-15,1-6-7 16,-5-7-1-16,1-12 1 15,-4-5 1-15,-2-7-1 16,-3-2 0-16,0 0 5 16,3-4 11-16,2-15-1 0,6-8-15 15,3-2-1 1,-4-4 0-16,2 0-3 0,-3 2-8 16,-1 4-4-16,-3 5 13 15,-5 10 3-15,0 3 0 16,0 6 2-16,0 3 7 15,0 0-9-15,0 10 0 16,-3 9-4-16,1 4 4 16,2 0-1-16,0-3 1 15,7-5 0-15,10-4-4 16,4-6 4-16,-4-1 6 16,3 0-4-16,-9 0-2 15,-3-1-24-15,-5-1-114 16,-3-2-241-16</inkml:trace>
  <inkml:trace contextRef="#ctx0" brushRef="#br0" timeOffset="160691.37">18371 4038 788 0,'0'0'32'16,"0"0"-28"-16,0 0 14 15,91-30 11-15,-69 29-18 0,-6 1-11 16,1 0-20 0,-6 0-40-16,-1 0-77 0,-2-2-160 15</inkml:trace>
  <inkml:trace contextRef="#ctx0" brushRef="#br0" timeOffset="160898.49">18546 3791 769 0,'0'0'33'0,"0"0"15"16,0 0-35-16,0 0-13 15,0 0 0-15,0 0 19 16,46 91 8-16,-36-49-15 15,2 1-5-15,-3-2-6 16,-3-4-1-16,0-5 0 0,-3-4-1 16,-3-3-20-16,0-5-52 15,-9-5-125-15</inkml:trace>
  <inkml:trace contextRef="#ctx0" brushRef="#br0" timeOffset="161298.5">19076 4338 793 0,'0'0'42'15,"0"0"-42"-15,-7 70 0 0,-6-32 7 16,-1 4-6-16,0 2-1 16,1 1 0-16,-2-2-1 15,3-6-3-15,-1-4-9 16,1-10-80-16,5-12-205 16</inkml:trace>
  <inkml:trace contextRef="#ctx0" brushRef="#br0" timeOffset="162098.81">19531 4173 317 0,'0'0'196'0,"0"0"-196"15,0 0 0-15,0 0 0 16,0 0 18-16,0 0-11 15,-52 0 2-15,39 0 6 16,1 0 38-16,-2-1 2 16,3-5 13-16,2-1-44 0,5-3-6 15,4-2-13 1,0-3 19-16,0-4-14 0,13-1-10 16,7 1-8-16,5 4 8 15,-1 4-1-15,0 3 1 16,-3 8 0-16,-2 0-7 15,-3 10 6-15,-5 14 1 16,-6 13 7-16,-5 6-7 16,-5 6 2-16,-13 4 3 15,-6-4-2-15,-4-4-2 16,0-9 0-16,-2-12 7 16,6-11-7-16,4-9 0 15,5-4 12-15,7 0 3 16,3-9-5-16,5-8-4 15,3-5 5-15,19 3-12 0,2 6-2 16,6 9 2-16,-1 4 1 16,-1 17 3-16,2 10 1 15,-2 4 7-15,-2-1 0 16,-1-3-7-16,-5 1 6 16,-4-5-7-16,-7-7-4 15,0-6-3-15,-6-3 2 16,-3-7-48-16,0 0-63 15,0-10-655-15</inkml:trace>
  <inkml:trace contextRef="#ctx0" brushRef="#br0" timeOffset="162608.74">19616 3729 585 0,'0'0'42'0,"0"0"-42"15,0 0 0-15,11 84 18 0,-6-46 18 16,4 0-3-16,0-1-1 15,2-6-22 1,-3-7 7-16,1-6-15 0,-2-9-4 16,-7-4 2-16,3-2-5 15,-3-3 5-15,1 0 19 16,1 0 23-16,1-9 10 16,1-11-49-16,2-2-1 15,1-6-2-15,-3-1-2 16,0-2-1-16,3 1 4 15,1 4-2-15,-1 9-1 16,-3 7 2-16,1 8-1 16,0 2-2-16,2 2-4 0,4 15 2 15,-3 7 5 1,2 1 1-16,2 3-1 0,2-3 1 16,1-2-1-16,5-4 8 15,-1-2-3-15,2-5-5 16,-4-3 0-16,-1-1-26 15,-2-8-70-15,0 0-236 16</inkml:trace>
  <inkml:trace contextRef="#ctx0" brushRef="#br0" timeOffset="162767.29">19998 3937 772 0,'0'0'58'0,"0"0"-41"15,0 0 11-15,0 0-28 16,0 0 0-16,72-10-1 16,-49 10-37-16,3-1-119 15</inkml:trace>
  <inkml:trace contextRef="#ctx0" brushRef="#br0" timeOffset="163200.28">20368 3830 610 0,'0'0'7'0,"0"0"-6"0,0 0-2 16,0 0 0-16,0 0 1 15,-72 3 16-15,59-3 7 16,0 0-11-16,1 0 63 15,3 0-31-15,1-9 1 16,1-4-30-16,5 1-8 16,2-5-1-16,0 1-5 15,2 2-1-15,16 2 3 16,4 3-3-16,3 4-8 16,2 5 8-16,-5 0-1 15,-5 7-3-15,-7 15 0 0,-8 5 3 16,-2 4 1-16,-13 3 0 15,-9-2 1 1,3-4-1-16,6-8 0 0,11-6-1 16,2-5 1-16,10-2 2 15,18-5 5-15,0 1 2 16,5-3 1-16,-6 0-8 16,-12 0-2-16,-4 0-40 15,-10 0-72-15,-1 0-413 16</inkml:trace>
  <inkml:trace contextRef="#ctx0" brushRef="#br0" timeOffset="163765.12">20526 4502 538 0,'0'0'193'0,"0"0"-193"0,0 0-12 15,-60 75 11-15,44-44 1 16,0 4-2-16,1 1-2 15,3 1 8-15,-3-4-3 16,3-2-1-16,1-5-9 16,1-7-14-16,2-5-110 15</inkml:trace>
  <inkml:trace contextRef="#ctx0" brushRef="#br0" timeOffset="164144.84">20905 4424 861 0,'0'0'3'0,"0"0"13"15,0 0-4-15,0 0-12 16,67-43-8-16,-47 41-17 16,6 2-110-16,-1-4-455 15</inkml:trace>
  <inkml:trace contextRef="#ctx0" brushRef="#br0" timeOffset="164266.84">21185 4379 403 0,'0'0'331'0,"0"0"-320"0,0 0-11 16,0 0-66-16,68-35-117 15</inkml:trace>
  <inkml:trace contextRef="#ctx0" brushRef="#br0" timeOffset="164410.34">21442 4337 666 0,'0'0'0'0,"0"0"-36"16,0 0-63-16</inkml:trace>
  <inkml:trace contextRef="#ctx0" brushRef="#br0" timeOffset="164769.91">21777 4281 407 0,'0'0'374'16,"0"0"-374"-16,0 0-2 15,2 67 2-15,-3-34 7 16,-11 4-5-16,-4-1 6 15,-5 0-3-15,-1-7-5 16,1-2-1-16,-2-10-7 16,2-1-23-16,6-11-74 15,8-5-331-15</inkml:trace>
  <inkml:trace contextRef="#ctx0" brushRef="#br0" timeOffset="166042.17">22119 4024 286 0,'0'0'21'15,"0"0"49"-15,0 0 42 0,0 0-69 16,0 0-23-16,0 0-11 15,-6 0 16-15,6 0-1 16,3 0 5-16,-2 0 12 16,-1 0-26-16,0 0-8 15,0 0 3-15,0 0-8 16,0 1-2-16,0-1-2 16,-3 3 2-16,-3-1 7 15,-1 0-2-15,-3-2-4 16,5 0 7-16,2 0-3 15,1 0-3-15,2 0 0 16,0 0 14-16,0 0 4 16,0 0-5-16,0 0-15 15,0 0-1-15,0 0-6 16,0 0 6-16,0 0 1 0,0 0-3 16,0 0 3-16,0 3 0 15,0 2-3-15,0-1 4 16,-2-2-1-16,-7 1 5 15,-2-3 2-15,0 0-5 16,0 0-2-16,1 0 3 16,4 0 1-16,1-8 7 15,5 0 3-15,0-3-5 16,0 0-4-16,4-1-1 16,6 3-4-16,5 1 0 0,2 2-3 15,2 2-3 1,2 3 1-16,-1 1 1 0,-2 0 3 15,-1 1-3 1,-1 11 0-16,0 5 0 0,-9 7 4 16,-3 9 0-16,-4 8 9 15,-9 3 1-15,-12 4-7 16,-4 1 5-16,-2-4-6 16,0-8-1-16,0-8 7 15,3-10-8-15,4-7 1 16,5-7 6-16,4-4-6 15,0-1 2-15,2 0 10 16,1-12-13-16,3-4 6 16,5 0-6-16,0-1 13 15,12 6-13-15,3-1-9 0,3 7 3 16,1 5 6-16,4 0-4 16,0 7 4-16,-5 9 3 15,2 4-3-15,-2-3 0 16,-1-1 3-16,-1 0-1 15,-3-5 1-15,0 1-2 16,0-4 1-16,-5-1-2 16,1-2-1-16,-6-1-16 15,-1-1-27-15,-2-2-28 16,0-1-33-16,0 0-89 16</inkml:trace>
  <inkml:trace contextRef="#ctx0" brushRef="#br0" timeOffset="167501.28">22259 3540 302 0,'0'0'115'15,"0"0"-63"-15,0 0-3 0,0 0 6 16,0 0-15-1,0 0-10-15,0 0-8 0,0 0 7 16,0 0-9-16,0 0 0 16,0 0 3-16,0 0-8 15,0 0-4-15,0 0-3 16,0 0 2-16,0 0-3 16,0 0 4-16,0 0-5 15,0 0 2-15,0 0-1 16,0 0 5-16,0 0-9 15,0-1 2-15,0 1-4 16,-1-2 1-16,1 2 0 16,0-2-2-16,0 0 0 0,-1 2 0 15,1 0-1 1,0 0 2-16,0 0 0 0,0 0 5 16,0 0-4-16,0 0-2 15,0 0 0-15,0 0-1 16,0 0 1-16,0 0 0 15,0 0-4-15,0 0 4 16,0 0-4-16,0 0 3 16,0 0 1-16,0 0 1 15,0 0 0-15,0 0-1 16,0 0 0-16,0 0-1 16,0 0 0-16,0 0 1 15,0 0-1-15,0 4 1 16,0 0 0-16,0-1-1 0,0 2 1 15,-2-1 0-15,2-3 2 16,0 0-2-16,0-1-2 16,0 0 2-16,0 0 2 15,0 0-2-15,0 0 0 16,0 0 0-16,0 0-2 16,0 0 2-16,0 0 2 15,0 0-2-15,0 0-1 16,0 0 0-16,0 0 0 15,0 0-4-15,0 0 1 16,0 0 0-16,0 0 2 16,0 0 3-16,0 0-1 15,0 0 0-15,0 0 0 16,0 0 1-16,0 0-1 0,0 0 0 16,0 0-1-16,0 0-4 15,0 0-23-15,0 0 6 16,0 0-18-16,0 0 17 15,0 0 6-15,0 0-14 16,0 0-49-16,0 0-53 16</inkml:trace>
  <inkml:trace contextRef="#ctx0" brushRef="#br0" timeOffset="168914.06">22286 3688 273 0,'0'0'33'0,"0"0"-22"16,0 0 16-16,0 0 48 15,0 0-1-15,0 0-41 16,0-14 20-16,0 13-9 15,0-2-10-15,0 0 1 16,0 2-5-16,0 0-15 16,0-2-6-16,0 2-5 15,-5-2-4-15,-4 1 2 16,2-1-2-16,-3 1 0 0,3 2 0 16,1-1 0-16,1 1 0 15,3 0 2-15,1 0-2 16,1 0 0-16,-2 0 0 15,-1 0-4-15,-1 6 2 16,-2 4 0-16,1 3 2 16,2 2 3-16,2 0-2 15,1 0-1-15,0-1 5 16,0 2-3-16,9-4 6 16,6 0 4-16,1-3 3 15,4-2 5-15,1 1 1 16,1-5-12-16,1-1 1 0,-6 0-1 15,-5-2-5-15,-3 0 4 16,-3 0 1-16,-2-5 12 16,0-7-5-16,-2-2-9 15,-2-3-5-15,0 1-1 16,0 0-1-16,0-1 0 16,-7-1 1-16,-4 3-1 15,-4 1 2-15,-2 3-2 16,-4 2-4-16,-1 4 2 15,1 2 0-15,5 3-2 16,1 0 2-16,2 0-13 16,0 14-2-16,0 5-7 15,2-1-4-15,4 4-26 16,5-6-90-16,2-5-72 16</inkml:trace>
  <inkml:trace contextRef="#ctx0" brushRef="#br0" timeOffset="171540.44">22447 4181 500 0,'0'0'100'0,"0"0"-44"16,0 0 51-16,0 0-60 16,0 0-27-16,0 0-6 15,88-39-8-15,-62 38 1 0,1 0 5 16,-4 1-7-1,-6 0 2-15,-6 0-5 0,-7 0-2 16,-4 0-2-16,0 0-6 16,-8 10-10-16,-13 2 13 15,-7 5 2-15,-1-1 1 16,3 2 1-16,6-3 1 16,6-3-1-16,8-4-3 15,5-2 2-15,1-2-2 16,0-1 0-16,0-2 4 15,10 1 2-15,9-2 17 16,7 0 4-16,4 0-2 16,1 0-10-16,-2-2-9 15,1 1 0-15,-7-1-2 16,-2 2-43-16,-7-2-98 0</inkml:trace>
  <inkml:trace contextRef="#ctx0" brushRef="#br0" timeOffset="171790.41">22817 4044 843 0,'0'0'30'15,"0"0"-4"-15,0 0-19 16,0 0-5-16,0 0-1 0,60 69 5 15,-37-32 7-15,0 2-9 16,-4 0 5-16,-9-5-7 16,-3-3 0-16,-7-4-2 15,-12-3-7-15,-24-5-53 16,-9-10-158-16</inkml:trace>
  <inkml:trace contextRef="#ctx0" brushRef="#br0" timeOffset="179612.91">21390 4116 439 0,'0'0'49'0,"0"0"-45"15,0 0 6-15,0 0 47 16,0 0-7-16,0 0-25 15,0 0-9-15,0 0 48 16,47-5-21-16,-47 5-14 0,0 0-11 16,0 0-9-16,0-2 5 15,0 2-11-15,0 0-2 16,0 0-1-16,0 0 0 16,0 0-1-16,0 0 0 15,0 0 1-15,0 0-1 16,4 0 0-16,1 0-1 15,2 0 1-15,2 0 1 16,0 0 1-16,-2 0-1 16,-4 0-3-16,-2 0 3 15,-1 0 0-15,0 0 6 0,0 0-5 16,-4 4 0-16,-6-1 0 16,1 0-1-16,1-2 0 15,3-1-1-15,2 0 1 16,1 0 0-16,2 0 0 15,0 0 1-15,0 0-1 16,2 0 0-16,11 0 2 16,-1 0 0-16,1 0-2 15,-7 0 0-15,-2 0 0 16,-3 0 0-16,-1 0 0 16,0 0 0-16,-2 0 0 15,-13 2 0-15,-3 3 0 16,-2 0 0-16,3-3-2 0,5-2 0 15,6 0 2 1,3 0 0-16,3 0 0 0,0 0 0 16,0 0 2-16,0 0-1 15,3 0-1-15,5 0 0 16,0 0 0-16,-1 0 0 16,-4 0 4-16,0 0-4 15,-3 4 0-15,0 1 0 16,0 2 1-16,-14-1-1 15,-4 0 4-15,-2-3-3 16,-4-2 0-16,0-1-1 16,3 0 0-16,6-1 0 15,6-8 5-15,7-1-4 16,2-4 3-16,0-5 2 0,21 0-3 16,7-3-2-16,7 8-1 15,4 2 0-15,-4 7 0 16,-2 5 0-16,-7 0-1 15,-4 13 1-15,-6 12 0 16,-10 9 1-16,-6 8 4 16,0 6 14-16,-20 5-6 15,-9-1-9-15,-3-4 2 16,-5-6-6-16,-1-11 4 16,5-9-4-16,1-8 0 15,10-5 0-15,6-6 2 16,7-3-1-16,5 0 2 15,4-1 6-15,0-7-1 16,11 0-8-16,5 5 0 0,6 3-2 16,2 0 2-16,1 5 0 15,-1 10 2-15,1 1-1 16,-5 3 0-16,-1-3-1 16,-2-2 2-16,-1-1 1 15,-4-5-3-15,-3 0-3 16,-5 1 1-16,-4-5-12 15,0-1-48-15,-12-3-45 16,-4 0-268-16</inkml:trace>
  <inkml:trace contextRef="#ctx0" brushRef="#br0" timeOffset="180032.22">21568 3766 514 0,'0'0'135'0,"0"0"-80"0,0 0-49 16,0 0 3-16,0 0 9 15,0 0-7-15,3 6-9 16,2 7 42-16,3 4-4 16,1 2-12-16,2 5 9 15,2 2-18-15,-3-3 1 16,1 2-6-16,-4-4-5 15,-4-3-7-15,-1-2 2 16,-2-4-3-16,1-3-1 16,-1-3 0-16,0-3 0 0,0-3-12 15,0 0-80 1,0-14-267-16</inkml:trace>
  <inkml:trace contextRef="#ctx0" brushRef="#br0" timeOffset="180730.67">21068 4546 476 0,'0'0'87'0,"0"0"-73"0,0 0 25 15,0 0 5 1,0 0-23-16,0 0-9 0,21-14 1 16,-16 14-5-16,-2 0 31 15,-2 0-11-15,-1 0-6 16,0 0-7-16,0 0 2 16,-3 0-14-16,-13 16 1 15,-4 4-4-15,-4 4-5 16,-1 2 5-16,5-1-12 15,5-3-29-15,5-4-79 16</inkml:trace>
  <inkml:trace contextRef="#ctx0" brushRef="#br0" timeOffset="188470.3">16305 5031 614 0,'0'0'63'0,"0"0"-54"16,0 0-5-16,0 0 50 0,0 0-25 15,0 0-23 1,0 0-6-16,-20 0 7 0,20 1-9 16,-5 8 2-16,0 3 0 15,1 0-1-15,2 5 1 16,0 3 0-16,2 0 1 16,0 4-1-16,2-1 7 15,11 0-3-15,4-3-2 16,2-4 6-16,6-1 1 15,5-5-4-15,2-4 3 16,7-6 3-16,3 0-7 16,1 0 1-16,-1 0-1 15,-4 0-3-15,-5-4 1 16,-3 1-4-16,-2 0 6 0,1 1-4 16,4-2 0-16,9 2-2 15,2-4 2-15,2 2 0 16,2-1-1-16,2 0 0 15,2 0-5-15,-3-2-3 16,0 0 8-16,-1 0-1 16,-6 2-1-16,-10 0-1 15,1 1-1-15,-3 0 2 16,1-1-3-16,5-2 5 16,4-1 1-16,4 2 1 15,9-3-1-15,5 1 0 16,-2 3 5-16,-1-2-5 0,-7 2-1 15,-5 0 1-15,-5 3-3 16,0-2 0 0,-2 0 4-16,0 0-1 0,5-3 0 15,-1 1 0-15,2-2 0 16,4 1 0-16,-4 2 0 16,0 1 0-16,-3 0 1 15,-5 0-1-15,-2 2 0 16,-4-1 0-16,-4 0 1 15,-4 2-1-15,-6 1-5 16,0 0 5-16,-5 0 0 16,4 1 1-16,3 7 3 15,1 6-1-15,4 0 1 0,1 1-1 16,-2 1 0-16,1-4-3 16,-2 0 2-16,-2-2-2 15,-3 0 0 1,-1 1 0-16,-4-4-3 0,-2 1 3 15,1-1 1-15,-6-4 3 16,1 0-4-16,-2-2 0 16,-1-1-3-16,3 0 3 15,-3 0 8-15,0 0-6 16,0-1 7-16,0-9-5 16,0-1-4-16,-3-3 1 15,-2-3 3-15,0 0-4 0,2-2-3 16,3-1 2-16,0 1 1 15,10-1-2 1,8 2-8-16,3 2 6 0,4 4 4 16,2 0-2-16,4 3-3 15,-2 1 5-15,2 2-1 16,1 3 0-16,2 1 0 16,1 1 2-16,1 1 0 15,-1 0-1-15,2 0 2 16,-1 3-2-16,-3 6 1 15,-1-1 1-15,-5 1-1 16,1 0 0-16,-1 1-1 16,0-3 0-16,1 0 1 15,3-4 2-15,5-2 4 16,4-1 2-16,3 0-4 0,4 0 0 16,-2 0 4-16,-2 0 6 15,-2 0-13-15,-3 0 1 16,0 0 2-16,-1 0-2 15,-1 0-3-15,0 0 0 16,1-1 4-16,2-2-3 16,-1 0-2-16,8-3 7 15,3 1-11-15,3-2 10 16,1-1-5-16,-2 2 1 16,-3 1-2-16,-2 2 1 15,-2-1 0-15,-3 3 1 16,0-1 2-16,-1 2-3 15,-2-1 2-15,2-4 2 0,1 2 0 16,0 1-4 0,1-4 1-16,4 3 4 0,-1-2-4 15,6 2 6-15,-2 0-4 16,0 0 0-16,-5 3-1 16,-5 0-2-16,-3-3-1 15,-1 3 1-15,-1-2 1 16,1-2-1-16,0 0-3 15,4-2 3-15,2 0 4 16,2 0-4-16,1 1 1 16,-2 2-1-16,-1 0 0 15,-3 3 0-15,1-1 1 0,-1-1-2 16,-2 1 2-16,1-1-1 16,2 2 0-16,2-3 0 15,-3 0 2-15,4 1-1 16,-4-1-1-16,-4 0 0 15,1 1-1-15,-4 1 1 16,3 0-2-16,4-2 1 16,-2 1 1-16,2-2 2 15,-2-2-1-15,0 3 0 16,-2-4-1-16,-2 1 2 16,-3 0-2-16,-2 0 2 15,-1 0-1-15,-1 2 0 0,0-3 0 16,-1 2 4-1,1-2-4-15,0 3-1 0,-2 0 0 16,0 0 3-16,0 3-2 16,-2-2 0-16,4 1-1 15,-3 1 1-15,0 0 6 16,0 0-6-16,-1-1 1 16,-3 2-1-16,-3-1-1 15,-5 1 2-15,0 0-1 16,-4 0 1-16,5-2-1 15,1 0-1-15,6 0 0 16,3-1-1-16,4-1 1 16,-3 1 0-16,0 3 1 15,-2-5 2-15,0 4-2 16,-2-1-1-16,-5 0-2 0,1-2 2 16,-2 1 1-16,-1-1 0 15,0-1 11-15,5 1-12 16,-1-3 7-16,2 2-5 15,0 4 0-15,-9-3 1 16,-3 3-3-16,-2-1 1 16,-3 2 3-16,0-1 2 15,0-2-4-15,0 1 3 16,0-1-5-16,0 0 3 16,0 1-5-16,0-2 2 15,0 4-1-15,0 0-4 16,0-3-41-16,-9-2-82 0,-9 3-323 15</inkml:trace>
  <inkml:trace contextRef="#ctx0" brushRef="#br0" timeOffset="189864.23">18861 5106 595 0,'0'0'82'0,"0"0"-63"16,0 0 7 0,0 0 44-16,0 0-42 0,0 0-14 15,0 0-14-15,-9-10-1 16,9 10 1-16,0 0 1 15,0 0 10-15,-1 0-3 16,-2 0-6-16,1 14-2 16,-4 7 1-16,-1 10 25 15,4 3-2-15,-3 5-13 16,6-1 12-16,0-7-20 16,0-4 3-16,3-9-5 15,2-10 0-15,-2-4 0 0,-2-4 0 16,1 0 5-1,3-4 6-15,3-13-1 16,0-10-8-16,5-6 1 0,0-4-4 16,0 3-8-16,-2 2-19 15,0 6 11-15,-6 7 2 16,0 6 12-16,-2 6 1 16,-2 3 1-16,0 3 0 15,-1 1 0-15,0 0-3 16,0 1-8-16,0 11-4 15,0 4 15-15,0 7 1 16,0-1 2-16,0 2-2 16,0-3 0-16,0-4-1 15,0-1 0-15,0-4 1 16,3-2-1-16,7 0 6 0,0 1-2 16,-2-2 6-16,3-1-1 15,-2-3-8-15,-3-3 0 16,1 2-1-16,2-3 0 15,1-1-11-15,4-1-73 16,2-19-303-16</inkml:trace>
  <inkml:trace contextRef="#ctx0" brushRef="#br0" timeOffset="190143.91">19203 5226 801 0,'0'0'110'16,"0"0"-88"-16,0 0-20 15,0 0 9-15,86-36 32 16,-53 34-27-16,1-1-8 16,-3 3-6-16,-4 0-2 15,-9 0 4-15,-5 0-4 16,-4 0-9-16,-3 0-5 15,-2 0-25-15,-4 0-5 16,0 0-12-16,-5 0 5 16,-13 0-38-16,-6 3-145 15,-2-2-49-15</inkml:trace>
  <inkml:trace contextRef="#ctx0" brushRef="#br0" timeOffset="190340.18">19305 5185 114 0,'0'0'463'16,"0"0"-317"-16,0 0-76 15,0 0-52-15,0 0-17 16,0 0-1-16,-6 38 34 16,6-16-5-16,0 1 4 15,0 0-21-15,2-6 4 16,4-1-11-16,1-1-4 16,-1-6-1-16,-1 0 0 15,5-3-1-15,-7 2-24 16,-1-5-66-16,3 1-141 15</inkml:trace>
  <inkml:trace contextRef="#ctx0" brushRef="#br0" timeOffset="191057.81">19529 5160 522 0,'0'0'238'15,"0"0"-225"-15,0 0-11 16,0 0 4-16,0 0-2 0,0 0-6 16,0-5 2-1,0 5-6-15,0-2-11 0,0 2 2 16,0-2 11-16,0 2-34 15,-4-2 13-15,4 2 4 16,-2 0 10-16,2 0-20 16,0 0 31-16,-1-1-1 15,1-1 1-15,-2 1 11 16,2-4 22-16,-1 4 4 16,0-2 6-16,1 3 2 15,0-2 2-15,0 2-20 16,0 0-6-16,0 0 11 0,0 0-22 15,0 0 3-15,0 0-11 16,0 0-2-16,0 2-4 16,0 15 3-16,4 2 1 15,3 5 11-15,-1 6-7 16,-1-2 3-16,0-1-5 16,-2-2 3-16,1-5-2 15,0-3-2-15,-3-7-1 16,3-6 1-16,-4-1-1 15,0-3 6-15,0 0 3 16,0 0-3-16,0-9 6 16,0-10 6-16,0-5-18 15,0-7 0-15,-2-6 0 0,0 1 0 16,1 4-2-16,0 3-6 16,-1 8 7-16,1 6 0 15,0 8 2-15,1 6 9 16,-1 1-6-16,1 0 0 15,0 1-4-15,0 11-7 16,0 5 6-16,5 5-5 16,-1 0 6-16,-2-2 0 15,-1 3 2-15,0-4 0 16,-1 2-2-16,0 0-2 16,0-7-58-16,-8-7-123 15</inkml:trace>
  <inkml:trace contextRef="#ctx0" brushRef="#br0" timeOffset="193994.25">1436 4950 105 0,'0'0'417'0,"0"0"-371"16,0 0-44-16,0 0 2 15,0 0-4-15,0 0 5 0,0 0 17 16,0-4-16 0,0 3-6-16,0-1 11 0,0 2 31 15,0 0 5-15,0-1 4 16,0 1-22-16,0-3-8 15,0 3-9-15,0 0-4 16,0-3-1-16,0 1 4 16,-2-1 2-16,2 1 2 15,0-3-1-15,0 1-8 16,0 2 2-16,0 0 0 16,0 0 9-16,0 2-2 15,0 0-12-15,0 0-3 0,0 10-4 16,0 16 1-1,8 14 3-15,2 12 1 0,-2 4 3 16,-1-1-4-16,1-6-1 16,2-9 1-16,0-11 0 15,-2-6-1-15,2-9 1 16,-7-3-1-16,2-6 1 16,-5-5 0-16,0 0 0 15,0 0 1-15,0 0 1 16,0 0 7-16,0 0-9 15,0 0-6-15,0-2-38 16,0-9-86-16,0-3-233 16</inkml:trace>
  <inkml:trace contextRef="#ctx0" brushRef="#br0" timeOffset="194310.69">1596 5002 663 0,'0'0'59'0,"0"0"-48"15,0 0-11-15,0 0-3 16,0 0-6-16,0 0 3 16,-14 75 3-16,24-54 3 15,-4-2 0-15,-1-2 0 16,0 0-3-16,-3-1 3 0,3-2 0 15,4-2-1-15,3-3 1 16,11 1 2-16,2-4 0 16,7-3 15-16,-2-1-2 15,4-2-10-15,-6 0-5 16,-2 0 4-16,-6-2-4 16,-2-7-51-16,-2-7-236 15</inkml:trace>
  <inkml:trace contextRef="#ctx0" brushRef="#br0" timeOffset="194595.12">2105 5094 825 0,'0'0'5'0,"0"0"-5"16,0 0 0-16,0 0-8 15,0 0-3-15,0 0-9 16,15 0 10-16,-2 0 6 16,3 0 3-16,4-4 1 15,5-7 7-15,1-1 5 16,2-2-2-16,1-1-10 16,-4 3 0-16,-2 2 0 15,-3 4 0-15,-2 0-2 0,-2 1-21 16,-5 1-88-16,-7 2-209 15</inkml:trace>
  <inkml:trace contextRef="#ctx0" brushRef="#br0" timeOffset="194932.06">2156 4989 798 0,'0'0'19'0,"0"0"-17"16,0 0-4-16,0 0 2 15,0 0-4-15,0 0 2 16,38-18-4-16,-33 18 5 0,0 0 1 16,0 2 0-16,4 6 0 15,3 4-1-15,6 2 1 16,3 3 14-16,5 3 6 15,2 1-11-15,-2 0 0 16,-3 0-7-16,-5-2 2 16,-6-3 0-16,-2-5 3 15,-4-1-7-15,-4-2-4 16,1-2 2-16,-3-1-19 16,0-4-45-16,0-1-145 0</inkml:trace>
  <inkml:trace contextRef="#ctx0" brushRef="#br0" timeOffset="195420.97">2407 4722 758 0,'0'0'104'0,"0"0"-80"16,0 0-24-16,0 0 0 15,0 0-11-15,21 63 11 16,4-34 13-16,6 4 2 16,-3-1-3-16,-2-4-9 15,-3 1-1-15,0-2-1 16,-5-5 3-16,-3 0-3 16,-2-6 0-16,-3-2 1 15,-2-7-2-15,0 0 0 0,-3-5 0 16,-1 2 0-1,-1 0 1-15,3-2-1 0,1 0-4 16,1 1 0-16,5-1 1 16,-3 1-7-16,3 3-8 15,2 1-4-15,-2 3-12 16,-3-2-22-16,-10-4-172 16</inkml:trace>
  <inkml:trace contextRef="#ctx0" brushRef="#br0" timeOffset="206324.15">1979 6058 365 0,'0'0'126'0,"0"0"-111"16,0 0-7-16,0 0-3 15,0 0 23-15,0 0-1 16,0 0 5-16,0-16-20 16,0 16 0-16,0-3 15 15,3-1 24-15,-3 4-6 16,3-3-6-16,-1 1-7 16,-2 0 0-16,0 2 5 15,0-1-12-15,0 1 0 0,0 0 2 16,0 0-12-1,0 0-6-15,0 0-6 0,0 0-3 16,3 0 0-16,2 6-5 16,8 12-2-16,-1 15 7 15,7 10-1-15,-2 13 3 16,4 6-1-16,2 2 4 16,2-5-3-16,0-10-1 15,-1-10-1-15,-1-9 0 16,-7-6 0-16,-3-9 2 15,-6-6-2-15,-2-3 0 16,-4-3 6-16,-1-3-5 16,0 0 3-16,0 0 7 15,0 0-2-15,0-9 2 16,0-10-4-16,0-13-7 0,0-11-3 16,0-13-2-1,2-1-12-15,0 0 1 0,3 6 5 16,-2 8 4-16,2 7 6 15,0 6-1-15,-2 11 2 16,0 7 0-16,-1 7 1 16,-2 3-2-16,2 2 0 15,1 0 1-15,-1 2-6 16,3 17-4-16,0 12 5 16,1 7 5-16,2 5 0 15,-1 1 1-15,2-6-1 16,3-11 0-16,-2-5 0 0,5-10 0 15,-2-4-1-15,5-8 2 16,2 0-1-16,3 0 8 16,1-8-5-16,-1-2 1 15,-2-2-3-15,-4 0-1 16,1 1 0-16,0 1-5 16,-3 3-19-16,-1 1-30 15,-5 6-58-15,-7 0-264 16</inkml:trace>
  <inkml:trace contextRef="#ctx0" brushRef="#br0" timeOffset="206709.2">1531 7070 98 0,'0'0'0'0,"0"0"-53"16,0 0 8-16</inkml:trace>
  <inkml:trace contextRef="#ctx0" brushRef="#br0" timeOffset="207076.76">1314 7181 255 0,'0'0'51'16,"0"0"13"-16,0 0 44 0,0 0 46 16,0 0-50-1,0 0-51-15,-39 6-25 0,39-6-25 16,3 0-3-16,13 0 4 15,9-6 8-15,10-8 25 16,14-3-13-16,7-2-12 16,14-6 4-16,16-7-8 15,21-3 1-15,20-7 12 16,17-5 6-16,7-6-14 16,5-4-3-16,0 2 9 15,0 4-9-15,-5 7-6 16,-20 13 1-16,-19 9-4 15,-30 9-1-15,-25 6-4 0,-19 4-1 16,-15 2-9-16,-10 0 4 16,-10 1 5-16,-3 0-15 15,0 0 18-15,0 0 2 16,0 0 0-16,-3 0-3 16,-10 0-50-16,-10 12-32 15,-8 7-42-15,-12 4-289 16</inkml:trace>
  <inkml:trace contextRef="#ctx0" brushRef="#br0" timeOffset="208389.01">1655 7620 281 0,'0'0'55'0,"0"0"-32"16,0 0 65-16,0 0 0 15,0 0-28-15,0 0-20 16,-1 0-15-16,1 0 15 16,0 0 25-16,0 0-37 0,0 0-2 15,0 0-7 1,-3 0-9-16,-1 0-6 0,0 0-4 16,0 0-1-1,1 0 1-15,3 0-1 0,0 0 1 16,0 0 1-16,0 0 0 15,0-8-1-15,5 1-4 16,1 0 4-16,-2 0 11 16,-1 7-7-16,-3 0-4 15,0 0 3-15,0 0 2 16,0 0-5-16,0 0 2 16,0 0-2-16,-3 2 0 15,-1 3 0-15,1-5 0 16,3 0 0-16,0 0 2 0,0 0-2 15,0 0 0-15,0 0 0 16,0 0-1-16,0 0-2 16,0 0 3-16,0 0 2 15,0 0-2-15,0 0-4 16,-1 5 4-16,-1 0-5 16,-3 6 5-16,-2-2 1 15,2-1 0-15,-6 3 3 16,-1-4-3-16,-2 0 1 15,3-2 4-15,0 0-5 16,3-5 2-16,3 0 7 16,2-5 8-16,3-8-3 15,0-8-15-15,0 1-7 0,13-1 3 16,0 7 4-16,-1 3 3 16,-1 5-3-16,1 6-1 15,-2 0 0-15,-1 0 0 16,-2 0-2-16,-2 3 3 15,-2 6 1-15,-3 2 2 16,0 4-3-16,-8-2 1 16,-8 2-1-16,1-3 2 15,-3-3 6-15,3-4-5 16,0-5 4-16,1 0 13 16,4-7-8-16,4-15-1 15,0-8-4-15,6-1-7 0,0-1-6 16,0 3 2-16,12 3 4 15,-2 8-3-15,4 3 3 16,4 8 1-16,-1 7-1 16,6 0-2-16,3 22 1 15,2 15 2-15,0 8 3 16,-3 14-1-16,-11 4 0 16,-7 1-1-16,-7 2-2 15,-12-7 2-15,-16-7-2 16,-2-7 2-16,3-14 1 15,5-11 0-15,8-13 4 16,7-3 13-16,7-4 20 16,0 0-16-16,0 0-13 15,7-5-11-15,14-7-2 16,10 3 2-16,13 1 5 0,2 5-2 16,5 3-1-1,-5 0-1-15,-7 4-1 0,-6 8 0 16,-5 0-3-16,-6 3 3 15,-3-1-25-15,-6-3-18 16,-3 0-40-16,-8-3-12 16,-2-6-26-16,0-2-189 15</inkml:trace>
  <inkml:trace contextRef="#ctx0" brushRef="#br0" timeOffset="209145.2">1825 7560 511 0,'0'0'247'15,"0"0"-214"-15,0 0-6 16,0 0 54-16,0 0-52 15,0 0-5-15,-7-27-9 16,7 27-15-16,0 0-3 16,0 0 0-16,0 0 2 15,18 14 1-15,3 8 0 16,5 12 8-16,2 4 2 16,2 4-2-16,0 2 0 15,-1-8 2-15,-4-5-7 16,-6-5-1-16,-7-11-2 0,-1-7 0 15,-6-3 0-15,-3-5-2 16,0 0-8-16,-2 0 4 16,0 0 0-16,0-11 0 15,0-12-27-15,-2-11-32 16,-3-9 6-16,-2-11-14 16,4 2-9-16,-3 7 25 15,4 7 57-15,2 13 102 16,0 10-13-16,0 6-34 15,0 6 4-15,0 3-44 16,0 0-15-16,0 7 1 16,0 14-2-16,2 6 2 15,7 8 1-15,-4 1-2 0,4-3 6 16,2-3-12 0,2-4 4-16,3-4 2 15,-2-5 4-15,6-4 0 0,-4-4-4 16,2-4 2-16,-3-2 0 15,-1 0 2-15,-4-3-1 16,0 0-3-16,0 0-7 16,-2-11-19-16,-3-8-75 15,0-9-147-15</inkml:trace>
  <inkml:trace contextRef="#ctx0" brushRef="#br0" timeOffset="209534.34">2297 7588 738 0,'0'0'116'0,"0"0"-104"15,0 0-4-15,0 0 23 16,72-55 4-16,-42 38-25 15,2 4-7-15,-10 8-3 16,-1 5-3-16,-11 0-28 16,-5 3-7-16,-5 14 12 15,0 4 21-15,0 0 0 0,-3-1 4 16,-4-7 2-16,4-3-1 16,1-6 10-16,2-3 7 15,0-1-5-15,0 0 0 16,2 0-2-16,11-4 19 15,5-9 4-15,3-4-10 16,1 3-17-16,-4-1-6 16,0 4-20-16,-5 6-33 15,0-1-45-15,-5 1-25 16,-2 2-249-16</inkml:trace>
  <inkml:trace contextRef="#ctx0" brushRef="#br0" timeOffset="210315.43">2399 7588 466 0,'0'0'119'0,"0"0"-47"16,0 0 34-16,0 0-21 0,0 0-25 15,0 0-30-15,-27 0-16 16,27 0-3-16,0 0-8 16,2 0-3-16,17-5 0 15,8-6 9-15,6-6 17 16,11-9 1-16,2-4-4 16,-1-3-6-16,-1 2-7 15,-8 8-9-15,-15 11 0 16,-8 8-1-16,-10 1-11 15,-3 3 11-15,-3 0-3 16,-18 3-1-16,-9 10-6 16,-5 4-13-16,-7 6 12 15,5-6-2-15,2-1 13 0,5-2 2 16,6-4-2 0,11-3 0-16,4-4 0 0,6-3 0 15,3 0 0-15,0 0-5 16,5 0-12-16,15 0 13 15,8-13 4-15,5-6 4 16,1-5 17-16,0-1-2 16,-6 6-17-16,-6 5-2 15,-9 8 0-15,-5 2-6 16,-5 2-20-16,1 2-37 16,2 0-38-16,1 0-20 15,-1-3-172-15</inkml:trace>
  <inkml:trace contextRef="#ctx0" brushRef="#br0" timeOffset="210772.31">2302 7301 687 0,'0'0'138'0,"0"0"-111"15,0 0-1-15,0 0 7 16,0 0-22-16,0 0-8 15,5-6-3-15,11 15 4 16,5 7 10-16,7 14 17 16,2 11-9-16,5 3 3 15,4 3 10-15,-3 0-25 16,1-7-3-16,-2-2-4 16,-2-7 2-16,-5-5-4 0,-5-5 2 15,-5-7-3 1,-4-5 0-16,-7-5 1 0,-5-3 2 15,-2 2-3 1,0-3-4-16,0 0 1 0,0 0-25 16,0 1-54-16,0-1-64 15,-4 0-199-15</inkml:trace>
  <inkml:trace contextRef="#ctx0" brushRef="#br0" timeOffset="214732.94">1711 8706 758 0,'0'0'28'15,"0"0"-28"-15,0 0 0 16,0 0 5-16,0 0-5 16,0 0-10-16,32-28 10 15,26-6 27-15,3-8 13 16,5-3 6-16,-1 5-23 0,-5 0-16 16,0-2-7-16,-4-1 0 15,1-6 1-15,1-2-1 16,-4 2-10-16,-2 11-26 15,-17 11-46-15,-17 15-240 16</inkml:trace>
  <inkml:trace contextRef="#ctx0" brushRef="#br0" timeOffset="-214063.44">1946 8681 800 0,'0'0'38'0,"0"0"-38"16,0 0-5-16,0 0-2 15,110-53 7-15,-25-3 26 16,17-19 8-16,13-22 19 16,11-7 3-16,13 0-39 15,1 4-3-15,1 17 1 16,-7 14-13-16,-20 15-1 15,-14 17-2-15,-21 8 1 16,-15 9 0-16,-17 3-2 16,-14 6-6-16,-15 2-6 0,-7 7-32 15,-9 2-7-15,-2 0 4 16,0 0 23-16,0 0-18 16,-5 0-61-16</inkml:trace>
  <inkml:trace contextRef="#ctx0" brushRef="#br0" timeOffset="-213362.78">2860 7006 321 0,'0'0'106'0,"0"0"3"15,0 0 6-15,0 0-27 16,0 0-42-16,0 0-7 16,-4-24 5-16,3 22-5 15,1-1-20-15,0 3-4 16,0 0-6-16,0 0-9 0,8 5-3 15,17 19 3-15,9 18 2 16,7 15 17-16,6 14 5 16,1 9-10-16,0-3 0 15,-2-6-9-15,1-12-5 16,-8-19 1-16,-9-11-1 16,-10-14 3-16,-7-7-1 15,-5-6 4-15,-6-2-6 16,-2 0 0-16,0 0 1 15,-2-13-5-15,-9-7 1 16,-2 2-19-16,-4-3-21 16,-2 7-50-16,-3 0-90 0</inkml:trace>
  <inkml:trace contextRef="#ctx0" brushRef="#br0" timeOffset="-206625.4">1519 3952 289 0,'0'0'62'0,"0"0"-42"15,0 0-2-15,0 0-6 16,0 0 8-16,0 0 71 16,0 0 60-16,0 0-104 15,0 0-47-15,0 0-16 16,0 0 16-16,0 0 0 0,0 0 9 16,0 0 5-16,0 0-5 15,0 0 2-15,0-2 15 16,0 0-16-16,0-2-10 15,0 3 0-15,0-2 0 16,0 1 3-16,0 2 4 16,0-1-6-16,0 1 3 15,0 0 1-15,0 0 0 16,0 0 6-16,0-1-2 16,0-1 1-16,-3-3-1 15,0-1-8-15,1-2 0 16,-1 0 2-16,-2 0 3 15,2 3 8-15,1-1-13 16,0 0 5-16,0 2-3 0,2 0 0 16,-2 2 1-16,0-2-2 15,2 2 3-15,0-1-2 16,0 2-2-16,0 1-1 16,0 0 1-16,-1 0-2 15,1 0 0-15,0 5-8 16,0 10 4-16,9 6 2 15,1 3 3-15,1 4 0 16,2 1-1-16,-2 2 2 16,0-1 0-16,1-3 5 15,-1 2-6-15,-1-5 0 16,-1-3 1-16,-2-2-2 16,-2-4 1-16,0-6 0 0,-5-5 0 15,0 0 1-15,0-4 0 16,0 0 1-16,0 0 8 15,0 0 22-15,0 0 10 16,0 0 0-16,0-9-16 16,-7-8-17-16,-1-5-9 15,0-5 1-15,0-3-1 16,1-4 0-16,-3 0 0 16,2 0 0-16,0 1-1 15,0 2 1-15,4 1-2 16,0 5 2-16,0 2-1 15,2 3-1-15,1 3-2 16,1 5 3-16,0 3 1 0,0 5-1 16,0 3 0-16,0 1-4 15,0 0-12-15,0 0-12 16,0 12-4-16,0 4 21 16,3 6 11-16,2 4-2 15,2 0-1-15,-1 0 3 16,1-3-10-16,3 0 4 15,-1 1-21-15,5 1-33 16,0-1-20-16,-9-6-173 16</inkml:trace>
  <inkml:trace contextRef="#ctx0" brushRef="#br0" timeOffset="-204158.42">2863 7131 406 0,'0'0'61'15,"0"0"17"-15,0 0-17 16,0 0-30-16,0 0 2 16,0 0-2-16,-10-26-22 15,12 18-4-15,3 0 3 16,-2 2 15-16,-1 3 16 15,-2 2-14-15,0 1-4 16,0 0-13-16,0 0-5 16,0 0 3-16,-2 0-6 15,-1 0 0-15,-2 0 0 16,3 0 0-16,-1 0 0 16,3 0 0-16,0 0 0 0,0 0 0 15,0 0-1-15,0 0 1 16,0 0 0-16,0-2-1 15,0-1-3-15,0 3 4 16,0 0-3-16,0 0 1 16,0 0-13-16,0 0 15 15,0 6 5-15,0 0-3 16,0 3 7-16,-5-4-9 16,-2 3 1-16,-4 1 2 15,3-4-3-15,3-1 1 16,3-4 1-16,2 0-1 15,0 0-1-15,0 0 1 16,0 0-1-16,0 0-5 0,4 0 3 16,-1 0 0-16,-1 0 0 15,-2 2-3-15,0 3 4 16,0 2 2-16,0 1 3 16,0 0-2-16,-5 0-1 15,3-5 0-15,-1-3 3 16,2 0-1-16,1 0-1 15,0 0-2-15,0 0 18 16,0 0-6-16,2-2-12 16,1-4 0-16,-2 3 1 15,0 3-2-15,-1 0-5 16,0 0 4-16,0 3 2 16,0 7 0-16,0 2-1 0,-1 5 1 15,-10-3 1-15,-3-1-1 16,0-2 0-16,-5-1 0 15,-2-4-1-15,-2-3 1 16,3-3 0-16,2 0 1 16,3-5 0-16,5-9 6 15,2-8 4-15,8 0-3 16,0-8-8-16,13-4-1 16,10 1 1-16,7-2 0 15,4 7-3-15,1 7 4 16,-6 9-1-16,-1 7 2 15,0 5-2-15,0 11-4 0,-2 18 4 16,4 7 0 0,1 10 7-16,0 5-4 0,0 5 4 15,5 2-6-15,5 4 2 16,-1-5-3-16,2 0 3 16,-9-1-4-16,-5 3 1 15,-12 1 0-15,-12-1 6 16,-4-1-3-16,-9-7 3 15,-13-12-4-15,0-11 2 16,1-9 0-16,1-10 9 16,2-9 13-16,2 0-2 15,4-3-13-15,-1-14-5 16,3-5-6-16,7-9-1 16,3 1-4-16,5-1-1 0,16 0 3 15,7 7 3-15,3 1-1 16,9 4-1-16,6 4 1 15,9 4-2-15,6-1 6 16,-2 5-3-16,5 2 3 16,-10 1-3-16,-8 4 0 15,-10 0-6-15,-6 0 9 16,-11 1-6-16,-10 4-2 16,-9-1 2-16,0 5-44 15,-14 3-23-15,-13 2 10 16,-3-5-69-16,5-4-343 0</inkml:trace>
  <inkml:trace contextRef="#ctx0" brushRef="#br0" timeOffset="-200820.36">4672 7880 524 0,'0'0'86'0,"0"0"-31"16,0 0-23-16,0 0 40 15,0 0-43-15,0 0-11 16,-26-37-4-16,26 36-7 16,-3 0 3-16,3 1-4 15,0 0 0-15,0 0-2 16,0 0-4-16,0 0 0 15,0 8-4-15,0 12-2 16,0 9 6-16,0 10 0 0,0 2 4 16,0 2-1-16,0-3-4 15,0-4 1-15,0-4 0 16,0-5 0-16,0-3 0 16,0-8 0-16,-2-1 4 15,-1-11-1-15,-2 0 0 16,2-4 14-16,-2-4-3 15,3-12 18-15,-4-10-15 16,6-10-17-16,0-6 0 16,0-5-1-16,11 4-9 15,7 5 10-15,-1 8-14 16,4 9 12-16,-3 7 2 0,2 14-3 16,1 0-7-16,4 21 6 15,-1 7 2-15,-2 9 2 16,1 4 4-16,-4 1 0 15,-4-3 0-15,3 0-2 16,-5-6-2-16,-5-6 4 16,-1-7-5-16,-4-8 1 15,-1-4 0-15,-2-2-5 16,0-1-33-16,-8-5-59 16,-7 0-222-16</inkml:trace>
  <inkml:trace contextRef="#ctx0" brushRef="#br0" timeOffset="-200585.78">5063 8112 722 0,'0'0'189'0,"0"0"-158"16,0 0-16-16,0 0-8 15,103-69-2-15,-63 55 3 16,-1 7-7-16,-6 5-1 16,-7 2-5-16,-6 1-35 15,-12 15-47-15,-8 8-32 0,0 5-119 16</inkml:trace>
  <inkml:trace contextRef="#ctx0" brushRef="#br0" timeOffset="-200459.39">5250 8215 447 0,'0'0'187'0,"0"0"-109"15,0 0-21-15,0 0-2 16,72-33-15-16,-51 21-24 16,-4 5-12-16,-1 4-4 15,-1 2-22-15,-2-2-51 16,4 1-121-16</inkml:trace>
  <inkml:trace contextRef="#ctx0" brushRef="#br0" timeOffset="-199906.75">5708 8070 513 0,'0'0'49'15,"0"0"-49"-15,0 0 0 16,0 0 7-16,-71 30-4 15,50-27 19-15,4-3 42 16,3 0 8-16,2-8-34 16,7-6-3-16,2-6-1 15,3-1-27-15,0-4 8 16,13-1-15-16,8 3-2 0,1 2-1 16,2 7 2-16,-2 7 1 15,2 7-3-15,-4 0-2 16,-1 9 7-16,-5 16-3 15,-3 8 2-15,-6 7 2 16,-5 4-2-16,0 7 1 16,-3 1-1-16,-13-3 5 15,2-8-6-15,-5-11-1 16,-1-9 1-16,-3-7 4 16,3-9 3-16,2-5-5 15,0 0 8-15,10-3 14 16,6-13-14-16,2-3-1 15,7-1-9-15,19 3 0 0,1 5 0 16,7 7 0 0,-3 5-1-16,2 0-1 0,0 5 2 15,-2 7-3-15,-2-4 6 16,-7 3-3-16,1-1 0 16,-10-2 0-16,-2-1 2 15,-9 0-2-15,-2 3-49 16,-2-3-23-16,-14-3-94 15</inkml:trace>
  <inkml:trace contextRef="#ctx0" brushRef="#br0" timeOffset="-199432.4">5934 7750 784 0,'0'0'12'0,"0"0"22"16,0 0 25-16,0 0-30 15,0 0-22-15,0 0-4 16,75 30-3-16,-55 12 13 16,-7 3 5-16,-4 0-13 15,-3-4 3-15,-1-6-7 16,-2-14-2-16,2-8 4 0,-5-6-4 15,2-7 2 1,-2 0 7-16,5 0-6 0,3-9 30 16,0-13 4-16,8-9-32 15,-2-2-1-15,-3-6-3 16,-1 2-3-16,-5-1-10 16,0 6-13-16,-5 14 14 15,3 7 10-15,-3 8 2 16,0 3-1-16,6 0-7 15,-2 21-7-15,6 5 10 16,-2 8 5-16,2-2 7 16,3-6-4-16,2-5-2 15,3-7 2-15,3-7-3 16,1-3 4-16,2-3-1 0,-1-1-3 16,-7 0-67-16,-9-3-110 15</inkml:trace>
  <inkml:trace contextRef="#ctx0" brushRef="#br0" timeOffset="-198397.22">7430 7857 671 0,'0'0'24'0,"0"0"-24"0,0 0-1 16,0 0 1-16,13 73 48 16,-1-36 6-16,1 2-25 15,4 3-16-15,2-6 4 16,-3 0-1-16,-4-2-4 16,-7-3-12-16,-3-3 1 15,-2-6-1-15,0-6 0 16,0-2-27-16,-7-11-47 15,4-3-253-15</inkml:trace>
  <inkml:trace contextRef="#ctx0" brushRef="#br0" timeOffset="-198077.14">7888 7913 772 0,'0'0'0'16,"-74"40"-3"-16,30-9 3 16,8 2 22-16,8 4 3 15,15-3-3-15,10-1-18 16,3 0 0-16,14-5 1 16,14-8-4-16,5-10 4 15,1-9 8-15,-1-1-10 16,-7-7 3-16,-11-3 7 15,-10-4-8-15,-5-5 14 16,0-1 7-16,-10 1-17 16,-8 1 7-16,-5 4-16 0,0 6 0 15,2 2-5-15,8 2-27 16,13-3-42-16,6-3-79 16</inkml:trace>
  <inkml:trace contextRef="#ctx0" brushRef="#br0" timeOffset="-197601.29">8172 7959 749 0,'0'0'16'16,"0"0"-12"-16,0 0-4 0,0 0 3 16,-59 67-3-16,57-39 7 15,2-3-5-15,0-2 0 16,12-5-1-16,7-9 2 15,1-1-2-15,-4-8 3 16,-1 0-1-16,-5-2 4 16,-4-12 7-16,-4-1 7 15,-2-3-11-15,0 0-4 16,-6 2 0-16,-4 2-4 16,-1 6 6-16,5 5-6 15,0 3 6-15,6 0 1 16,0 3-9-16,3 13-9 15,15 11-1-15,8 8 10 0,2 8 14 16,2 6-3-16,-6 6-2 16,-12 1-3-16,-12 2 1 15,0-2-6-15,-22-6-1 16,-6-8 2-16,-4-14 4 16,4-11-6-16,0-9 2 15,4-8 7-15,7-5-6 16,6-15 7-16,9-8-9 15,2-2-1-15,5-1-4 16,9 5-4-16,3 3-24 16,-2-1-53-16,1 2-212 15</inkml:trace>
  <inkml:trace contextRef="#ctx0" brushRef="#br0" timeOffset="-197184.73">8521 7912 856 0,'0'0'9'16,"0"0"35"-16,0 0-11 16,0 0-24-16,0 0-9 15,0 0-8-15,23 39 4 16,-8 0 4-16,-1 0 1 15,6-3-1-15,-2-6-1 16,-3-6 1-16,-3-8 1 0,-1-11-1 16,-8-3 0-16,1-2 8 15,-4-7-5-15,5-15 52 16,4-10-54-16,-2-6-1 16,1-5 0-16,2 4 1 15,3 1-1-15,5 1 0 16,5 12-1-16,2 9 1 15,4 6 0-15,1 10 1 16,1 0-1-16,-3 10-2 16,-5 12 2-16,-2 6 0 15,-9 5-4-15,-3 5 0 16,-7 2 4-16,-2 2-2 16,-2 2-26-16,-14-1-76 0,-5-8-129 15</inkml:trace>
  <inkml:trace contextRef="#ctx0" brushRef="#br0" timeOffset="-196525.08">8398 8509 456 0,'0'0'84'16,"0"0"-9"-16,0 0-21 16,0 0 16-16,0 0-51 15,0 0-14-15,28-29-5 16,-26 29-2-16,1 0 1 15,-3 0 1-15,0 2 7 16,0 5-6-16,0-2 3 16,0-2 1-16,0 3-5 15,0-5 2-15,0 1 2 0,-3-2 4 16,-2 0 14 0,-4 0-6-16,-2 0-16 0,1-2 0 15,1-5 1-15,3-4 0 16,3-3-1-16,3 0-2 15,3-3-8-15,12 1 2 16,3 5 6-16,4 2-2 16,-1 3 4-16,0 4 0 15,-5 2 1-15,-4 3-1 16,-5 16 2-16,-4 6 4 16,-3 3-4-16,0 4 16 15,-5 0-2-15,-10-4-11 16,-3-3 1-16,-5-3-2 0,2-5 1 15,1-8 7 1,9-4-12-16,6-4 12 0,5 0 10 16,3-1-9-16,19 1-10 15,12-1 6-15,12 3 18 16,-2-2-5-16,-6 4-16 16,-6 1-6-16,-2 2-5 15,-10 0 5-15,-4 3-1 16,-5-4-30-16,1 2-65 15,-7-9-55-15</inkml:trace>
  <inkml:trace contextRef="#ctx0" brushRef="#br0" timeOffset="-196026.47">9464 8026 780 0,'0'0'40'0,"0"0"-33"16,79-34-7 0,-38 25 2-16,0 2 15 0,-8 7-12 15,-8 0-5-15,-14 4-16 16,-11 10-64-16,-3 4-127 15</inkml:trace>
  <inkml:trace contextRef="#ctx0" brushRef="#br0" timeOffset="-195877.97">9450 8182 442 0,'0'0'335'0,"0"0"-321"16,0 0-11-16,0 0 4 15,75-19 19-15,-42 7-7 16,-5 4-19-16,-5 5-6 0,-7 1 5 15,-1 2-43-15,-4 0-41 16,-4 0-172 0</inkml:trace>
  <inkml:trace contextRef="#ctx0" brushRef="#br0" timeOffset="-195291.64">9938 7848 775 0,'0'0'17'0,"0"0"10"15,0 0-6-15,0 0 12 16,0 0-15-16,0 0-18 15,17-6-1-15,-4 33 1 16,2 11 0-16,-7 6 1 16,-6 8 7-16,-2 0-1 15,0 0 0-15,0-5-5 16,0-5-1-16,0-9 0 16,0-11 0-16,0-10-1 15,3-7 3-15,-3-5 1 16,6 0 8-16,1-10 45 15,8-19-27-15,3-6-29 0,5-10-1 16,-2-2 0-16,-3 2 0 16,-5 0 0-16,-3 5-7 15,5 5 3-15,-2 6 3 16,-3 10 1-16,-4 8 0 16,-2 8-1-16,-2 3 1 15,-2 0-5-15,0 14 1 16,0 13-6-16,0 8 10 15,-8 8 10-15,2 2-6 16,3-3 1-16,3-4-2 16,0-11-2-16,21-5 5 15,5-10 3-15,9-7 6 0,7-3-2 16,-7-2-6-16,-5 0-7 16,-4 0-1-16,-10 0-57 15,-6 0-53 1,-4 0-76-16</inkml:trace>
  <inkml:trace contextRef="#ctx0" brushRef="#br0" timeOffset="-191115.53">2310 9425 157 0,'0'0'282'0,"0"0"-247"15,0 0-35 1,0 0-5-16,0 0 3 0,0 0-3 16,0 0-1-16,0-2 2 15,0 2 2-15,0 0-15 16,0 0 4-16,0 0-1 16,0 2 10-16,0 5-11 15,-3-4 10-15,3-3 5 16,0 0 2-16,0 0 16 15,0 0 9-15,0 0-1 16,0 0-21-16,0 0-3 16,0 0 14-16,0 0-2 15,0 0 3-15,0 0-13 16,0 0-3-16,0 0 9 0,0 0 1 16,0 0 2-16,0 0-13 15,0 1 0-15,-2 0 1 16,2 1-1-16,-1-1 0 15,1-1-2-15,0 0 2 16,-2 0-1-16,0 0-19 16,-1 2-77-16</inkml:trace>
  <inkml:trace contextRef="#ctx0" brushRef="#br0" timeOffset="-190955.95">2310 9425 381 0</inkml:trace>
  <inkml:trace contextRef="#ctx0" brushRef="#br0" timeOffset="-190709.99">2310 9425 381 0,'41'-12'25'0,"-41"12"-24"0,0 0 0 0,0 0 17 16,0 2 6-16,0 2-1 15,0 0 16-15,-5-2-15 16,2 2 27-16,-2-4 7 16,2 0-10-16,3 0-29 15,0 0-9-15,0 0 8 16,0-6-6-16,3 1-12 0,4-2-3 16,-2 2 3-16,0 2 0 15,-5 3 0-15,3 0 0 16,-3 0-3-16,0 0 4 15,0 0-3-15,0 0-1 16,0 2-5-16,-3 1 6 16,3-3-15-16,0 0 6 15,0 0 9-15,0-3-29 16,0-10-386-16</inkml:trace>
  <inkml:trace contextRef="#ctx0" brushRef="#br0" timeOffset="-189676.56">2415 9264 501 0,'0'0'27'0,"0"0"-27"15,0 0-1-15,0 0-10 16,0 0 11-16,0 0 9 16,-31 27-5-16,31-27-4 15,0 0 51-15,0 0 22 16,0-8-46-16,0 0-26 16,3 2 5-16,-2 4-6 0,1 2 5 15,-2 0-5 1,2 0-4-16,-1 5-3 15,0 4 14-15,-1-1-5 0,0 3 0 16,0-2 0-16,-1-3 3 16,0-4-4-16,1-2 0 15,0 0 6-15,0 0 15 16,0 0-6-16,0 0 6 16,2-8-10-16,6-1-12 15,2 3 0-15,-2 3 8 16,-2 3-7-16,-4 0 3 15,0 0-4-15,-2 3 0 16,0 8 1-16,0 1 2 16,-4-2 6-16,-7 4-5 15,-5-5 0-15,3 0-1 16,-4-7 2-16,3-2 4 0,2 0 12 16,-1-2-5-16,3-13-7 15,3-3 3-15,3-5 2 16,4-8-10-16,0-5-4 15,9 3 0-15,8 2-2 16,3 6 2-16,4 10 0 16,1 7-2-16,4 8 2 15,-1 0-3-15,0 28 3 16,-3 16 2-16,-6 15-1 16,-4 9 14-16,-13 4-8 15,-2 0-6-15,-4 1 0 16,-14-6 5-16,-6-13-3 0,-4-14-3 15,3-12 0 1,-1-8 0-16,0-12 7 0,4-7-1 16,0-1 6-16,2-12-4 15,8-7 3-15,2-8-5 16,6 0-5-16,4 0-1 16,0 2-6-16,9 8 6 15,6 10-1-15,6 7-1 16,4 0-5-16,3 18 5 15,5 7 1-15,-1 3 0 16,0-1-3-16,-3 2 4 16,-4 1 6-16,0-5-6 15,-3 1 0-15,-5-5 1 16,-4 0-1-16,-3-2-13 0,-4-5-27 16,1 0-38-16,-6-8-30 15,-1-6-187-15</inkml:trace>
  <inkml:trace contextRef="#ctx0" brushRef="#br0" timeOffset="-189196.64">2860 9113 294 0,'0'0'423'0,"0"0"-365"0,0 0-54 16,0 0-4 0,0 0-2-16,-17 73 2 0,28-15 20 15,0 9 4-15,5 2 7 16,-3-1-4-16,0-1-1 15,-3-4-9-15,0-9-10 16,-2-11-7-16,-3-8 7 16,2-7-7-16,-4-12 0 15,3-4-1-15,-4-8-31 16,3-4-58-16,-2-12-122 16,-1-22-347-16</inkml:trace>
  <inkml:trace contextRef="#ctx0" brushRef="#br0" timeOffset="-188880.56">3191 9317 757 0,'0'0'4'16,"0"0"-2"-16,-60 89 12 15,53-51 1-15,7-1-6 16,0 2 6-16,18-3-11 15,8-9-3-15,6-9 0 16,8-12 3-16,0-6 5 16,-1-10-7-16,-11-6 9 0,-7-4-7 15,-16-1 1 1,-5 1 30-16,-8 0 2 0,-17 1-14 16,-6 7-4-1,-2 1-17-15,2 6 5 0,8 0-7 16,10 3-1-16,8-2-28 15,5-1-25-15,13-7-92 16,12-5-376-16</inkml:trace>
  <inkml:trace contextRef="#ctx0" brushRef="#br0" timeOffset="-188356.62">3498 9250 699 0,'0'0'86'0,"0"0"-70"15,0 0-15-15,-38 77 1 16,38-40 7-16,0 0 5 16,16-1-6-16,6-6-1 15,6-5-7-15,3-7 1 16,0-13-1-16,-3-5 7 16,0-3 6-16,-10-11-10 15,-4-5 3-15,-13-4 5 16,-1-1-6-16,-1 0 0 15,-15 2-1-15,3 8-4 16,0 1 8-16,3 7 12 16,2 6-5-16,5 0 1 15,3 0-16-15,0 6-9 16,11 15 2-16,12 7 7 16,3 8 0-16,5 3 3 0,2 7 5 15,-3 1 1-15,-4 3 1 16,-11 3-6-16,-15 2-3 15,0-2 4-15,-30-5-5 16,-11-3 9-16,-6-11-9 16,-2-10 0-16,9-15 0 15,3-9 3-15,12 0 2 16,10-20 2-16,11-10-3 16,4-4-4-16,16-7 0 15,15 2 0-15,3 5 5 0,-3 9-4 16,-3 11-1-16,-3-1 0 15,-4 11-2-15,-3 1-16 16,0 3-39-16,-1 0-37 16,-4 0-33-16,2-4-340 15</inkml:trace>
  <inkml:trace contextRef="#ctx0" brushRef="#br0" timeOffset="-187846.53">4151 9115 421 0,'0'0'336'0,"0"0"-333"16,0 0-3-16,0 0-2 16,0 0 2-16,60 98 2 15,-43-42 17-15,-1-1-6 16,-4-4-9-16,1-6 5 16,-3-9-8-16,-1-11-1 15,-2-11-4-15,-2-9 4 16,-5-2 3-16,0-3 11 0,0-8 108 15,0-16-71-15,0-10-45 16,-5-11-3-16,2-6-3 16,1-7 0-16,2 0-3 15,0 2 3-15,8 13 0 16,10 11-3-16,4 12 2 16,5 12 1-16,3 8-8 15,5 0 7-15,-2 25 0 16,-3 14-2-16,-8 9 3 15,-4 3-4-15,-5 6 4 16,-8-3 0-16,-2-5-4 16,-3-3-10-16,0-8-47 15,-8-6-61-15,-15-5-347 16</inkml:trace>
  <inkml:trace contextRef="#ctx0" brushRef="#br0" timeOffset="-187042.7">4013 9861 690 0,'0'0'39'0,"0"0"-38"15,0 0 17-15,0 0 20 16,0 0-27-16,0 0-11 16,5-35-1-16,2 35 1 15,-1 0-1-15,-1 0 1 16,-2 0 0-16,-1 0 0 16,-2 0 3-16,0 6 0 15,0 1 6-15,-2 0-2 16,-6-1-6-16,0-3 3 15,3-3-1-15,3 0 11 16,-1 0-1-16,1 0-5 16,-1-6-4-16,3-4 3 15,0-3-6-15,0 3 2 16,3 1 2-16,6 1-3 0,-3 4 10 16,-1 4-8-16,0 0-4 15,0 0 1-15,-2 7 1 16,-1 6-1-16,-2 2 0 15,0-1-1-15,0-3 0 16,-2-3 3-16,-3-8-2 16,2 0 2-16,-2 0 2 15,-1-2 2-15,5-18-2 16,1-5 3-16,2-6-8 16,16-2-7-16,5 5 6 15,0 5 1-15,-3 7 5 16,-4 10 15-16,0 6-8 0,-2 5-12 15,-3 23 0 1,1 14 0-16,-6 13 10 0,-4 11 0 16,-2 3-10-16,0-1 0 15,-11-5 0-15,-3-7 1 16,-5-12-1-16,-1-15 0 16,0-13 2-16,0-10 2 15,2-6 6-15,-1-9-7 16,7-13 7-16,4-6-10 15,8 0 1-15,0 3 5 16,10 3-6-16,13 10 3 16,3 4-2-16,5 8 0 15,1 0 0-15,0 0-1 16,-7 8 0-16,0 7-2 16,-9 4-11-16,2-5-49 0,-8 2-26 15,-2-2-29-15,0-8-199 16</inkml:trace>
  <inkml:trace contextRef="#ctx0" brushRef="#br0" timeOffset="-185766.65">4971 9420 448 0,'0'0'122'16,"0"0"-98"-16,0 0-3 15,0 0 54-15,0 0-24 16,0 0-23-16,-8 0-9 15,8 0-14-15,0 0 5 16,10 0 11-16,10 0 27 16,2 0-13-16,8 0-4 15,3 0-13-15,6-1-13 16,5-3 2-16,-1 0-5 16,1-1-2-16,-3 3 1 15,-6 1-1-15,-4 1-13 16,-10 0-38-16,-9 0-29 0,-12 1-22 15,0 1-234-15</inkml:trace>
  <inkml:trace contextRef="#ctx0" brushRef="#br0" timeOffset="-185498.75">5109 9225 794 0,'0'0'26'16,"0"0"-26"-16,0 0-6 15,5 63 6-15,10-24 0 0,1 7 14 16,5 9 5 0,-6 0 6-16,-3 5-4 0,-4-2-20 15,-3-8 2-15,-1-6 5 16,-4-10-8-16,0-6 0 15,0-12-5-15,0-10-42 16,0-6-75-16</inkml:trace>
  <inkml:trace contextRef="#ctx0" brushRef="#br0" timeOffset="-184247.12">5829 9201 179 0,'0'0'493'16,"0"0"-490"-16,0 0-3 16,0 0-1-16,0 0 1 0,0 0 25 15,-28 19-7 1,28-19-14-16,0 0 0 0,0 0 23 16,0 0 9-1,0 0-22-15,0 0-8 0,0 0-6 16,0 0 8-16,0 0-8 15,0 0 2-15,0 0-1 16,-2 0 0-16,2 0-1 16,0 2 1-16,-4 1 4 15,-1 0-4-15,3-2 2 16,2-1-3-16,0 0 6 16,0 0-6-16,0 0 1 15,0 0-3-15,2 0-2 16,7-4 3-16,-4 1 0 0,0 3 1 15,-3 0 6 1,0 0-5-16,-1 0-2 0,1 0 1 16,-2 0 0-16,0 6-5 15,0 0 5-15,0-4 0 16,0 1 6-16,0-3-6 16,0 0 1-16,0 0 0 15,0 0 3-15,0 0 2 16,11-10-4-16,-1 5-2 15,0 1 0-15,-3 2 0 16,-1 2 2-16,-4 0-2 16,-2 0 0-16,0 6-2 15,0 6 2-15,0-2 5 0,-2 2-1 16,-11-1-2 0,0-2-1-16,0-6 3 0,1-1-1 15,2-2-3-15,1 0 4 16,7 0 3-16,2-2-4 15,0-7 5-15,0-2 0 16,2 2-8-16,3 3 0 16,1 2 6-16,-3 4 2 15,-3 0-6-15,0 0-2 16,2 0 0-16,-2 8 0 16,0 6 0-16,0-3 3 15,0 2 6-15,0-7-8 0,-5 0 0 16,-1-3 6-16,-1-3-3 15,-1 0 10-15,1-3-8 16,-1-6 2-16,0-7-6 16,3-4-2-16,5-6 0 15,0-2-2-15,0-1-3 16,10-1 2-16,6 3-1 16,1 9 0-16,4 6 4 15,-3 4 0-15,0 8-4 16,-3 0-3-16,-1 9 5 15,-3 18 1-15,0 14 1 16,-11 16 1-16,0 4 9 16,-8 3-1-16,-11 1-6 15,0-5-3-15,-4-6-2 16,2-10 2-16,-2-10 0 0,1-12 1 16,1-7 5-16,1-10-3 15,4-5-1-15,6 0 5 16,2-16-3-16,6-8 0 15,2-1-1-15,7-2-3 16,11 4 0-16,5 7 0 16,0 7 13-16,8 9-13 15,0 0 4-15,7 0-3 16,-2 15-1-16,2 1 2 16,0-2-2-16,-3-1 1 15,-5-4-1-15,-7 2 3 16,-4-5-3-16,-10 1 0 0,-1-3-11 15,-3-4-44-15,-2 3-18 16,0-3-41-16,-1 0-224 16</inkml:trace>
  <inkml:trace contextRef="#ctx0" brushRef="#br0" timeOffset="-170596.88">6712 9500 838 0,'0'0'8'0,"0"0"8"0,0 0-8 16,0 0 20-16,0 0-6 15,0 0-14-15,0 0-8 16,41-46 0-16,-5 31 4 16,-1-1 0-16,0 1 11 15,0 4-7-15,2-3-3 16,-2 6-3-16,-7 2-2 15,0 1 0-15,1 5-3 16,-4 0 2-16,3 0-16 16,-1 0-11-16,-8 2-37 0,-3 10-53 15,-13-1-180-15</inkml:trace>
  <inkml:trace contextRef="#ctx0" brushRef="#br0" timeOffset="-170385.09">6905 9593 406 0,'0'0'381'0,"0"0"-335"15,0 0-39-15,0 0-4 16,0 0 11-16,0 0 21 16,97-1-14-16,-64-4-19 15,-2 3-2-15,-5 0 1 0,-3 2-4 16,-5 0-3-1,-1 3-62-15,-6 4-41 0,-3-5-229 16</inkml:trace>
  <inkml:trace contextRef="#ctx0" brushRef="#br0" timeOffset="-169749.6">8116 9246 702 0,'0'0'74'16,"0"0"-57"-16,0 0 7 16,0 0 6-16,0 0-4 15,0 0-15-15,-61-24-9 16,48 24 0-16,-5 0 0 0,-2 10-2 15,-12 10 0-15,-1 11 0 16,-5 6-1-16,2 4 0 16,3 4 1-16,12 2 6 15,9-5 8-15,6 1-9 16,6-6-5-16,13-3 12 16,13-6-7-16,10-4-4 15,8-11 3-15,6-5-1 16,4-8 2-16,-1 0 0 15,-1-14-2-15,-3-8 4 16,-8-3 4-16,-3-9-3 16,-5-1 7-16,-4-5 1 0,-9 1-8 15,-11 3-4 1,-5 4 1-16,-4 2-4 0,-18 3-1 16,-7 6-1-16,-9 5 1 15,-9 5-8-15,-1 9-3 16,-2 2 2-16,0 2-5 15,-3 18-20-15,-2 4-34 16,5-2-40-16,11 1-186 16</inkml:trace>
  <inkml:trace contextRef="#ctx0" brushRef="#br0" timeOffset="-169156.72">8851 9013 435 0,'0'0'48'0,"0"0"-38"16,0 0 3-16,-82-1 29 0,62 11 17 15,-5 6-32 1,1 6-1-16,-1 11 2 0,-1 10 33 15,5 10-10-15,4 8-6 16,14 4-11-16,3-2-2 16,3-2-15-16,22-5-10 15,5-7-5-15,4-7 3 16,2-9-1-16,-3-10-2 16,1-4 1-16,-4-9-3 15,-4-2-15-15,-3-8-55 16,-2 0-50-16,-9-11-318 15</inkml:trace>
  <inkml:trace contextRef="#ctx0" brushRef="#br0" timeOffset="-168871.29">9010 9083 524 0,'0'0'341'16,"0"0"-332"-16,0 0 9 16,0 0-12-16,0 0-6 15,0 0-9-15,13 49 9 16,3 4 3-16,-1 1 7 16,-3-2-5-16,3-5-3 15,-2-7 7-15,1-5 1 0,-7-6-10 16,0-4 1-1,-4-6-1-15,-1-5-1 0,2-3-14 16,1-10-73-16,2-1-182 16</inkml:trace>
  <inkml:trace contextRef="#ctx0" brushRef="#br0" timeOffset="-168512.54">9409 9152 785 0,'0'0'60'15,"0"0"-54"-15,0 0-6 0,0 0 0 16,-40 77 9-16,40-45 0 16,0-4 3-16,0-6-11 15,15-3-1-15,0-8 0 16,6-5 0-16,-1-5 10 15,-2-1-4-15,-6 0 4 16,-4 0-10-16,-5 0 20 16,-3-8 43-16,0-8-40 15,0-3-2-15,0 0-1 16,-8 0-1-16,-7-4-7 16,2 7-9-16,-1 1-2 15,6 5 2-15,3 6 1 16,2 1-4-16,3 3-19 0,0 0-74 15,0 0-47-15,3 5-167 16</inkml:trace>
  <inkml:trace contextRef="#ctx0" brushRef="#br0" timeOffset="-167964.67">9830 9104 805 0,'0'0'49'0,"0"0"-2"16,0 0-23-16,0 0-8 16,0 0-9-16,0 0-7 0,-6 26-3 15,-11 10-1-15,-2 3 1 16,8-2 2-16,10-7-3 16,1-8 3-16,0-5-1 15,10-8-2-15,3-3 4 16,0-6 1-16,-1 0 11 15,-4-3 17-15,0-11 5 16,-6-4-9-16,-2-4-19 16,0-3-2-16,0 3-3 15,-10 1-1-15,2 3 0 16,1 10 1-16,2 2-2 16,2 6 1-16,3 0-3 15,0 9-7-15,8 9-1 16,10 10 11-16,5 3 0 0,3 2 0 15,1 5 0-15,-8 0 0 16,-2 3 4-16,-9 0-3 16,-8 0 4-16,0-2-3 15,-5-9-2-15,-15-3 8 16,-1-6 8-16,-7-6-15 16,4-4 5-16,4-9 4 15,7-2-9-15,3 0 4 16,10-6 4-16,0-11-2 15,5-9-7-15,16-3-5 16,4-2 2-16,-1 3 0 0,-4 8-21 16,-4 9-9-1,-6 3-8-15,-1 3-65 0,0 2-108 16</inkml:trace>
  <inkml:trace contextRef="#ctx0" brushRef="#br0" timeOffset="-167432.53">10396 9072 912 0,'0'0'6'0,"0"0"-5"0,0 0 31 16,0 0-4-16,0 0-28 15,0 0-7-15,2 25 4 16,6 10 3-16,0 1 2 16,-1-1-2-16,-2-6-1 15,-2-6 0-15,-1-6 1 16,-2-8 0-16,0-7 0 15,0-2 3-15,0 0 19 16,-5 0 42-16,-7-14-31 16,-4-5-27-16,6-6-1 15,2-6-4-15,8-2 1 16,0-4-2-16,16 4-4 0,12 4 2 16,7 5 1-16,9 10-4 15,3 9 3-15,-4 5 1 16,-4 0-1-16,-1 16 0 15,-7 4 0-15,-6 5 2 16,-4-1 2-16,-4 2-2 16,-4-2-1-16,-2 0 1 15,-8-8 1-15,0 0-1 16,-3-4-12-16,0-2-44 16,-1-1-41-16,-9-6-28 0,-1-3-229 15</inkml:trace>
  <inkml:trace contextRef="#ctx0" brushRef="#br0" timeOffset="-167132.78">10508 8762 391 0,'0'0'443'15,"0"0"-434"-15,89-68-6 16,-16 61 1-16,16 7 24 0,6 2 30 16,2 27 20-1,-7 11-19-15,-18 8-16 0,-18 10-21 16,-19 1-14-16,-18 9-3 16,-15 2-2-16,-2-1-2 15,-19 2 2-15,-11-8-3 16,-5-3-2-16,-7-4-19 15,-7 0-45-15,-14-5-53 16,-8-6-60-16</inkml:trace>
  <inkml:trace contextRef="#ctx0" brushRef="#br0" timeOffset="-166315.43">8614 9896 396 0,'0'0'0'16,"-111"26"-26"-16,52-10-17 16,8-7 39-16,9-1 4 15,12-5 98-15,11-1 29 16,10-2-64-16,7 0-30 15,2 0 27-15,0 0-26 16,2 0-24-16,21 0-10 16,23-5 0-16,28-12 48 0,36-13 4 15,34-10 3-15,32-4-2 16,32-6 10-16,20 5-25 16,7 4-4-16,-9 4-28 15,-15 5-2-15,-22 6 2 16,-33 6-6-16,-30 8 0 15,-35 5-1-15,-36 5-14 16,-25 2-26-16,-20 0-15 16,-10 0-21-16,-23 13 12 15,-24 8 44-15,-16 8 9 16,-16 2-50-16,-12 2-18 16,-11 0-108-16,-15 4-106 0</inkml:trace>
  <inkml:trace contextRef="#ctx0" brushRef="#br0" timeOffset="-166036.4">8254 10321 924 0,'100'-42'9'15,"51"-14"-4"-15,44-14-5 16,41-5 23-16,25-5 44 15,12 9-10-15,-6 10-7 16,-27 11-40-16,-40 10-7 16,-43 13 2-16,-48 11-5 0,-41 4-25 15,-29 7-23-15,-22 4-5 16,-14-2 15-16,-3 3 1 16,-9 0-22-16,-21 3-15 15,-13 11-27-15,-11 3-73 16,-3 0-240-16</inkml:trace>
  <inkml:trace contextRef="#ctx0" brushRef="#br0" timeOffset="-130646.64">5683 5563 145 0,'0'0'0'0,"0"0"-3"16,0 0-4-16,0 0-29 15,0 0-34-15</inkml:trace>
  <inkml:trace contextRef="#ctx0" brushRef="#br0" timeOffset="-107539.22">9036 8651 154 0,'0'0'57'16,"0"0"-43"-16,0 0-13 16,0 0 27-16,0 0-27 15,0 0 8-15,0 0 4 16,0 0-5-16,-11-30-4 0,9 26 37 16,-1 4-40-1,-2 0 7-15,-3 0-8 0,-4 0-121 16</inkml:trace>
  <inkml:trace contextRef="#ctx0" brushRef="#br0" timeOffset="-87264.66">9089 9366 588 0,'0'0'6'16,"0"0"-12"-16,0 0 5 15,0 0-16-15,-69-51-22 16,69 45 1-16,-3 6 14 15,1 0 14-15,-3 0-43 16</inkml:trace>
  <inkml:trace contextRef="#ctx0" brushRef="#br0" timeOffset="103482.15">13017 10621 767 0,'0'0'22'16,"0"0"-9"-16,0 0 6 16,0 0 20-16,0 0-6 15,0 0-2-15,0 0-26 16,-14-41 6-16,18 24-5 16,18-6-5-16,5-5 1 15,14 0 3-15,6-1 0 16,2 6-4-16,-6 9 5 15,-10 9-6-15,-7 5 0 0,-10 21-2 16,-10 17 0 0,-6 16 2-16,0 8 6 0,-12 5-3 15,-9 0-2-15,1-11 0 16,3-11 0-16,4-12 2 16,2-8-2-16,0-5 0 15,6-8 0-15,1-5 0 16,2-4-1-16,2-3 2 15,0 0 2-15,0 0 3 16,0-8 13-16,10-18-8 16,10-14-12-16,6-12 1 15,1-10-1-15,2 1 0 16,-3-4-1-16,-5 3-5 16,-4 11-12-16,-6 15 11 0,-6 19 7 15,-5 9 2-15,0 8-2 16,0 2-3-16,2 20-17 15,1 13 20-15,0 11 7 16,1 8 5-16,6-6-2 16,-2-4-8-16,6-11-2 15,0-5 1-15,2-8 5 16,-1-4-4-16,3-1 3 16,-4-3-5-16,2-3-5 15,-5-1 1-15,0-2-11 16,4-4-28-16,-5-2-21 15,1 0-59-15,0-21-232 16</inkml:trace>
  <inkml:trace contextRef="#ctx0" brushRef="#br0" timeOffset="103746.37">13903 10609 842 0,'0'0'26'0,"0"0"-23"0,86-48-1 16,-57 39 0-16,-2 6 1 15,-8 1 0-15,-2 2-3 16,-4 0-26-16,-1 2-36 15,-4 12-36-15,-8 0-37 16,0 5-22-16</inkml:trace>
  <inkml:trace contextRef="#ctx0" brushRef="#br0" timeOffset="103901.63">14048 10677 492 0,'0'0'171'16,"0"0"-100"-16,0 0-40 15,0 0 2-15,0 0 12 16,0 0 8-16,90 0-29 15,-55-8-7-15,-1-1-14 16,-6 4-2-16,-4-1-2 16,-2 1-18-16,-5 3-54 0,-1 1-68 15,-5-2-188-15</inkml:trace>
  <inkml:trace contextRef="#ctx0" brushRef="#br0" timeOffset="117727.36">10745 9679 342 0,'0'0'97'16,"0"0"-45"-16,0 0 6 15,0 0-15-15,0 0-18 16,0 0 4-16,0 0-4 16,0 0-7-16,-6 0 2 15,6 0-5-15,0 0 5 16,0 0 4-16,0 0 1 15,0 0-12-15,0 0 8 0,0 0-3 16,0 0-7-16,0 0 5 16,0 0-11-16,0 0 10 15,0 0-13-15,0 0 0 16,0 0 4-16,0 0-5 16,0 0 1-16,8-2-1 15,9-4 1-15,4 3-2 16,2-2 4-16,1-1-3 15,1 0 3-15,0 4-3 16,0-1-1-16,2 0 2 16,-2 0-1-16,-1 0 2 15,3 1-3-15,1 1 0 16,-4-1 1-16,1 0-1 16,3-2 1-16,-2 1-1 15,2 1 6-15,3 0-3 0,2-2-3 16,-4 1 1-16,2 0 0 15,-1 3 0-15,-2-2-1 16,-4-1 0-16,1 1 0 16,-3-3 0-16,2 5 1 15,-6-2-1-15,2 2 0 16,3-2 3-16,-5 1-3 16,5-1 3-16,-7-1-1 15,1 1-1-15,-3 0 3 16,-7 0-4-16,1 2 5 15,-5 0-5-15,4-2 0 0,-7 2 0 16,0 0 0-16,0 0 0 16,0 0 0-16,0 0 1 15,0 0-1-15,0 0 0 16,0 0 0-16,0 0 0 16,0 0-1-16,0 0 1 15,0 0-19-15,0 0-11 16,0 0-31-16,0 2-94 15,-7 4-107-15</inkml:trace>
  <inkml:trace contextRef="#ctx0" brushRef="#br0" timeOffset="119781.63">12040 9406 294 0,'0'0'21'0,"0"0"-9"16,0 0 0-16,0 0 23 16,0 0 1-16,0 0-7 15,0 0 1-15,0 0-13 16,0 0 24-16,0 0-5 16,0 0-6-16,0 0 2 15,0 0-4-15,0 0-7 16,0 0 8-16,0 0-1 15,0 0-5-15,0 0-6 0,0 0 1 16,0 0-2-16,0 0-1 16,0 0-4-16,0 0 0 15,0 0-2-15,0 0 2 16,0 0 0-16,0 0 2 16,-1 0-1-16,1 0-2 15,0 0-1-15,-1 0-2 16,1 0-3-16,0 0 5 15,0 0-8-15,0 0 1 16,0 0 1-16,0 0 2 16,0-1-4-16,0 1 1 15,0-1-1-15,0 1 1 16,0 0 2-16,0 0-3 0,0 0 1 16,0 0-1-16,0 0-2 15,0 0 3-15,0 0 3 16,0 0-5-16,0 0 0 15,0 0 2-15,0 0 0 16,0 0 0-16,0 0 1 16,0 0 3-16,0-1-5 15,0 1 0-15,0 0 0 16,0 0 2-16,0 0-3 16,0 0 0-16,0 0 0 15,0 0-3-15,0 0-1 16,0 12 4-16,2 8 0 0,5 1 2 15,-1 2-1 1,-1 2 3-16,0-3-3 0,0-4 0 16,-1-1-1-16,1-5 1 15,-3-2-1-15,-1-3 0 16,1-4 1-16,-2-1-1 16,1-2 0-16,-1 0 0 15,0 0 0-15,0 0 0 16,0 2 0-16,0-2 1 15,0 0 1-15,0 0 5 16,0 0-1-16,0 0-2 16,-3-2 8-16,-4-3-8 15,2-6 1-15,-2-3-1 16,4-3-4-16,0 1-5 16,1-4 5-16,2 3-3 0,0 0 4 15,0 3-2-15,8-2-4 16,3 3 4-16,5-2-6 15,3 3-2-15,-2 5-1 16,1 1 4-16,-3 1 0 16,1 4 4-16,-5 1 0 15,0 0-2-15,1 1-1 16,-2 10 3-16,-3 3 2 16,2 0 0-16,0 3-1 15,-4 2 2-15,0-5-4 16,-1-1 6-16,-2-5-4 15,-2 2 1-15,0-8 0 0,0 3-2 16,0-5 2-16,0 3-6 16,0-3 6-16,0 0 0 15,0 0 4-15,0 0-3 16,0 0 3-16,0 0 0 16,0-3 6-16,0-10 0 15,0-4-10-15,0-5 0 16,8-1-2-16,-1 1-6 15,6 3-6-15,-3 7 6 16,-1 3 6-16,1 4-2 16,4 5-1-16,0 0 4 15,0 0-4-15,-3 5 4 16,1 7-2-16,-1 2-6 0,1-1 9 16,-1 0 0-16,-2-3 6 15,-2 4-12-15,0-5 5 16,-2 1 1-16,-2 1 0 15,-1-2-2-15,-2 0 2 16,0-2 0-16,0-1-14 16,0 0-11-16,0 3-32 15,0-7-52-15,3-2-232 16</inkml:trace>
  <inkml:trace contextRef="#ctx0" brushRef="#br0" timeOffset="120133.86">12624 9453 639 0,'0'0'91'0,"0"0"-37"16,0 0 9-16,0 0-9 0,0 0-30 15,68-18-8 1,-44 8-4-16,0 5 4 0,1 0-14 16,-3-2 1-16,2 5 1 15,-1-1-4 1,-6 3-4-16,-4-2 3 0,-2 2-11 15,-8 0-23-15,-3 0-39 16,0 0-40-16,0 0-161 16,-17 0-81-16</inkml:trace>
  <inkml:trace contextRef="#ctx0" brushRef="#br0" timeOffset="120433.95">12699 9350 569 0,'0'0'63'0,"0"0"-10"0,0 0-8 15,0 0-22-15,0 0-23 16,0 0-3-16,2 14 3 16,10 2 12-16,4 1-2 15,-2 1 9-15,3-1-8 16,-1 2 3-16,-2-1-14 15,-1 0 2-15,-4-1 5 16,-1-4-7-16,-2 2 2 16,-3-4-2-16,-3 0 0 15,0 0 0-15,0-3-7 0,0 2-26 16,-7 0-38 0,-1-6-71-16,2-4-312 0</inkml:trace>
  <inkml:trace contextRef="#ctx0" brushRef="#br0" timeOffset="120819.53">12995 9222 636 0,'0'0'97'0,"0"0"-49"15,0 0-35-15,0 0 9 16,0 0-7-16,0 0-9 16,41 45 23-16,-25-13 5 15,4 2-16-15,-3 2-6 16,2-1 9-16,-3-3 2 15,1-4-13-15,-1-6-2 16,-7-4-6-16,-2-7 0 16,0-3-1-16,-5-2 4 15,1-6-4-15,-3 0-1 16,0 0 0-16,0 0-13 0,0 0-32 16,0 0-50-16,-12 0-67 15</inkml:trace>
  <inkml:trace contextRef="#ctx0" brushRef="#br0" timeOffset="126502.69">9953 10527 502 0,'0'0'101'15,"0"0"-90"-15,0 0 2 16,0 0 32-16,0 0-24 16,0 0-10-16,0 0-11 15,21 0 0-15,-9-1 0 16,-2-4 26-16,1 2 12 16,-5-3-13-16,2 5-8 0,-5 1-1 15,0 0 2-15,5-4 0 16,4 2-6-16,11-5 0 15,2 0-1-15,7 1-6 16,4-2 1-16,-6 3-6 16,-2 2-1-16,-7-1 1 15,-6 2 1-15,-7 2-1 16,-8 0 1-16,0 0-1 16,0 0 3-16,-18 0 10 15,-8 6-13-15,-14 2-4 16,-4 6-8-16,-1-3 10 15,9-1-6-15,7-1 8 0,6-3-1 16,5 0 2-16,3-4-1 16,7 1 0-16,5-3 0 15,3 0 0-15,0 0 0 16,0 0 1-16,0 0-1 16,0 0-7-16,3 0 0 15,4 0 7-15,4 0-2 16,-1 0 0-16,-3-3 2 15,-1 1 0-15,-1 2-1 16,-5 0 1-16,0 0 7 16,0 0 3-16,-7 0-8 15,-9 0-2-15,-5 0-2 0,3 5-3 16,3-3 3-16,5 1-6 16,4-3 11-16,6 0-3 15,0 0 10-15,0 0-10 16,9 0-2-16,10-8-11 15,7 0 3-15,0-1-1 16,-7 3-72-16,-7 1-218 16</inkml:trace>
  <inkml:trace contextRef="#ctx0" brushRef="#br0" timeOffset="137151.4">10780 10328 452 0,'0'0'140'16,"0"0"-119"-16,0 0-20 16,0 0 28-16,0 0 5 15,0 0-9-15,0 0-16 16,-5 0 3-16,5 0 2 0,0 0 26 15,0 0 11-15,0 0-8 16,0 0-18-16,0 0-8 16,0 0 1-16,0 0-2 15,0 0-10-15,0 0-1 16,0 0-5-16,0 12-1 16,0 15-6-16,0 12 7 15,2 10 11-15,1 1-1 16,0-4-1-16,-1-7-6 15,1-8-2-15,2-8 6 16,-4-8-6-16,1-5-1 16,-2-5 0-16,0-4 1 15,0-1 1-15,0 0 8 16,0 0 1-16,0 0 0 0,0-15-8 16,0-3-3-16,0-6-2 15,0-2-5-15,0-3 2 16,4 1-5-16,4 2 2 15,-1 2 3-15,4 8 3 16,-5 6 1-16,3 3-5 16,-1 7 2-16,0 0-2 15,-1 0 3-15,6 11-2 16,-3 6 5-16,4 1-2 16,0 5 2-16,0 0 3 15,-4-1 0-15,1-5 0 16,-2-4-2-16,-1-2-1 15,-3-3-1-15,-5-2-1 0,0 3 1 16,0-1-9-16,0 3-15 16,0 3-32-16,0-5-33 15,-3-4-108-15</inkml:trace>
  <inkml:trace contextRef="#ctx0" brushRef="#br0" timeOffset="137452.44">11113 10580 590 0,'0'0'100'0,"0"0"-82"16,0 0 23-16,67-33 23 15,-39 21-27-15,-3-2-28 16,2 4 1-16,0 0-4 16,-4 2-6-16,-2 0 4 15,-1 3-4-15,-2 1 3 16,-7 2-3-16,1 0-8 16,-7 2-21-16,-5 0-35 0,0 0-82 15,-17 0-115 1</inkml:trace>
  <inkml:trace contextRef="#ctx0" brushRef="#br0" timeOffset="137675.68">11189 10441 534 0,'0'0'95'0,"0"0"-39"16,0 0-54-16,0 0 17 15,0 0 44-15,0 0-5 16,38 33-37-16,-19-16 5 15,-2 3-6-15,2-4-3 16,-5 1-8-16,0-6 1 16,-6 2-10-16,-3-4 0 15,-3 2-9-15,-2 3-18 0,0-3-39 16,0 1-55-16,-2-7-167 16</inkml:trace>
  <inkml:trace contextRef="#ctx0" brushRef="#br0" timeOffset="137931.37">11490 10304 717 0,'0'0'80'0,"0"0"-41"0,0 0-11 16,0 0-14-1,0 0 14-15,0 0-3 0,74 34-21 16,-52-13 7-16,0 4 0 16,0 1-8-16,-6-4-5 15,-4-2 2-15,-4 2-5 16,-8-2-43-16,0-2-52 16,-19-3-214-16</inkml:trace>
  <inkml:trace contextRef="#ctx0" brushRef="#br0" timeOffset="138553.81">10753 10243 398 0,'0'0'82'0,"0"0"-82"16,0 0 0-16,0 0 7 16,0 0 18-16,0 0-6 15,-42 0-14-15,34 0-2 16,-2 0-3-16,2 0 12 15,-1 2 24-15,4-2 7 16,2 0-8-16,-3 3-8 16,-2 7 17-16,-6 6-22 15,3 5-3-15,-2 12 18 0,5 4-1 16,1 10 2 0,7 0-15-16,0 1-6 0,0 0-7 15,9-4 4-15,7-5-4 16,7-2 3-16,4-6-13 15,10-6 7-15,9-6 4 16,5-7-10-16,3-7 6 16,0-5-7-16,-5 0 0 15,-3 0-28-15,-7 0-21 16,-6 0-30-16,-5 0-41 16,-10-5-228-16</inkml:trace>
  <inkml:trace contextRef="#ctx0" brushRef="#br0" timeOffset="139076.68">11471 10014 283 0,'0'0'390'0,"0"0"-339"16,0 0-50-16,70 0 22 16,-21 0 18-16,7 6-10 0,5 12 0 15,-5 10 23 1,1 12-7-16,-14 9-7 0,-13 11-17 15,-11 4-18-15,-11-5-1 16,-5-1 3-16,-3-9-1 16,0-6-5-16,-11-10 0 15,-2-5 4-15,-1-8-5 16,0-1-3-16,1-5-18 16,-5-1-12-16,1-3-35 15,-4-5-72-15,3-5-382 16</inkml:trace>
  <inkml:trace contextRef="#ctx0" brushRef="#br0" timeOffset="142377.21">10245 10659 552 0,'0'0'143'16,"0"0"-142"-16,0 0 4 16,0 0-5-16,0 0 0 15,0 0 2-15,5-12-1 16,-5 12-1-16,0 0 0 15,0 0 34-15,0 0 21 16,0 0-13-16,0 0-8 16,0 0-9-16,0 0-1 15,0 0-16-15,0 0-5 16,0 0-1-16,0 0-2 16,0 0 0-16,0 8 0 0,0 6 0 15,1 8 0-15,2 1 15 16,3 2 7-16,-1 3-9 15,0-3-8-15,0-4 5 16,-2-3-3-16,3-5-5 16,-6-4-2-16,2-6 1 15,-2-3 1-15,0 3 4 16,0-3-4-16,0 0 9 16,-2 0 19-16,-7 0-8 15,-3-3-15-15,0-11 0 16,3-3-7-16,4-8-12 0,5-6 0 15,0-3-13-15,3 1 7 16,11 6 12-16,0 7 3 16,-2 7 3-16,1 6 0 15,0 5-4-15,0 2-2 16,2 8-4-16,0 9 10 16,0 5 0-16,1 3 0 15,-3-1-1-15,-5-1 1 16,-2-3-1-16,1-6 1 15,-5-6 0-15,-2-4 0 16,0-2 1-16,0-2 0 16,0 0 3-16,0 0 8 15,0 0-9-15,-9 0 0 0,3-3 3 16,3-13-3-16,1-3-3 16,2-12-4-16,0-3-11 15,8-3-8-15,14 7 7 16,-3 9 15-16,1 8 0 15,-4 7 1-15,4 6-2 16,-4 0 6-16,1 14-2 16,-4 14 5-16,-2 3-1 15,-2 7 2-15,-1-4-7 16,-3-5 0-16,-3-4-1 16,-2-12 0-16,3-5 1 15,-3-5-1-15,0-3 1 0,0 0 0 16,0 0 9-1,0 0-10-15,0 0-11 0,0 0-32 16,-5 0-92-16,-8-7-324 16</inkml:trace>
  <inkml:trace contextRef="#ctx0" brushRef="#br0" timeOffset="148706.64">10770 11460 429 0,'0'0'130'16,"0"0"-82"-16,0 0 23 16,0 0-16-16,0 0 0 15,0 0-23-15,0 0-13 16,0 0-5-16,0 0-7 16,0-2 6-16,0 2-11 15,0 0 9-15,0 0 0 16,0 0-5-16,0 0 4 15,0 0 3-15,0 0 1 16,0 0-5-16,0 0 0 16,0 0-6-16,0 0-3 0,0 6-1 15,0 13 1-15,0 12 0 16,7 4 12-16,4 3-4 16,1-2-4-16,1-1 1 15,0-4-4-15,-1-5 1 16,-1-3-1-16,-6-7-1 15,0-3 0-15,-2-7 3 16,-3-1-3-16,0-4 1 16,0-1 0-16,0 0 4 15,0 0 0-15,0 0 1 16,0 0 1-16,0-9-4 16,-10-8-3-16,5-7 0 15,-4-5-4-15,5-1-2 0,4-1 1 16,0 4 0-16,0 2-4 15,13 2 6-15,2 8 2 16,0 2-5-16,0 8 2 16,1 2-2-16,2 3 1 15,-3 0-2-15,0 13 5 16,-4 2-1-16,0 7-4 16,-6-3 6-16,1 1-1 15,2-3 2-15,-5-3 0 16,2-7 0-16,-2-4 0 15,-3 3-1-15,0-5 1 16,0-1-1-16,0 0 0 0,0 0 2 16,0 0 3-16,0 0-1 15,0 0 3-15,0-4 5 16,0-7-9-16,-3-3-2 16,3-5-2-16,0-1-8 15,5 1 3-15,8 4 4 16,2 8-1-16,1 3 1 15,1 4 1-15,-1 4 2 16,1 10 8-16,2 8-5 16,-6 5 7-16,-2 2 0 15,1-5-9-15,-7-3 6 16,3-5-7-16,-3-8 0 16,-2-4 0-16,-2 1-1 15,1-5-28-15,-2 2-43 16,0-2-90-16</inkml:trace>
  <inkml:trace contextRef="#ctx0" brushRef="#br0" timeOffset="149548.37">11380 11475 681 0,'0'0'92'0,"0"0"-79"16,0 0 25-16,0 0 12 16,0 0-34-16,0 0-16 15,-2-4-2-15,2 4 2 16,2 11 1-16,7 4 0 16,-3 5 10-16,1 4 8 15,2-2-7-15,-6 4-5 16,5-6-5-16,-5-1 0 15,2-5 3-15,-2-3-4 16,0-3 2-16,-1-4-2 0,-2-2-1 16,0 1 0-16,0-3 0 15,0 0 5-15,0 0 10 16,0 0 3-16,0 0-6 16,-2-6-2-16,-1-10-5 15,3 0-5-15,0-7-1 16,0-5-8-16,5 3 6 15,6 3 0-15,6-1 3 16,-4 5-6-16,6 0 6 16,1 7-5-16,-5 2-1 15,3 4 0-15,-2 5 1 16,3 0 0-16,0 10 5 16,-2 11 5-16,2 3 6 15,-2 4 1-15,-1-3-7 16,-5 2 0-16,1-6 0 0,-5-4-2 15,1-4-3-15,-6-7 0 16,-2 0 2-16,0-4-2 16,0 1-1-16,0-3-9 15,0 2-18-15,0-1-37 16,-2-1-43-16,-8 0-231 16</inkml:trace>
  <inkml:trace contextRef="#ctx0" brushRef="#br0" timeOffset="149967.5">11976 11184 781 0,'0'0'25'0,"0"0"-23"16,0 0-2-16,0 0 11 15,0 0 10-15,-69-2-16 0,64 21-3 16,0 12 1-16,1 8 28 15,-2 9-12-15,1 1 9 16,3 2-2-16,2 4 2 16,0-4-3-16,0-3-12 15,7-6-5-15,8-7-1 16,0-7-4-16,5-3-3 16,0-4 0-16,2-5-1 15,-4-3-22-15,4-3-40 16,-2-9-53-16,-4-1-115 15</inkml:trace>
  <inkml:trace contextRef="#ctx0" brushRef="#br0" timeOffset="150516.66">12156 11363 423 0,'0'0'413'16,"0"0"-403"-16,0 0-3 16,0 0-7-16,12 73 31 0,-1-31-7 15,0-3-6 1,2 0-18-16,1-3 11 0,-1-9-9 15,-1-4-2-15,-4-7 1 16,-2-4-1-16,-4-7 0 16,-2-2 0-16,0-3 1 15,0 0 3-15,0 0 4 16,0 0 22-16,-6-11-20 16,-4-3-7-16,-4-5-3 15,3-6-1-15,1-4-4 16,-5-2 5-16,7-4 5 15,3-1-5-15,-1 0-3 16,6 5-5-16,0 6 8 16,0 9-11-16,8 4 11 0,5 3-1 15,5 4-3 1,-2 5 0-16,6 0 2 0,-6 0 0 16,-2 12-1-16,-3 2-1 15,-8 2 1-15,-3 3 2 16,0 4 1-16,-23-1-1 15,-3 2-2-15,-5-3 3 16,-2-2-26-16,6-5-30 16,10-6-13-16,10-8-115 15</inkml:trace>
  <inkml:trace contextRef="#ctx0" brushRef="#br0" timeOffset="150854.25">12586 11470 800 0,'0'0'94'16,"0"0"-83"-16,0 0-8 0,0 0 22 16,97-31 14-16,-61 19-25 15,-3-2-13-15,-4 4-1 16,-2 4 0-16,-6 0-4 16,-6 4-12-16,-8-1-13 15,-5 3-31-15,-2-2-17 16,0 1 30-16,-6-2-11 15,-12 1-201-15</inkml:trace>
  <inkml:trace contextRef="#ctx0" brushRef="#br0" timeOffset="151086.15">12670 11352 522 0,'0'0'72'0,"0"0"-6"0,0 0 16 15,0 0-55 1,0 0-15-16,0 0 27 0,22 41 37 15,-3-15-34-15,-3 1-1 16,0 2-22-16,3-4-2 16,-2-5-3-16,0-2-11 15,-5-4 4-15,-3-3-5 16,-3-1-2-16,-3 2 0 16,-3-2-25-16,0 4-40 15,-10 0-17-15,0-5-47 16,0-5-189-16</inkml:trace>
  <inkml:trace contextRef="#ctx0" brushRef="#br0" timeOffset="151394.28">12848 11249 559 0,'0'0'173'0,"0"0"-124"16,0 0-39-16,0 0-4 15,0 0 6-15,0 0 31 16,60 27-2-16,-43 1-23 16,-1 0 3-16,0 1-1 15,-6-6-9-15,-1 0-6 0,0-3-1 16,-4-6-4-1,-3-2 1-15,-2-5-2 0,0 0-3 16,0 0-39-16,0-3-45 16,-2-1-25-16,-9-3-214 15</inkml:trace>
  <inkml:trace contextRef="#ctx0" brushRef="#br0" timeOffset="151715.11">12639 11039 664 0,'0'0'14'15,"0"0"-10"-15,83-30 31 16,-31 27 29-16,8 3-16 15,0 11 1-15,6 20-21 16,-9 12 6-16,-5 7 7 16,-10 4-19-16,-18 0 0 15,-8-1-14-15,-7-6-1 16,-9 3-1-16,0-5-5 16,-11 2-1-16,-12-4 0 15,-6-2-17-15,-6 1-27 0,-7-4-40 16,0-4-86-16</inkml:trace>
  <inkml:trace contextRef="#ctx0" brushRef="#br0" timeOffset="153754.66">8167 12841 360 0,'0'0'42'16,"0"0"-42"-16,0 0 6 16,0 0-13-16,0 0 7 15,0 0 0-15,0 0-1 16,3 0-5-16,2 0 6 15,-5 0 7-15,3 0 7 16,-3 0 19-16,0 0-12 16,0 0-15-16,0 0 6 15,0 0 6-15,0 0-10 16,0 0-8-16,0 0 0 16,0 0-1-16,0 0 1 15,0 0 0-15,0 0 0 0,2 0 1 16,1 0 7-16,2 0 20 15,2 0 0 1,1-5-11-16,-2 1-8 16,1 2 6-16,-2-1 1 0,-1 3-14 15,-1-2-2-15,0 2 0 16,0 0 0-16,0 0-1 16,2-4 1-16,0 2 0 15,0-1-1-15,0 3-1 16,1-1 2-16,-2 1-4 15,1 0-32-15,-2 0-2 16,2-2-24-16,3-1-35 0,2-3-119 16</inkml:trace>
  <inkml:trace contextRef="#ctx0" brushRef="#br0" timeOffset="154460.26">8854 12582 888 0,'0'0'81'0,"0"0"-81"0,0 0-18 15,0 0 18-15,7 67 8 16,7-40-6-16,0 2 1 16,0-1-3-16,-2-2 0 15,1-2 0-15,-3-3 0 16,-2 0 3-16,-2-7-2 16,-1-9-1-16,-5 0 1 15,2-5-1-15,-2 0 0 16,0 3 1-16,0-3 6 15,0 0 0-15,0 0 2 16,0-11-7-16,-7-5-2 0,1-12-8 16,3-8-20-16,3 1 8 15,0-1 3-15,11 7 14 16,9 6-5-16,3 5 5 16,5 10 1-16,1 8 1 15,-5 0-7-15,3 8 7 16,-5 15-4-16,2 3 5 15,-4 0 0-15,-1 3-3 16,-8-4 1-16,-2-9 2 16,-4-3 5-16,-5-9-3 15,0 0-1-15,0-4 7 16,0 0 21-16,0-4-11 16,-5-10-16-16,-1-11-2 15,6-6-24-15,0-2 3 0,0 0 3 16,11 7 7-1,4 10 11-15,5 8 5 0,-1 8 4 16,4 0-9-16,0 19 15 16,3 9-8-16,-1 5-2 15,-1 1 4-15,-5 0-8 16,-3-5-1-16,-1-5-2 16,-5-8 2-16,1-8 0 15,-5-4-42-15,3-4-49 16,-7-6-136-16</inkml:trace>
  <inkml:trace contextRef="#ctx0" brushRef="#br0" timeOffset="154925.76">9560 12568 827 0,'0'0'85'0,"0"0"-81"16,37 64-4-16,-16-31 33 16,1 3 2-16,1 1-13 15,3 3-20-15,-4-5 2 16,-3-1-4-16,-6-9 0 16,-1-9 0-16,-4-8-4 15,-6-4 3-15,-2-2 0 16,0-2 1-16,0 0 6 0,0 0 3 15,-5-6-4-15,-7-12-2 16,-6-8-2-16,-1-7-1 16,-1-8-1-16,5-3-1 15,3 0-4-15,9 3 3 16,3 7 3-16,1 9-2 16,15 8 0-16,6 12 2 15,3 5-1-15,3 0 0 16,1 11 1-16,3 8 0 15,-4 3 0-15,0 4-3 16,-7-4 1-16,-6-5 2 16,-5 0 0-16,-4-3-1 15,-1-6-11-15,-5-2-19 0,3-3-22 16,-1-3-38-16,-2 0-105 16</inkml:trace>
  <inkml:trace contextRef="#ctx0" brushRef="#br0" timeOffset="155502.78">10056 12473 834 0,'0'0'27'0,"0"0"-27"0,61 78 47 16,-29-39 18-1,7 3-32-15,-1-1-23 16,-1 2 0-16,-2-2-7 0,-8-4-3 16,-3-4 1-16,-3-8-3 15,-9-10-5-15,-3-4-36 16,-4-10-2-16,-3-1 5 16,-2 0 10-16,0 0 15 15,0-7 14-15,0-10-9 16,-5-2 2-16,-8-1 1 15,-4 4 3-15,-2-1 0 16,-1 3 4-16,2 2 7 16,5 2 15-16,0 1-5 15,3 1 5-15,5 2-20 0,0 4-2 16,2-4 0-16,-3 0 7 16,2-2-2-16,-1-6 2 15,-8-3-2-15,3-8 5 16,-8-6 8-16,3-4-7 15,0-5-9-15,9-5 0 16,6 1-3-16,1 5 2 16,19 2-1-16,3 16 9 15,0 6-1-15,-1 10-4 16,-1 5-4-16,-6 10-1 16,-2 21 1-16,-7 8 1 0,-6 9-1 15,0 0-1-15,-11-1 0 16,-14-8-10-16,-3-6-9 15,2-5-10-15,-2-8-35 16,0-4-39-16,7-11-343 16</inkml:trace>
  <inkml:trace contextRef="#ctx0" brushRef="#br0" timeOffset="157887.29">14552 10424 506 0,'0'0'100'0,"0"0"-63"16,0 0 32 0,0 0-27-16,0 0-4 15,0 0-26-15,0-4 9 0,0 4-4 16,0 0 1-16,0 0-7 15,0 0 9-15,0 0-5 16,0 0 1-16,0 0-11 16,6 0-5-16,0 12 2 15,4 4 5-15,5 8-6 16,-3-2 4-16,6 5 2 16,-3-1-3-16,-1-4 0 15,4-3-3-15,-8-5 0 16,-2-3 0-16,-2-6-1 15,-4-2 0-15,-2 0 0 16,0-3 2-16,-5 0 10 0,-11 0 9 16,-6 0-10-1,-3-11-7-15,-2-3 3 0,4-5-4 16,7-6 1-16,10-7-1 16,6 2-3-16,3 0-1 15,20 2 0-15,4 6-2 16,3 8 3-16,3 5-1 15,-3 9-7-15,0 0 8 16,0 0 0-16,-3 9 1 16,-3 5-1-16,-4 3 0 15,-4-1-2-15,-1 1 2 16,-8-8-2-16,-3-1-5 16,-3-8 5-16,-1 2 2 15,0-2 0-15,0 0 4 16,-10 0-2-16,-8 0 3 0,3-8-1 15,2-6 1-15,2-1 0 16,8-4-5-16,3-1-1 16,0 2-10-16,17 1 3 15,2 3-9-15,5 8 14 16,-3 6-2-16,0 0 3 16,-4 6 2-16,-1 8-5 15,-3 3 11-15,-2 5-4 16,1-2 1-16,-5 1-3 15,-1-3 0-15,-6-2 0 16,0 1-3-16,0-1-63 16,0-7-67-16,0-3-272 15</inkml:trace>
  <inkml:trace contextRef="#ctx0" brushRef="#br0" timeOffset="158306.26">15082 10376 842 0,'0'0'32'0,"0"0"-24"0,0 0-8 16,0 0 44-16,85 42-17 16,-61-25-21-1,-4-1-5-15,-9-4 0 0,-3-3-1 16,-3-5 0-16,-5-3 0 15,0-1 0 1,0 0 3-16,0 0 11 16,-6 0 18-16,-7-12-26 0,0-1-6 15,-2-5 2-15,5-3-1 16,7 0 0-16,3 0-1 16,0 1-3-16,14 2-1 15,10 3-1-15,4 4 3 16,-3 5 1-16,2 6-2 15,-5 0 3-15,0 11 0 16,-5 5 5-16,1 5-4 0,-4 1 8 16,-6-3-6-16,-2 1-3 15,-3 0 0-15,-3-2-5 16,0-1-37-16,0-5-93 16,0-7-184-16</inkml:trace>
  <inkml:trace contextRef="#ctx0" brushRef="#br0" timeOffset="158797.31">15518 10307 773 0,'0'0'23'0,"0"0"-14"0,0 0 49 15,47 81-2-15,-32-51-25 16,3 3-12-16,-2-2-2 16,3-1-9-16,-6-7-6 15,1-3-2-15,-2-8 2 16,-7-5 2-16,0-4-4 16,-5-3 0-16,0 0 1 15,0 0 5-15,0 0-1 16,0-8 10-16,-5-6-14 15,-10-6 8-15,-1-8-4 0,0-5-5 16,0-6 0 0,5-4 2-16,0-3-1 0,4-2-1 15,7 1-2 1,0 0 1-16,10 4 1 0,6 8 0 16,8 10-4-16,3 8 3 15,-2 11-3-15,-2 3-1 16,-7 3 3-16,-8 9-1 15,-4 15 0-15,-4 7-2 16,-5 7 4-16,-12 0-1 16,-8-2-6-16,3-8-11 15,-3 0-27-15,-3-1-31 16,-5-2-45-16,-2 0-514 16</inkml:trace>
  <inkml:trace contextRef="#ctx0" brushRef="#br0" timeOffset="159520.97">14021 11174 732 0,'0'0'94'0,"0"0"-86"15,0 0-2-15,0 0 25 0,0 0-8 16,109-54-6 0,-21 19 4-16,30-12 10 0,25-4 13 15,22-2 8 1,4 3-18-16,-4-1-24 0,-11 10-7 16,-21 4 3-16,-17 5-4 15,-20 6-2-15,-23 4-10 16,-18 7 7-16,-25 7-9 15,-15 5-19-15,-10 3 10 16,-5 0-7-16,-3 0-18 16,-24 6-47-16,-17 11-48 15,-14 2-395-15</inkml:trace>
  <inkml:trace contextRef="#ctx0" brushRef="#br0" timeOffset="159875.2">14314 11222 724 0,'0'0'52'0,"0"0"-50"16,-69 19 6-16,69-16 28 15,0-3-3-15,9 0-14 16,26 0 9-16,26-12 24 15,27-15-23-15,21-12 1 16,26-9 15-16,12-2 4 16,10 3-19-16,-6 2 1 15,-15 6-6-15,-15 5-1 0,-22 6-20 16,-25 6-3-16,-25 4-1 16,-19 6 0-16,-13 3-1 15,-6 3-6-15,-8 4-9 16,-1 1-16-16,1 1-12 15,-1 0-25-15,2 0-45 16,-1 0-45-16,-3 0-158 16</inkml:trace>
  <inkml:trace contextRef="#ctx0" brushRef="#br0" timeOffset="162605.44">11441 12125 424 0,'0'0'0'15,"68"-26"-5"-15,-29 18 5 16,-1 0 8-16,1 4 14 15,-1-3-11-15,1 2 4 16,-1-4 42-16,3-3-19 16,3-1 16-16,-1-2 8 0,4 1-24 15,0-2-12 1,8-1 3-16,5-1 4 0,11-4 8 16,11 1-5-16,12-5-15 15,9-2 4-15,8 1-18 16,-2-1 3-16,-2 2-8 15,-8 8 2-15,-17 6 2 16,-16 5-4-16,-25 7-2 16,-11 0-8-16,-16 0-3 15,-7 0 10-15,-6 0 1 16,-1 0 0-16,0 0-1 16,0 0 1-16,0 0-6 0,0 0-1 15,0 0-16-15,-1 0-14 16,-12 2-19-16,-12 11-54 15,-7 1-118-15</inkml:trace>
  <inkml:trace contextRef="#ctx0" brushRef="#br0" timeOffset="163055.31">11449 12287 602 0,'0'0'56'0,"82"-42"-37"16,-18 11 3-16,7-2 72 16,11-7-28-16,10 0-20 15,10 3-18-15,11-1-2 16,13 2-16-16,3 3 1 16,6 0-2-16,-7 8 0 0,-16 3-5 15,-21 10-4-15,-20 6-5 16,-27 3-8-16,-14 3-12 15,-16 0 13-15,-5 0 6 16,-7 0 6-16,-2 0-1 16,0 0 1-16,0 0-1 15,0 0-12-15,0 0-22 16,3 0-43-16,-3 0-25 16,0 0-96-16</inkml:trace>
</inkml:ink>
</file>

<file path=ppt/ink/ink3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2047" units="deg"/>
          <inkml:channel name="T" type="integer" max="2.14748E9" units="dev"/>
        </inkml:traceFormat>
        <inkml:channelProperties>
          <inkml:channelProperty channel="X" name="resolution" value="1516.99072" units="1/cm"/>
          <inkml:channelProperty channel="Y" name="resolution" value="2427.1853" units="1/cm"/>
          <inkml:channelProperty channel="F" name="resolution" value="5.68611" units="1/deg"/>
          <inkml:channelProperty channel="T" name="resolution" value="1" units="1/dev"/>
        </inkml:channelProperties>
      </inkml:inkSource>
      <inkml:timestamp xml:id="ts0" timeString="2021-01-30T09:43:45.148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2249 8064 184 0,'0'0'0'16,"0"0"0"-16,0 0 0 15,0 0 1-15,0 0 15 16,0 0 2-16,0 0-18 16,-28 14-2-16,23-8-12 15</inkml:trace>
  <inkml:trace contextRef="#ctx0" brushRef="#br0" timeOffset="1644.33">1840 8365 119 0,'0'0'25'16,"0"0"-21"-16,0 0-1 15,0 0 5-15,0 0 33 16,0 0-33-16,-19 0 15 16,19 0 0-16,0 0 16 15,0 0-28-15,0 0-11 16,0 0 0-16,0 0-2 16,0 0 2-16,0 0 2 15,0 0-2-15,0 0-2 16,0 0-1-16,0 0 3 15,0 0 0-15,0 0 1 16,0 0 1-16,0 0 4 0,0 0 1 16,0 0 17-16,0 0-11 15,0 0-5-15,0 0-4 16,0 0-4-16,0 0 7 16,0 0-6-16,0 0-1 15,0 0 15-15,3 0-15 16,0 0 4-16,3 0 12 15,9 0 4-15,-3 0-7 16,7 0-11-16,6 0 14 16,2 0-11-16,6 0-3 0,1 0-2 15,7 0 2-15,5 0 1 16,2 0-3-16,2 3 6 16,1 0-4-16,-3-2-2 15,-2-1 0-15,-4 0 3 16,-2 3 2-16,-3-3 0 15,-7 3-2-15,1-3 2 16,-5 4-5-16,1 0 1 16,3-1-1-16,1 0 0 15,6 0 1-15,2-1 1 16,3-1 3-16,7-1 0 16,3 0-2-16,2 0-3 0,-2 0 8 15,-3 0-5 1,-7 0-3-16,-6 4 0 0,-5 0 0 15,-4 0-2-15,0 0 2 16,1-1 0-16,2-1 1 16,0-2-1-16,7 0 1 15,6 0 1-15,2 0-2 16,7-2 9-16,2-5-5 16,0-1-4-16,1 1 0 15,-3 1 0-15,-4 2 0 16,-5 4 0-16,-7 0 0 15,-6 0 0-15,-8 0 2 16,-1 0-2-16,-3 0 5 16,4 3-10-16,-2-2 3 15,8-1 2-15,-1 0 2 0,6 0 6 16,4 0 2-16,3 0 0 16,2 0 3-16,4 0-11 15,-4 0 5-15,4 0-6 16,-4 1-1-16,4-1 1 15,-1 0 0-15,7 0 8 16,8 0 0-16,7-12-6 16,12-5 1-16,0 1 2 15,3-1 1-15,-7 2-5 16,-7 2 0-16,-11 3-2 16,-8 0 0-16,-7 4 0 15,-8-2 0-15,-8 5 0 16,-7 2-1-16,-7-1 1 15,-6 2 1-15,0-3-1 0,-6 3 0 16,3-3 11 0,0 2 19-16,0 0-6 0,0 1-14 15,-3-2-9-15,6 1-1 16,1 1 0-16,2-3 1 16,2 3-1-16,2-1 0 15,-1 1 0-15,1 0 0 16,-2 0 1-16,-2 0 1 15,1 0-2-15,-4 0-1 16,-1-2 1-16,-2 2 0 16,-3 0-1-16,0 0 6 0,0 0-2 15,0 0 8 1,0 0-7-16,0 0 3 0,0 0-4 16,0 0-3-1,-2 9-14-15,-32 21-121 0,-18-2 7 16</inkml:trace>
  <inkml:trace contextRef="#ctx0" brushRef="#br0" timeOffset="3476.61">1995 6466 251 0,'0'0'61'16,"0"0"-4"-16,0 0-49 16,0 0 3-16,0 0 11 15,0 0-2-15,0 0-14 16,0-13 4-16,0 12 9 15,2-4-18-15,2 0 8 0,-2 0-6 16,4 1 14-16,-3-1 33 16,0 0-19-16,0 4-10 15,1-2-9-15,-4 3 0 16,3 0-6-16,-3 0-6 16,8 0-5-16,2 4 4 15,5 12 1-15,7 2-1 16,-2 3 1-16,5 4 1 15,2 0-1-15,-2-2-5 16,-2 1 5-16,2-2-3 16,-4-4 4-16,-3-1-2 15,-6-1 2-15,-3-4-2 0,1-2 1 16,-4-4-2-16,-3-5 1 16,-3 1 0-16,3-2 2 15,-1 0 5-15,5 0 58 16,11-17 1-16,12-17-42 15,13-10-20-15,8-8-3 16,4-1 0-16,-4 4 1 16,-2 3 2-16,-3 5-2 15,-4 5-2-15,0 6 2 16,1 2 3-16,-1 6-4 16,-3 7-1-16,-4 2 1 15,-5 5 0-15,-6 5-4 16,-9 3-13-16,-6 0 0 15,-6 0-16-15,0 0 6 16,-3 0-4-16,0 0-13 0,3 3-14 16,-3 5 23-16,4 5 20 15,-4 7-28-15,0 2 2 16,0-2-35-16</inkml:trace>
  <inkml:trace contextRef="#ctx0" brushRef="#br0" timeOffset="165821.62">23091 3906 243 0,'0'0'120'0,"0"0"-67"16,0 0-32-16,0 0 28 15,0 0-40-15,0 0-5 0,0 0-3 16,7 0-1-16,-5 0-2 16,1-1-5-16,-2 1-5 15,1-2 12-15,-2 1-1 16,0 1-4-16,0-2 2 15,0 2 3-15,0-1 2 16,0 1 13-16,0-2 12 16,0 2 25-16,0-1 11 15,0 1-3-15,0 0-12 16,0 0 4-16,0-1-17 16,0 1 7-16,0 0-6 15,0 0-9-15,0 0 3 0,0 0-17 16,0 0-4-16,0 0-7 15,0 0 8-15,0 0-7 16,0 0-3-16,0 0-5 16,0 7 5-16,0 8 0 15,0 9 5-15,1 2 3 16,1 5-7-16,-1 1 13 16,4 0-2-16,0-1-4 15,5-4-3-15,-6-4 3 16,1-3-3-16,-4-9 4 15,-1-5-4-15,0-4-4 16,0-2 5-16,0 0 14 16,0 0 29-16,0-4-3 0,-6-14-22 15,-6-10-24 1,0-9-1-16,5-7-8 16,5-3-5-16,2-1-4 0,3 4 11 15,15 4 0-15,2 7-2 16,2 11 1-16,0 5 4 15,0 11 2-15,1 6-1 16,2 0 0-16,1 11 1 16,2 14-3-16,0 1 5 15,2 7 6-15,-3-2-1 16,-3 2 2-16,0-5-3 16,-6 0 0-16,-3-3-3 15,-5-5-1-15,-4 0 0 0,-1-6-3 16,-2 1-1-16,0-1-12 15,0-5-24-15,4-1-8 16,-1-2-25-16,3-5-35 16,1-1-40-16</inkml:trace>
  <inkml:trace contextRef="#ctx0" brushRef="#br0" timeOffset="166225.44">23884 3914 575 0,'0'0'332'0,"0"0"-301"0,0 0-31 15,84 2 0-15,-45-2 49 16,1 0-28-16,-3 0-13 15,-1 0-5-15,-13 0-3 16,-9 4-5-16,-9 2-20 16,-5 3-22-16,0 6-27 15,-16 6 45-15,-3 1 29 16,-1-2 3-16,6-5-2 16,7-5 18-16,2-6 16 15,5-1 6-15,0-3-11 0,0 5-3 16,10-3-1-1,12 3 7-15,3-3 1 0,0-2-8 16,4 0-15-16,-9 0-10 16,-2 0-1-16,0 0 0 15,-3-7-54-15,1 0-36 16,-2-10-84-16</inkml:trace>
  <inkml:trace contextRef="#ctx0" brushRef="#br0" timeOffset="167103.25">24690 3691 247 0,'0'0'333'16,"0"0"-326"-16,0 0-6 16,0 0 11-16,0 0 82 0,0 0-55 15,0 9-38 1,0-4-1-16,0-2 10 0,0 2 23 15,0 0-9-15,-3-1-13 16,0-1-3-16,0-1 2 16,1-2-1-16,2 0 2 15,0 0-9-15,0 3-1 16,0-3 0-16,0 4 6 16,0 0 1-16,0-1-6 15,0 2 0-15,0 3 2 16,-4 0-1-16,-9 1 3 15,-3 3-1-15,-1-4-3 16,0-2 1-16,4-3 6 16,2-3-5-16,-1 0 9 15,-1 0 1-15,2-6 6 0,-3-9-3 16,2-2-8-16,3-4-7 16,0-2 1-16,6 1 1 15,3 0 0-15,0 3-4 16,15 2 0-16,10 3-1 15,5 5 1-15,3 8-5 16,-4 1 3-16,0 7 0 16,-8 18 1-16,-3 9 1 15,-9 10 2-15,-9 6 4 16,0 7 10-16,-15 4-2 16,-17 2-12-16,-5-5 0 15,-2-6-1-15,0-10 4 0,1-9-5 16,1-10 0-1,5-9 0-15,5-9 0 0,14-5 1 16,4 0 8-16,6 0 4 16,3-12-6-16,9-7-2 15,19-2-5-15,5 4-2 16,4 7 2-16,-5 9 0 16,1 1-1-16,1 7 4 15,-3 14 12-15,5 5 12 16,-3 0 8-16,-4 1-16 15,1-2-7-15,-7-4 3 16,-4-5-15-16,-7-5 0 16,-6-4 0-16,-6-3-17 15,0-1-51-15,-4 0-20 16,-13-3-49-16,-1 0-273 16</inkml:trace>
  <inkml:trace contextRef="#ctx0" brushRef="#br0" timeOffset="167704.29">24863 3364 780 0,'0'0'4'16,"0"0"3"-16,0 0-7 15,0 0 48-15,0 0-9 16,0 0-28-16,0 0-4 16,16 50 22-16,-2-8 4 15,-2 2-11-15,-2 6-4 16,-6-2-4-16,-2-11 4 15,-2-5-9-15,0-14-5 16,0-10-4-16,1-5 0 16,-1-3-1-16,2 0-6 15,-2 0 4-15,5-4 2 0,-1-14 1 16,6-8 0-16,2-10-3 16,3-8-9-16,0 3 11 15,-3 5-4-15,0 4 3 16,-1 7-1-16,-7 10 3 15,-1 5 4-15,0 9-4 16,-3 1 15-16,0 0-13 16,0 1-2-16,0 17-4 15,0 11 4-15,1 2 0 16,7-1 0-16,5-1 0 16,8-5-2-16,4-6 2 15,1-4 4-15,-4-4 0 0,-4-7-1 16,-6 3-3-1,-3-6-5-15,-5 3-17 0,-1-1-25 16,-1-2-4-16,-2 0-15 16,0 0-10-16,0-14-168 15</inkml:trace>
  <inkml:trace contextRef="#ctx0" brushRef="#br0" timeOffset="169563.59">26277 3788 577 0,'0'0'113'16,"0"0"-110"-16,0 0 22 15,0 0 59-15,0 0-29 16,0 0-31-16,-9 0 1 16,9 0-5-16,0 0 1 15,0 0 6-15,0 0 2 0,0 0-8 16,0 0-20-16,0 0-2 15,0 12-1-15,0 16-3 16,0 16 5-16,0 12 2 16,0 11 6-16,0-3 8 15,0-3-16-15,0-8 5 16,0-10-5-16,3-10 4 16,0-10-2-16,-3-7-2 15,0-8 0-15,0-3-1 16,0-4-2-16,0-1-4 15,0 1 6-15,0-1-1 16,0 0-7-16,1-11-1 16,10-14-53-16,8-10 13 15,8-9-12-15,10-7 5 16,4-8 6-16,1 2-14 16,-4 9 35-16,-10 14 30 15,-10 15 44-15,-7 11 48 0,-10 5 0 16,-1 3-35-16,0 0-7 15,0 0-20-15,0 0-26 16,0 7-4-16,-4 18-4 16,-5 9 4-16,0 8 11 15,3 0-8-15,4-3-3 16,2-7 0-16,0-4 2 16,11-6 1-16,4-6 5 15,4-3 1-15,0-6-9 0,1-2 4 16,1-2-4-16,-2-3-1 15,-4 0-6-15,-2 0-20 16,-4 0-74-16,-1-12-50 16</inkml:trace>
  <inkml:trace contextRef="#ctx0" brushRef="#br0" timeOffset="170118.78">26847 4059 607 0,'0'0'162'15,"0"0"-125"-15,0 0 1 0,0 0-19 16,0 0-1-16,0 0-1 15,82 3-10-15,-51-3 6 16,-3 0-13-16,-2 0 0 16,-6 0 1-16,-8 0-1 15,-7 0-2-15,-5 2-8 16,0 5-46-16,-21 7 3 16,-6 3 48-16,-3-2 3 15,9-8 2-15,8-1 10 16,12-2 8-16,1-4-3 15,0 3 15-15,5 1 4 16,7-2-13-16,6 4-1 16,2-5-10-16,1-1 0 0,-1 0-5 15,-1 0 1 1,1 0-6-16,-2 0-28 0,2-4-81 16,-4-8-203-1</inkml:trace>
  <inkml:trace contextRef="#ctx0" brushRef="#br0" timeOffset="171102.18">27561 3866 592 0,'0'0'65'15,"0"0"-62"-15,0 0-1 16,0 0 0-16,0 0 20 16,0 0-6-16,-39 23-12 15,29-20 5-15,4 0 13 16,4-3 10-16,2 0-10 15,0 0-2-15,0 0-13 16,0 0 2-16,0 1 9 16,0-1-4-16,0 1-14 15,2 1-5-15,-1 2 5 0,2-1 0 16,-3 0-1-16,2 0 1 16,-2-2 0-16,0-1 4 15,0 0 10-15,0 0-1 16,0 0-5-16,0 0-3 15,0 0 3-15,0 0-6 16,3 0-2-16,1 0-10 16,1 0 10-16,-1 0 3 15,1 0-3-15,-4 0 0 16,-1 1 0-16,0-1-3 16,0 4 3-16,0-1-1 15,0 2-2-15,0 2 3 16,-7-2 1-16,-6-1-1 0,-1 2 6 15,-2-4-4-15,1-2-1 16,1 0 8-16,4 0-4 16,1 0-2-16,3-7 18 15,0-2-2-15,6-2 15 16,0-6-16-16,0 3 1 16,2-3-19-16,12 1 0 15,4 3-3-15,2-1 3 16,2 4-1-16,0 5 1 15,-1 4 0-15,0 1-5 16,0 0 4-16,-3 6 1 16,1 14-1-16,-5 10 2 15,-1 11-1-15,-8 8 9 0,-5 6 8 16,-2 3 2-16,-22-3-13 16,-4-3-3-16,-6-8 1 15,1-12-4-15,-3-8-3 16,1-7 3-16,3-10 0 15,3-2 0-15,9-5 2 16,9 0-4-16,5 0 4 16,6-6-4-16,0-6 4 15,17-1-4-15,11 0 0 16,8 3 0-16,3 6 2 16,2 4-4-16,-2 0 4 15,-3 7-1-15,-5 5 1 0,-2 2 8 16,-4 1-5-16,-3 0-2 15,-5-6 3-15,-1 1-2 16,-7-3-2-16,-1 1-1 16,-3-2-19-16,-5-2-43 15,0-1-37-15,0-2-67 16,-11-1-65-16</inkml:trace>
  <inkml:trace contextRef="#ctx0" brushRef="#br0" timeOffset="172563.44">27692 3430 415 0,'0'0'154'0,"0"0"-107"16,0 0 32-16,0 0 1 16,0 0-26-16,0 0-4 15,0-10-22-15,0 10-6 16,0-1 10-16,0 1-1 15,0 0-4-15,0 0-20 16,0 0-6-16,0 0 5 16,0 0-6-16,0 3-4 15,0 12 4-15,0 7 3 0,3 7-1 16,3 5-2-16,-1 3 0 16,-1-1 0-16,2-6 0 15,-1-6 1-15,-1-9-1 16,2-3 7-16,-5-8-6 15,-1-2-1-15,0 0-2 16,0-2 2-16,0 0 10 16,0 0 12-16,0 0-9 15,0 0 14-15,0 0-6 16,0 0-5-16,0-4 1 16,0-8-10-16,-5-4-1 15,0-1-4-15,4 0-3 0,1-3 2 16,0-3-1-16,1-2 0 15,14 1-1-15,2 1-3 16,3 7 3-16,0 4-13 16,-1 5 3-16,-1 5 3 15,-3 2 7-15,0 0-7 16,-2 0 6-16,1 9 1 16,-1 8-1-16,3 4-2 15,-3 6 1-15,-1 1 2 16,-2-1 1-16,-1-1 0 15,-2-5 0-15,-1-6 0 16,-3-2 0-16,-3-4 0 0,0-6 0 16,0-1 0-16,0-1-2 15,0-1 2 1,-3 0 0-16,-4 0 2 16,-1 0 5-16,4-4 0 15,-1-9 3-15,4-3 8 0,1-4-8 16,0-11 2-16,9-4-10 15,13-2-2-15,3 4 0 16,1 10-1-16,4 12-1 16,-2 3-4-16,-2 8 2 15,-3 2 2-15,-5 23 1 16,-1 11-2-16,-4 6-1 16,-4 3 4-16,-5-6 5 15,-1-5-4-15,-1-10-1 16,0-7-2-16,2-5 2 0,-2-5 0 15,-1-2-24-15,-1-1-61 16,0-3-47-16,0-1-124 16</inkml:trace>
  <inkml:trace contextRef="#ctx0" brushRef="#br0" timeOffset="180413.22">13977 4959 513 0,'0'0'102'16,"0"0"-80"-16,0 0-22 16,0 0 55-16,0 0-2 15,0 0-12-15,0 0-33 16,0 0-2-16,0 0-5 16,0 0 3-16,0 0 2 15,0 0 1-15,0 0-4 16,0 0 1-16,0 3 0 15,0-3-3-15,0 0-1 16,0 0 0-16,0 0 0 16,0 0 1-16,0 0 6 15,0 4-7-15,-1-4 1 16,-2 3 0-16,0-2 1 0,-6 3-2 16,3 0 3-16,-7 1-3 15,0-2 1-15,3-3 0 16,0 2-1-16,1-2 1 15,6 0 2-15,-1 0 12 16,4 0-10-16,0 0 3 16,0 0-7-16,0 0-1 15,0 0 0-15,0 0-1 16,0 0 1-16,10 0-1 16,-4 0 1-16,0 0 4 15,1 0-4-15,-4 0-4 16,0 0 3-16,-2 0 1 15,1 1 0-15,-2-1 0 16,0 0-5-16,0 3 5 0,0-2 0 16,0-1 1-16,0 0 3 15,0 0-1-15,0 0-3 16,0 0 3-16,0 0-4 16,0 0 2-16,0 0-1 15,0 0 3-15,0 0-3 16,0 0 2-16,0 0-2 15,0 0 2-15,1 0-9 16,-1 0 6-16,0 0 0 16,0 0 1-16,0 0 7 15,0 0-7-15,0 0 0 16,0 0-8-16,0 0 8 16,0 0-1-16,0 0-17 15,0 0-3-15,0 0-6 0,0 0-2 16,2 3-16-16,-2 1-73 15,0-4-84-15</inkml:trace>
  <inkml:trace contextRef="#ctx0" brushRef="#br0" timeOffset="182732.34">13685 5260 569 0,'0'0'58'0,"0"0"-58"0,0 0 0 16,0 0-3-16,0 0 3 15,0 0 4-15,0-32 5 16,0 31 2-16,0-1 12 15,0 1 30-15,0 0-10 16,0 1 7-16,0 0-4 16,0 0-21-16,0 0-13 15,0 0 5-15,0 0-15 16,0 0 3-16,0 15-5 16,0 11 0-16,0 9 8 15,3 4 1-15,3-2-8 16,-2-3-1-16,5-4 1 15,-1-5 1-15,-2-8-1 16,-3-4 1-16,-3-6-2 0,0-4 0 16,0-1 0-16,0-2 1 15,0 0 7-15,0 0-7 16,0 0 11-16,0 0 13 16,0-6-3-16,0-13-22 15,0-14 0-15,-3-9-7 16,3-1-2-16,0-3-10 15,0 9 16-15,3 11-3 16,6 7 4-16,1 9 2 16,4 5 0-16,2 5-2 15,3 0 1-15,7 18-8 0,2 15 9 16,2 9 4 0,0 4 10-16,-2 1-11 0,2-3 1 15,-6-7-1-15,-6-4 1 16,-7-8-4-16,-3-5 1 15,-5-6-1-15,-2-4 1 16,-1-3 0-16,0-3-1 16,0-1-4-16,0 0-13 15,0-2-26-15,0-1-42 16,0 0-38-16,0-1-171 16</inkml:trace>
  <inkml:trace contextRef="#ctx0" brushRef="#br0" timeOffset="183140.29">14185 5399 794 0,'0'0'57'16,"0"0"-56"-16,0 0 3 15,0 0 24-15,0 0-9 16,0 0-17-16,75-4 5 16,-31-9 19-16,3 0-3 15,-8 5-23-15,-7 3 0 16,-5 4-2-16,-8 1-11 16,-10 0-28-16,-5 1-52 15,-4 12-62-15,-3 1-137 16</inkml:trace>
  <inkml:trace contextRef="#ctx0" brushRef="#br0" timeOffset="183327.24">14386 5503 742 0,'0'0'47'16,"0"0"-36"-16,0 0 52 16,0 0 19-16,0 0-45 15,82-33-27-15,-52 24-8 16,-6 1-2-16,3 5-1 15,-5-2-6-15,2 5-20 16,-6 0-34-16,-1 0-42 16,-4 0-90-16,-3-3-178 15</inkml:trace>
  <inkml:trace contextRef="#ctx0" brushRef="#br0" timeOffset="189285.14">15202 5071 714 0,'0'0'0'0,"0"0"-21"15,0 0-72-15,0 0 93 0,0 0 88 16,0 0-66-1,-13 0-22-15,13 0-3 0,0 0 3 16,0 0 9 0,0 2 7-16,0-2-3 0,0 0-11 15,0 2-1-15,0 1-1 16,-5 7 1-16,-3 4 4 16,-2 5-2-16,-3-2 5 15,-1-5-8-15,4-4 6 16,4 0-2-16,-6-4-1 15,-8-1 0-15,0-1 8 16,-8-2-11-16,2 0 0 16,0-5 2-16,6-11 20 15,3-6 0-15,10-6 4 0,7-5-12 16,0-4-14-16,27 1 0 16,6 5-5-16,5 6 2 15,1 13 2-15,-3 12 1 16,-3 0 0-16,-10 26 0 15,-3 13 0-15,-14 16 3 16,-6 9 9-16,0 6-4 16,-24-4-6-16,-4-3 0 15,-5-10-2-15,-5-16 3 16,4-7-3-16,3-10 0 16,2-8 4-16,9-7-1 15,10-5 2-15,7 0 11 16,3 0 4-16,0-6-19 0,13-8-2 15,7 5 1 1,12 4 0-16,1 5 2 0,2 0 9 16,3 8-9-16,-2 6 6 15,-3 3 3-15,-7-1-11 16,0-3 0-16,-9 1 0 16,-3-4 0-16,-2-3-12 15,-6 0-29-15,-6-4-24 16,0-3-46-16,0 0-85 15,0-20-1-15</inkml:trace>
  <inkml:trace contextRef="#ctx0" brushRef="#br0" timeOffset="189729.97">15341 4799 869 0,'0'0'25'0,"0"0"-25"16,0 0-8-16,0 0 8 15,0 0 27-15,69 118 18 16,-44-65-21-16,-5 0-13 16,0-3-9-16,-8-11 0 15,-1-10 3-15,-2-8-5 16,-2-13 0-16,-4-5 0 15,-3-3 0-15,3 0 1 0,0-3 0 16,10-22 12-16,3-16-6 16,7-13-7-16,-3-3-2 15,-4 6-6-15,-10 12-12 16,-2 16 8-16,-4 10 9 16,0 13 3-16,0 0 25 15,0 0-23-15,0 7-2 16,3 15 0-16,6 12 0 15,9 2 8-15,-3-2-1 16,5-6-7-16,6-7 1 16,-8-6 1-16,6-1-2 15,-5-2-4-15,-2-1-64 0,-1 0-75 16,-7-5-160-16</inkml:trace>
  <inkml:trace contextRef="#ctx0" brushRef="#br0" timeOffset="191049.53">16838 5299 559 0,'0'0'166'16,"0"0"-157"-16,0 0 21 16,0 0 28-16,0 0-17 15,0 0-35-15,-2-11-2 16,2 7 4-16,0 3 8 0,0-2 6 15,0 3 7-15,0 0 13 16,0 0-15-16,0 0-16 16,0 0-8-16,-1 0-3 15,-1 20-5-15,-2 7 5 16,4 9 3-16,0 3 6 16,0-2-9-16,0 0 0 15,0-5 1-15,0-9-1 16,0-4 0-16,0-8 2 15,0-5 0-15,0-3-2 16,0-3 3-16,0 0-2 16,0 0 6-16,0 0 14 15,0-6 1-15,-3-16-21 0,-4-7-1 16,4-9-8-16,0-6 2 16,3-2-2-16,0 5 2 15,3 8 6-15,7 10-6 16,3 6 4-16,6 10 2 15,0 3-6-15,5 4 3 16,-1 9-2-16,5 13 5 16,-3 7 2-16,-1 3 1 15,-4 2-3-15,-1-4 0 16,-9-1 0-16,-3-4 0 16,-4-9 0-16,-3-2 0 15,0-1-6-15,0 2-8 16,0-3-18-16,-7-1-39 15,-3-1-32-15,7-10-13 0,3 0-191 16</inkml:trace>
  <inkml:trace contextRef="#ctx0" brushRef="#br0" timeOffset="191386.37">17229 5448 758 0,'0'0'107'0,"0"0"-107"0,0 0-13 16,0 0 13-16,80-6 19 16,-48 5-16-16,-5 1-3 15,-10 0 0-15,-8 0-4 16,-7 9-15-16,-2 3 18 15,0 1 1-15,-2-4 1 16,-2-1 8-16,1-4 12 16,3-2-12-16,0-1-3 15,0 0-5-15,0 2 9 16,3 0-9-16,3-1 0 16,5 1-2-16,-1-3-10 15,3 0-34-15,7 0-86 16</inkml:trace>
  <inkml:trace contextRef="#ctx0" brushRef="#br0" timeOffset="192939.46">18005 5294 179 0,'0'0'280'16,"0"0"-239"-16,0 0-38 16,0 0 50-16,0 0 50 15,0 0-37-15,-4 2-36 16,4-2 9-16,0 0-7 16,0 0-6-16,0 0-8 15,0 0-8-15,0 0 0 16,0 0-10-16,0 0 0 15,0 0-4-15,0 0 4 0,0 0-2 16,-1 0-2-16,1 0 3 16,-2 1 1-16,-1-1 0 15,2 0 0-15,-2 0-6 16,1 0 5-16,2 0 2 16,0 0 6-16,0 0-7 15,0 0-1-15,0 0-3 16,0 0 2-16,3 0 1 15,2 0 1-15,-2 0-1 16,-2 0 0-16,-1 0 0 16,0 0-6-16,0 3-3 0,0 1 2 15,0 3-7 1,-7-1 15-16,-6-1 0 0,1 0 0 16,3-3 0-16,1 0 0 15,5-2 0-15,3 0 0 16,0 0 0-16,0 0 0 15,0 0 0-15,0 0 0 16,2 0 1-16,-1 0-1 16,1 0 0-16,-2 0 0 15,0 0-1-15,0 0 2 16,0 0-2-16,0 0 1 16,0 0-2-16,-5 3 2 15,-1 1 1-15,-1-1-1 0,1-3 3 16,-1 0 2-1,1 0 4-15,3 0-2 0,-4-2 1 16,4-8-5 0,0-2 3-16,3-5-3 0,0 3-2 15,0-3 5-15,10-2-6 16,2 2 0-16,5 4-1 16,3 1 1-16,-4 5 0 15,2 2 1-15,-1 5-1 16,2 0-1-16,2 14 1 15,-3 11 13-15,-5 7 3 16,-4 9 5-16,-8 6 7 16,-1 2 2-16,-1 0-18 15,-17-2-4-15,-1-5-7 0,-8-5 0 16,0-9 0-16,-1-3-1 16,-4-8 0-16,6-5 4 15,0-7-5-15,7-5 2 16,5 0-1-16,4-5 6 15,7-10-4-15,3-2-1 16,0-2-2-16,24-2-2 16,0 6 0-16,9 6 1 15,4 8 1-15,-5 1 1 16,3 3 5-16,1 14 3 16,3 2-3-16,-7 5 6 15,0-2-2-15,-5 0-5 16,-13-3-4-16,-6-7 0 0,-7-2-16 15,-1-1-5 1,0-1-26-16,-1-2-4 0,-11-5-74 16</inkml:trace>
  <inkml:trace contextRef="#ctx0" brushRef="#br0" timeOffset="198124.46">18005 4817 378 0,'0'0'138'15,"0"0"-116"-15,0 0 10 16,0 0 21-16,0 0-19 15,0 0-19-15,0 0 0 16,0 0-8-16,0 0-2 16,0 0 6-16,0 0-6 15,0 0-5-15,0 0 0 16,0 0 0-16,-4-3 0 0,3 3 0 16,1 0 0-16,-2-1 0 15,-1-2 0-15,3 3-3 16,-3-1 0-16,3-1 5 15,-1 2-3-15,1-2 2 16,0 2 0-16,0 0 6 16,0 0 13-16,0 0 1 15,0 0-2-15,0 0-1 16,0 0 3-16,0 0-6 16,0 0-1-16,0 0 1 15,0 0-5-15,0 0-1 16,0 0 3-16,0 0-6 0,0 0-4 15,0 0 2-15,0 0 1 16,0 0-5-16,0 0 1 16,0 0-1-16,0 0 0 15,0 0 1-15,0 0 0 16,0 0-1-16,6 9 0 16,5 10 0-16,2 1 7 15,-1 4 4-15,6 3 16 16,-3 3-10-16,5 2-7 15,3-5 0-15,-4-3-2 16,1-5-4-16,-11-6-3 16,-5-6 3-16,-1-3-4 15,-3-3 0-15,0 1 0 0,0-2 3 16,0 1-2-16,0 1 0 16,0-2-1-16,0 0 1 15,0 0 3-15,0 0-4 16,0 0 0-16,0 0 4 15,0 0-2-15,0 0 3 16,0 0-4-16,0 0 3 16,0-2-4-16,0-1-3 15,-1 1 0-15,1-1-17 16,0 3-11-16,0-2-41 16,0 2-39-16,0-1-87 15</inkml:trace>
  <inkml:trace contextRef="#ctx0" brushRef="#br0" timeOffset="198953.34">18261 4821 256 0,'0'0'30'15,"0"0"16"-15,0 0 14 16,0 0-23-16,0 0-13 16,0 0 23-16,0-2 9 15,0 2-3-15,0-2 10 16,0-1-17-16,0 3-18 16,0 0-7-16,0-1-7 15,0 1 2-15,0 0-1 16,-3 0-2-16,2 0 5 15,1 0-10-15,-2 0-7 0,1 0-1 16,1 0 0-16,-2 0 2 16,1 0-1-16,-2 0 4 15,-3 0-5-15,3 0 0 16,0 0 2-16,3 0-1 16,0 1-1-16,-4 4-1 15,-1 0 1-15,-3 9 1 16,-2 3 5-16,-6 3-1 15,-3 5 7-15,-1-2-1 16,-1-1-7-16,3-3 2 16,2-8-4-16,8-2 4 15,3-7-3-15,5-2-3 0,0 0 0 16,0 0 6 0,0 0-4-16,0 0-2 0,0 0 0 15,2 0 1-15,12 0 0 16,2 0-1-16,2 0 1 15,6 2 0-15,-2 3 4 16,3 5-4-16,4-3-1 16,-4 3 0-16,1-2 2 15,-4-2 9-15,-4-3-7 16,-6 0-3-16,-5 0 2 16,-4-3-3-16,-3 2-4 15,0-2 4-15,0 0-4 0,0 1-8 16,0-1 2-16,0 0-31 15,0 2 18-15,0 0-16 16,0 1 1-16,0 0 23 16,0 0-48-1,0-2-154-15</inkml:trace>
  <inkml:trace contextRef="#ctx0" brushRef="#br0" timeOffset="200996.17">18601 4858 308 0,'0'0'54'0,"0"0"-51"0,0 0-3 16,0 0 1-16,0 0 2 15,0 0 32-15,0-3-5 16,0 3-23-16,0 0 14 15,0-2 43-15,0-1-3 16,0 3-16-16,0 0-29 16,0 0-8-16,0 0 7 15,0 0-5-15,0 0 11 16,0 0-5-16,0 0 16 16,0 0-5-16,0 0 5 15,0 0 6-15,0 0-20 0,0 0 8 16,0 0-10-16,0 0-12 15,-2 0 9-15,-2 0-12 16,-9 17-1-16,-9 10 0 16,-11 9 13-16,-6 4 8 15,0 2-1-15,0-1-8 16,7-2 5-16,6-6 2 16,7-5-2-16,2-8-8 15,10-9-6-15,4-4-1 16,3-2-2-16,-2 0-1 15,1 1-1-15,-2 0 2 16,0 2 0-16,3-2 0 16,0-1 0-16,0-2-3 15,0-1-14-15,0-1-14 0,0 1-26 16,9-2 16-16,15 0-60 16,7-19-379-16</inkml:trace>
  <inkml:trace contextRef="#ctx0" brushRef="#br0" timeOffset="201867.31">18647 5177 576 0,'0'0'32'0,"0"0"-32"16,0 0 0-16,0 0 16 16,0 0 17-16,0 0-4 15,-1 7-9-15,1-7 1 16,0 0 10-16,0 0-9 16,0 0-13-16,0 0-5 15,0 0-4-15,0 0 5 16,0 0-5-16,0 1 0 15,0-1-7-15,0 2 7 16,0-2 2-16,0 0 18 16,0 0-2-16,0 0-2 15,0 0-6-15,0 0-3 16,0 0-3-16,0 0-4 0,0 0 0 16,0 0 0-16,0 0-5 15,0 0-2-15,0 0 6 16,0 0 0-16,1 0 2 15,-1 0-1-15,0 0 1 16,0 0 3-16,0 0-3 16,0 0 0-16,0 0 1 15,0 0-1-15,0 0 6 16,0 1-4-16,-3 1 0 16,2-2 11-16,-1 0-12 0,2 0 7 15,0 0 5 1,0 0 9-16,0-8-20 0,0-6-3 15,3-1 0-15,11-3-1 16,2 1-1-16,-1 3 0 16,2 5-5-16,-3 6 4 15,3 3 3-15,4 0 1 16,2 0-1-16,-1 7 3 16,-3 8 10-16,-1 5-2 15,-9 0-4-15,-3 3 5 16,-6 4 2-16,0 1-1 15,-3 0-9-15,-20 0 6 16,-3-3-9-16,-10-6 0 16,0-2-1-16,2-7 0 15,7-3 1-15,4-7-1 0,11 0 0 16,8 0 1-16,4 0 1 16,0 0 1-16,1 0-2 15,18-5 0-15,6 3 0 16,8 2-1-16,0 0 1 15,-1 0 4-15,1 7-5 16,-8 2 6-16,1 1-6 16,-6-3 5-16,0 0-5 15,-7-3 0-15,4-1-7 16,-5-3-38-16,-2 0-51 16,2-2-70-16</inkml:trace>
  <inkml:trace contextRef="#ctx0" brushRef="#br0" timeOffset="210105.58">20035 5406 532 0,'0'0'0'16,"0"0"4"-16,0 0 6 16,0 0 26-16,0 0 16 15,0 0-6-15,0 0-19 16,-36-23-24-16,36 23 10 16,0-3 24-16,0 1-12 15,0-3-8-15,-3 0-15 16,-3 0 0-16,-2 0-2 15,2 2-8-15,2 1-2 16,2 1 6-16,2-1 3 16,0 2 1-16,0 0-3 0,0-1 3 15,0 1 1 1,0 0 2-16,0 0 1 0,0-3 2 16,0 3 5-16,0-2 1 15,0 0-12-15,0 1 29 16,0-1-6-16,0 1-10 15,0 1 6-15,0 0 4 16,0 0 4-16,0 0 1 16,0 0-23-16,0 0 5 15,0 0-6-15,0 1-4 16,0 13 4-16,3 11-3 16,3 3 8-16,0 5-7 15,2 3 9-15,-5-2-2 16,3-5-6-16,-2-3-1 0,-1-9-2 15,0-5 3-15,0-5-7 16,-3-4 8-16,0-2-7 16,0-1 8-16,0 0-1 15,0 0 3-15,0 0 5 16,0 0 12-16,0-4 3 16,0-15-25-16,0-5-2 15,0-8-5-15,3-9 1 16,14-2-12-16,0 1 10 15,3 6-3-15,2 9-6 16,0 9 12-16,0 8-6 16,0 6 6-16,-1 4-1 15,-5 1-3-15,3 19 6 0,1 10 1 16,-4 5 2-16,4 4 9 16,-5-1-2-16,2-2-5 15,-1-5 2-15,-2-6-2 16,-3-6 1-16,-5-6-5 15,-2-6 1-15,-4-5-1 16,0 2 2-16,0-2-2 16,0-1-2-16,0 1-19 15,0 1-4-15,0 2-25 16,0-2-80-16,-3-3-114 16</inkml:trace>
  <inkml:trace contextRef="#ctx0" brushRef="#br0" timeOffset="210639.04">20548 5467 541 0,'0'0'163'0,"0"0"-123"15,0 0-39-15,0 0 31 16,91-2 36-16,-65-1-34 15,3 3-23-15,-8 0-4 16,0 0 8-16,-5 0-10 16,-6 0-4-16,-4 0-2 15,-4 0-1-15,-2 3-8 16,0 7 2-16,-5 2 2 16,-15 4 5-16,-5-1-7 15,2-2 8-15,7-2 1 16,5-6 0-16,8-4-1 0,3 1 0 15,0-1 7-15,0 2-2 16,14-3-4-16,6 3 3 16,5-3 23-16,2 0-5 15,-2 0-8-15,-3 0-10 16,-5-3-4-16,-4 0 0 16,-6 2-7-16,0-1-32 15,-2-4-26-15,-1-2-103 16</inkml:trace>
  <inkml:trace contextRef="#ctx0" brushRef="#br0" timeOffset="211854.93">21349 5368 194 0,'0'0'260'0,"0"0"-260"15,0 0 6-15,0 0-4 16,0 0 31-16,0 0-27 16,0 0-4-16,-32 18 21 15,32-18 11-15,0 0-1 16,0 0-2-16,0 0-14 15,0 0 4-15,0 0 2 16,0 0-14-16,2 0-1 16,7 0 5-16,-3 0 27 0,-3 0-19 15,-2 0-21-15,-1 0 2 16,0 0 1-16,0 0-3 16,0 3-1-16,0-2-2 15,0 1 3-15,-1-2 0 16,-2 3 1-16,0-3-2 15,3 0 2-15,0 0-2 16,0 0 0-16,0 0-8 16,0 0 6-16,0 0 1 15,6 0 2-15,-2 0 2 16,-1 0-1-16,-1 0-1 16,-1 0 0-16,-1 4-1 15,0-1 0-15,0-1 1 16,0 3 0-16,0-3 1 0,0-1 0 15,0 3 3-15,0-4 4 16,-1 0-7-16,1 0-1 16,0 0 3-16,0 0 5 15,0 0-5-15,0 0 2 16,0 0 6-16,0 0-9 16,0 0 5-16,1 0-4 15,1 0-3-15,-2 0 0 16,0 0 1-16,0 0-2 15,0 0 1-15,0 0-4 16,-2 3-4-16,-8-1 8 0,1 1-4 16,-6-2 8-16,3-1-4 15,-1 0 10-15,2 0 2 16,2-5-12 0,2-6 12-16,5-3-12 0,2 1 9 15,0-3-7-15,0 0-2 16,15 1 1-16,2 0-1 15,5 6-1-15,5 2 1 16,1 3 0-16,3 4-1 16,1 0 1-16,-1 11 0 15,-1 12 7-15,-3 4 4 16,-15 7 13-16,-9 7-8 16,-3 7 11-16,-18 3 18 15,-15 2-22-15,-7-7-13 0,-1-9-1 16,4-12-5-1,0-6 7-15,5-10 2 0,7-7-3 16,6-2-6-16,10 0 9 16,6 0-6-16,3 0-4 15,0-11-3-15,3-5-1 16,15-1-9-16,12 1 5 16,1 7 5-16,7 6-4 15,3 3 2-15,1 0-1 16,-1 16-2-16,-3 1 4 15,-2 0 1-15,-10 3 1 16,-3-6 0-16,-10 1-1 0,-3-3-1 16,-7-5-24-1,-3 3-34-15,0-4-43 16,-10-5-39-16,-6-1-257 0</inkml:trace>
  <inkml:trace contextRef="#ctx0" brushRef="#br0" timeOffset="212497.16">21489 4979 662 0,'0'0'61'0,"0"0"-39"15,0 0 43-15,0 0-22 16,0 0-34-16,0 0-3 15,-8-60-4-15,8 60 2 0,0 0-4 16,0 3-3 0,8 17 3-16,1 16 0 0,-2 11 23 15,4 7-2-15,-5 5-1 16,-2-9-16-16,2-9-3 16,0-13-1-16,-2-11 0 15,-2-11 0-15,-1 0 0 16,-1-6 7-16,0 0-5 15,0 0 9-15,0 0 2 16,0-12 3-16,0-12-16 16,3-3 0-16,3-8-6 15,1-3 2-15,1 2-2 16,0 1 1-16,-1 10 3 16,-1 8-2-16,0 9 4 15,-2 5 0-15,-2 3 0 0,3 0-1 16,1 8-6-1,-2 14 7-15,4 7 3 0,-1 4 1 16,0-2 1-16,2-3-3 16,5-6-2-16,-2-8 1 15,-2-4-2-15,-1-6 2 16,-1-4-2-16,-1 0-16 16,1 0-74-16,-1-16-145 15</inkml:trace>
  <inkml:trace contextRef="#ctx0" brushRef="#br0" timeOffset="212821.6">21957 4863 719 0,'0'0'114'0,"0"0"-104"16,0 0-9-16,0 0-1 16,0 0 11-16,0 0-3 15,2 76 37-15,-13-22 28 16,-17 12-44-16,-3 0-25 16,-5 2 6-16,3-7 3 15,8-15-11-15,4-10-1 16,9-9-1-16,3-10 1 0,-1-2-2 15,-3-4 1-15,4-1-27 16,1-5-65-16,5-5-42 16,3 0-153-16</inkml:trace>
  <inkml:trace contextRef="#ctx0" brushRef="#br0" timeOffset="213376.22">22103 5208 535 0,'0'0'31'0,"0"0"-31"0,0 0 71 15,0 0-7-15,0 0-25 16,0 0-2-16,-35 52-4 15,24-48-1-15,-1-4-14 16,2 0-4-16,1 0-2 16,-3-4-4-16,4-6-8 15,5-2 4-15,3-2-3 16,0-3-2-16,0 1-1 16,14 0-8-16,4 4-2 15,4 3 10-15,-2 7 0 0,0 2-4 16,3 0 5-1,-8 8-1-15,-1 14 2 0,-8 7 11 16,-6 9-1-16,0 4 1 16,-17-1-5-16,-8-3 11 15,-1-6-13-15,2-11 0 16,5-10 1-16,5-6 1 16,10-3 6-16,0-2-2 15,4 0 1-15,0 0-11 16,16 0 0-16,9 0 3 15,8 0-2-15,0 3-1 16,-3 3 1-16,-7 0 7 0,-1 0 12 16,-8-1-3-16,-3 0-15 15,-5-1-1-15,-1-1-1 16,-5 0-5-16,0-1-80 16,0-2-74-16,-10 0-170 15</inkml:trace>
  <inkml:trace contextRef="#ctx0" brushRef="#br0" timeOffset="213982.78">22290 4975 424 0,'0'0'58'16,"0"0"-53"-16,0 0 21 16,0 0-3-16,0 0 10 15,0 0 44-15,0 0-27 16,4 11-29-16,-4-11 7 15,0 0 7-15,0 0-14 16,-1 0-5-16,-7 0-5 16,1 0 0-16,1 0-5 0,-1 0 3 15,4 0 2-15,0-2 8 16,0-4 2-16,3-2-19 16,0-3-1-16,3 1-1 15,13-2-2-15,8 3-8 16,-2 0 7-16,4 3 3 15,-4 6-4-15,-6 0 1 16,-2 0 3-16,-8 17 6 16,-6 3-2-16,0 9-4 15,-6 2 9-15,-17 1-9 16,-2-6-2-16,2-6 0 16,7-9 2-16,9-6 0 15,7-5-3-15,0 0 6 0,0 0-4 16,13 0 1-16,16 0 0 15,2 0 3-15,2 0 9 16,-2 0 1 0,-3 8-11-16,-2 1-2 0,-3 1 0 15,-2-3 0-15,-6 0-4 16,-4 0-40-16,-6-7-141 16</inkml:trace>
  <inkml:trace contextRef="#ctx0" brushRef="#br0" timeOffset="-213757.72">23415 5386 696 0,'0'0'110'16,"0"0"-95"-16,0 0-14 15,0 0 12-15,0 0 6 0,0 0-18 16,0 0 4-16,29 23-4 15,-8 1 20-15,0 4-12 16,-4 3 6-16,-1 0-9 16,-7-3 0-16,-2 0-5 15,-4-7-1-15,-1-4 7 16,-2-8-2-16,0-3 1 16,0-2-4-16,0-4 7 15,0 0 1-15,0 0 9 16,0 0 11-16,0 0 0 15,0-7-2-15,0-12-18 16,0-10-6-16,6-5-4 16,4-7-14-16,9 2 5 0,4 1 7 15,1 9-14-15,1 7 11 16,-4 7 0-16,-1 5 4 16,0 10 1-16,0 0-9 15,-1 10 9-15,2 17 0 16,-3 7 6-16,-2 7-5 15,0 3 2-15,-2-2 0 16,1-5 1-16,-5-8-2 16,-4-12-2-16,-2-7 0 15,-1-5 2-15,-3-1-2 16,0-3-25-16,0 2-99 16,-11-3-6-16</inkml:trace>
  <inkml:trace contextRef="#ctx0" brushRef="#br0" timeOffset="-213277.53">24038 5540 833 0,'0'0'118'0,"0"0"-111"16,0 0-2-16,0 0 5 15,98-15 10-15,-71 15-20 16,-2 0 1-16,-2 0-2 16,-7 3-5-16,-6 6-18 15,-10 5-11-15,0 3-10 16,-13 3-10-16,-9 1 40 16,4-3 15-16,5-4 0 15,7-6 5-15,4-1 5 0,2-4-7 16,0-1 32-16,0 0-21 15,12-2 6-15,6 0 2 16,3 0 5-16,2 0-20 16,-1 0-7-16,2-6-13 15,-8-2-51-15,0-9-118 16</inkml:trace>
  <inkml:trace contextRef="#ctx0" brushRef="#br0" timeOffset="-212182.83">25027 5386 311 0,'0'0'378'0,"0"0"-341"16,0 0-37-16,0 0 7 15,0 0 28-15,0 0-28 16,-30 3-2-16,21-2-5 16,3 1-1-16,5-2 1 15,1 0 1-15,0 0 3 16,0 0-4-16,0 3-13 15,0-3 13-15,6 0 0 16,-3 4 0-16,0-1 6 16,-3-2-5-16,0 2-1 0,0 3 2 15,0 1 14-15,-3-1 13 16,-3-2-15-16,0 0 8 16,3-3-11-16,-1-1-3 15,3 0-8-15,1 0 6 16,0 0-1-16,0 0-3 15,0 0 3-15,8 0-5 16,4 0-5-16,4-1 5 16,-2-3 1-16,-7 3-1 15,-3 1-2-15,-4 0-1 16,0 0-6-16,0 0 1 0,0 0-11 16,-5 8 17-1,-8-2-7-15,-3 0 9 0,1-4 0 16,-1 1 5-16,4-3-5 15,1 0 12-15,-2 0-7 16,4 0 0-16,1-9-3 16,4-2 8-16,4-6-1 15,0 3-5-15,3-6 0 16,15 1-4-16,7 2 3 16,2 3-7-16,-2 4 0 15,-1 6 3-15,-4 4 1 16,-1 0 0-16,-2 7-2 15,-1 17 2-15,-2 2 0 16,-6 11 7-16,-6 7 5 0,-2 6 8 16,-3 1-1-1,-18-4 1-15,-7-5-8 0,-5-9-9 16,0-5-2-16,-1-11 1 16,-1-6 1-16,0-8 4 15,3-3-7-15,4 0 2 16,10-3 6-16,6-11 3 15,11 0 2-15,1-2 9 16,22-1-22-16,14 2 0 16,10 5 0-16,0 10 0 15,2 0-1-15,-3 5 1 16,-4 12 4-16,-3 3 2 16,-7 1 8-16,-4-1-9 0,-8-2 0 15,-5-2-3 1,-5-3-2-16,-5-3-1 0,-1 0-24 15,-3 0-44-15,0-3-55 16,-9-7-29-16,-9 0-283 16</inkml:trace>
  <inkml:trace contextRef="#ctx0" brushRef="#br0" timeOffset="-211552.65">25236 5022 733 0,'0'0'29'0,"0"0"-14"16,0 0 5-16,0 0 18 16,0 0-30-16,0 0-8 15,8 20 0-15,3 13 7 16,0 6 3-16,-1 1 1 0,0 2-8 15,-1-8 2-15,2-5-4 16,-7-11-1-16,-2-7 1 16,-2-3-1-16,0-4-12 15,0-4 3-15,0 0 9 16,0 0 8-16,0 0-2 16,0-16-6-16,1-8-1 15,7-6-1-15,2-6-1 16,4-3 3-16,-1-1 0 15,0 7-3-15,-2 7 3 16,-2 7 4-16,-3 10 1 0,-2 3 4 16,-2 6-2-16,1 0-4 15,-2 3-3-15,4 20 1 16,1 7 1-16,-2 1 3 16,5 3-4-16,0-7 2 15,2-7-2-15,2-6 2 16,-4-7-2-16,-3-2 5 15,0-5-6-15,-5 0-4 16,4 0-46-16,-1 0-55 16,1-17-372-16</inkml:trace>
  <inkml:trace contextRef="#ctx0" brushRef="#br0" timeOffset="-211162.42">25776 4979 566 0,'0'0'136'0,"0"0"-122"15,0 0 48-15,0 0 24 16,0 0-38-16,0 0-27 15,4-3-3-15,-4 3-10 0,0 0 12 16,0 0-18 0,-7 7-2-16,-14 15-6 0,-10 15 6 15,-8 13 3-15,-3 3 0 16,0 6 12-16,6-6 2 16,7-3-3-16,5-8-10 15,10-11-3-15,5-7 2 16,2-8-1-16,4-3-2 15,-2-5 1-15,2 1-1 16,2-4-8-16,-1 1-33 16,1-3-35-16,1-3-49 15,0 0-246-15</inkml:trace>
  <inkml:trace contextRef="#ctx0" brushRef="#br0" timeOffset="-210591.75">25777 5383 651 0,'0'0'81'16,"0"0"-81"-16,0 0 0 15,0 0 0-15,0 0 13 16,0 0-12-16,-39 19 0 16,30-17 8-16,4 0 10 15,2-2 8-15,-2 0 1 0,0 0-14 16,-1 0-4-16,2 0 0 16,-5 0 0-16,3-4-9 15,0-6-1-15,-1 1 0 16,1-4-2-16,-2-1 0 15,5 0 1-15,3 3 1 16,0 0 0-16,0 1 2 16,18 0-2-16,6 1 2 15,0 4-3-15,1 5 1 16,-2 0-1-16,-4 2-1 16,-4 13-8-16,-7 6 10 15,-7 4 1-15,-1 4 9 16,0 2 0-16,-18 2 18 0,-3-5-21 15,2-7-1-15,5-8-4 16,8-6-2-16,6-2 3 16,0 0-1-16,2 2-2 15,14-4 4-15,7 1-4 16,3-2 13-16,-2-2 1 16,-3 0-10-16,-3 0-1 15,-3 0-3-15,-3 0-17 16,-4-9-58-16,-4-3-114 15</inkml:trace>
  <inkml:trace contextRef="#ctx0" brushRef="#br0" timeOffset="-210107.93">25953 5141 851 0,'0'0'56'0,"0"0"-46"16,0 0 2-16,0 0 33 15,0 0-34-15,84-29-11 0,-49 29-1 16,-6 0 1-16,-13 0 0 15,-9 0 0-15,-7 2 0 16,0 3-5-16,-8 5-5 16,-13 2 10-16,-5 1 1 15,4-4-1-15,7-2 0 16,6-6 1-16,9 1 6 16,0-2-7-16,0 1-11 15,5 4-17-15,17 0 21 16,5 1 7-16,0 0 18 15,-2 1-7-15,-10 1-8 16,-5-1-3-16,-5 2 0 0,-5 1 0 16,0 0 9-16,0 2 15 15,-15 0-9-15,-2 0-8 16,0-2-5-16,0 0-2 16,-2-2-4-16,1 1-50 15,2-2-61-15,4-7-109 16</inkml:trace>
  <inkml:trace contextRef="#ctx0" brushRef="#br0" timeOffset="-209248.37">26965 5772 844 0,'0'0'4'16,"0"0"-4"-16,0 0-127 16,89-26 45-16,-58 21-41 15</inkml:trace>
  <inkml:trace contextRef="#ctx0" brushRef="#br0" timeOffset="-209063.38">27384 5735 572 0,'0'0'361'0,"0"0"-348"16,0 0-12-16,0 0-2 15,0 0 1-15,85-53-19 16,-48 50-36-16,0 1-106 16</inkml:trace>
  <inkml:trace contextRef="#ctx0" brushRef="#br0" timeOffset="-208907.38">27834 5707 821 0,'0'0'36'0,"0"0"-36"16,0 0-5-16,0 0-4 16,0 0-14-16,0 0-49 15,11-20-188-15</inkml:trace>
  <inkml:trace contextRef="#ctx0" brushRef="#br0" timeOffset="-207798.28">28295 5409 702 0,'0'0'83'16,"0"0"-66"-16,0 0 31 15,0 0 8-15,0 0-21 16,0 0-7-16,-3 0-5 16,3 0-7-16,0 0 6 0,0 0-5 15,0 0-6-15,0 0-2 16,0 0-6-16,0 0-2 16,0 0 3-16,0 0-4 15,0 3 0-15,0 5-4 16,0 6 2-16,0 7-2 15,-2 10 4-15,2 6 0 16,0 4-1-16,0-1 1 16,0 0 0-16,0-5 1 15,0-7-1-15,8-9 0 16,-3-4 0-16,-2-7 0 16,-3-5 1-16,0-2-3 15,0 0 6-15,0-1-4 0,0 0 0 16,0 0 10-16,0 0 15 15,0-1 2-15,0-16-7 16,0-4-10-16,0-9-8 16,0-6-2-16,0-4-7 15,14-4 7-15,8-1-2 16,3 4-6-16,0 7 3 16,0 9 0-16,1 8 0 15,-1 9-3-15,-1 5-2 16,4 3-5-16,-2 7 12 15,-1 13-3-15,-3 5 0 16,-3 6 3-16,-3 3 3 0,-4-1-1 16,-2-5 2-16,-3-7-2 15,-2-6 1-15,-2-4 0 16,0-8 0-16,-3-2 0 16,0-1-2-16,0 0 0 15,0 0-2-15,0 0-8 16,0 0 1-16,0 0-19 15,0 0-17-15,2 0-4 16,0 0-4-16,0 0-9 16,1-4 19-16,0-10-205 15</inkml:trace>
  <inkml:trace contextRef="#ctx0" brushRef="#br0" timeOffset="-206799.23">28881 5486 752 0,'0'0'60'16,"0"0"-19"-16,0 0 27 15,0 0-10-15,0 0-53 0,0 0-5 16,45 0 0-16,-21 0 0 15,-8 0-1-15,-3 0 0 16,-8 0 0-16,-5 5 0 16,0 0-8-16,0 5-14 15,-13 2-8-15,-1 1 31 16,5-2-2-16,8-2 2 16,1-1 0-16,0-3 1 15,9 1 3-15,7-2 5 16,5-2 3-16,1-2-4 15,-1 0-4-15,-3 0-4 16,1 0-12-16,-2 0-43 16,4-5-62-16,-3-7-245 0</inkml:trace>
  <inkml:trace contextRef="#ctx0" brushRef="#br0" timeOffset="-205890.58">29302 5277 682 0,'0'0'28'16,"0"0"-28"-16,0 0 0 15,0 0 21-15,0 0-15 16,0 0 1-16,-27 23-7 16,13-19 9-16,2-3-2 15,4 1 11-15,3-1-9 16,4-1-2-16,1 0-1 15,0 2-2-15,0-2 10 16,0 1-3-16,4 2-11 0,6-1 0 16,-2-1 0-16,-4 0 0 15,-1 1 0-15,-1 0 0 16,-2 0 5-16,0-1-5 16,0 1-4-16,0 0 4 15,-2-2 0-15,-4 2 4 16,3-1-3-16,0-1 1 15,2 0 1-15,1 0 19 16,0 0-5-16,0 0-3 16,0 0 6-16,6 0-20 15,5 0 0-15,0-3 0 16,-3 1 0-16,-4 2-1 0,-2 0 0 16,-2 0 0-1,0 0-3-15,0 0 3 0,0 0-3 16,0 0-8-16,-3 0 12 15,-5 4 0-15,1-1 0 16,0-2 1-16,2-1 0 16,-1 0 11-16,-2 0-2 15,1-6 1-15,0-6-7 16,2-5-3-16,2-3 5 16,2 3-2-16,1 0-3 15,0 3 9-15,16 3-9 16,11 3-1-16,4 6-1 15,9 2 1-15,-1 0 1 16,-1 7-1-16,-4 10-1 0,-9 5 1 16,-11 9 0-16,-14 3 1 15,-2 13 11-15,-32 3 3 16,-8-2-7-16,2-4-8 16,8-13-3-16,13-12 3 15,13-2 0-15,6-6 0 16,0 0 1-16,23-4 0 15,14-1 8-15,9-4 13 16,5-2-5-16,-5 0-15 16,-4-2-2-16,-9-8-1 15,-7-2-6-15,-6-1-61 16,-5-4-72-16,-9 1-134 16</inkml:trace>
  <inkml:trace contextRef="#ctx0" brushRef="#br0" timeOffset="-205178.46">29527 4453 624 0,'0'0'103'0,"0"0"-94"16,0 0-9-16,0 0 0 16,0 0 39-16,0 0 23 0,67 93-22 15,-52-46-10 1,3 3-22-16,-3-2 13 0,-2-7-19 15,-2-10 14-15,-3-7-11 16,-3-9-4-16,0-6-1 16,-5-1-1-16,0-6 1 15,0-2 2-15,0 0-1 16,0 0 10-16,0 0 1 16,0-11-5-16,0-10-6 15,0-10-1-15,3-7-2 16,4-8-6-16,3-5 8 15,1 4-1-15,-1 6 1 16,4 10 2-16,-7 11 7 16,-2 9-1-16,-4 6 3 0,-1 5 3 15,0 0-2-15,0 12-12 16,-4 14-5-16,-7 10 3 16,4 4-1-16,7-1 3 15,0-3 5-15,15-10-5 16,8-4-1-16,0-3 1 15,2-8 0-15,-2 0-3 16,-6-2-41-16,-4-3-36 16,-6-4-95-16</inkml:trace>
  <inkml:trace contextRef="#ctx0" brushRef="#br0" timeOffset="-204549.32">30076 4521 351 0,'0'0'237'0,"0"0"-189"15,0 0-21-15,0 0 28 16,0 0-8-16,0 0-25 15,-2 0-11-15,2 0 2 16,0 2 10-16,0-2 4 16,0 0 0-16,0 0 2 15,0 0-15-15,0 0-6 16,0 0-5-16,0 0 0 0,0 0-3 16,0 0-2-16,0 0 2 15,0 0 6 1,-1 0-6-16,-1 1 2 0,-3 13-2 15,-7 11-2-15,-12 18 2 16,-11 14 24-16,-8 9-2 16,-8-2 7-16,2-7-23 15,9-3 12-15,9-8-11 16,8-10-5-16,10-7-2 16,4-8 2-16,2-7-2 15,2-4 0-15,2-2 0 16,1-1 0-16,2-4 0 15,-1 3-11-15,-2 2-17 0,0-1-24 16,-2 5-51 0,0-2-38-16,5-6-131 0</inkml:trace>
  <inkml:trace contextRef="#ctx0" brushRef="#br0" timeOffset="-203341.29">30038 5104 394 0,'0'0'66'16,"0"0"-64"-16,0 0 49 15,0 0 24-15,0 0-22 16,0 0-39-16,-2 0 0 15,2 0-4-15,0 0-5 16,0 0 6-16,0 0-2 16,0 0 9-16,0 0 17 15,0 0-5-15,0 0-29 16,0 5 2-16,0-5 2 16,-2 0 2-16,2 0 4 0,0 0-3 15,0 0 1-15,0 0 5 16,0 0-7-1,0 0-5-15,0 0 3 0,0 0-3 16,0 0 1-16,0 0 7 16,0 0-9-16,0 0 1 15,0 0 4-15,0 0-6 16,0 0 0-16,0 0 0 16,0 0-2-16,0 0 2 15,-1 0-2-15,-2 0 1 16,-2 0 1-16,1 2 0 15,1-2 1-15,1 0 1 0,2 0 6 16,-1 0 0 0,1-2 3-16,0 2-8 0,0-5 4 15,0 5-1-15,0 0 1 16,0 0-6-16,0 0-2 16,0 0 0-16,0 0 0 15,0 0-2-15,0 0 2 16,-3 0-23-16,-3 0 20 15,0 0-5-15,-3 0 9 16,-2 0-2-16,3 5 9 16,0-5-7-16,2 0 3 15,1 0-2-15,2 0 5 16,2-5 1-16,1-4 4 16,0-4-4-16,4 2-5 15,9 0-2-15,1 4-1 0,1 3-1 16,2 4-5-16,-2 0 7 15,-1 0-3-15,-1 11-1 16,-6 7 4-16,-2 5-1 16,-5 5 2-16,0 5 3 15,-8 1-2-15,-14 0-1 16,-4-4-1-16,-2-6 0 16,-1-8-3-16,6-5 3 15,5-4 0-15,7-5 1 16,7-2-1-16,4 0 8 15,0 0-5-15,0 0 9 16,18 0-11-16,10-3 4 0,9 0-5 16,-1 3-8-16,0 0 8 15,-3 0 2-15,-6 6-2 16,-4-1-2-16,-6 2 2 16,-2-1 0-16,-6 2 0 15,-6-4-13-15,-3 2-40 16,0 1-63-16,0-7-80 15</inkml:trace>
  <inkml:trace contextRef="#ctx0" brushRef="#br0" timeOffset="-202628.25">30121 4942 596 0,'0'0'61'0,"0"0"-34"15,0 0 28-15,0 0-8 16,0 0-29-16,0 0-18 15,0 0-1-15,30 22 1 0,-20-3 3 16,-1 1 8-16,-2 5 20 16,-1-3-8-16,2-1-16 15,-7-5-3-15,1-4-3 16,-2-7 0-16,0 3 4 16,0-5-5-16,0 0 1 15,0-3-1-15,0 0 28 16,0-3 4-16,-6-8-21 15,0-6-9-15,3-2 5 16,3-1 5-16,0 1 2 16,4 2-5-16,16 5-9 15,0 1 0-15,2 6-1 16,1 4-6-16,-3 1 5 16,-5 0 0-16,-2 3 0 0,-4 6-4 15,-3 4 6-15,-3-1-4 16,-3 2-4-16,0-3 3 15,0-3 1-15,0-2 3 16,-4-4 0-16,-3-2 1 16,1 0 1-16,2 0 8 15,-2-2 2-15,5-12 14 16,1-5-11-16,0-2-10 16,11 0 5-16,8 3-3 15,6 2-6-15,3 3-1 16,0 8 1-16,-4 3 0 15,-9 2-1-15,-3 0-1 16,-3 7-6-16,-3 10 7 0,-3 7 1 16,-1 1 0-16,-2-2 0 15,0-1 0-15,0-3-10 16,1-4-28-16,-1-5-56 16,4-7-142-16</inkml:trace>
  <inkml:trace contextRef="#ctx0" brushRef="#br0" timeOffset="-182042.45">30959 5436 371 0,'0'0'45'15,"0"0"7"-15,0 0 6 16,0 0 15-16,0 0 14 16,0 0-47-16,0 0-9 15,0 0-17-15,-12-2-1 16,12-3-2-16,0 0-1 16,-4-3-2-16,-2 1-4 0,-2 0-4 15,-1-3-17-15,-1 4 5 16,4 0 12-16,1 1 0 15,2 3 1-15,3-1 15 16,-1 2-3-16,1 0-3 16,0 1 9-16,0-2 4 15,0 2 6-15,0 0-3 16,0 0-9-16,0 0-10 16,0 0-2-16,-3 0-5 15,-3 16-1-15,0 11 1 0,0 9 0 16,-2 3 3-1,4-2-1-15,1-1-1 0,-1-7 1 16,4-6-2-16,-2-6-2 16,1-6 2-16,-4-5 0 15,2-5 2-15,2-1 5 16,-2 0 0-16,-4 0 0 16,-1-4 0-16,-6-13 5 15,1-6-12-15,-1-6 4 16,5-4-4-16,8-2-1 15,1-1 1-15,7 3-1 16,19 3 1-16,4 9-14 16,1 8-2-16,0 9 11 0,-1 4-5 15,-8 2 8 1,-7 15 0-16,-4 4 1 0,-4 6 0 16,-4 1 1-16,-3-3 4 15,0 0-3-15,0-8 0 16,0 0-1-16,0-3-1 15,0-3 0-15,0-2-1 16,0 0-50-16,2-2-46 16,1-4-39-16,1-3-198 15</inkml:trace>
  <inkml:trace contextRef="#ctx0" brushRef="#br0" timeOffset="-181490.75">31278 5495 695 0,'0'0'139'15,"0"0"-116"-15,0 0-17 16,0 0 9-16,0 0-3 16,0 0-3-16,104 5-5 15,-84-2-2-15,-4-2-2 16,-8 3 0-16,-4-3-3 16,-4 1 3-16,0 4-13 15,-3 2 4-15,-16 5-1 0,-4 0 9 16,4 1 2-1,10-5 0-15,8 1 5 0,1-5-1 16,0 1 13-16,15-1 10 16,9-5-7-16,1 0-14 15,2 0-4-15,-2 0-2 16,-7 0 0-16,-2-4-1 16,-4-3-14-16,0-3-89 15,-1 1-154-15</inkml:trace>
  <inkml:trace contextRef="#ctx0" brushRef="#br0" timeOffset="-180425.56">31784 5363 453 0,'0'0'114'0,"0"0"-102"16,0 0 9-16,0 0 36 0,0 0-3 16,0 0-28-16,-5 6-9 15,5-5-15-15,0 1-2 16,0-2 20-16,0 0-8 16,0 0 6-16,0 0-16 15,0 0-2-15,0 0 0 16,0 1-2-16,0-1-4 15,-6 2 6-15,3-2 0 16,-1 3-2-16,4-3 1 16,0 0 1-16,0 0 4 15,0 0 3-15,0 0-5 16,0 0-2-16,0 0-1 16,6 2 0-16,0 0-1 15,0 1 4-15,-2-2-2 0,-1 3 8 16,-3-2-8-16,0 1 1 15,0-3 0-15,0 4 0 16,0-3 7-16,-12-1-7 16,-2 0 9-16,0 0-1 15,-1 0-2-15,5-5-7 16,1-4 6-16,2-2-4 16,2 2-2-16,3-5 8 15,2 3-3-15,0-1 0 16,2 3-2-16,16 0-6 15,4 3 7-15,5 6-5 16,-3 0 1-16,3 0 0 16,-7 9 0-16,0 8-1 15,-10 5 1-15,-5 8 1 0,-5 6 2 16,0 0 7-16,0 1 6 16,-17-4 0-16,-5-4-4 15,-6-9-1-15,-2-3 1 16,-2-8-3-16,1-9-2 15,6 0-4-15,6 0 0 16,8 0 2-16,8 0-3 16,3 0 4-16,0-2 0 15,22 0-6-15,10 2 2 16,6 0-2-16,1 7 0 16,-3 7 0-16,0-2 1 15,-7 3-3-15,-3-2 9 16,-1 0-12-16,-5-6 5 0,-8 1 0 15,-5-6 0-15,-6 1-24 16,-1-3-50-16,-1 0-63 16,-14-7-203-16</inkml:trace>
  <inkml:trace contextRef="#ctx0" brushRef="#br0" timeOffset="-179901.22">32046 4761 620 0,'0'0'59'0,"0"0"-17"0,0 0-5 16,0 0-19-1,0 0 4-15,0 0-12 0,0-2-9 16,5 9 9-16,-2 4 9 16,1 3 13-16,2 2-5 15,0 5-7-15,3 6-8 16,-1-1 9-16,1 2-9 16,-1-1 6-16,1-4-9 15,-1 4-8-15,-2-7 2 16,3-3-2-16,-6-6 7 15,-2-2-6-15,1-4-2 16,-2-3 0-16,0-2-6 16,0 0 0-16,0 0-26 15,0 0-10-15,-12-1-29 16,11-16-125-16</inkml:trace>
  <inkml:trace contextRef="#ctx0" brushRef="#br0" timeOffset="-179629.7">32324 4850 653 0,'0'0'55'16,"0"0"-54"-16,0 0 1 16,0 0 36-16,-36 92 30 0,4-46-21 15,-8 5-15 1,-8 2-10-16,1-4 1 0,8-6 0 15,5-9-1-15,8-6-18 16,7-5 11-16,4-6-10 16,5-7-5-16,4-6-1 15,3 0 1-15,3-3-12 16,0 1-47-16,0-2-36 16,9-3-63-16</inkml:trace>
  <inkml:trace contextRef="#ctx0" brushRef="#br0" timeOffset="-179001.59">32267 5280 268 0,'0'0'339'0,"0"0"-325"15,0 0 4-15,0 0 59 16,0 0-6-16,0 0-18 15,0 0-19-15,3 13-12 16,-3-13-12-16,0 0-10 16,0 0-4-16,0 0 0 15,0 0 4-15,0 0-2 16,0 0-1-16,0 0 2 16,0 0-2-16,-1 0 0 15,-10 6-1-15,-2-2 4 0,1-2 0 16,-2 0 1-16,7-1-1 15,-2-1 8-15,4 0-7 16,2 0 0-16,3-3 0 16,0-6 8-16,0-4 1 15,9-1-7-15,11 2-3 16,2 1-1-16,2 6-4 16,3 4 3-16,-2 1 0 15,0 0 1-15,-5 10 1 16,-4 14 0-16,-8 2 1 15,-7 8 8-15,-1 2 7 16,-4 3 7-16,-17-7-5 16,-4-3-6-16,-1-7 1 0,2-10 5 15,-1-3 0 1,4-8-13-16,5-1 3 0,1 0-6 16,7 0 1-1,5-6 2-15,3-2 4 0,6 2-6 16,21 1-3-16,9 2-7 15,9 3 4-15,1 0 2 16,3 0 1-16,-2 0 0 16,-4 5-1-16,-6-1 1 15,-4 0 0-15,-5 0-1 16,-6-1-14-16,-6-3-47 16,-6 0-50-16,-4-5-150 15</inkml:trace>
  <inkml:trace contextRef="#ctx0" brushRef="#br0" timeOffset="-161168.09">16312 4950 495 0,'0'0'17'0,"0"0"-17"16,0 0-6-16,0 0 3 16,0 0 6-16,0 0-6 15,0 0 5-15,0 0-2 16,-3 0 11-16,0 0 22 0,-3 0-2 16,3 0-11-16,-2 0 4 15,2 3-7-15,-1-3 13 16,-1 1-2-16,-1 1-15 15,2-1-13-15,-5 1 0 16,6-2 0-16,-4 0 0 16,7 3 2-16,0-3 3 15,0 0-1-15,-4 2 6 16,1-2 10-16,-1 2-8 16,-5-2-4-16,-1 1-4 15,-5 1-4-15,0-1 10 16,0 3 1-16,-8 1 0 15,0 5-3-15,-4 4 3 16,0 6-11-16,-7 6 6 16,-1 4 6-16,-4 9-1 0,-2 5-5 15,-13 5 5-15,-1 0-7 16,0-1 1-16,7-10-5 16,8-9 1-16,11-9 4 15,17-6-4-15,8-7-2 16,4-4 1-16,0-1-7 15,0 0-18-15,0 0 3 16,4 1 6-16,5 2-32 16,-1-4-89-16,-2-1-118 15</inkml:trace>
  <inkml:trace contextRef="#ctx0" brushRef="#br0" timeOffset="-160187.93">16202 5409 562 0,'0'0'1'0,"0"0"1"16,0 0 0-16,0 0 32 15,0 0 4-15,0 0-19 16,-53 5-19-16,53-5 0 15,0 0 13-15,0 0-13 16,3 0 0-16,5 0 0 16,-1 0 9-16,-4 0 5 15,-3 0-5-15,0 0-6 16,0 0 6-16,0 0-5 0,0 0-1 16,-3 6 1-1,-14 3-3-15,0 1-1 0,2-4 0 16,2 2 0-16,6-6 0 15,4-2 0-15,3 0 5 16,0 0 4-16,0 0 8 16,0-5-13-16,12-9-4 15,2-1-4-15,3 0 2 16,-3 4 1-16,-3 5 2 16,-4 2-2-16,-4 2 0 15,-3 2 0-15,0 0-6 16,0 0-6-16,0 3 4 15,-10 6 9-15,-6 5-6 16,2-3 12-16,-1-6-12 16,4 1 12-16,4-4-6 0,4-2 1 15,1 0 16-15,1 0-14 16,1 0 15-16,0-8-1 16,0-3-13-16,0-4-4 15,0-1 1-15,3 2-1 16,8 0 1-16,2 3-4 15,1 2 7-15,3 3-8 16,1 6 4-16,0 0 0 16,3 0 0-16,-6 13 9 15,-4 8-7-15,-3 5 1 0,-8 4 0 16,0 1 3 0,-6 0-2-16,-13-4 2 0,-5-5-5 15,0-4 6 1,0-5-6-16,5-6 11 0,10-4-9 15,3-3 2-15,6 0 10 16,0 0 4-16,6 0-19 16,17 0 0-16,12 0-1 15,10 3 2-15,1 4 0 16,-4 3 2-16,-6-1 2 16,-10 0-5-16,-6-1 0 15,-8-4 0-15,-5-1-2 16,-4 0 2-16,-3-1-24 15,0-2-14-15,0 0 1 16,-3 0-32-16,-10-3-215 0</inkml:trace>
  <inkml:trace contextRef="#ctx0" brushRef="#br0" timeOffset="-159371.39">16224 5208 378 0,'0'0'100'16,"0"0"-51"-16,0 0 20 15,0 0 4-15,0 0-25 16,0 0-28-16,0-15 5 16,-3 15 5-16,3 0-12 15,0 0-2-15,-3 0-12 16,-3 0 3-16,0 6-7 16,-1 8-4-16,2 2 2 0,3 4 4 15,2 0-2-15,0-1 2 16,10-4-2-16,9-2 0 15,0-2 0-15,8-4-2 16,-1-5 3-16,6-2-1 16,1 0 4-16,0-2-2 15,-2-12-2-15,-4-1 2 16,-9 1 13-16,-7-1-6 16,-11-1 4-16,0 2-2 15,-9-2-9-15,-14 2-2 16,-9 1 0-16,-1-2-1 15,4 4 2-15,-3 1-1 16,9 3 0-16,-1 2 1 0,9 5-3 16,1 0 1-16,5 0-9 15,3 2-7-15,1 11 0 16,-1 4-7-16,-3 3-12 16,2 0-53-16,1-6-174 15</inkml:trace>
  <inkml:trace contextRef="#ctx0" brushRef="#br0" timeOffset="-155680.29">18803 4867 264 0,'0'0'51'0,"0"0"-3"15,0 0 11-15,0 0 10 16,0 0-13-16,0 0-15 16,0 0 17-16,0-9-17 15,0 9-9-15,0 0 2 16,0-1-14-16,0 1-1 16,0 0-2-16,0 0 2 0,0 0-9 15,0 0-4-15,0 0-5 16,0 10 0-16,5 7 0 15,3-1 7-15,1 3 2 16,3-5-5-16,-3-2-1 16,-2-1-3-16,-1-3 1 15,3-2-1-15,-5 0-1 16,1 1 0-16,0-4 0 16,-5-1 0-16,0-1 1 15,0-1-1-15,0 0 0 16,0 0-8-16,0 0-8 15,0 0-9-15,0 0-7 0,0 0-18 16,3 0-38-16,0 0-139 16</inkml:trace>
  <inkml:trace contextRef="#ctx0" brushRef="#br0" timeOffset="-146151.42">28008 6556 558 0,'0'0'86'16,"0"0"-55"-16,0 0-19 15,0 0 28-15,0 0 6 16,0 0 3-16,0 0-15 16,0 0-19-16,-3-39-3 15,3 34 12-15,0 4-9 16,0-2 14-16,0 0-14 15,0 1 3-15,0-1 0 16,0 3 8-16,0-2-15 0,2-1 6 16,-1 3-1-16,-1 0 2 15,0-3-2-15,0 3-4 16,0 0-7-16,0 0-1 16,0 0-2-16,0 0-2 15,2 0 0-15,-2 0-1 16,1 0 2-16,-1 0-1 15,0 0 0-15,0 0 0 16,0 0-2-16,0 0 3 16,0 0-2-16,0 0 0 15,2 0 1-15,-2 0 0 16,1 0 0-16,1 0 0 0,-2 0 1 16,0 0-1-1,0 0 0-15,0 0 0 0,0 0 0 16,0 0 1-16,0 0-1 15,0 0 2-15,0 0-4 16,0 0 2-16,0 0-1 16,0 0 1-16,5 6-2 15,1 7 2-15,2 7 0 16,0 2 0-16,-2 6 0 16,0 2 0-16,-2-3 4 15,2 2-4-15,-3-5 1 16,-1-5-6-16,-1-5 9 15,-1-6-4-15,0-2 0 0,0-4-7 16,0-2 7 0,0 0 0-16,0 0 5 0,0 0 10 15,0-8 4-15,0-11-17 16,0-8 4-16,0-6-6 16,0-3 0-16,18-3-1 15,8 7 1-15,6 6 0 16,3 6-1-16,0 8-9 15,-4 7-9-15,-2 5 14 16,-6 0-1-16,-4 9-7 16,-4 10 11-16,-2-1-7 15,-5 2 7-15,-2 2-5 16,-5-1 3-16,-1-2-2 16,0-6 4-16,0-3 2 0,-1-6-2 15,-4-2 2-15,-1-2 0 16,0 0 5-16,0-2 6 15,2-12 6-15,4-6-9 16,0-6 0-16,8-3-8 16,17-3 0-16,5 1-1 15,3 6 1-15,-1 6 0 16,-2 10 0-16,-6 8 0 16,-2 1-3-16,-3 1 1 15,-4 18-1-15,-1 4 3 16,-4 5 5-16,1 1-2 15,-3-3-3-15,2-3 1 16,-1-3-1-16,-3-4 0 0,4-5 0 16,-6-1-29-16,1 0-75 15,-4-8-50-15,-1-2-142 16</inkml:trace>
  <inkml:trace contextRef="#ctx0" brushRef="#br0" timeOffset="-145904.46">28887 6565 565 0,'0'0'326'15,"0"0"-293"-15,87 0-26 0,-37-1 40 16,4-4 8-16,-3 5-33 15,-7 0-12-15,-9 0-8 16,-10 0-2-16,-7 0-19 16,-9 0-27-16,-9-6-29 15,0-8 9-15,-13-8-152 16</inkml:trace>
  <inkml:trace contextRef="#ctx0" brushRef="#br0" timeOffset="-145716.95">28962 6367 575 0,'0'0'103'0,"0"0"-91"0,6 80 27 16,7-44 16-16,-2-2-2 15,-1-2-21-15,3 0-21 16,-4-6 0-16,3 1-11 16,-4-7 1-16,-2-3-2 15,-2-4-8-15,-1-3-18 16,3-5-78-16,3-5-336 15</inkml:trace>
  <inkml:trace contextRef="#ctx0" brushRef="#br0" timeOffset="-145199.02">29630 6546 734 0,'0'0'132'0,"0"0"-128"16,0 0-4-16,0 0 0 15,0 0 2-15,0 0 14 16,-63 21-11-16,38-21 2 16,-6 0-5-16,1 0 21 15,2-8 6-15,4-4-5 16,7-3-12-16,6-5 11 15,4 0-1-15,7-1-18 16,0 0 7-16,12-1-7 0,9 7-4 16,9 4-2-16,3 5 1 15,4 6-2-15,-3 0 1 16,-4 13 1-16,-6 11-6 16,-12 5 3-16,-8 4 4 15,-4 3 0-15,-10-4-6 16,-17-3 5-16,-6-6-4 15,2-10 5-15,9-3-2 16,8-5-3-16,8-2 5 16,6-1 0-16,0 4 0 15,18 3-12-15,10 1 12 16,10-1 1-16,3-1 7 0,-3-2-3 16,-7 1 3-1,-6-3-7-15,-7-1-1 0,-3-2-6 16,-6-1-42-16,-3 0-61 15,-3 0-50-15,0 0-388 16</inkml:trace>
  <inkml:trace contextRef="#ctx0" brushRef="#br0" timeOffset="-144719.42">28601 5908 362 0,'0'0'183'16,"0"0"-172"-16,-108-80 14 15,70 60 56-15,-1 8-11 16,-5 2-13-16,-5 8-26 16,-9 2-5-16,-5 7 14 0,-2 15-26 15,-2 10 10-15,-5 9 18 16,0 10-4-16,-2 12 2 15,-4 4-29-15,8 8 7 16,10 5-4-16,19 5-6 16,18 3-5-16,19 0-2 15,8 0-1-15,38-9-1 16,19-8-13-16,21-9-24 16,12-13 38-16,11-9-9 15,7-8-30-15,1-9-37 16,-7-14-25-16,-12-9-293 15</inkml:trace>
  <inkml:trace contextRef="#ctx0" brushRef="#br0" timeOffset="-144239.18">29622 6191 704 0,'0'0'51'0,"0"0"-49"16,0 0 53-16,108 8 6 15,-65 18-13-15,5 20-15 16,4 16-3-16,-3 16-5 15,-11 14-7-15,-15 0-11 16,-15 0-7-16,-8-2 1 16,-3-12 5-16,-18-11-6 15,-3-14-7-15,-1-17 6 0,-2-13 0 16,-3-10-6-16,-1-7-3 16,1-6-30-16,5 0-61 15,11-22-52-15</inkml:trace>
  <inkml:trace contextRef="#ctx0" brushRef="#br0" timeOffset="-143916.72">30488 6386 627 0,'0'0'15'16,"0"0"-8"-16,-2 114 89 16,2-55-7-16,0 8-34 15,9-3-15-15,9-5-8 0,7-8-13 16,2-12 2-1,1-6 3-15,-1-13-10 0,-9-8-8 16,-5-7-6-16,-8-5-23 16,-5-5-60-1,-1-21-130-15</inkml:trace>
  <inkml:trace contextRef="#ctx0" brushRef="#br0" timeOffset="-143751.02">30389 6679 754 0,'0'0'3'15,"0"0"0"-15,96-27 0 16,-60 16-3-16,2 5-13 0,4-1-71 16,4 3-148-1</inkml:trace>
  <inkml:trace contextRef="#ctx0" brushRef="#br0" timeOffset="-143481.65">30872 6634 600 0,'0'0'112'0,"0"0"-38"16,0 0 0-16,0 0-9 15,3 90-8-15,-3-65-22 16,2 0-14-16,2-6-9 16,1 1-6-16,2-4-3 15,-4-6-2-15,0 0-1 16,-1-6-1-16,-1-4 1 15,-1 0-12-15,0 0-7 16,0-18-19-16,-6-7-55 16,-4-6-4-16,1-5 51 15,4-3 41-15,1 0 4 0,4 0 1 16,0 5 0-16,0 3 1 16,0 11-1-16,9 4-15 15,4 6-146-15,1 10-53 16</inkml:trace>
  <inkml:trace contextRef="#ctx0" brushRef="#br0" timeOffset="-143089.92">31008 6601 355 0,'0'0'85'0,"0"0"61"15,34 89-23-15,-26-59-65 16,-4-7-9-16,1 3-10 16,-4-9-13-16,4-1-4 0,-3-6 3 15,-1-7-15-15,2-1 11 16,-3-2 0-16,1 0 13 15,2 0 3-15,6-12-21 16,5-2-16-16,7 0 0 16,7 0-6-16,-1 5 4 15,1 2-3-15,-6 6 4 16,-7 1-2-16,-6 0 1 16,-4 0 1-16,-5 0-2 15,0 0 1-15,0 0 2 16,0-3 0-16,0 0 6 15,0-4 6-15,6-3 7 16,10-2-19-16,10 3 5 0,6 1-9 16,0 7 8-16,-5 1-4 15,-5 0 5-15,-7 11 17 16,-2 1-12-16,-2 4 2 16,-2-2-11-16,-1-1-1 15,-2-2 0-15,-1 1-33 16,-2-6-93-16,0-4-112 15</inkml:trace>
  <inkml:trace contextRef="#ctx0" brushRef="#br0" timeOffset="-142628.15">31558 6774 746 0,'0'0'151'0,"0"0"-119"16,0 0 40-16,0 0-25 15,0 0-21-15,84-61-13 16,-63 42-13-16,-9-1-3 15,-3 2-13-15,-6 0-20 16,-3 8-13-16,0 3 38 16,0 7 11-16,-16 3-2 15,-13 18 2-15,-4 10 23 16,4 6 5-16,12 4-18 16,11-5 6-16,6-4-6 15,12-5 3-15,16-4 11 16,11-12 7-16,9-11 7 15,1-1-26-15,0-23 2 0,-7-12-9 16,-6-4-4-16,-12-9-1 16,-6-5-5-1,-9 3-10-15,-5 1-23 0,-2 15 28 16,-2 14 10-16,1 11 13 16,3 10 12-16,5 17-17 15,7 25-5-15,6 18 30 16,0 5 44-16,-7 2-35 15,-6-8-9-15,-9-3 12 16,0-12-4-16,-9-5-18 16,-14-9-13-16,-5-10-3 15,-6-7-7-15,-5 0-13 16,-7-5-38-16,-15-5-46 16,-18-3-68-16,-8-15-204 0</inkml:trace>
  <inkml:trace contextRef="#ctx0" brushRef="#br0" timeOffset="-142250.15">14856 5318 741 0,'0'0'0'0</inkml:trace>
  <inkml:trace contextRef="#ctx0" brushRef="#br0" timeOffset="-139337.15">9898 5199 764 0,'0'0'0'16,"0"0"-4"-16,0 0-8 0,0 0 12 15,0 0 40 1,0 0-14-16,0 0-15 0,-23-26-11 16,23 26-3-16,0 0 3 15,0 0 3-15,0 0 12 16,0 0-13-16,0 9-1 15,-4 12 7-15,-2 9 21 16,0 8 11-16,0-2-3 16,2 1-21-16,4-3-6 15,0-6 5-15,0-3-10 16,0-3-3-16,0-8-1 16,0-6 1-16,0-2 0 15,0-6 0-15,0 0-1 16,0 0 2-16,0 0 18 0,0-9 11 15,0-15-16-15,4-12-16 16,8-6-4-16,6-3 3 16,3 0-4-16,6 10 5 15,-5 6-4-15,2 6-9 16,-3 9 12-16,0 9-5 16,-2 5 3-16,-1 0 0 15,0 20-5-15,0 6 4 16,-4 4 4-16,2 3-5 15,-3-2 10-15,-4-3-5 16,-6-4 0-16,0-10-4 16,-3-2 4-16,0-9 1 15,0-3-1-15,0 0 10 16,-3 0 10-16,-6-12-10 0,-3-10-5 16,-4-8-4-16,8-7-1 15,8 0-4-15,0 0 2 16,8 2-6-16,14 10 6 15,5 6-2-15,-3 12 3 16,3 7-2-16,-5 1-3 16,2 24 5-16,-6 6 1 15,-1 7 2-15,-4 2 7 16,0-2-6-16,-7-4 2 16,0-6-5-16,-3-7-4 15,0-5 4-15,-3-6-10 0,6-5-46 16,-6-5-108-16,0 0-107 15</inkml:trace>
  <inkml:trace contextRef="#ctx0" brushRef="#br0" timeOffset="-139104.75">10529 5331 780 0,'0'0'88'16,"0"0"-87"-16,87 0 11 16,-31 0 85-16,-2-6-48 0,-8 1-36 15,-7 5-13 1,-10 0 0-16,-6 0-2 0,-11 0-33 16,-6 0-53-16,-6 0-33 15,0-4-49-15,0-8-332 16</inkml:trace>
  <inkml:trace contextRef="#ctx0" brushRef="#br0" timeOffset="-138894.8">10706 5125 736 0,'0'0'86'16,"0"0"-78"-16,0 0 0 0,0 0 7 15,0 0 24-15,42 83 6 16,-21-46-15-16,-6-2-13 15,-2-4-7-15,-2-3 0 16,-5-4-10-16,-6-2-2 16,0-3-5-16,0-2-14 15,0-2-45-15,0-6-39 16,0-6-83-16</inkml:trace>
  <inkml:trace contextRef="#ctx0" brushRef="#br0" timeOffset="-138363.22">11272 5171 794 0,'0'0'59'0,"0"0"-59"15,0 0 0-15,0 0 11 16,0 0 15-16,0 0-3 15,-39 33 11-15,27-33 15 16,-9 0-16-16,-1-1-10 16,-2-15-1-16,3-4 10 15,3-4-22-15,9 2-8 16,3-4 11-16,6 6-9 16,0-2-4-16,19 3-2 15,13 2 1-15,5 9 0 0,-1 8 0 16,-4 0-3-1,-3 16 3-15,-8 18-4 0,-6 11 5 16,-9 5 7-16,-6 6-2 16,0-6-2-16,-24 0-2 15,0-8 5-15,-6-11-5 16,5-10 1-16,7-9-2 16,9-8 2-16,6-4 4 15,3 0-4-15,0 0 0 16,6 0 3-16,24 0-5 15,12 0 0-15,10 0 0 16,-3 0 9-16,-7 0-8 16,-6 4 1-16,-5 6-1 0,-7-3-1 15,-5 0 0 1,-10-2-1-16,-1-2-21 0,-5-1-68 16,-3-1-44-16,0-1-40 15,-3 0-186-15</inkml:trace>
  <inkml:trace contextRef="#ctx0" brushRef="#br0" timeOffset="-137814.68">9843 4899 628 0,'0'0'57'16,"0"0"-57"-16,0 0 0 15,0 0 14-15,-88 1 28 16,65 18 0-16,-5 15-12 16,-9 16-8-16,-2 18 0 15,-3 15 4-15,9 9 12 16,14 0-3-16,19-5-13 16,6-1-9-16,40-9-10 15,20-9-2-15,10-12 0 0,6-8 6 16,3-12-7-16,-3-10-2 15,0-7-25-15,-3-15-35 16,-4-4-140-16</inkml:trace>
  <inkml:trace contextRef="#ctx0" brushRef="#br0" timeOffset="-137333.72">11151 4763 717 0,'0'0'1'0,"0"0"-2"16,0 0-6-16,0 0 7 15,131-42 36-15,-77 42-14 16,7 0-2-16,-1 0 6 0,-2 21-15 15,-6 17 21-15,-3 16 23 16,-4 23 25-16,-6 15-31 16,-5 9 12-16,-13 2-26 15,-10-5-16-15,-11-8 1 16,0-4-16-16,-14-13-2 16,-16-10-2-16,-4-9 1 15,-5-10-1-15,-4-6-17 16,-2-6-61-16,-1-12-112 15,4-16-287-15</inkml:trace>
  <inkml:trace contextRef="#ctx0" brushRef="#br0" timeOffset="-130666.14">10001 6486 724 0,'0'0'31'0,"0"0"-18"16,0 0-12-16,0 0 1 15,0 0 18-15,0 0 5 16,0 0-19-16,-6-3-6 15,6 3-2-15,0 0 2 16,0 0 0-16,0 0 6 0,0 0 10 16,0 0-3-16,0 0-6 15,0 3-7-15,0 17 0 16,0 8 1-16,0 6 10 16,0 5-1-16,0 0 2 15,3 2-12-15,0-4 1 16,1 1 0-16,2-7 1 15,-5-7 3-15,2-9-5 16,1-5 0-16,-4-3-4 16,0-7 3-16,0 0 1 15,0 0 7-15,0 0 13 16,0-4 31-16,0-20-15 16,0-11-36-16,0-8 1 15,0-6-1-15,9 3-3 0,10 0-1 16,5 9 0-16,1 8 2 15,1 5 1-15,2 15-2 16,2 6-2-16,-6 3-1 16,-2 9 0-16,-6 18 5 15,4 8 0-15,-4 8 0 16,-4-1 0-16,-1-2 1 16,-4-7 0-16,-4-8 0 15,-3-9 0-15,0-9 0 16,0-5 0-16,0-2 2 15,0 0 9-15,0-17 13 0,0-12-24 16,9-8-6 0,3-3 5-16,9-1-4 0,1 7 4 15,2 9-3-15,-6 11 4 16,3 9-2-16,1 5-3 16,-2 12 4-16,2 17 1 15,2 11 7-15,-3 7-5 16,-5 1 7-16,2-1-7 15,0-5-2-15,-4-12 1 16,2-3-1-16,3-11-14 16,1-6-46-16,-1-10-64 15,0-2-203-15</inkml:trace>
  <inkml:trace contextRef="#ctx0" brushRef="#br0" timeOffset="-130438.74">10899 6682 838 0,'0'0'27'0,"100"-34"-27"16,-29 12 0-16,1 0 57 15,-8 3-9-15,-11 8-35 16,-12 5-13-16,-17 6-8 15,-8 0-48-15,-10 0-38 0,-6 0-30 16,-3 0-194-16</inkml:trace>
  <inkml:trace contextRef="#ctx0" brushRef="#br0" timeOffset="-130229.3">11045 6486 835 0,'0'0'51'0,"0"0"-51"15,0 0 0-15,0 0 24 16,103 82 23-16,-63-49-21 16,-1 0-12-16,-5 0-10 15,2-1-3-15,-9-1-1 16,-4-4-4-16,-4-4 3 16,-3-4-34-16,-7-5-16 15,3 0-23-15,-6-9-32 0,3-5-186 16</inkml:trace>
  <inkml:trace contextRef="#ctx0" brushRef="#br0" timeOffset="-129987.41">11629 6379 860 0,'0'0'65'0,"0"0"-65"15,0 0-3-15,0 0 3 0,0 0 13 16,75 110 13 0,-49-68-9-16,-1-5-8 0,2 2-4 15,-1-5-5-15,0-4 0 16,-11-7-11-16,3-4-23 16,-9-4-41-16,-6-10-51 15,-3-5-204-15</inkml:trace>
  <inkml:trace contextRef="#ctx0" brushRef="#br0" timeOffset="-129547.59">9771 6258 603 0,'0'0'66'0,"-94"29"-18"16,51 5-4-16,7 22-8 15,11 20 23-15,13 16-22 16,12 13 16-16,9 4-20 16,31-2-14-16,21-6-5 15,23-14-9-15,20-15 5 16,11-15 2-16,7-16-1 15,5-13-11-15,3-13-6 16,7-14-11-16,-4-1-27 16,0-16-70-16,-8-20-52 15</inkml:trace>
  <inkml:trace contextRef="#ctx0" brushRef="#br0" timeOffset="-129126.7">11700 6017 764 0,'0'0'15'16,"0"0"-5"-16,0 0-8 16,131-51 23-16,-46 51 22 15,18 9 15-15,7 33 4 16,-9 25-13-16,-13 25-21 15,-20 15-8-15,-29 12-17 16,-20-1 7-16,-19-6-8 16,0-7-5-16,-22-10-2 15,-5-15-4-15,1-10-8 0,4-14-28 16,-7-10-22-16,-3-10-41 16,-8-16-53-16</inkml:trace>
  <inkml:trace contextRef="#ctx0" brushRef="#br0" timeOffset="-123681.05">10460 3200 558 0,'0'0'32'15,"0"0"2"-15,0 0 9 16,0 0-7-16,0 0-25 16,0 0-4-16,0 0 8 15,6-25-1-15,-6 21-8 16,3 2 17-16,-3-1-9 15,0 2 3-15,0-1 2 16,0-1-13-16,0 2 12 16,3 1-17-16,-3 0 10 15,0 0-3-15,0 0 3 0,0 0-11 16,1 0 2-16,2 0-2 16,4 14-6-16,3 12 6 15,-1 5 0-15,0 5 1 16,1 3 7-16,4 0-5 15,5-5 5-15,-2-7 1 16,-1-7-9-16,-7-9 3 16,0-5 5-16,-9-6-8 15,3 0 0-15,-3 0 5 16,0 0 8-16,0 0 7 16,-9-12 0-16,-6-8-17 15,-5-2-3-15,3-2 3 16,2-2-1-16,0 0-1 0,6-1 1 15,0 1-1-15,6 1-1 16,3 3 0-16,0 8 0 16,0 4-1-16,0 7-2 15,0 3 2-15,0 3-9 16,0 18-7-16,9 7 10 16,3 7 3-16,6 6 2 15,-2 1 2-15,-1-3 0 16,3-2 6-16,-3-1-6 15,-2-1-14-15,-2 0-11 16,-2 1-51-16,-3-8-34 16,-2-14-383-16</inkml:trace>
  <inkml:trace contextRef="#ctx0" brushRef="#br0" timeOffset="-122405.16">9846 7783 389 0,'0'0'130'16,"0"0"-114"-16,0 0-16 15,0 0-4-15,0 0 4 16,-88-12 25-16,73 9 18 16,0 0 36-16,6 2-40 15,0-2 2-15,6 2-15 16,0 1 4-16,3-2-8 15,0 2 3-15,0 0-11 0,0 0 1 16,0 0-12-16,0 0 1 16,9 0-3-16,17 0 1 15,23 0 16-15,25 0 7 16,33-9 18-16,46-8 0 16,42-4-11-16,39-2 10 15,26 0-9-15,13 3-13 16,-14 3-2-16,-22 3-5 15,-26 2 9-15,-25-1-10 16,-25 0-3-16,-19 0-8 16,-20 6 4-16,-19-1-7 15,-14 5 4-15,-15 3-4 0,-16 0 2 16,-8 0 0-16,-6 0 1 16,-14 0 1-16,-7 0-2 15,-9 1 0-15,-8-1 0 16,-3 0-3-16,-3 0-4 15,0 0-8-15,0 0-17 16,0 2-26-16,-3 3-20 16,-10 4 2-16,-4 2-22 15,-5 1-49-15,-5-8-184 16</inkml:trace>
  <inkml:trace contextRef="#ctx0" brushRef="#br0" timeOffset="-121505.6">10759 8170 502 0,'0'0'118'0,"0"0"-116"16,0 0 6-16,0 0 57 15,0 0-3-15,0 0-26 16,-36-37-5-16,33 35-12 15,3 2-8-15,0-2 4 0,0 2 13 16,0 0-14-16,0 0-10 16,0 0-1-16,0 0-3 15,0 0-5-15,0 0 4 16,-6 0-2-16,-4 2 1 16,-1 7 2-16,-7 4 0 15,-3-1 2-15,-1-3-1 16,-2 2-1-16,0-9 9 15,0-2-9-15,2 0 0 16,5-1 5-16,7-15-3 16,7-6 20-16,3-9-19 15,0-2-2-15,18-1-1 0,3 4-6 16,3 5 5-16,-2 9-1 16,1 6 2-16,6 3-2 15,1 7 3-15,2 3-1 16,0 26 9-16,-5 12 3 15,-9 19 14-15,-8 8 11 16,-10 2-13-16,0 0-10 16,-13-12-7-16,-12 0-5 15,-8-12-2-15,-6-8-1 16,3-8 1-16,0-13 1 16,11-7 2-16,9-8-3 15,11-2 4-15,5 0 5 16,5 0-9-16,17-2 0 0,11-11-4 15,9 6 4 1,-3 0 0-16,-1 5 2 0,-5 2-2 16,-3 0 0-16,-8 0-1 15,-7 0 1-15,-3 0-42 16,-3 6-63-16,0-6-54 16,-3 0-161-16</inkml:trace>
  <inkml:trace contextRef="#ctx0" brushRef="#br0" timeOffset="-120934.95">11027 8121 802 0,'0'0'9'0,"0"0"-9"15,0 0 0-15,0 0 25 16,15 95 5-16,-9-65-18 15,0-2-2-15,-3-6-6 16,0-3-3-16,0-9-1 16,-3 0 1-16,0-6 2 15,0-2 0-15,0-2 10 16,0 0 23-16,-9 0 5 16,-3-6-16-16,0-7-10 15,6-3-5-15,6-4 1 16,0-6-1-16,18-2-10 15,10 0-10-15,8 6 10 0,0 8-5 16,-3 6 4-16,-5 8-2 16,-4 0 2-16,-6 10-6 15,-7 10-1-15,-1 6 6 16,-4 1 2-16,-6-1 1 16,0-6 0-16,0-6 1 15,0-4-2-15,0-8 1 16,0-2 3-16,0 0 6 15,0-9 13-15,16-15-16 16,11-5-7-16,4-1-2 16,8 3 2-16,0 7 10 15,-6 7-2-15,-8 10 6 0,-4 3 0 16,-6 5-9-16,1 17 6 16,-2 5-2-16,-4-1-5 15,-4 3 1-15,-6-2-4 16,0-3 1-16,0-2-2 15,0 1-11-15,-3-3-46 16,0-5-79-16,3-8-88 16</inkml:trace>
  <inkml:trace contextRef="#ctx0" brushRef="#br0" timeOffset="-120531.36">11992 8246 791 0,'0'0'181'0,"0"0"-151"16,0 0-10-16,0 0 19 15,100-23 23-15,-46 7-31 16,1 3-14-16,-6 5-15 15,-7 1-2-15,-6 5-2 16,-14 2-16-16,-7 0-26 16,-6 0-61-16,-9-1-43 15,0-1 10-15,-18-4-110 16</inkml:trace>
  <inkml:trace contextRef="#ctx0" brushRef="#br0" timeOffset="-120205.99">12192 8022 741 0,'0'0'112'15,"0"0"-102"-15,0 0-8 16,0 0-1-16,0 0 3 16,0 0 22-16,31 36 27 15,-11-6 8-15,-4 3-33 16,0-1-10-16,1-3 1 15,-5-4 12-15,-2 0-16 16,-3-7-15-16,0-2 0 16,-1-3 0-16,-3-3 0 15,1-3 0-15,-1-2-6 0,0 0-2 16,0 0-3 0,0-3-9-16,-3-2-2 0,0 2-4 15,0-2-27-15,3 0-28 16,3 0-8-16,1 0-13 15,7 0-102-15</inkml:trace>
  <inkml:trace contextRef="#ctx0" brushRef="#br0" timeOffset="-116443.4">12662 7800 540 0,'0'0'101'0,"0"0"-80"16,0 0-12-16,0 0 47 15,0 0 12-15,0 0-10 16,0 0-29-16,0-3 2 15,0 3-24-15,0 0 4 16,0 0 5-16,3 0-14 16,3 13 1-16,1 10 16 0,2 14-3 15,2 9 24 1,-1 10-22-16,-4 4-2 0,-6 3-6 16,0-2-9-16,0-7 1 15,-9-11 2-15,-6-7-2 16,0-12 0-16,-1-5-2 15,2-6 3-15,4-3 0 16,-2-7-2-16,-1-3 4 16,-1 0-2-16,-2 0-1 15,1-16 8-15,1-4-10 16,10-6-22-16,4 0-3 16,7 1 4-16,23 4 2 15,6 4 13-15,6 7 2 16,4 7 1-16,-1 3 4 15,-2 0-1-15,-4 0 2 0,-4 0 2 16,3 0 7-16,-5 0 5 16,-5 0 9-16,-1-7 1 15,-7-4 13-15,-4-5-11 16,-9-4-12-16,-7 1-1 16,0-1-9-16,0 6-5 15,0 5 2-15,0 6-3 16,0 3-4-16,0 0-3 15,0 3 0-15,0 20-7 16,3 14 14-16,0 7 3 16,-3 3 9-16,3-2 7 15,0-6 2-15,-3-10-8 0,1 0 2 16,1-8-8-16,-1-5-7 16,-1-2 0-16,0-3-4 15,2 0-18-15,-2-4-12 16,4 0-6-16,0-4-29 15,3-3-25-15,-4 0-65 16,3-10-119-16</inkml:trace>
  <inkml:trace contextRef="#ctx0" brushRef="#br0" timeOffset="-114890.83">13604 8216 646 0,'0'0'143'16,"0"0"-89"-16,0 0-14 16,0 0 19-16,0 0-28 15,0 0-7 1,0 0 10-16,26-46-21 0,5 36-12 15,11-2 12-15,5 0 12 16,6 5-18-16,-10 4-4 16,-6 3-3-16,-5 0-3 15,-15 0-39-15,-7 10-48 16,-10 5-59-16,-11 2-133 16</inkml:trace>
  <inkml:trace contextRef="#ctx0" brushRef="#br0" timeOffset="-114710.58">13704 8427 749 0,'0'0'101'0,"0"0"-77"16,0 0-24-16,0 0 24 16,120-27-2-16,-80 17-16 15,-4 2-6-15,-2 4-1 16,-4 4-35-16,0-2-64 15,-2-3-213-15</inkml:trace>
  <inkml:trace contextRef="#ctx0" brushRef="#br0" timeOffset="-114103.21">14630 7942 709 0,'0'0'0'0,"0"0"-6"16,0 0 5-16,-98-11 1 16,79 16 4-16,-7 15 27 15,3 15-20-15,-5 14 12 16,2 12 14-16,2 6-12 15,8 0 6-15,10-6-14 16,6-8 8-16,19-4-7 0,17-8 5 16,16-5-11-1,7-11-4-15,6-8-7 0,3-11 2 16,3-6-3-16,-5 0-3 16,-1-19 3-16,-11-7 3 15,-5-5 39-15,-17-8-22 16,-6-8-3-16,-14-3 1 15,-8-9-15-15,-4-3-3 16,-13 3-15-16,-20 9 7 16,-9 4 7-16,-9 17 1 15,-4 5-3-15,2 12-3 16,2 7 2-16,5 5-16 16,10 0-28-16,8 18-13 15,11 7-42-15,7-1-21 0,4-2-216 16</inkml:trace>
  <inkml:trace contextRef="#ctx0" brushRef="#br0" timeOffset="-113375.2">15927 7718 787 0,'0'0'7'0,"0"0"-7"15,-82-58 19-15,49 43-8 0,1 5 26 16,6 3-10-16,0 7 2 16,-3 1-16-16,-10 31-13 15,-10 22 2-15,-7 19 25 16,7 16 28-16,12 9 3 15,13 5-26-15,18-11-14 16,6-10-10-16,15-12-3 16,22-11-2-16,14-12-1 15,7-7-2-15,2-8-6 16,-5-9-67-16,-7-9-37 16,-8-8-52-16,-7-6-236 15</inkml:trace>
  <inkml:trace contextRef="#ctx0" brushRef="#br0" timeOffset="-112753.49">15930 7920 910 0,'0'0'5'0,"0"0"-5"16,0 0-40-16,0 0 40 15,18 102 28-15,-7-53 0 16,1 4-2-16,5-4-15 16,-8-6 2-16,-2-9-12 15,-4-10 6-15,0-8-2 16,-1-10-2-16,-2-2-2 0,0-4-1 16,0 0 46-16,0 0 19 15,0-9-18-15,0-13-30 16,0-12-16-16,0-8-1 15,24-7-2-15,9 3-7 16,5 6-3-16,1 14 1 16,-3 9 1-16,-3 11 3 15,-11 6 4-15,-1 0-5 16,-6 22 0-16,-5 8 8 16,0 7-2-16,-3 4 2 0,-4-4 0 15,-3-7 0-15,0-10 0 16,0-10 0-16,0-3-1 15,0-7 2 1,0 0 3-16,0 0 20 0,0-17 2 16,0-12-25-16,0-12-1 15,12 2-4-15,1 3 2 16,4 9 0-16,2 10-1 16,-5 8 3-16,2 6-3 15,3 3 3-15,-3 10 2 16,4 16 1-16,0 10 5 15,2 2 5-15,-5 3 3 16,2-3-4-16,-3-6-6 0,-7-4-3 16,-3-6 0-1,-2-5-3-15,-4-5-14 0,0 2-47 16,-9-4-67-16,-13-7-53 16,-5-3-287-16</inkml:trace>
  <inkml:trace contextRef="#ctx0" brushRef="#br0" timeOffset="-112377.4">16279 7681 879 0,'0'0'18'16,"0"0"-18"-16,124-33 0 15,-49 30 36-15,13 3 15 16,3 24 4-16,0 18 3 16,-13 18-9-16,-14 16-18 15,-19 16-5-15,-24 14-17 16,-18 0 8-16,-6 0-14 15,-27-8-2-15,-6-14 1 16,1-9 2-16,2-13-1 16,3-6-3-16,5-12-13 15,3-13-11-15,5-6-21 0,8-13-24 16,-2-5-40-16,4-7-17 16,4 0-13-16</inkml:trace>
  <inkml:trace contextRef="#ctx0" brushRef="#br0" timeOffset="-109519.86">20070 7760 682 0,'0'0'48'15,"0"0"-36"-15,0 0 21 16,0 0-21-16,0 0 29 15,0 0-9-15,0 0-13 16,-48-53-12-16,48 53-1 16,0 0-6-16,0 0-1 15,0 0 1-15,2 0 0 16,-2 0-3-16,0 0 8 16,0 0-1-16,0 0 4 15,0 0 6-15,0 0 9 16,0 0 14-16,0 0-12 15,0 0-5-15,0 0-11 16,0 0 4-16,0 0-6 16,0-4-4-16,0 1 6 15,0-2-8-15,0-5 0 0,1-1 0 16,2 1 0-16,-1-2 3 16,-2 5 1-16,1 0-3 15,3 4 2-15,-4 3 5 16,3 0-8-16,3 22-1 15,1 20 0-15,3 17 2 16,1 12 15-16,1 6 1 16,-2 6-4-16,2-1-4 15,3-5-5-15,-1-9-2 16,-4-8-2-16,-3-15-1 0,-2-15 0 16,-1-10 0-16,-2-13-3 15,-1-3-6-15,1-4 2 16,7-6 7-16,6-28 0 15,10-19-14-15,2-15-29 16,3-13 19-16,-11 2-24 16,-1 9-14-16,-3 10-3 15,-6 14 48-15,-5 17 17 16,-2 13 26-16,-2 9 32 16,0 4-13-16,0 3-44 15,0 6-1-15,0 15-9 16,0 14 9-16,0 8 8 15,9 1-7-15,6 2 3 16,4-4-4-16,7-8 4 16,-1-6 0-16,2-11-4 0,-7-6 0 15,-1-3-17-15,-8-5-58 16,-6-3-105-16</inkml:trace>
  <inkml:trace contextRef="#ctx0" brushRef="#br0" timeOffset="-109107.39">20753 7975 474 0,'0'0'334'0,"0"0"-330"15,0 0 8-15,0 0 34 16,88 19-16-16,-71-15-15 15,-2 1-11-15,-5-2 1 16,-4-1-5-16,-3-1-3 16,-3-1 3-16,0 0 7 15,-1 0 5-15,-17 0-9 16,-11 0-3-16,-1 0 3 16,5 0-3-16,6 0 0 15,8 0 0-15,7 0 1 16,2 0 0-16,2 3-1 15,0 0 4-15,17 2-4 16,16-3 1-16,11-2 13 0,6 0 9 16,-3 0-18-16,-5-2-4 15,-9-3-1-15,-6 5-6 16,-6 0 2-16,-8 0-24 16,-1 0-13-16,-4 5-65 15,-8 7 5-15,0 1-142 16</inkml:trace>
  <inkml:trace contextRef="#ctx0" brushRef="#br0" timeOffset="-108756.52">20891 8322 516 0,'0'0'169'0,"0"0"-87"16,0 0-4-16,0 0-11 15,0 0-4-15,0 0-32 0,41 3-15 16,-6-6-11 0,4-4 8-16,-7 0-13 0,1 2-5 15,-4-2-9-15,-3 0-49 16,0-6-67-16,-3-6-164 16</inkml:trace>
  <inkml:trace contextRef="#ctx0" brushRef="#br0" timeOffset="-108275.78">21486 8029 787 0,'0'0'65'0,"0"0"-60"15,0 0 0-15,0 0 2 16,0 0 1-16,0 0 1 15,-88 0 15-15,66-11 12 16,-1-8-13-16,4-5 12 16,-1-1-14-16,4-5-20 15,6-1 7-15,7 2-7 16,3-1-2-16,0 7 1 16,22 6-2-16,9 2 1 15,10 9-3-15,5 6 3 16,-1 10-1-16,-6 21-1 15,-7 15 3-15,-12 6 3 16,-12 12 0-16,-8 1 2 16,-8-1-2-16,-18-8-3 15,-5-7 2-15,3-20 0 0,2-10-2 16,10-10-5-16,7-6 5 16,9-3 10-16,0 3-2 15,0 2-8-15,22 1-6 16,11 3 6-16,10 2 0 15,3 0 1-15,-2 0 3 16,-12 2-1-16,-6-3-3 16,-10-3 0-16,-2 2-12 15,-8-5-40-15,-5-4-58 16,2 0-56-16</inkml:trace>
  <inkml:trace contextRef="#ctx0" brushRef="#br0" timeOffset="-107657.75">21539 7586 151 0,'0'0'711'15,"0"0"-698"-15,0 0 1 16,0 0-5-16,0 0-7 15,0 0 18-15,87 35 10 16,-66 9-8-16,-3 2-9 16,-3 4 4-16,3-7-6 0,-9-7-2 15,-2-12-7 1,-4-9 0-16,-1-8-1 0,-2-4 9 16,0-3-9-16,0 0 8 15,0 0 44-15,0-19-18 16,-3-5-25-16,3-8-9 15,0-3 4-15,20 0-4 16,6 2-1-16,7 7-1 16,-2 10-7-16,0 7 8 15,1 6 0-15,-7 3-5 16,-1 3 2-16,-6 11 0 16,-4 10 3-16,-4-4-4 0,-7 0 7 15,-3-4-6-15,0-9 5 16,0-2-2-16,0-5 0 15,-3 0 1-15,-3-2 18 16,-2-18-1-16,6-3-11 16,2-7-5-16,10 1 2 15,18 2 1-15,5 7-5 16,3 9-3-16,-2 11 3 16,-4 0-5-16,0 16 5 15,-7 9 0-15,1 11 2 16,-6 1 4-16,0-1-6 15,-6-5 0-15,-3-6 0 16,-5-5-1-16,-4-4-17 16,0-2-36-16,-8-4-73 0,-11-8-54 15,-1-2-240-15</inkml:trace>
  <inkml:trace contextRef="#ctx0" brushRef="#br0" timeOffset="-106480.35">22739 7915 736 0,'0'0'101'0,"0"0"-67"15,0 0 6-15,0 0 26 16,0 0-41-16,0 0-25 16,118-45 1-16,-63 38-1 15,-6 7 0-15,-9 0 6 16,-12 0-6-16,-12 4-8 16,-12 8-35-16,-4 8-26 15,-20 6 7-15,-26 10 24 16,-16 2-18-16,-2-2-66 15,2-4 49-15,16-9 73 16,22-6 15-16,16-3 70 0,8-6-26 16,10-2-20-16,26-3 27 15,16-3-8-15,3 0-34 16,3 0-15-16,-7 0-6 16,-12 0-3-16,-8 0-3 15,-9 0-33-15,-5 0-89 16</inkml:trace>
  <inkml:trace contextRef="#ctx0" brushRef="#br0" timeOffset="-105845.79">23510 7905 130 0,'0'0'801'16,"0"0"-783"-16,0 0-18 15,0 0-4-15,0 0-17 16,0 0 17-16,16 57 3 16,-5-19 1-16,2 1 0 15,-1-4-3-15,0-5 3 16,-6-6 0-16,-3-9 0 15,-3-5 0-15,0-6 4 16,0-4 0-16,0 0 34 16,-6 0-10-16,-7-6-3 0,4-17-9 15,6-7 5-15,3-7-8 16,16-4-13-16,20 3-8 16,9 1-4-16,4 12 0 15,-1 10 5-15,-2 7 5 16,-4 8 0-16,-6 0-1 15,-10 11 3-15,-3 14 0 16,-10 0 0-16,-6 3 1 16,-7-3 0-16,0-1 5 15,0-9-3-15,-1-4-3 16,-9-11 0-16,1 0 0 16,-4 0 9-16,2-12 6 15,5-12 2-15,6-6 3 0,9 0-8 16,25 0-3-16,11 3-7 15,3 14 3-15,-4 4-1 16,-8 9 9-16,-5 8-3 16,-5 13-9-16,-3 7 13 15,-4 4-10-15,-5 2-1 16,-6 2-2-16,-5-3-1 16,-3-4-1-16,1-1-4 15,2-3-26-15,5 0-54 16,1-7-54-16,-2-11-65 15</inkml:trace>
  <inkml:trace contextRef="#ctx0" brushRef="#br0" timeOffset="-104322.5">23006 8090 761 0,'0'0'28'0,"0"0"-28"16,0 0-9-16,0 0-45 15,0 0-47-15,-88-19-25 0,80 19-18 16</inkml:trace>
  <inkml:trace contextRef="#ctx0" brushRef="#br0" timeOffset="-103847.38">22913 7969 569 0,'0'0'111'0,"0"0"-62"15,0 0-11-15,0 0 9 16,0 0 0-16,0 0-33 16,0-72-10-16,0 69-1 15,0 1-2-15,0 2-1 16,0 0 0-16,0 0 0 16,0 0-1-16,0 0-17 15,0 0 18-15,0 0-3 0,0 3-2 16,0-1 3-16,0 0-15 15,0-2 16-15,5 3-6 16,2-3 7-16,1 0 0 16,-1 0-7-16,-2 0 14 15,-5 0-3-15,0 0-3 16,0 0 11-16,0 0-2 16,0 0-3-16,-4 0-5 15,1 0 1-15,2 0 1 16,1 0 5-16,0 0-6 15,0 0-1-15,0 0 20 16,0 0-12-16,0 0-7 0,0 0-3 16,0 0 0-1,0 0 7-15,0 0-7 0,0 3-1 16,0 3-24-16,0 6-30 16,1 5 20-16,10 3-23 15,0 2-38-15,-3-1-81 16,-3 1 19-16</inkml:trace>
  <inkml:trace contextRef="#ctx0" brushRef="#br0" timeOffset="-103527.04">22915 8071 342 0,'-39'3'234'16,"-6"-3"-99"-16,3 0-34 15,8 0-24-15,10-3-9 16,13 2-3-16,8-2 2 0,3 0-23 16,0 3-31-16,23-3-13 15,18-4-2-15,9-2 2 16,2 3 4-16,-11 2-4 15,-14 4-1-15,-11 0-13 16,-13 0 7-16,-3 0 2 16,0 0 2-16,-22 0-2 15,-14 2 5-15,-6 10 0 16,5 0-1-16,15-6 1 16,9-2 1-16,13-4-1 15,0 0-1-15,0 0-7 16,13 0 0-16,4 3 8 15,6-2 8-15,-5-1-7 0,-4 3-1 16,-8-3 0 0,-3 0-10-16,-3 0-23 0,0 7-39 15,0 5-73-15,-3-2-100 16</inkml:trace>
  <inkml:trace contextRef="#ctx0" brushRef="#br0" timeOffset="-103307.56">22532 8615 763 0,'0'0'97'0,"0"0"-91"15,0 0 61-15,0 0 34 16,0 0-45-16,0 0-56 15,-14 0-29-15,14 0-60 16,6 0-39-16,6-3-66 16</inkml:trace>
  <inkml:trace contextRef="#ctx0" brushRef="#br0" timeOffset="-102866.88">23189 8682 819 0,'0'0'188'16,"0"0"-155"-16,0 0-31 15,0 0 21-15,0 0 27 16,0 0-43-16,49 0-2 15,-41 0-10-15,-7 0 5 16,-1 0 0-16,0 0 5 16,-9 0-3-16,-13 6 3 15,-3-1-6-15,1 0 5 16,9-2-2-16,10-2-1 0,5-1 3 16,0 0 6-16,0 0-2 15,15 0-7-15,12-7 1 16,5-7-2-16,-7 1 0 15,-10 1 6-15,-6 5-4 16,-9 1-1-16,0 2 0 16,0-3 14-16,0 5-7 15,0-2-7-15,0 4-2 16,0 0-8-16,0 0-18 16,-4 0-46-16,4 6-101 15,0 2-10-15</inkml:trace>
  <inkml:trace contextRef="#ctx0" brushRef="#br0" timeOffset="-101773.41">24626 8071 311 0,'0'0'171'0,"0"0"-104"16,0 0 22-16,0 0-10 16,0 0-21-16,0 0-5 15,0-20-19-15,1 20 14 16,1 0-10-16,2 0 22 16,6-1-25-16,10-2-17 15,10-2-8-15,11 2-9 16,4 1 0-16,3 2-1 15,-3 0 1-15,-7 0-2 16,-9 0-2-16,-13 5-22 16,-8 2-40-16,-8 2-44 15,-6 4 7-15,-27 3 25 16,-12 1 5-16,-9 0-26 16,5 0 44-16,10-4 54 0,16-1 85 15,12-5 27-15,11 0-52 16,0 1-7-16,27 0 20 15,12-4 15-15,10-2-45 16,2-2-21-16,-4 4-21 16,-9-4 6-16,-10 1-14 15,-7 1 4-15,-8-2-81 16,-3 0-95-16</inkml:trace>
  <inkml:trace contextRef="#ctx0" brushRef="#br0" timeOffset="-101419.59">25316 7899 805 0,'0'0'5'0,"0"0"1"0,0 0-3 16,0 0-3-1,0 110 42-15,0-58-5 0,6-2-6 16,0-1-22-16,0-2 7 15,-5-5-12-15,-1-5-3 16,0-1-1-16,-4-3-24 16,-11-6-78-16,2-12-158 15</inkml:trace>
  <inkml:trace contextRef="#ctx0" brushRef="#br0" timeOffset="-101060.13">25691 8042 816 0,'0'0'0'16,"0"0"-15"-16,0 0 3 15,0 0 12-15,-41 104 16 16,40-63 1-16,1 1 3 15,7-1 3-15,19-8-14 16,5-8 15-16,3-11 19 16,1-5-3-16,-7-9-11 15,-4 0 6-15,-8-6 3 16,-7-11-5-16,-4-5-19 16,-5-4-4-16,0-2-8 0,-8 2-2 15,-11-3-8-15,2 5-6 16,1 4-25-16,7 3-9 15,4 5-16-15,5 3-42 16,3 1-3-16,23 1-221 16</inkml:trace>
  <inkml:trace contextRef="#ctx0" brushRef="#br0" timeOffset="-100547.29">26156 8029 696 0,'0'0'6'0,"0"0"8"16,-112 6 26-16,76 17 23 16,11 7-19-16,10 6-30 15,14-3-2-15,1 0-11 16,16-7 17-16,17-6 0 16,4-6-5-16,5-7-2 15,-6-7 6-15,-8 0-3 16,-7-11-3-16,-8-9 18 15,-8-3-21-15,-5-6-2 16,0 1 3-16,0 0-2 16,-9 5-7-16,3 6 0 15,2 7-3-15,4 6 5 16,0 4-4-16,5 6-4 0,18 21-2 16,8 16 8-16,2 13-1 15,-3 11 2-15,-8 5 9 16,-10 7-6-16,-12-3 12 15,0-5-5-15,-24-10 10 16,-7-14-16-16,-4-11-5 16,-6-17 1-16,0-7 6 15,-2-9-2-15,9-3 2 16,7-1-6-16,14-18 7 16,13-4 13-16,3-4-10 15,28-2-9-15,12-1-2 16,2 2-1-16,-2 3-1 0,-1 4-5 15,-6 2-14 1,-5 2-26-16,-6 4-44 0,-4-4-68 16,-6-2-236-16</inkml:trace>
  <inkml:trace contextRef="#ctx0" brushRef="#br0" timeOffset="-100056.19">26604 7863 555 0,'0'0'307'0,"0"0"-306"0,0 0-1 15,0 0 6-15,83 23 28 16,-62 36 13-16,-5 16 13 15,-5 9-2-15,-8 2-31 16,-3-7-3-16,0-13-1 16,0-9-17-16,0-16-1 15,0-13-2-15,0-16-3 16,1-7 1-16,2-5-1 16,6 0 9-16,17-20 21 15,9-11-5-15,16-10-25 16,-2-6-2-16,-2-2 0 15,-7-1-9-15,-5 0-9 0,-6 11 9 16,-11 12 6-16,-8 10 1 16,-6 17 2-16,-4 0 2 15,0 22-6-15,0 14 6 16,-7 12 13-16,3 1 10 16,4-3-10-16,13-5-13 15,18-12 8-15,11-5 19 16,7-12-13-16,-1-6-13 15,-8-4-1-15,-15-2-9 16,-12 0-33-16,-13-8-98 16,0-8-253-16</inkml:trace>
  <inkml:trace contextRef="#ctx0" brushRef="#br0" timeOffset="-96362.25">21031 9302 747 0,'0'0'30'0,"0"0"-13"15,0 0-3-15,0 0 37 16,0 0-18-16,-30-72 0 15,30 65 0-15,0 2-8 16,0 2-4-16,0 3 5 16,0 0 11-16,-2 0-11 15,2 0-23-15,0 20-3 16,0 14-8-16,0 16 8 16,0 11 11-16,10 1-4 0,0 2-2 15,2-6-3-15,0-4-2 16,0-9 0-16,-3-9 0 15,-2-12 0-15,-4-11-1 16,2-6 0-16,-5-7-3 16,1 0 4-16,3-14 7 15,9-19-7-15,4-23 0 16,7-10-1-16,5-5-13 16,1 6-14-16,2 7-2 15,0 14 20-15,-2 18 6 16,-2 15-1-16,-3 11 5 15,-1 3 3-15,-2 22 0 0,-1 8 4 16,-3 9 4-16,0 4 5 16,-5-2-3-16,0-1-10 15,-3-7-3-15,-1-3 0 16,-2-6 0-16,-1-7-16 16,2-3-42-16,-5-12-89 15,-3-5-140-15</inkml:trace>
  <inkml:trace contextRef="#ctx0" brushRef="#br0" timeOffset="-96047.45">21658 9501 577 0,'0'0'373'15,"0"0"-354"-15,110-43-10 16,-61 33 17-16,0 1 10 15,-4 9-30-15,-11 0-6 16,-12 13-5-16,-9 9-49 16,-13 5-24-16,0 4 8 15,-14 1 12-15,-11-3 14 16,2-3 32-16,6-11 12 16,9-9 36-16,8-3 1 15,0-3 0-15,2 0 14 16,20 0-2-16,8 0 8 0,3-9-35 15,1 1-22 1,-4 0-13-16,-3 0-52 16,-2-5-87-16,-1-3-541 0</inkml:trace>
  <inkml:trace contextRef="#ctx0" brushRef="#br0" timeOffset="-95574.52">22487 9397 792 0,'0'0'33'16,"0"0"-33"-16,0 0 0 15,0 0 8-15,0 0-7 16,0 0 1-16,12-5 15 16,-21 12-10-16,-6-4 12 0,0-3-1 15,2 0 15-15,1 0-1 16,-2-10-11-16,1-5-9 15,1-9-4-15,6 0-7 16,0-3 0-16,6-1-1 16,13 5 0-16,21-1-2 15,11 12 0-15,4 7-2 16,1 5 0-16,-13 14 3 16,-9 16 0-16,-11 16-4 15,-12 7 5-15,-5 3 1 0,-14 4 2 16,-18-4-1-1,-3-3-2-15,-1-13 0 0,4-10 0 16,9-10 0-16,8-12 0 16,10-4 1-16,5-2 2 15,2 5 4-15,22 0-6 16,12-1 16-16,7 1 15 16,2-6-18-16,-3 4-9 15,-6-2-4-15,-7 2-1 16,-7-2-21-16,-2-3-52 15,-1 0-79-15,-2-16-93 16</inkml:trace>
  <inkml:trace contextRef="#ctx0" brushRef="#br0" timeOffset="-95165.58">22808 9036 784 0,'0'0'86'16,"0"0"-86"-16,0 0-7 16,0 0 7-16,31 101 33 15,-13-48 0-15,-1 1-6 16,3 1-23-16,2-11 3 16,-3-15-6-16,0-9 6 15,-2-13-5-15,-2-7-1 16,3 0 13-16,-3-24 20 15,2-12-23-15,-4-6-10 16,-6-8 2-16,-5-3-3 0,-2 6-7 16,0 9 0-16,0 11 6 15,0 17 1-15,0 7 25 16,0 3 2-16,0 3-27 16,3 22-3-16,10 13 3 15,5 11 28-15,3 2-8 16,5-4-9-16,2-5-5 15,0-8-4-15,-2-6-1 16,-1-6-1-16,-5-4-20 16,0-2-61-16,-2-6-37 15,-1-9-113-15</inkml:trace>
  <inkml:trace contextRef="#ctx0" brushRef="#br0" timeOffset="-94757.4">23304 9670 778 0,'0'0'20'15,"0"0"-16"-15,0 0-4 16,119-10 6-16,-56 6 24 16,6-1-7-16,-2 5-20 15,-4 0-2-15,-11 0-1 16,-13 0-14-16,-17 0-64 0,-12 0-237 16</inkml:trace>
  <inkml:trace contextRef="#ctx0" brushRef="#br0" timeOffset="-94578.46">23364 9786 709 0,'0'0'210'0,"0"0"-189"16,0 0-15-16,97-20-4 16,-48 11 30-16,0-2-29 15,-3 5-3-15,-7 2-3 16,-1 0-76-16,-12-5-41 0,-3-4-252 15</inkml:trace>
  <inkml:trace contextRef="#ctx0" brushRef="#br0" timeOffset="-94337.66">23832 9474 786 0,'0'0'23'0,"107"-2"-10"15,-60 11 45-15,-10 16-2 16,-15 9-24-16,-15 10-20 16,-7 9-2-16,-13 6-9 15,-24-3 2-15,-11-2 4 16,-7-8-7-16,0-8-9 16,7-9-22-16,11-7-3 0,9-10 6 15,7-4 4-15,9-5-25 16,9-3-32-16,3-3-188 15</inkml:trace>
  <inkml:trace contextRef="#ctx0" brushRef="#br0" timeOffset="-93860.46">24397 9389 862 0,'0'0'45'0,"0"0"-45"16,0 0 0-16,20 92 3 16,-8-45 24-16,1 8 14 15,2-1-12-15,0-1-18 16,0-8 0-16,-2-8-10 15,1-10 4-15,-8-11 5 16,0-7-10-16,-3-8 0 16,0-1 3-16,4 0 19 15,8-19 29-15,6-13-51 0,1-10-8 16,1-3 0 0,-6-3-10-16,-1-1-35 0,-3 12 17 15,-3 9 25-15,-4 14 11 16,-1 11 2-16,-1 3-2 15,4 7 0-15,-1 18 2 16,2 9 23-16,0 6 2 16,3 3 12-16,0-3-19 15,3-5-20-15,1-7 4 16,2-5-3-16,0-5-1 16,-2-4-28-16,1-7-64 15,-4-5-67-15,1-2-145 16</inkml:trace>
  <inkml:trace contextRef="#ctx0" brushRef="#br0" timeOffset="-93544.4">25012 9699 365 0,'0'0'533'0,"0"0"-498"15,0 0-33-15,109-6 0 16,-67 3 51-16,1 3-31 15,-6 0-22-15,-6 0-2 16,-10 3 0-16,-7 6-38 16,-14 8-29-16,-2 4-36 15,-26-1 41-15,-8 5-74 16,1-4 32-16,12-3 106 0,11-7 79 16,9-2 41-16,3-6-50 15,0 1-4-15,21-3 25 16,10-1-13-16,4 0-46 15,0 0-27-15,-3 0-5 16,-4 0-1-16,-1-5-23 16,-2 0-121-16,0-9-290 15</inkml:trace>
  <inkml:trace contextRef="#ctx0" brushRef="#br0" timeOffset="-93272.6">25767 9444 824 0,'0'0'56'0,"0"0"-56"16,18 84-1-16,-8-42 1 15,-3 2 33-15,3 1 16 16,0-2-14-16,-3-2-34 16,1-5 3-16,-2-7-4 15,1-5-35-15,4-12-76 16,2-12-225-16</inkml:trace>
  <inkml:trace contextRef="#ctx0" brushRef="#br0" timeOffset="-92952.92">26313 9481 696 0,'0'0'10'15,"0"0"-9"-15,-93 80 23 16,77-44 21-16,11 1-16 0,5 2 3 15,0-5-8-15,19-9-16 16,10-5 4-16,4-12 19 16,0-8 32-16,-4 0-45 15,-6-8 13-15,-10-9-3 16,-8-8 6-16,-5-3-1 16,0-1-19-16,-3 3-11 15,-6 6-3-15,-1 3 0 16,6 8-58-16,4 1-38 15,2-1-55-15,22 6-161 16</inkml:trace>
  <inkml:trace contextRef="#ctx0" brushRef="#br0" timeOffset="-92503.48">26633 9498 549 0,'0'0'158'16,"0"0"-157"-16,-45 73 47 15,32-37 0-15,12 0-2 16,1 1-22-16,10-5-1 16,14-6-13-16,1-12 21 15,4-9 0-15,-5-5 4 16,-7-2-18-16,-6-21 6 16,-7-7-17-16,-4-4-2 15,0 2-4-15,-7 3 2 16,-8 6-4-16,6 10 2 15,3 6-11-15,6 7 6 0,0 0 4 16,2 20-28-16,17 13 28 16,8 7 2-1,-2 5 12-15,2 5 6 0,-6 1 0 16,-14-7 0-16,-7 3 8 16,0-5-13-16,-19-8-1 15,-11-4-2-15,-9-13-9 16,-3-6 7-16,1-8-7 15,2-3 0-15,11 0 3 16,13-14 3-16,9 0 15 16,6 0 3-16,4-5-10 15,23 0-16-15,7-2-5 0,5 2-1 16,0 5-48 0,-2 2-80-16,-4-5-132 0</inkml:trace>
  <inkml:trace contextRef="#ctx0" brushRef="#br0" timeOffset="-92115.47">27109 9533 909 0,'0'0'26'0,"0"0"-20"16,66 74 15-16,-39-41 34 15,-5 0-21-15,-8 1 4 0,-4-9-26 16,-9-5-12-16,-1-7-4 16,0-9 4-16,0-4 1 15,-15 0 10-15,0-7 11 16,1-10-11-16,9-9 3 16,5-3 26-16,24-8-36 15,24 1-4-15,20 2-4 16,8 8 0-16,2 11-5 15,-9 13 6-15,-13 2-1 16,-11 11 2-16,-8 16 2 16,-10 2-1-16,-6 3 0 15,-5-1 0-15,-7-2-7 0,-3-2 6 16,-6-4 1 0,0-3-47-16,-3-4-108 0,-13-12-151 15</inkml:trace>
  <inkml:trace contextRef="#ctx0" brushRef="#br0" timeOffset="-91136.23">22138 10604 987 0,'0'0'32'16,"0"0"-20"-16,0 0-12 0,0 0 0 15,0 0-9-15,0 0-110 16,-32 5-65-16,19 14-114 16</inkml:trace>
  <inkml:trace contextRef="#ctx0" brushRef="#br0" timeOffset="-90978.51">21753 11047 768 0,'0'0'74'0,"0"0"-74"0,0 0-30 15,123 0-13-15,-71-4-150 16</inkml:trace>
  <inkml:trace contextRef="#ctx0" brushRef="#br0" timeOffset="-90806.42">22649 10952 1057 0,'0'0'39'0,"0"0"-32"16,0 0 3-16,0 0-10 15,0 0 0-15,0 0-10 16,43-24-125-16,-21 24-62 0,1 0-206 16</inkml:trace>
  <inkml:trace contextRef="#ctx0" brushRef="#br0" timeOffset="-90211.98">23125 10783 861 0,'0'0'42'16,"0"0"-42"-16,0 0-5 16,0 0 0-16,0 0 5 0,83 88 5 15,-70-57-5-15,-4-5-5 16,-1-2 5-16,-2-8 5 15,-1-7-5-15,-4-5-1 16,-1-4 1-16,0 0 8 16,0-6 59-16,-1-14-17 15,-5-13-44-15,6-7-6 16,0-3-2-16,18 0 1 16,16 4 1-16,8 5-4 15,3 9-2-15,4 13 7 16,-6 10-3-16,-1 2 0 15,-8 9 0-15,-9 16-7 0,-6 4 9 16,-6 3-8-16,-9 2 5 16,-2-4 3-1,-2-10 2-15,0-8-2 0,0-7-2 16,-2-5 2-16,-2 0 3 16,-5-5 44-16,5-10-32 15,4-6-5-15,0-8-9 16,19-2-1-16,18 4-5 15,9 2 5-15,4 12-1 16,-3 9-1-16,-5 4 1 16,-3 5 1-16,-5 20 0 15,-7 4 1-15,-1 7-1 0,-10 5 2 16,-7-5 2-16,-3-4-3 16,-6-4-1-16,0-9-1 15,0-5-21-15,0-8-52 16,0-3-68-16,0-3-260 15</inkml:trace>
  <inkml:trace contextRef="#ctx0" brushRef="#br0" timeOffset="-89907.5">24333 10767 877 0,'0'0'39'16,"0"0"-20"-16,109 0-8 16,-66 0 36-16,-8 12-28 15,-13 8-19-15,-13 3-4 16,-9 10-7-16,-5 3-7 16,-17-2 7-16,1-7 4 15,9-7-1-15,9-11 4 16,3-5 8-16,12-4-1 15,20 0 38-15,8 0-4 16,5-10-25-16,-9-1-12 16,-8 4 0-16,-6-2-30 0,-4-4-102 15,6-8-336 1</inkml:trace>
  <inkml:trace contextRef="#ctx0" brushRef="#br0" timeOffset="-89510.66">25114 10634 814 0,'0'0'15'16,"0"0"-11"-16,34 110 25 15,-21-61 37-15,-2 4-17 16,0 0-29-16,-3-5-9 0,-1-6-5 16,0-10 2-1,-3-6-8-15,0-9-8 0,1-5-32 16,2-12-83-16,4 0-221 16</inkml:trace>
  <inkml:trace contextRef="#ctx0" brushRef="#br0" timeOffset="-89194.52">25555 10718 747 0,'0'0'36'0,"0"0"-31"15,-91 78 19-15,69-41 1 16,9 1 2-16,10 0 0 0,3-5-12 15,13-3-3 1,15-10 0-16,5-9 5 0,0-6 16 16,-7-5-17-16,-8-3 16 15,-10-17 30-15,-8-7-16 16,0-6-15-16,-14-1-21 16,-7-2-10-16,1 10-1 15,3 2-2-15,11 12-19 16,6 1-41-16,2 3-16 15,25 3-60-15,10 3-27 16,7 2-82-16</inkml:trace>
  <inkml:trace contextRef="#ctx0" brushRef="#br0" timeOffset="-88757.38">25828 10789 97 0,'0'0'513'15,"0"0"-406"-15,0 0-44 16,0 0-16-16,0 0-5 15,0 0-19-15,-84 96 10 16,84-67 0-16,0-1-22 16,21-6 2-16,6-8-6 15,4-8 11-15,-1-6-9 16,-3 0-7-16,-7-9 5 16,-7-11 3-16,-7-10 13 15,-6-3-23-15,0 4 7 16,-5-1-7-16,-8 10-6 0,2 6 4 15,5 8-2-15,5 6 1 16,1 0 3-16,0 19-23 16,10 15 23-16,11 12 5 15,2 10 14-15,-2 7-8 16,-8 0-5-16,-13 2-3 16,0-8 6-16,-22-4-7 15,-11-13 0-15,-9-15 0 16,-3-11 3-16,-2-12-1 15,0-2-2-15,7-3 4 16,7-16 3-16,9 0-4 0,10 2 3 16,7 0-7-1,7 1-1-15,0-1-27 0,17 1-55 16,10-1-74 0,4-7-69-16</inkml:trace>
  <inkml:trace contextRef="#ctx0" brushRef="#br0" timeOffset="-88304.48">26171 10637 812 0,'0'0'34'16,"0"0"-25"-16,0 103 10 15,0-50 52-15,0 7-18 0,5-2 17 16,8-1-39-16,0-7-19 16,0-11-6-16,-3-9-4 15,-4-14 5-15,-3-12-7 16,-3-4 0-16,1 0 6 16,1 0 16-16,5-20 24 15,0-7-41-15,4-6-5 16,5-8 0-16,2-1-8 15,3-1-26-15,3 0 2 16,0 7 10-16,-6 10-5 16,-4 12 20-16,-6 8 6 0,-2 6-13 15,0 0 2-15,0 23 12 16,1 10 0 0,-4 6 0-16,-3 4 20 0,2 1-6 15,4-4-2-15,3-10-5 16,7-5-4-16,1-8-2 15,1-3-1-15,-1-8 0 16,0-3-4-16,2-3-155 16,-4-10-340-16</inkml:trace>
  <inkml:trace contextRef="#ctx0" brushRef="#br0" timeOffset="-88089.64">26763 10902 979 0,'0'0'73'15,"0"0"-36"-15,100-31-17 16,-48 25 8-16,-4 4-10 16,-5 2-13-16,-7 0-5 15,-12 0-56-15,-15 2-96 16,-9 8-56-16,-12 3-199 15</inkml:trace>
  <inkml:trace contextRef="#ctx0" brushRef="#br0" timeOffset="-87946.5">26884 11011 785 0,'0'0'117'16,"0"0"-68"-16,100-3 5 16,-54-4-22-16,-4 3-25 15,-11 2-3-15,-6 2-4 16,-6 0-11-16,-3 0-73 15,-7 0-84-15,-5 0-349 16</inkml:trace>
  <inkml:trace contextRef="#ctx0" brushRef="#br0" timeOffset="-87206.38">27507 10406 802 0,'0'0'12'15,"0"0"-12"-15,0 0-1 16,0 0 1-16,0 0 50 15,93 106-3-15,-63-50 7 16,-5 4-15-16,-7 2-17 16,-8-3 6-16,-4-5-6 15,-4-7-7-15,-2-9-7 0,0-15-6 16,0-3-1-16,0-9 1 16,0-5 2-16,0-2-4 15,0-4-5-15,0 3-19 16,0-3-37-16,0 0-43 15,0-3-26-15</inkml:trace>
  <inkml:trace contextRef="#ctx0" brushRef="#br0" timeOffset="-86773.3">27868 10664 639 0,'0'0'18'0,"0"0"-18"16,0 0-18-16,0 0 18 15,0 0 21-15,0 0-19 16,-34 13-1-16,22 8 38 15,-4 5-24-15,-4 4 15 16,5 5-1-16,2 2-3 16,6 0-18-16,7-3 7 0,0-3-10 15,16-11 2-15,15-4 3 16,11-12 8-16,6-4-5 16,0 0-3-16,-7-10-9 15,-10-9 4-15,-9-2 18 16,-11-5-22-16,-11-3 3 15,0-1-1-15,-19 0-1 16,-11 6-2-16,-7 2-3 16,-4 5 1-16,1 4-14 15,6 7-15-15,10 3-51 16,11-1-199-16</inkml:trace>
  <inkml:trace contextRef="#ctx0" brushRef="#br0" timeOffset="-86211.25">28361 10648 479 0,'0'0'16'15,"-80"-17"2"-15,39 17 87 16,5 0-45-16,5 9-28 15,8 18-6-15,10 4-2 16,7 6-4-16,6-3-7 16,0-1 3-16,15-9-6 15,12-4 24-15,4-11-16 0,2-6 1 16,-5-3 11 0,-7 0-3-16,-6-15-8 0,-5-6 13 15,-5-2-28-15,-5-2 0 16,0 0 5-16,-2 3-9 15,-9 5-9-15,0 5 4 16,5 4-7-16,3 8 4 16,3 0-4-16,0 16-11 15,12 15 15-15,10 15 8 16,7 10 22-16,0 2 7 16,-2 6-20-16,-9-2 17 15,-12 2-26-15,-6-5 3 16,-4-5 3-16,-19-6 4 0,-9-14-9 15,-7-9 2-15,-9-11-3 16,-7-7-5-16,3-7 1 16,10-4-3-16,13-19 7 15,15-3 4-15,14-3-1 16,7-5-3-16,30-2-1 16,13-1-2-16,6 2 0 15,1 5-13-15,-8 3-14 16,-10 8-29-16,-9 2-76 15,-10 1-230-15</inkml:trace>
  <inkml:trace contextRef="#ctx0" brushRef="#br0" timeOffset="-84531.69">28617 10425 553 0,'0'0'67'0,"0"0"14"16,0 0-22-16,0 0-7 16,0 0-2-16,0 0-26 15,0 0 2-15,-3-58-12 16,3 58 7-16,0 0 2 15,0 0-11-15,0 0 4 16,0 0-7-16,0 0 0 16,0 0-5-16,0 0-4 15,0 9-3-15,0 15 3 0,0 18 13 16,0 9 11-16,0 14 2 16,4 3 6-1,4-1-19-15,0-3 11 0,-2-8-17 16,1-9-1-16,-4-13-6 15,-3-6 2-15,0-8-2 16,1-7-1-16,-1-4 0 16,0-5-17-16,0 3-48 15,5-7-74-15,6 0-75 16</inkml:trace>
  <inkml:trace contextRef="#ctx0" brushRef="#br0" timeOffset="-84206.47">29076 10706 826 0,'0'0'37'16,"0"0"-37"-16,-104 20-15 16,65 3 15-16,13 4 11 15,10 7 5-15,13-1-16 16,3-4 7-16,11-2-10 15,16-12 8-15,4-4 5 16,-3-11 20-16,-4 0 10 16,-10-7-22-16,-10-17 44 15,-4-5-8-15,0-3-31 0,-10-5-16 16,-9 3 17 0,0 7-21-16,6 2-3 0,7 11-4 15,6 4-22-15,2 1-61 16,26 6-33-16,12 3-65 15,11 0-118-15</inkml:trace>
  <inkml:trace contextRef="#ctx0" brushRef="#br0" timeOffset="-83751.13">29360 10676 483 0,'0'0'68'16,"0"0"20"-16,0 0-38 15,0 0 1-15,0 0 2 16,-81 8-2-16,54 11-24 0,5 8-10 15,7 3-6-15,11-1-4 16,4-2 12-16,3-1-17 16,18-13 7-16,5-3 19 15,0-7 3-15,-3-3-14 16,-4-3-5-16,-10-16 15 16,-5-5-2-16,-4 1-19 15,0-3-2-15,-6 0-3 16,-6 5-1-16,0 5-8 15,3 4 3-15,6 8-1 16,3 4 3-16,0 0-5 16,2 19-27-16,19 11 28 0,5 6 7 15,4 14 2-15,-1 3 6 16,-13 9 7-16,-7 11 5 16,-9 0 11-1,-9-4 1-15,-14-9-13 0,-6-10-6 16,0-18-12-16,3-12 10 15,2-11 5-15,3-2-5 16,4-7-11-16,3 0 0 16,9-19-21-16,5-2-53 15,0-7-10-15,18 5 15 16,7-1-16-16,-1 8 51 16,-4 0 10-16,-11-1-61 15</inkml:trace>
  <inkml:trace contextRef="#ctx0" brushRef="#br0" timeOffset="-82911.43">29755 10473 860 0,'0'0'31'16,"0"0"-6"-16,0 0 9 15,0 0 7-15,0 0-41 16,0 0 0-16,2 46-1 16,4 3 1-16,1 4 13 0,-1 0-11 15,-1-6 8 1,-2-11-3-16,-2-10-5 0,-1-10-2 16,0-10 2-1,0-1 6-15,0-5 39 0,0 0 8 16,0 0-21-16,-12-11 9 15,-1-9-30-15,4-5 0 16,6-8-2-16,3-11-4 16,10-2-5-16,30-3-2 15,13-1-5-15,11 11 3 16,4 13 2-16,-8 11-9 16,-12 15 9-16,-8 0-3 15,-6 24 2-15,-4 12-4 0,-3 14 10 16,-6 6-2-1,-6 2-2-15,-6 1-2 0,-9-8-2 16,0-4 2-16,0-2-49 16,-19-5-37-16,-4-10-84 15,-7-6-69-15</inkml:trace>
  <inkml:trace contextRef="#ctx0" brushRef="#br0" timeOffset="-82166.95">27767 11526 462 0,'0'0'145'15,"0"0"-81"-15,0 0-9 0,0 0 11 16,0 0-11-16,0 0-22 15,-2-6-8-15,27 3-15 16,27-4 4-16,29 3 19 16,36-5 8-16,33-2 0 15,27 5-5-15,22-7 31 16,6-1-40-16,-5-3-17 16,-11 0-3-16,-17 5-6 15,-22 2 3-15,-26 3-1 16,-33 5-6-16,-33 2 1 15,-28 0-4-15,-18 0-34 0,-12 0-49 16,-22 9-48-16,-29 7 49 16,-27 5 22-16,-20-4-86 15</inkml:trace>
  <inkml:trace contextRef="#ctx0" brushRef="#br0" timeOffset="-81861.28">27683 11804 741 0,'0'0'102'0,"0"0"-47"16,0 0 28 0,0 0-51-16,96-7-19 0,35-3-11 15,44 0 8-15,23-4 37 16,12-2 5-16,2-1-11 15,-18 2-22-15,-26 4 3 16,-35-3-11-16,-36 8-10 16,-31-2 1-16,-23 0-4 15,-20 2-8-15,-13-2-7 16,-10-2-7-16,0-2-10 16,-25-2-54-16,-17 5-18 15,-16-2-92-15,-18-5-198 16</inkml:trace>
  <inkml:trace contextRef="#ctx0" brushRef="#br0" timeOffset="-80149.49">15123 9264 671 0,'0'0'14'0,"0"0"58"15,0 0-45-15,0 0 3 16,0 0 7-16,0 0-19 16,17-27-17-16,15 20-1 15,7-5 2-15,3-2-1 16,4 1 10-16,3-4-9 15,-1 8 0-15,-5 1 3 16,-7 8-5-16,-7 0-12 16,-3 0-19-16,-11 11-11 0,-6 5-27 15,-9 3-118-15,-2 1-58 16</inkml:trace>
  <inkml:trace contextRef="#ctx0" brushRef="#br0" timeOffset="-79976.41">15290 9452 724 0,'0'0'84'0,"0"0"-72"16,0 0-12-16,97-50 22 15,-45 28 7-15,-4 2-18 16,1 10-7-16,-10 3-4 16,-3 3-6-16,-5 4-35 15,-1 0-10-15,-3 0-48 16,-2-3-333-16</inkml:trace>
  <inkml:trace contextRef="#ctx0" brushRef="#br0" timeOffset="-79430.31">16391 9076 637 0,'0'0'2'16,"0"0"18"-16,0 0-19 15,0 0 3-15,-91-11 33 16,64 11-27-16,-3 14 2 16,2 6 2-16,-1 9 6 15,10 11 0-15,2 13 13 16,14 7-10-16,3 6 3 16,13-2-12-16,19-1-13 15,16-9 2-15,12-12 6 0,7-15-7 16,9-14 4-1,0-13 5-15,3 0-11 0,-4-17-5 16,-13-9 5-16,-8-6 8 16,-15 0-7-16,-19-6-1 15,-16-5 1-15,-4-7 5 16,-33-3-6-16,-16-2-6 16,-13 1 5-16,-3 6-2 15,1 10-7-15,2 11 10 16,7 12-2-16,10 15-3 15,2 0-3-15,4 29-18 16,4 8-38-16,2-1-83 16,17-9-398-16</inkml:trace>
  <inkml:trace contextRef="#ctx0" brushRef="#br0" timeOffset="-79075.96">17101 8947 575 0,'0'0'5'0,"0"0"17"15,-83 25 10-15,60-5 14 16,0 7-19-16,10 12 30 16,3 12-13-16,7 14-24 15,3 8 2-15,0-1-10 16,22-3-4-16,8-12-5 16,6-7 5-16,2-10-6 15,4-8 1-15,-5-6-6 16,1-5-1-16,-8-6-46 15,-1-10-38-15,0-5-221 16</inkml:trace>
  <inkml:trace contextRef="#ctx0" brushRef="#br0" timeOffset="-78784.69">17374 9085 833 0,'0'0'13'16,"0"0"4"-16,0 0-17 0,0 0 0 16,37 89 28-1,-16-33-1-15,0-3-10 16,-2 0-12-16,-3-9-5 15,-2-13 1-15,-5-4-1 0,-2-10-1 16,-2-7 0-16,-2-3-21 16,-3-5-62-16,0-2-7 15,0-16-230-15</inkml:trace>
  <inkml:trace contextRef="#ctx0" brushRef="#br0" timeOffset="-78501.59">17599 9109 588 0,'0'0'149'0,"0"0"-149"15,-18 98 0 1,18-56 5-16,0-1 31 0,24-7-22 16,9-8-10-16,2-8 10 15,0-9-12-15,-5-8 8 16,-8-1 2-16,-7-1-4 15,-9-16 9-15,-6-4 3 16,0 1-1-16,-6 0 1 16,-14 0-1-16,0 5-8 15,1 2-11-15,6 5-6 16,9 2-18-16,4 1-11 16,1-3-64-16,21-1-379 15</inkml:trace>
  <inkml:trace contextRef="#ctx0" brushRef="#br0" timeOffset="-78014.38">17939 9128 623 0,'0'0'93'0,"0"0"-71"16,0 0 13-16,-67 96-15 15,61-59-11-15,6-5 2 16,6-6-3-16,19-9 7 15,8-10-5-15,0-7 6 16,-4 0-16-16,0-4 4 16,-11-16-2-16,-3-6 2 15,-9-3-3-15,-6-3 3 0,0 3 0 16,-3 7-4-16,-8 6 3 16,5 8 12-16,2 3 7 15,4 5-11-15,0 0-11 16,0 16 0-16,4 17-5 15,19 10 5-15,3 9 10 16,10 2 15-16,3 1-2 16,0-2-7-16,-15 4 2 15,-9-1-15-15,-15-6-1 16,-3-3 1-16,-33-8 1 16,-13-11-2-16,-6-11-2 15,-5-9 6-15,10-8-4 16,12 0-1-16,14-17 5 15,11-7-1-15,13-6 2 0,0-6-7 16,26 1-7-16,13 0-3 16,9 5 6-16,-2 9 2 15,2 4-31-15,-3 5-32 16,-5 4-55-16,-7 2-65 16</inkml:trace>
  <inkml:trace contextRef="#ctx0" brushRef="#br0" timeOffset="-77712.2">18458 9048 776 0,'0'0'22'0,"0"0"-17"16,0 0 12-16,0 0 47 15,88 109-28-15,-74-48-3 16,-1-5-11-16,-6-1-17 16,-1-15-4-16,0-10-1 0,3-7-2 15,-1-10-21 1,-5-9-58-16,6-4-23 0,1 0-75 15</inkml:trace>
  <inkml:trace contextRef="#ctx0" brushRef="#br0" timeOffset="-77443.48">18786 9079 687 0,'0'0'46'16,"0"0"-43"-16,0 0 25 15,-22 111 0-15,22-66-1 16,0-4 1-16,13-4-12 16,7-14-10-16,2-9 0 15,-1-11 16-15,-6-3-17 0,-6 0 19 16,-5-6-2-16,-4-14 40 16,0-8-52-16,0-2-5 15,-15 2 0-15,2 2-5 16,1 2-1-16,4 5-8 15,7 4-44-15,1 1-88 16,1-1-393-16</inkml:trace>
  <inkml:trace contextRef="#ctx0" brushRef="#br0" timeOffset="-76949.59">19060 9053 827 0,'0'0'7'15,"0"0"-5"-15,0 0 2 0,0 0 21 16,-87 41-6-16,82-9-13 16,5-1-5-16,5 0 0 15,17-8 4-15,8-7-5 16,-4-8 3-16,-1-8-1 16,-8 0 3-16,-6-3-1 15,-7-18 41-15,-4-2-29 16,0-1-13-16,0-2 8 15,-4 9-11-15,-4 5 0 16,1 4 0-16,4 6 5 16,3 2 1-16,0 0-6 15,0 15-15-15,3 18 14 16,7 11 1-16,4 12 17 0,-2 7-3 16,-8-4 1-16,-4 3 0 15,0 1-2-15,0-7-1 16,-13-6-3-16,-5-10-9 15,0-7 5-15,-9-10 0 16,2-9-5-16,1-6 2 16,2-8 0-16,3 0 8 15,5-19 9-15,8-7-17 16,6-7 5-16,0-3-7 16,19-4 0-16,14 1 0 0,7 6-7 15,1 3-14 1,-1 6-13-16,-11 5-15 0,-7 6-44 15,-6 1-68-15,-4 0-207 16</inkml:trace>
  <inkml:trace contextRef="#ctx0" brushRef="#br0" timeOffset="-76505.77">19417 9107 192 0,'0'0'470'0,"0"0"-467"16,0 0 49-16,36 103-4 16,-24-64-20-16,-2-5-18 15,-6-1-2-15,0-10-5 16,-4-12-4-16,0-3 6 15,0-6-5-15,0-2 13 16,-8 0 42-16,-5-14-6 16,1-13-14-16,6-11-12 15,6-8-14-15,0-4-7 16,16 3-4-16,16 10 7 16,0 14-10-16,6 7 1 15,-1 10 4-15,-1 6-2 0,-3 0 1 16,-5 16 0-1,-4 9-1-15,-6 6 4 0,-7-2 0 16,-5 5-2-16,-6-2 0 16,0-6 0-16,0-6-4 15,0-7-20-15,0-2-32 16,0-8-19-16,-10-3-37 16,-3 0-235-16</inkml:trace>
  <inkml:trace contextRef="#ctx0" brushRef="#br0" timeOffset="-76198.5">19258 8673 878 0,'0'0'5'0,"91"-41"0"15,-17 39-1-15,17 2 10 16,14 16 37-16,5 20-7 16,-9 21 17-16,-13 18-24 15,-25 8-18-15,-22 10-10 16,-22 6-5-16,-16 5 0 16,-3-1-4-16,-20-2 0 15,-5-14-1-15,-5-10-22 16,5-12-34-16,-5-11-26 0,-3-8-8 15,-8-15-45-15,-9-12-396 16</inkml:trace>
  <inkml:trace contextRef="#ctx0" brushRef="#br0" timeOffset="-75531.41">16855 10239 372 0,'0'0'96'0,"0"0"-56"16,0 0 47-16,0 0 42 15,0 0-29-15,0 0-52 16,-17-8-41-16,98-8 2 16,43-6 0-16,42-9 9 15,36-2 14-15,25-4 5 16,19 5 18-16,6 0-21 0,-3 7-7 16,-22 5-14-16,-39 7-13 15,-44 11-6-15,-45 2 6 16,-41 0 0-16,-27 0-32 15,-19 0-18-15,-12 0-24 16,0 1-15-16,-25 3 39 16,-21 6 21-16,-16 4-42 15,-12 0-127-15,-17-5-281 16</inkml:trace>
  <inkml:trace contextRef="#ctx0" brushRef="#br0" timeOffset="-75231.33">16546 10478 884 0,'0'0'47'0,"0"0"-46"16,150-48 2-16,12 1 18 16,46-12 3-16,42 0 21 15,23 1 15-15,22 7-17 16,0 4-22-16,-15 12 18 15,-30 8-31-15,-51 13-8 16,-48 4 0-16,-43 6-2 16,-31-1-28-16,-20 2 9 15,-20-2-10-15,-13 2-24 0,-14 3-6 16,-7-3 16-16,-3 3 10 16,-12-1 19-16,-16 1-62 15,-14 0-26-15,-9 0-177 16</inkml:trace>
  <inkml:trace contextRef="#ctx0" brushRef="#br0" timeOffset="-18396.09">13257 9389 277 0,'0'0'47'0,"0"0"7"15,0 0 3-15,0 0-18 16,0 0 32-16,0 0-54 16,0 0 14-16,-40-79-8 15,40 68 2-15,0-2-1 0,0 0-9 16,0-6-5-16,0 0 3 16,-3-1 17-16,-3-1-10 15,-1 1 2-15,1 0-6 16,-2 1-2-16,5 2-7 15,0 0 2-15,3 1-1 16,0-1-7-16,14-3 2 16,18-6-2-16,16 2-1 15,5-1 0-15,5 5 2 16,-2 7-1-16,-14 6-2 16,-7 7-1-16,-9 0 1 0,-9 0-4 15,-4 14-12 1,-13 5 6-16,0 7 9 0,-7 4 2 15,-10 7 0-15,-1 3-5 16,-3 6 10-16,6 2-5 16,-1 2 3-16,3 0 1 15,2-4-3-15,-1 4 3 16,6 5 2-16,-2-1-5 16,2 5 6-16,3 8-3 15,-1 5 2-15,-2 1-3 16,0 2 4-16,-4 5-1 15,0 2-1-15,1 1-1 16,1 4-1-16,-4 8 1 16,3 6 2-16,-2 5 3 0,4 10-6 15,4-3 5-15</inkml:trace>
  <inkml:trace contextRef="#ctx0" brushRef="#br0" timeOffset="-17791.41">13795 12206 796 0,'23'4'-1'0,"2"-1"1"15,2 2 1-15,-5-2-1 16,1 6 0-16,-4 1-1 16,2 7 1-16,128 52 3 31,-110-60-3-16,0-5 5-15,4-2-5 16,-6-2 2-16,-4 3-4 16,-3-1-5-16,-10-2-12 15,-1 0-11-15,-3 0 13 16,-9 0 5-16,1-2 11 16,0-3 1-16,-4-2 0 15,-1 4 2-15,0 3 11 16,-3 0 13-16,0 0-19 15,0 0-3-15,0 0-4 16,-6 3-4-16,-2 1 4 16,8-4-17-16,0-1-94 15,23-19-126-15</inkml:trace>
  <inkml:trace contextRef="#ctx0" brushRef="#br0" timeOffset="-17347.41">13929 12257 308 0,'0'0'28'0,"0"0"-25"16,0 0-3-1,0 0 7-15,0 0 17 16,0 0-20-16,-39 0 0 0,39 0 14 16,0 0-18-16,0 0-31 15,7 5 8-15,-1 2 7 16,3 0-44-16</inkml:trace>
  <inkml:trace contextRef="#ctx0" brushRef="#br0" timeOffset="-16642.86">13929 12257 261 0,'51'19'71'0,"-51"-19"0"15,0 0-11-15,0-4 19 16,0 1-18-16,0 0-41 0,0-1-13 15,-7 2 5-15,-2-1-11 16,-3-2 1-16,-5 0 8 16,1 4 12-16,-6 1-14 15,-2 0 10-15,-6 0-17 16,-1 4 1-16,-5 8-2 16,3 2 3-16,5-4-3 15,4 3 0-15,-1 0 0 16,1 4 0-16,-1 2 3 15,2 5-1-15,4-1 0 0,2 3-2 16,1-3 0 0,4 5 0-16,-2 4 0 15,4 4 2-15,-2 7 11 0,2 8-7 16,7 3-4-16,-1 4 1 16,4-5-1-16,0-2-1 15,4-4-1-15,9-5 1 16,2 2 2-16,-3 2 3 15,6 0 4-15,-6 0-2 16,-4 4 2-16,1 0 1 16,1 0-9-16,3-2 8 15,-1 5-6-15,2 0-1 16,-4 6-3-16,-7 5 0 16,-3 2 3-16,0 4-3 15,0-2 0-15,3-1 0 0,6-3 1 16,1 3 8-16,0-1-5 15,4 4 1-15,-5 3-4 16,0-1-1 0,-6-6 0-16,-2-4 0 0,-1-5 0 15,0-7-1-15,-16-4-4 16,-4-13 1-16,0-8 4 16,-1-4 1-16,3-8 0 15,-4 1 10-15,-1 0 5 16,-8 4-3-16,1 2-10 15,1-2-3-15,6 1 0 16,0 0 1-16,4-2 5 16,-4 3-6-16,0 3-6 15,-7 0-7-15,-1 0-25 0,-5-14-33 16,3-9-218-16</inkml:trace>
  <inkml:trace contextRef="#ctx0" brushRef="#br0" timeOffset="-15398.49">13383 10998 314 0,'0'0'76'16,"0"0"-29"-16,0 0-16 15,0 0-7-15,0 0 19 16,0 0 10-16,0 0-5 16,2-4-28-16,-2 2-10 15,-3-1 14-15,1-1 2 16,-1 0-10-16,0 1-7 16,-2 0-9-16,-1-4 3 15,0 3-3-15,0 1 0 16,0-1 0-16,-2-1 8 15,1 1-4-15,-2 3-3 16,0-2-1-16,-7 3 0 0,-2 0-1 16,-3 0 1-1,-6 3 0-15,2 7 0 0,1-3-1 16,9 1 1-16,-2 1 0 16,7 2 0-16,-6 3-2 15,4 3 1-15,2 3-3 16,5 1 1-16,5 2 3 15,0 0-13-15,4 3 10 16,16 3 0-16,5 8 2 16,5 0 0-16,0 6 1 15,1 0 0-15,-4-4 0 16,-2 2 1-16,-5 1-2 16,-4 4 1-16,-4 0 0 15,0-3 0-15,0-3 2 16,-3-3-3-16,-1 0 5 0,-2 1-1 15,-3 1-2-15,1-1 6 16,-1 0-7-16,3-8 0 16,4-6 6-16,3-8-6 15,7-2 0-15,-2-3 3 16,6 1 3-16,4-4-3 16,5 3 0-16,7 0 0 15,2 4 1-15,-3 6-1 16,-5 5-2-16,-4 6 3 15,-11 2-8-15,-1-5 4 0,-6-1-4 16,-6-6-2-16,-2-2 5 16,-4-6-10-16,0 2 2 15,0-4 9-15,0-5-1 16,0-3 1-16,-4-1 0 16,-2 0 1-16,-6-3-1 15,-9 4-1-15,-1 2-2 16,-4-2-13-16,4 6 10 15,-2-4-15-15,8 4 6 16,4-3 0-16,4 0-3 16,8 3-20-16,0-2 10 15,0 2-36-15,11-3-13 16,8-7-224-16</inkml:trace>
  <inkml:trace contextRef="#ctx0" brushRef="#br0" timeOffset="-13937.61">15084 12441 0 0,'0'0'66'0,"0"0"-57"0,0 0 89 16,0 0-61-16,85-70-16 15,-69 57 4-15,-2 3-1 16,-5 3 2-16,-3 1 20 16,-2-3 0-16,-1 2 18 15,0 0-8-15,-3 5 6 16,0-3-13-16,0 2-8 15,0-3-24-15,0-1 14 16,0-3 1-16,0 0-5 16,0-2-19-16,0 2-5 15,0 0 25-15,0 3 2 16,-6 0-25-16,-1 2 1 16,-5-4-6-16,-9 4 0 15,-1-3 0-15,-7 5-2 0,3 0 2 16,0 2 1-16,1 1-1 15,1 0 0-15,-2 4-4 16,3 13 4-16,-3 6 0 16,7 4 0-16,3 6 0 15,8 0-1-15,8-1-2 16,0 5 2-16,8-7 0 16,14-4-2-16,8 0 2 15,1-9-1-15,6-3 2 16,6-8-2-16,-2-6 2 15,-2 0-1-15,-2-8 2 16,-15-4-1-16,-2-7 0 16,-8-1 4-16,-2-7-3 15,-9-4-1-15,-1 0 3 0,0 4-2 16,-1 4 2-16,-9 6-2 16,-2 4 3-16,2 3-4 15,3 3 1-15,4 4-1 16,3 3 0-16,0 0-3 15,0 0 0-15,6 10-18 16,11 10 19-16,3 3-1 16,2 2 3-16,3-1-2 15,-1 0 2-15,1-2-1 16,2-2 0-16,-6-4 2 16,3-5-1-16,-2-8 0 0,2-3 0 15,-6 0 1 1,0 0-1-16,-6-14 3 0,1-8-1 15,-4-4 1-15,-2-1-3 16,-4 0-1-16,-3 1 1 16,0 3 1-16,-13 0 0 15,-3 4-1-15,-3 2 3 16,3 3 0-16,3 4-3 16,0 4 3-16,2 2-3 15,6 4 5-15,5 0-4 16,0 0-1-16,0 0-6 15,16 12 3-15,10 0-3 16,13 1 5-16,0-4 1 16,9 5 3-16,-5-4-3 0,-4 7-2 15,-10 0 2-15,-6-1 3 16,-11 4-2-16,-6-5-1 16,-6-1 0-16,0 2 0 15,0-2 0-15,-12 3 0 16,-12-1-4-16,-1 1-16 15,-1-8-22-15,4-1-24 16,5-8-29-16,11 0-38 16</inkml:trace>
  <inkml:trace contextRef="#ctx0" brushRef="#br0" timeOffset="-13578.78">16050 12082 616 0,'0'0'30'0,"0"0"-1"16,0 0 26-16,0 0-33 16,0 0-16-16,0 0-3 15,-83 8-3-15,77 9-3 16,6 2 1-16,0-2 0 15,6 0-3-15,18-1 5 16,6-5-1-16,5-5 1 0,1 2 6 16,-7-3 0-1,-10-1-6-15,-12 4 0 0,-7 4 0 16,-9 1 4-16,-17 4 1 16,-7-5-5-16,3-2 2 15,11-3-4-15,10-7 5 16,9 0-3-16,0 0 0 15,6-7-84-15</inkml:trace>
  <inkml:trace contextRef="#ctx0" brushRef="#br0" timeOffset="-13163.55">16241 12018 783 0,'0'0'28'0,"0"0"-27"16,0 0-1-16,0 0-6 15,65 74 5-15,-29-46 2 16,3-1-2-16,2-3 0 16,-5-5 0-16,-6-8 1 15,-8-11-14-15,-9 0 14 16,-5-5 0-16,-8-15 4 15,0-5 3-15,-4 0-3 0,-9 6 5 16,4 4 9 0,1 5 5-16,8 6 19 0,0 4-19 15,0 0-16-15,14 0-7 16,12 9-1-16,3 11 0 16,-3 7-4-16,-11 6-4 15,-8 4 1-15,-7 5-5 16,0-2 2-16,-15 0 2 15,-8-5 4-15,-3-5 4 16,-2-9-2-16,3-3-1 16,0-7-17-16,8-11-69 15,8 0-215-15</inkml:trace>
  <inkml:trace contextRef="#ctx0" brushRef="#br0" timeOffset="-12678.4">16690 11969 804 0,'0'0'17'15,"0"0"-17"-15,0 0-15 16,0 0 13-16,0 0-1 16,68 99 0-16,-52-66 3 15,-6 0-1-15,-4-4-9 16,-3-8 3-16,-3-7-4 15,0-6-3-15,0-8 11 16,-9 0 3-16,-1-13 3 0,-3-7 3 16,10-6-5-1,3-7 12-15,0 1-12 0,22 1 7 16,8 5-8-16,2-1 11 16,6 10-10-16,-2 11-1 15,-3 3 0-15,-2 3 0 16,-4 3-2-16,-7 11-3 15,-4 2-13-15,-9-3 3 16,-4-3-9-16,-3-7 2 16,0-3 22-16,0 0 14 15,0-9 26-15,0-12-20 16,0-1 0-16,7-5 1 16,19 5-1-16,2 1-9 0,5 8 7 15,-3 6-8 1,-2 4-8-16,-1 3-2 0,-3 3 0 15,0 17-4-15,-7 4-17 16,-1 2-13-16,-6-1-31 16,0-11-149-16</inkml:trace>
  <inkml:trace contextRef="#ctx0" brushRef="#br0" timeOffset="-12285.58">17429 11830 725 0,'0'0'29'0,"0"0"-26"16,0 0-4 0,98 36 2-16,-66-2-1 0,-6 5 0 15,1 3 5-15,-1 2-11 16,-7-4 11-16,-3-5-12 16,-2-5 6-16,-5-9 0 15,-6-5 1-15,-2-7-7 16,-1-5 14-16,0-4-4 15,0 0 71-15,-10-10-58 16,-10-13-10-16,4-7-2 16,-3-9 7-16,1-11-3 15,9-9 0-15,6-4-6 16,3 3 0-16,0 8 0 16,15 12 3-16,9 13 1 15,-7 15 1-15,2 5-7 0,-6 7 0 16,-6 10-6-16,-4 16-5 15,-3 17-1-15,-7 6 7 16,-25 11-10-16,-5 0-17 16,-5-8-46-16,13-16-213 15</inkml:trace>
  <inkml:trace contextRef="#ctx0" brushRef="#br0" timeOffset="-11995.41">17843 11388 810 0,'0'0'7'15,"0"0"-8"-15,0 0 1 16,0 0 0-16,32 76 8 15,-22-20 3-15,2 6 1 16,-2 0-9-16,3-2 2 16,-2-7-4-16,3-3 2 15,1-7-1-15,0-7-2 16,2-13-9-16,5-10-17 16,-2-13-25-16,-3 0-135 0</inkml:trace>
  <inkml:trace contextRef="#ctx0" brushRef="#br0" timeOffset="-11835.58">17809 11723 746 0,'0'0'66'0,"0"0"-26"16,37-88-30-16,1 61-8 16,8 1-2-16,2 6 0 15,1 8-8-15,-6 10-39 16,-8 2-69-16,-7 0-168 15</inkml:trace>
  <inkml:trace contextRef="#ctx0" brushRef="#br0" timeOffset="-11612.33">18203 11589 475 0,'0'0'61'16,"0"0"-39"-16,0 0 19 16,-21 87 13-16,21-58-5 15,18 3-13-15,6-5-14 16,7-4-7-16,5-9-15 15,0-11 13-15,-5-3 1 16,-4-4-4-16,-17-16-1 16,-8-3 1-16,-2-4 11 15,-15-2-9-15,-14 4-8 16,-2 0-4-16,3 6-2 16,-2 5 2-16,8 11-10 15,1 0-45-15,6 3-255 0</inkml:trace>
  <inkml:trace contextRef="#ctx0" brushRef="#br0" timeOffset="-11328.55">18410 11265 748 0,'0'0'41'0,"0"0"-41"0,0 0 0 16,111 53 6-1,-59-13 12-15,-4 9-2 0,-5 7 5 16,-7 1-20-16,-13-2 2 16,-4-1-1-16,-9-7 1 15,-4-5-6-15,-6-3 2 16,0 1-7-16,-23-7-33 15,-12-8-86-15</inkml:trace>
  <inkml:trace contextRef="#ctx0" brushRef="#br0" timeOffset="-10967.57">18439 11701 781 0,'0'0'24'15,"79"-86"-3"-15,-33 46-9 0,2-2-4 16,4 2 2-16,0 7-10 15,-3 3 4-15,-3 10 1 16,-8 7 0-16,-9 13-5 16,-3 0 0-16,-7 13 0 15,1 11 0-15,-1 6 4 16,-2 6-5-16,-3-3 2 16,0-1-2-16,1 1 2 15,-6-2-1-15,-2-5 0 16,1-5 0-16,-1-7-1 15,-1-3-8-15,-3-7 1 16,-2-1-3-16,-1-3 2 16,0 0 9-16,-6-12-1 0,-13-13-4 15,-2-11-22-15,2-10 7 16,3-4-57-16,0-6-22 16,6 6 99-16,3 7 6 15,2 17 8-15,4 9-14 16,1 8-11-16,0-1-178 15</inkml:trace>
  <inkml:trace contextRef="#ctx0" brushRef="#br0" timeOffset="-10718.5">19509 11226 845 0,'0'0'41'0,"0"0"-46"15,0 0 10-15,0 0-7 16,0 0 2-16,-105 26 0 16,79 19-2-16,13 2 4 15,13 3 2-15,3-1-4 16,27-9-2-16,9-9 2 16,7-9 0-16,-8-10 0 15,-2-2-11-15,-4-6-8 16,-12-4-57-16,-3 0-289 15</inkml:trace>
  <inkml:trace contextRef="#ctx0" brushRef="#br0" timeOffset="-9996.55">16651 12972 453 0,'0'0'49'16,"0"0"36"-16,0 0-6 15,0 0-9-15,0 0-33 16,-49-79-7-16,35 69-15 16,-8 3-6-16,-4 5-8 15,-13 2 0-15,-7 9-2 0,-6 16 1 16,4 6 0-16,5 6 0 15,16 1 0-15,15-4-6 16,12 0 5-16,0-1-3 16,24-3 4-16,14-7-3 15,24-4 7-15,12-15-4 16,11-4 0-16,8-3-17 16,-5-18-127-16,-12-12-491 15</inkml:trace>
  <inkml:trace contextRef="#ctx0" brushRef="#br0" timeOffset="-9742.05">16865 12920 699 0,'0'0'22'16,"0"0"-22"-16,0 0-7 16,6 94 2-16,27-67 5 15,6-6 9-15,10-8-8 16,-7-6-1-16,-10-5-1 15,-9-2-1-15,-17 0 2 16,-6-12 15-16,-9-5 38 16,-21-2-50-16,-8-1 1 15,-3 6-4-15,3 1 0 16,12 7 0-16,5-1-4 16,15 3-16-16,6 1-48 0,6-7-111 15</inkml:trace>
  <inkml:trace contextRef="#ctx0" brushRef="#br0" timeOffset="-9337.49">17114 12883 222 0,'0'0'263'15,"0"0"-220"-15,0 0 24 16,0 0-13-16,86 0-30 16,-61 14-12-16,-3 2-8 15,-1-2-4-15,-6 1 0 16,-7-4 4-16,0-5-4 15,-5-2-4-15,-3-4 4 0,0 0 12 16,0-4 60 0,-2-13-68-16,1-3-3 0,1-2 12 15,7-2-8-15,19-2-4 16,4 10-2-16,1 0 0 16,0 9 0-16,-2 7 1 15,-9 0-5-15,-3 0 2 16,-5 7-6-16,-6-1 4 15,-3-3-5-15,-3-3 4 16,0 0 6-16,3 0 15 16,7 0 23-16,10-16-19 15,6-1-18-15,6 0 9 16,-7 5 16-16,-2 9-14 16,-3 3-12-16,0 0 1 15,-5 9-1-15,-2 10-22 0,-6 9-18 16,0-8-52-16,-1-4-231 15</inkml:trace>
  <inkml:trace contextRef="#ctx0" brushRef="#br0" timeOffset="-8958.16">17923 12693 850 0,'0'0'31'16,"0"0"-13"-16,0 0-17 15,104-20-1-15,-62 48 0 16,1 9 0-16,2 2-1 0,1 8-2 16,-10-4 1-1,-4-2-9-15,-3-7 5 0,-11-7-10 16,-3-10-2-16,-9-6 14 16,-3-11 3-16,-3 0 1 15,-6-8 36-15,-18-15-29 16,-4-6-7-16,-5-8 0 15,-5-2 2-15,5-11-2 16,4-1 0-16,8-7 5 16,13 2-3-16,8 10 2 15,6 3 1-15,23 14-5 16,0 12 0-16,4 10 0 16,-4 7-1-16,-10 12-5 15,-13 22-13-15,-6 16-8 16,-22 12 12-16,-23 7-28 0,-4-13-110 15,4-16-164-15</inkml:trace>
  <inkml:trace contextRef="#ctx0" brushRef="#br0" timeOffset="-8551.11">18388 12392 514 0,'0'0'11'16,"0"0"-11"-16,36 92 57 16,-8-55 25-16,9-5-59 15,4-5-2-15,6-7 4 16,-2-13 13-16,-3-5-24 15,-6-2-5-15,-13-2-1 16,-4-18 3-16,-9-3 4 16,-7-1-5-16,-3 2-3 15,0 5-1-15,-3 3 3 16,-7 4 6-16,5 5-6 16,3 5 13-16,2 0-22 15,3 0 0-15,17 9-6 0,3 4 5 16,3 1 0-1,-4 6 2-15,-2-1-2 0,-4 4-1 16,-4 3-26-16,-4 0-31 16,-8-9-105-16</inkml:trace>
  <inkml:trace contextRef="#ctx0" brushRef="#br0" timeOffset="-7970.77">18931 12434 794 0,'0'0'39'16,"0"0"14"-16,58-86-21 0,-37 77-9 16,3 6-22-16,-4 3-1 15,-1 10-5-15,-8 16 4 16,-2 7-8-16,-9 3 0 16,0 3 3-16,0-5-5 15,-1-5-1-15,-4-6-8 16,1-13 14-16,4-3-4 15,0-7-6-15,0-3 16 16,0-20 44-16,0-11-31 16,10-9-13-16,1-6 2 15,-2 3-2-15,-3 5 0 16,0 7 0-16,-2 6-2 16,2 12 4-16,4 10 0 0,3 6-2 15,4 0 0 1,3 0-1-16,4 16 0 0,-4 1-3 15,6 2 3-15,-7-5 0 16,4-1 1-16,-10-6-4 16,-3-5 4-16,-5 1 5 15,-2-3-2-15,-3 0 2 16,0-5 26-16,0-9-22 16,0-2-9-16,0 5-1 15,0 2 1-15,0 2 0 16,0 4 2-16,0 3-2 15,8 0 1-15,9 0-1 16,12 3 0-16,-6 7-1 16,2 3 1-16,-6-3 0 0,-3 0 0 15,-2-1-3-15,-8-2 1 16,-5-4-3-16,1 1-1 16,-2-1-10-16,0 0-15 15,0 4-11-15,-12-3-6 16,-9-4-86-16</inkml:trace>
  <inkml:trace contextRef="#ctx0" brushRef="#br0" timeOffset="-7828.53">19401 12163 658 0,'0'0'53'16,"0"0"9"-16,0 0-19 15,0 0-41-15,0 0 5 0,0 0-14 16,-32-66 1-16,32 66-80 15,0-5-276-15</inkml:trace>
  <inkml:trace contextRef="#ctx0" brushRef="#br0" timeOffset="-7608.4">19492 11936 808 0,'0'0'36'15,"0"0"-27"-15,0 0 8 16,127 26 39-16,-72-4-22 0,-3 5-12 16,-10 10-14-1,-6 2-8-15,-16 4 1 0,-4-2-1 16,-11-2-5-16,-5 1-24 16,0-4-2-16,-25 0-21 15,-16-7-21-15,-8-8-175 16</inkml:trace>
  <inkml:trace contextRef="#ctx0" brushRef="#br0" timeOffset="-7437.63">19523 12332 665 0,'0'0'127'16,"0"0"-83"-16,89-82-24 16,-44 53 22-16,-2 1-22 0,-2 6-6 15,-8 5-1-15,-10 3-13 16,-3 0 0-16,-5 5-6 15,3-1-42-15,-6 0-32 16,-2-2-148-16</inkml:trace>
  <inkml:trace contextRef="#ctx0" brushRef="#br0" timeOffset="-7023.8">19908 12034 494 0,'0'0'201'0,"0"0"-76"16,0 0-82-16,0 0-23 15,109-50 0-15,-60 47-3 16,3 3 10-16,-3 0-25 15,-1 3 7-15,-8 7-9 0,-8 1 0 16,-12-8-7 0,-7 3 8-16,-8-5-2 0,-5-1 2 15,0 0 0-15,0-10 16 16,-5-6-17-16,-6-1-2 16,5 7 2-16,4 3 0 15,1 4 0-15,1 3 19 16,0 0-19-16,17 10-7 15,8 9 7-15,8 11 0 16,3 7 1-16,-8 7-1 16,-3 5 0-16,-6 0 0 15,-10 4-1-15,-9-3-1 16,0-7-5-16,-20-4-1 16,-19-6 7-16,-13-10 1 15,-2-7-5-15,5-12 5 0,10-4 0 16,16-4 4-16,20-18 32 15,5-11 5-15,34-5-25 16,13-4-16-16,3 2 0 16,-7 14-4-16,-12 10-13 15,-16 7-70-15,-10 1-123 16</inkml:trace>
</inkml:ink>
</file>

<file path=ppt/ink/ink4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2047" units="deg"/>
          <inkml:channel name="T" type="integer" max="2.14748E9" units="dev"/>
        </inkml:traceFormat>
        <inkml:channelProperties>
          <inkml:channelProperty channel="X" name="resolution" value="1516.99072" units="1/cm"/>
          <inkml:channelProperty channel="Y" name="resolution" value="2427.1853" units="1/cm"/>
          <inkml:channelProperty channel="F" name="resolution" value="5.68611" units="1/deg"/>
          <inkml:channelProperty channel="T" name="resolution" value="1" units="1/dev"/>
        </inkml:channelProperties>
      </inkml:inkSource>
      <inkml:timestamp xml:id="ts0" timeString="2021-03-19T04:39:54.561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20730 8447 128 0,'0'0'0'0,"104"-2"-92"15</inkml:trace>
  <inkml:trace contextRef="#ctx0" brushRef="#br0" timeOffset="64.26">21015 8461 5 0,'0'0'76'0,"0"0"-10"15,104 34 3-15,-81-22-44 16,-10-2-25-16</inkml:trace>
  <inkml:trace contextRef="#ctx0" brushRef="#br0" timeOffset="5218.35">22224 8553 184 0,'0'0'42'0,"0"0"-39"15,0 0-1-15,0 0-1 16,0 0 34-16,0 0 19 16,3 0-5-16,-1 0-4 15,-2-3 12-15,1 0 3 16,1 1-29-16,-2 2-4 16,0 0 10-16,1-2-9 15,-1-1 1-15,2 3 9 0,-2-3-3 16,2 3-9-16,0 0-8 15,-2 0-1-15,1-1-1 16,-1 1 6-16,0-2-12 16,2 1 5-16,-2-1-12 15,1 2 12-15,-1 0-11 16,2 0 0-16,-2 0 0 16,0 0 0-16,0 0-4 15,0 0 2-15,0 0 5 16,0 0-3-16,0 0 4 15,0 0-6-15,0 0 3 16,0 0-3-16,0 0 0 16,0 0-2-16,0 0 0 0,0 0 1 15,0 0-1-15,0 0 0 16,3 0 3-16,2 5-2 16,-2 4 1-16,0 0-2 15,-2 4 0-15,2 4 9 16,-3 2-8-16,0 4 2 15,0-3 2-15,0 2 4 16,0 0-6-16,0-1 3 16,0 0-4-16,0-2 9 15,0 4-6-15,0-3 1 16,0 2-6-16,0-2 1 16,0 1 6-16,-3-4-2 0,-1-5-3 15,-3 5 2-15,3-9 5 16,-1-2-8-16,4-3 3 15,1-1-4-15,0-1 1 16,0-1 1-16,0 0 3 16,-2 0 4-16,2 0-1 15,0-1 4-15,0-8-2 16,0-4-4-16,0-4-3 16,0-3-2-16,0-1-1 15,0-3 1-15,2 0 0 16,1 1-1-16,0 3 0 15,0 5 0-15,-2 1-2 16,3 3 2-16,-1 2-1 16,1 0-7-16,1-2 1 15,0 0 4-15,0-1-3 0,-1-4 1 16,1 2-3-16,-1-5 6 16,7 1-8-16,-5-2 6 15,0 4-3-15,-2 0 4 16,1 4 1-16,-1 1-1 15,-2 8 1-15,0 0 1 16,0 3 2-16,-2 0-2 16,0 0-1-16,0 0 0 15,0 0-4-15,1 0 4 16,1 3-2-16,1 7 4 16,0 9 0-16,2 5 0 15,-2 5 1-15,0 7 0 16,-3 5 1-16,0 4 5 0,0-2-2 15,0 0-2-15,0-5 1 16,-6-6-2-16,1-9-1 16,2-6 1-16,0-8-2 15,0-1 0-15,1-7 4 16,0-1-1-16,0 0-1 16,2 0 2-16,0 0 3 15,0 0 2-15,0 0 0 16,0 0 0-16,0-9 0 15,0-8-9-15,0-6 3 0,0-3-1 16,0-5-2 0,0-1-1-16,6 3-1 0,-5-1 2 15,1 2-6-15,-2 6-1 16,0 5 2-16,0 5 5 16,0 7-11-16,0 3 11 15,0 2-2-15,0 0-5 16,0 0-1-16,0 0 2 15,0 0-1-15,0 0 3 16,0 14 2-16,0-1 3 16,0 1-1-16,1 3 0 15,1-2 1-15,-1 1-2 16,1-5 1-16,-1 1 0 16,3-5 0-16,-4 0-1 15,0-4 1-15,0 4 0 0,0-5-10 16,0-1-23-16,0 2-29 15,-5-3-45-15,-10 0-126 16</inkml:trace>
  <inkml:trace contextRef="#ctx0" brushRef="#br0" timeOffset="16876.22">18976 10535 610 0,'0'0'15'0,"0"0"20"16,0 0-35-16,0 0-70 15</inkml:trace>
  <inkml:trace contextRef="#ctx0" brushRef="#br0" timeOffset="18998.91">22220 9855 201 0,'0'0'19'0,"0"0"47"16,0 0-47-16,0 0-13 0,0 0-5 16,0 0 0-1,0 0 3-15,0 0 2 0,29-40 2 16,-18 33 18-16,-2 5 33 16,-3-3-15-16,-2 3-32 15,-2 2 32-15,-1-3-12 16,1 1-29-16,-1 1-3 15,1-3 0-15,-1 1 1 16,1 2 0-16,1-2-1 16,3-3-1-16,-3 4 1 15,-3-3 4-15,0 2-2 16,0-3 36-16,0 1-18 16,0-1-16-16,0 2 4 15,0-1-1-15,0 1 17 16,0 0 9-16,0 1-10 0,0 2 4 15,0-4-15-15,0 1-5 16,0-3 4-16,0 4-8 16,0-4 3-16,0 4 9 15,0 3 0-15,0 0-2 16,0 0 1-16,0 0-5 16,0 0-8-16,0 0 12 15,0 0-8-15,0 0-3 16,0 0 9-16,0 0-7 15,0 0 7-15,0 0 6 16,0 0-12-16,0 0 7 16,0 0-7-16,0 8-1 15,0 13 2-15,0 13-1 0,0 10 15 16,0 11-1-16,0 8 2 16,0 3-12-16,0 4 5 15,0-1-4-15,-8 0-5 16,-4-2 3-16,0-11 2 15,1-14-3-15,1-9-5 16,4-14 0-16,2-7 6 16,0-7-7-16,2-4 2 15,2-1 6-15,0 0 18 16,0 0-10-16,0 0-11 16,0 0-2-16,0 0-2 15,0 0 1-15,0 0-3 0,0-3 0 16,0-2-1-16,0-3 0 15,0 1-19-15,0-3 2 16,0 3-14-16,7 0-16 16,-2-2-44-16,-1-5-113 15</inkml:trace>
  <inkml:trace contextRef="#ctx0" brushRef="#br0" timeOffset="25850.23">22344 11219 195 0,'0'0'12'0,"0"0"-2"15,0 0 27-15,0 0-2 16,0 0 6-16,0 0 31 0,0 0-32 16,0-9 5-16,0 9 0 15,0 0-39-15,0 0-2 16,0 0-4-16,0 0-20 16,0 0-21-16,-4 0 20 15,0 0 17-15,2 0-4 16,2 0 0-16,0 0 8 15,0 0 3-15,0 0 2 16,0 0 17-16,0 0 13 16,-1 0-4-16,-1 0-6 15,1 0-4-15,1 0 3 16,0-1 4-16,0 1-17 16,0-3-5-16,0 3 6 0,0-4-3 15,0 4-3 1,0 0 2-16,0 0-4 0,0-2 6 15,0 2 2-15,0-2 10 16,0 2-3-16,0-2 5 16,0 2 0-16,0 0-9 15,0-3-5-15,0 3-2 16,0 0 1-16,0 0-2 16,0 0-1-16,0 0 2 15,0 0-2-15,0 0 1 16,0 0-3-16,0-1 7 15,0 1-6-15,0 0 7 0,0 0-6 16,0-2-1 0,0 2 8-16,0-1-4 0,0-3 2 15,0 1-7-15,0 3 5 16,0-3 2-16,1-3-10 16,1 4 12-16,-1-4-13 15,1 4 14-15,-2 2-2 16,0-1 0-16,0 1-7 15,0 0-1-15,1 0 0 16,-1 0-4-16,0 0 0 16,2 0 1-16,-2 0 0 15,0 0-1-15,0 0-1 16,0 0 1-16,0 0 0 16,0 0 1-16,0 0-1 15,0 0 2-15,0 0-2 0,0 0 0 16,0 0-5-16,5 3 4 15,-2 5 1-15,1 8 6 16,3-3-5-16,-1 11 0 16,0 2-1-16,0 4 4 15,0 6-4-15,-3 4 2 16,5 2 0-16,-5-3 6 16,-2-5-2-16,2-7-3 15,-1-1 0-15,-2-9 2 16,0-5-2-16,0-2-1 15,0-6-1-15,0 2 2 16,0-3-3-16,0-2 1 0,0-1 2 16,0 0-3-1,0 3 0-15,0-3 1 0,0 0 0 16,0 0 0-16,0 0-1 16,0 3 0-16,0 1 0 15,0-4 0-15,0 0 0 16,0 0 2-16,0 3-2 15,0 3 0-15,0 1 0 16,0 3-1-16,0 3 2 16,0 1-2-16,-2-1 2 15,-1 3 0-15,2-3-1 16,1-7 0-16,0 2 0 16,0-5 0-16,0 0-2 0,0-3 2 15,0 0 3 1,0 0-2-16,0 0 0 0,0 0 0 15,0 0 0-15,0 0-1 16,0 0 1-16,0 0-1 16,0 0 0-16,0 0 0 15,0 0 0-15,0 0 0 16,0 1-1-16,0-1 0 16,0 0 0-16,0 3 1 15,0-1-1-15,0 6 1 16,-3 1 1-16,0 1-1 15,3 4 1-15,-5-1-1 0,5-3 0 16,0-4 0-16,0 1-1 16,0-3 1-16,0-4 2 15,0 0-1-15,0 0-1 16,0 0 6-16,0 0-5 16,0 0-1-16,0 3 2 15,0-3-2-15,0 0-1 16,0 0 0-16,0 0 1 15,0 0 0-15,0 0-1 16,0 3 1-16,0-3 0 16,0 4 0-16,0-1 0 15,0-3 0-15,0 3 0 16,0 1 0-16,0-1 0 16,0 2-6-16,0-1 9 15,0-1-6-15,0 0 3 0,0-2-1 16,0-1 2-16,0 0 0 15,0 0-1-15,0 0 2 16,0 0 1-16,0 0-2 16,0 0-1-16,0 0 2 15,0 0-1-15,0 0-1 16,0 0-1-16,0 0 1 16,0 0 0-16,0 0-1 15,-1 0-4-15,1 0-6 16,-2 0-12-16,-1 0-21 15,-6 0-36-15,-3 0-62 16,1-1-182-16</inkml:trace>
  <inkml:trace contextRef="#ctx0" brushRef="#br0" timeOffset="31327.86">22370 12593 226 0,'0'0'42'15,"0"0"-35"-15,0 0-7 16,0 0 4-16,0 0-3 0,0 0-2 16,0 0 1-1,0 0-9-15,0 0-3 0,0 0 6 16,0 3 1-16,0-3-56 15</inkml:trace>
  <inkml:trace contextRef="#ctx0" brushRef="#br0" timeOffset="32549.51">22265 12587 4 0,'0'0'96'0,"0"0"-54"15,0 0 10-15,0 0 21 16,0 0-12-16,0 0 7 15,-2-4 6-15,2 1-13 16,0 3-10-16,-1-4 8 0,1 4-11 16,-2-3-10-16,1 3-9 15,1 0-6-15,0 0-4 16,-3-3 7-16,3 3-8 16,-3-3-3-16,-1 2 1 15,3-1 3-15,-1 2 1 16,2 0-5-16,0 0-6 15,0 0-5-15,0 0 2 16,0 0 1-16,0 0-3 16,0 0 1-16,0 0-1 15,-3 6-4-15,-5 17 0 16,-3 10 8-16,1 9 9 0,0 2-5 16,2 4 3-16,3-1-2 15,1-4-2 1,2 0-3-16,1-3-1 0,-1-10 1 15,2-7 0-15,-1-3-8 16,-1-4 3-16,1-5-1 16,-1 2 1-16,0-4 2 15,-1 1-3-15,0 0 1 16,0-1 1-16,0-1-1 16,0-2-3-16,3-3 1 15,-4-3-1-15,4 0 3 16,0 0-3-16,0 0 3 15,-1 0-1-15,1 0 13 0,-2-9-15 16,1-11 0-16,1-9-2 16,0-8 2-16,3-5 0 15,9-2 1-15,0 4-1 16,-3 4 0-16,-2 10 0 16,-2 5 0-16,0 4 0 15,-1 5-1-15,-1 6-1 16,-3 2 2-16,0 4 0 15,0 0-1-15,0 0-5 16,0 0-6-16,0 0 3 16,0 0 8-16,0 0-5 15,0 14 2-15,0 5 0 16,0 4 8-16,-3 0-2 16,-5-2-2-16,4 1-1 0,2-5 0 15,-1 3 1 1,3-4 0-16,0-2 1 0,0 2 0 15,0-6-1-15,0 3-1 16,0-6 1-16,0 0 0 16,-1-4 1-16,1 0-1 15,0 0 0-15,-2 2-3 16,1-3-24-16,-4 5-32 16,-1 3-47-16,2-7-65 15,4-3-538-15</inkml:trace>
  <inkml:trace contextRef="#ctx0" brushRef="#br0" timeOffset="33366.42">21044 13584 355 0,'0'0'105'15,"0"0"-52"-15,0 0 54 0,0 0-30 16,0 0-49 0,0 0-6-16,-1-4-5 0,1 4 7 15,-2 0-3-15,2 0-12 16,0 0-6-16,0 0-3 16,0 0 0-16,10 0 0 15,15 0 1-15,21-2 2 16,15-3 11-16,12 0 10 15,12 1 12-15,6-6-2 16,8 7 8-16,5-4-4 16,-1 4-14-16,3 3 4 15,-6 0-12-15,-2 0-14 0,2 0 6 16,4-4-8 0,6 4 2-16,6 0-2 15,5 0 1-15,3 0 0 0,-2 0-1 16,-3 7 0-16,-6 0 3 15,-9-4-3-15,-13 4-2 16,-14-4 2-16,-14 1 2 16,-14-4-2-16,-4 0-1 15,-10 0-1-15,-3 0 2 16,-5 0 1-16,-11 0 0 16,-3 0-1-16,-5 0 2 15,-2 0-2-15,-3 0 1 16,-3 0-1-16,0 0 0 15,0 0-10-15,0 0-18 16,0 5-27-16,0 12-6 0,-12 0-55 16,-8-4-185-16</inkml:trace>
  <inkml:trace contextRef="#ctx0" brushRef="#br0" timeOffset="34908.42">21953 13927 269 0,'0'0'177'16,"0"0"-153"-16,0 0-8 15,0 0 0-15,0 0 23 16,0 0-24-16,-39-30-15 16,39 30 3-16,0 0 5 0,0-2-5 15,0 2 2-15,0-1 13 16,1-2 21-16,7-3 9 16,4-1 17-16,-3-5 4 15,0 0-12-15,-3-1-18 16,-1 4-22-16,-3 2 5 15,-1 7-9-15,-1 0-4 16,0 0-2-16,0 0-4 16,0 0-1-16,0 0 2 15,0 0 0-15,-1 7-2 0,-23 12 6 16,-13 8 7 0,-12 9-1-16,-6 3-2 0,3-1 1 15,4 4-9 1,-5 1 5-16,8-7-6 0,6 1 5 15,4-10-4-15,14-5-3 16,9-8 0-16,8-8-1 16,4 1-2-16,0-1 2 15,10 1 1-15,23-2 1 16,21-5 7-16,20 0-3 16,22-5 4-16,14-12-4 15,4 0 13-15,-6 8-6 16,-17 2-11-16,-17 7-2 15,-18 0 0-15,-14 0 0 16,-14 0-3-16,-7 0-12 0,-10 0-17 16,-6 0-1-16,-5 0-23 15,0 0-10-15,-14 0-46 16,-19 0-105 0,-6 0-93-16</inkml:trace>
  <inkml:trace contextRef="#ctx0" brushRef="#br0" timeOffset="35250.28">22127 14014 120 0,'0'0'290'0,"0"0"-161"15,0 0 6-15,0 0-25 16,0 0-56-16,0 0-21 0,-18-44 1 16,18 44-6-16,0 0-3 15,0 0-4-15,0 0-13 16,-1 0-6-16,1 1 1 15,-2 15 2-15,2 11 1 16,-1 9 8-16,1 14-3 16,0 4 0-16,0 6-6 15,8-4 9-15,6-2-5 16,1-4-4-16,5-7 4 16,-3-5-7-16,-3-10-1 15,-3-11 1-15,-7-5-2 16,-1-5 2-16,-3 0-3 15,1-1 1-15,1 3-5 16,1 1-16-16,-2 0-13 16,1 4-36-16,-2-2-22 15,0-7-87-15</inkml:trace>
  <inkml:trace contextRef="#ctx0" brushRef="#br0" timeOffset="35984.21">21347 15106 408 0,'0'0'74'0,"0"0"-17"15,0 0 71-15,0 0-37 16,0 0-32-16,0 0-23 16,-9-16-21-16,9 16-11 15,21-4 4-15,22-4 20 16,31-4 12-16,22-6-5 0,25-3-6 16,26-2 5-16,12-6-8 15,18-4 8-15,5 2-12 16,0 3-18-16,-4 7 6 15,-7 5-2-15,-6 9-2 16,-13 4-5-16,-20 3-1 16,-24 0 4-16,-26 5-10 15,-29 6 6-15,-20-5 0 16,-16-2-4-16,-11-3-7 16,-6-1-2-16,0 0 7 15,0 0-16-15,-12 0-5 16,-3 0 5-16,-1 0-19 15,-3 0-17-15,-1 6-22 16,-6 4-26-16,1-1-53 16,-2-1-153-16</inkml:trace>
  <inkml:trace contextRef="#ctx0" brushRef="#br0" timeOffset="37263.43">23419 14184 472 0,'0'0'111'0,"0"0"-32"16,0 0-35-16,0 0 41 0,0 0-34 16,0 0-23-16,21-52-9 15,13 32-5-15,14-2 10 16,7-2 11-16,1 1-8 16,-7 6 1-16,-3 5-23 15,-12 2 0-15,-1 6-3 16,-2-2 0-16,-3 6 0 15,-2 0-2-15,-7 0-5 16,-1 7-22-16,-6 8-27 16,-7 5-9-16,-5 3-45 15,-12 1-80-15,-15-2-121 16</inkml:trace>
  <inkml:trace contextRef="#ctx0" brushRef="#br0" timeOffset="37501.35">23633 14195 317 0,'0'0'0'0,"0"0"0"15,-91 29 60-15,78-24 57 16,10-3 6-16,3 1-31 16,0-3-51-16,0 1 5 15,12-1 5-15,20 0 17 16,20 0 1-16,17-17-12 16,5 0-26-16,-4 0-6 15,-16 4-15-15,-17 10-2 16,-12 3-8-16,-7 0 0 15,-6 0-1-15,-1 0-32 16,-1 11-3-16,-1 5-23 16,-1 1-28-16,-2-4-73 0,4-7-430 15</inkml:trace>
  <inkml:trace contextRef="#ctx0" brushRef="#br0" timeOffset="38521.87">25075 14050 88 0,'0'0'138'16,"0"0"-43"-16,0 0 21 0,0 0-2 16,0 0 0-16,0 0-40 15,20-17-40-15,-18 14-2 16,-2 3-7-16,0 0-13 15,0-4-1-15,0 1-7 16,0-1 3-16,0-4-3 16,-9 3-4-16,-3-1-2 15,-3-5 2-15,-1 3 2 16,-3 2-2-16,-1-8 5 16,-2 8-4-16,-4-2 4 15,1 2-4-15,-2-1 0 16,1 0 4-16,0 5-5 15,-3 2 5-15,0 0 3 16,-4 0-4-16,-3 13 3 0,-1 7 7 16,0 2-2-16,4 7-5 15,1 8 2-15,9 3 7 16,7 0-12-16,9 2 2 16,7 2-6-16,4-8 1 15,25-2-1-15,13-5 3 16,14-3-3-16,18-9 1 15,12-7 2-15,6-8 1 16,-1-2-3-16,-9 0 4 16,-14-5 1-16,-16-6-2 15,-16-6-4-15,-13 0 4 16,-12-2 0-16,-10-6 0 16,-1-2-3-16,-9-6-1 0,-19-8 0 15,-6 2 5 1,-8 0-10-16,-3-1 7 0,-4 6-4 15,-2 9 2-15,-2 6-5 16,-3 11-1-16,0 8-19 16,8 0 2-16,12 8-9 15,18 11-14-15,18 3-55 16,0 1-70-16</inkml:trace>
  <inkml:trace contextRef="#ctx0" brushRef="#br0" timeOffset="39256.4">25962 13875 226 0,'0'0'0'16,"0"0"-32"-16,0 0 32 16,0 0 98-16,0 0-7 0,0 0-1 15,-30-50-10-15,26 40-12 16,-1-3 18-16,-1 0-5 16,0 3-40-16,-1 0-30 15,-4 3 0-15,-6 0-5 16,-4 0-1-16,-8 5-4 15,-4 2 1-15,-4 0 3 16,3 0 0-16,-3 16 4 16,2 11 5-16,6 9 9 15,5 7 7-15,10 10-15 0,10 10 15 16,4 3-17 0,4 4 2-16,21-6-10 0,10-5 4 15,5-12-8 1,6-7 2-16,-1-4 1 0,-3-9-3 15,-6-4-1-15,-5-6 0 16,-7 0 0-16,-5-8-22 16,-3-2-28-16,-3-7-47 15,-3 0-149-15</inkml:trace>
  <inkml:trace contextRef="#ctx0" brushRef="#br0" timeOffset="39903.49">26247 13977 559 0,'0'0'66'0,"0"0"1"16,0 0-2-16,0 0-11 16,0 0-48-16,0 0 3 15,-19-24 17-15,19 21-9 16,0 3-7-16,0-3 10 16,0 3 0-16,0-4 2 15,-2 2-5-15,2-1 0 16,0 3-1-16,0 0 8 15,0 0-17-15,0 0-5 16,0 3-2-16,0 16-4 0,0 10 4 16,0 8 1-16,0 3 6 15,0 1 5-15,5-6-2 16,-1-2 2-16,2-7-2 16,1-6-1-16,1 0-1 15,-2-3-1-15,0-5-7 16,0-2 1-16,-2-3 3 15,-4-3-4-15,0-1 0 16,0-3 0-16,0 0 0 16,0 0-6-16,0 0-11 15,-3 0-26-15,-9 3-35 0,2-3-27 16,7-3-208 0</inkml:trace>
  <inkml:trace contextRef="#ctx0" brushRef="#br0" timeOffset="40350.4">26405 13583 498 0,'0'0'79'16,"108"10"13"-16,-34 6 23 15,1 15-26-15,2 13-44 16,-5 18 3-16,-11 14-18 16,-16 16-8-16,-29 8-7 15,-16 1-1-15,-27-4-2 16,-21-9-2-16,-5-12-4 0,-4-13 1 16,2-19-2-16,6-15-2 15,3-9 1-15,5-11 1 16,4 1 0-16,-5-3-5 15,-4 3-24-15,-3-8-117 16,7-2-345-16</inkml:trace>
  <inkml:trace contextRef="#ctx0" brushRef="#br0" timeOffset="41763">24909 15034 706 0,'0'0'31'0,"0"0"-29"16,0 0 11-16,0 0 69 16,0 0-43-16,0 0-34 15,16-59 24-15,-16 42-27 16,0-3 7-16,0 0-5 15,-6-2 30-15,-10 1-20 16,-3 1-10-16,-16 4-4 0,-9 3 0 16,-10 9-5-16,-6 4-10 15,2 0 14-15,6 21 2 16,4 11 9-16,9 9 7 16,8 5-9-16,10 3 11 15,15-3-8-15,6-3-1 16,12 0-5-16,21-7 1 15,10-3-5-15,9-7 8 16,1-6-9-16,5-3 0 16,3-12-12-16,2-5-43 0,1-1-59 15,4-26-199 1</inkml:trace>
  <inkml:trace contextRef="#ctx0" brushRef="#br0" timeOffset="42047.35">25385 14982 516 0,'0'0'84'15,"0"0"-39"-15,0 0 47 16,0 0-50-16,-93-61-18 16,61 61 0-16,5 17 1 15,7 10-5-15,8 2-3 16,12 5-17-16,0-1 1 16,15-4 6-16,15-7-7 15,6-5 2-15,4-9-1 16,-4-2 9-16,-11-6-5 15,-8 0-3-15,-13-3 1 16,-4-13 27-16,-9-5-16 16,-21-2-3-16,-13 1-4 0,-2 5-6 15,4 7 0-15,10 4 0 16,14 6-2-16,7 0-20 16,10 0-78-16,0 2-107 15</inkml:trace>
  <inkml:trace contextRef="#ctx0" brushRef="#br0" timeOffset="42406.21">25580 14971 786 0,'0'0'75'0,"0"0"-75"0,0 0 0 15,0 0 21-15,0 0-9 16,20 73 4-16,-13-54-6 15,-4-4-5-15,-2-3-5 16,1-5 1-16,-2-1 2 16,0-6 1-16,0 0-4 15,0 0 10-15,11-6 11 16,18-15-13-16,22-11-6 16,12-1 1-16,4 4-6 15,-6 12 6-15,-10 10-3 16,-13 7 6-16,-5 3 14 15,-6 13-9-15,-6 8 5 16,-6 2-6-16,-3-2 2 0,-5 1-8 16,-1-4 0-1,0 2 0-15,0 0-4 0,4-4-14 16,3-5-52-16,3-11-114 16</inkml:trace>
  <inkml:trace contextRef="#ctx0" brushRef="#br0" timeOffset="42894.24">26325 14800 656 0,'0'0'190'15,"0"0"-161"-15,0 0-16 16,0 0 20-16,0 0-22 0,0 0-10 16,-68 36-1-1,100 14 14-15,11 2 21 0,2-3 0 16,-8-2-19-16,-13-5-12 15,-17-6-3-15,-7-5 2 16,-7-11 3-16,-15-7 5 16,-1-7-10-16,4-6 8 15,4 0 1-15,4-6-3 16,7-8-7-16,4-2 4 16,0-10-4-16,25-11-9 15,11-9-7-15,3-9 8 16,0-9-5-16,-5 1 13 15,-8 1-2-15,-6 2 1 16,-4 11 2-16,-5 12-1 16,-3 10 0-16,-4 11 5 0,2 10 4 15,0 6-3-15,4 3-6 16,10 16 0-16,2 11 0 16,2 7 11-16,-2 3 5 15,-2 9 0-15,-7 4 2 16,-2 0-5-16,-6-5-10 15,-2-3-2-15,-3-9 6 16,0-3-7-16,0-11-30 16,-7-5-4-16,-8-5-52 15,-10-7-22-15,-5-5-71 16,-3-5-286-16</inkml:trace>
  <inkml:trace contextRef="#ctx0" brushRef="#br0" timeOffset="43005.49">26527 14977 592 0,'0'0'191'16,"0"0"-97"-16,0 0-36 15,0 0-32-15,112-78-24 16,-59 71 2-16,0 7-8 16,-4 0-1-16,-5 0-85 15,-1 7-318-15</inkml:trace>
  <inkml:trace contextRef="#ctx0" brushRef="#br0" timeOffset="43348.59">27166 14841 800 0,'0'0'63'16,"0"0"-35"-16,0 0-10 0,0 0-2 16,-94 0-9-16,70 28-1 15,5 2-6-15,11 1 4 16,8 0-5-16,2-8 6 16,21-6-4-16,7-4 2 15,5-13 3-15,-2 0 9 16,-2-10 3-16,-3-19 0 15,-3-10-13-15,-7-9-5 16,-9 3-2-16,-7 7-1 16,-2 10 0-16,0 14 3 15,0 8 5-15,-3 6 24 16,3 0-11-16,0 6-18 0,0 18 2 16,7 11-4-1,5 5 2-15,3-3 0 0,-3 0 0 16,-2-11 0-16,-1-1-24 15,-3-8-63-15,-1-7-49 16,1-10-188-16</inkml:trace>
  <inkml:trace contextRef="#ctx0" brushRef="#br0" timeOffset="43838.57">27385 14802 371 0,'0'0'423'0,"0"0"-366"15,0 0-11-15,0 0-24 16,0 0-12-16,0 0 14 15,54 27-9-15,-44-7-8 16,-4-3 1-16,-2-4-8 0,-2-10 4 16,-1-3-2-16,-1 0-1 15,0-7 19-15,5-10 23 16,3-9-26-16,9-6-16 16,8-2-1-16,3 11 0 15,-1 3-2-15,-4 14 2 16,0 6 9-16,0 0-3 15,2 9-4-15,3 15 11 16,0 3-6-16,1 5 1 16,-1-5-1-16,0-5 7 15,2-5-12-15,-5-10 7 0,-2-7-7 16,-4 0 5 0,0-24-5-16,0-9 7 0,-3-12-8 15,-7-9-1-15,-9-5-9 16,0-7-11-16,-20-3-2 15,-2 3-3-15,4 13 24 16,8 16 1-16,5 20 13 16,5 15 4-16,0 2-5 15,14 17-12-15,14 14 0 16,8 16 19-16,1 6 2 16,-4 3-11-16,-3 1 0 15,-12 1-8-15,-11 6-2 16,-7 1-12-16,-18-4-44 15,-24-11-60-15,-13-28-145 0</inkml:trace>
  <inkml:trace contextRef="#ctx0" brushRef="#br0" timeOffset="43989.08">27576 14698 878 0,'0'0'61'16,"39"-78"2"-16,29 49 5 15,26 3-33-15,9 4-15 16,-1 11-6-16,-22 5-3 15,-16 5-11-15,-17 1-1 16,-11 0-20-16,-10 4-47 16,-3-1-102-16</inkml:trace>
  <inkml:trace contextRef="#ctx0" brushRef="#br0" timeOffset="44290.38">28811 14241 742 0,'0'0'35'0,"0"0"56"15,0 0-9-15,0 0-38 16,0 0-10-16,99 36-20 0,-79 3 10 15,-9 4-16 1,-5 1-3-16,-6 3-3 0,-8-5-2 16,-10-2 0-16,-2-7-10 15,0-7-31-15,-1-6-11 16,-3-10-30-16,-2-1-57 16,2-9-252-16</inkml:trace>
  <inkml:trace contextRef="#ctx0" brushRef="#br0" timeOffset="44608.75">28739 14529 675 0,'0'0'56'16,"0"0"41"-16,0 0-15 15,0 0-70-15,136-87-8 0,-73 72-4 16,-3 1 0 0,-10 1 0-16,-9-1-1 0,-12 4-5 15,-9 3-4-15,-11 2 10 16,-6 5 3-16,-3 0-3 15,1 0-7-15,2 0 5 16,4 16-2-16,2 9 4 16,1 3 16-16,0 2-6 15,-4-1 21-15,0-7-18 16,-3 0-7-16,0-10 2 16,-2-2-6-16,-1-3-2 15,0-4 0-15,0-1-1 16,0-2-19-16,0 0 8 15,0-8 5-15,0-9-10 0,-1-6-37 16,1-10-88-16,0-4-352 16</inkml:trace>
  <inkml:trace contextRef="#ctx0" brushRef="#br0" timeOffset="45262.77">29261 14327 541 0,'0'0'45'16,"0"0"-22"-16,0 0 13 15,0 0 45-15,0 0 9 16,87 23-24-16,-70 1-29 15,-1 2-14-15,-4 4 1 16,-4 3-12-16,-5-7 1 16,-3-1-11-16,0-7 0 15,0-9 4-15,0-5-5 16,0-4-1-16,0 0 7 0,-5-4 9 16,0-11-3-16,1-9-8 15,4-2 2-15,0 0-7 16,18 1-2-16,13 3-2 15,9 5-2-15,5 10 6 16,-2 4 0-16,-4 3 0 16,-6 0-4-16,-6 13 4 15,-6 1 0-15,-8 0 0 16,-4-1-3-16,-6-4 5 16,-2-6-2-16,-1 1 0 15,2-4 1-15,-1 0 4 16,2 0 6-16,3-16 13 0,9-4-15 15,5-4-7 1,7 4 1-16,1 8-3 0,5 2-1 16,5 7 1-16,4 3 1 15,2 0 0-15,-1 16 1 16,-1 1 0-16,1 2 4 16,-2 1 20-16,4-3-9 15,-2-5-1-15,-4-4 13 16,-4-3-13-16,-7-5-7 15,-3 0 1-15,-2-9-4 16,-8-15-1-16,-5-7-5 16,-9-6 0-16,-1-3-27 15,-3 8-3-15,-8 10 14 16,6 14 16-16,5 8 0 16,0 6-6-16,12 18 6 0,14 8 6 15,5 4 16-15,5-6-2 16,-1 0-3-16,-2-7-7 15,-3-6-2-15,-10-4-6 16,-4-1-2-16,-10-2-13 16,-6 5-49-16,-3-3-57 15,-27-5-65-15,-7-7-207 16</inkml:trace>
  <inkml:trace contextRef="#ctx0" brushRef="#br0" timeOffset="45854.59">28070 15371 468 0,'0'0'188'0,"0"0"-59"15,0 0-36-15,0 0-24 16,0 0-26-16,0 0-17 0,52-34-3 15,45 12-17 1,48-8-5-16,50-4 18 0,35-1 9 16,17 1-8-16,4 2-2 15,-26 6-6-15,-37 9-11 16,-39 3 1-16,-45 7-3 16,-33-1 1-16,-31 3 0 15,-22 2-1-15,-15 1-6 16,-3 0-13-16,-17 2-24 15,-26 0-57-15,-13 7-23 16,-6 3-39-16,4 0-188 16</inkml:trace>
</inkml:ink>
</file>

<file path=ppt/ink/ink5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2047" units="deg"/>
          <inkml:channel name="T" type="integer" max="2.14748E9" units="dev"/>
        </inkml:traceFormat>
        <inkml:channelProperties>
          <inkml:channelProperty channel="X" name="resolution" value="1516.99072" units="1/cm"/>
          <inkml:channelProperty channel="Y" name="resolution" value="2427.1853" units="1/cm"/>
          <inkml:channelProperty channel="F" name="resolution" value="5.68611" units="1/deg"/>
          <inkml:channelProperty channel="T" name="resolution" value="1" units="1/dev"/>
        </inkml:channelProperties>
      </inkml:inkSource>
      <inkml:timestamp xml:id="ts0" timeString="2021-03-19T04:40:48.967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13318 12289 643 0,'0'0'10'15,"0"0"-10"-15,0 0 25 16,-88-62-2-16,69 45-1 16,-4 3-3-16,1-2 1 0,-8-1-3 15,-10 4-11 1,-2-3-3-16,-7-1 2 0,-2 0-1 16,-1-3 3-16,-3-5-2 15,-3-5 0-15,2-4 0 16,7-5 7-16,6-4 0 15,12 3 2-15,14 0-5 16,11-2-2-16,6-5 4 16,6-8-11-16,24-4-1 15,12-7 1-15,10-1 1 16,3 4 4-16,0 6-5 16,-7 5 3-16,-5 6-3 15,-7 0-2-15,-3 6-2 0,-5-3-3 16,-1 1-7-16,-9-2 10 15,0 5 0-15,0-4 4 16,0 3 3-16,7-4-3 16,11 1-3-16,10-5 2 15,15-1-5-15,14-2 6 16,19 2 0-16,6 5 1 16,2 4-1-16,-6 12 0 15,-11 5-1-15,-16 7-2 16,-14 8 0-16,-10 6-3 15,-12 2-23-15,-4 0-23 16,-3 0 21-16,-1 0 1 16,5 0 11-16,0 0 19 15,5 0-5-15,10 0 7 0,3 0-5 16,9 0 3-16,1-4 0 16,-3-2 2-16,-7 1-2 15,-8 3-6-15,-7 2 5 16,-11 0-112-16,-9 0-32 15,-3 0 60-15,-4 0-1 16,-6-7 52-16,0 2 32 16,0-3 2-16,0 1-1 15,0 5-1-15,-6-6-18 16,-5 2 4-16,2 0-67 16</inkml:trace>
  <inkml:trace contextRef="#ctx0" brushRef="#br0" timeOffset="21439">23117 8807 184 0,'0'0'41'15,"0"0"-19"-15,0 0-2 16,0 0-8-16,8-83 13 0,-3 74-14 15,-2 4 1 1,0 2-11-16,0 1 1 0,-3 2-2 16,1 0 0-16,-1 0 0 15,2 0 0-15,-2 0 0 16,0 0 0-16,0 0 6 16,0 0-6-16,0 0 0 15,0 0 4-15,0 0 45 16,0-3 23-16,0 3-6 15,0 0 8-15,1-3-50 16,-1-1-6-16,0 2-5 16,0-1 0-16,0-1-2 0,2 3 3 15,-2-2-1 1,2-1-4-16,-2 2 17 0,0 2 5 16,2-3-6-16,-2 1-2 15,0 0-2-15,1 2-12 16,-1 0 3-16,0 0-4 15,0 0 2-15,0 0-9 16,0 0 5-16,0 0 4 16,0 0-3-16,0 0 1 15,0 0 9-15,2 0-5 16,-2 0-3-16,1 0 4 16,-1 0-13-16,0 0 10 15,0 0-9-15,0 0 1 16,0 0 1-16,0 0-2 15,3 4 1-15,3 5-2 0,2 5 9 16,2 1 2-16,-1-2 3 16,-1 2-9-16,1 4 2 15,-2 0 2-15,1 3-1 16,-5 0-4-16,-3 3-2 16,0 1 3-16,0-1-1 15,0 1 4-15,0 0-6 16,0-2 1-16,0 3 4 15,0-1-5-15,0-3 6 16,0 0 2-16,0-6-5 16,0 0 10-16,3-2-15 15,0-1 1-15,0-1 2 0,-2 1 2 16,-1-4-4-16,0-1 0 16,0-5 1-16,0-1-2 15,0-3 0-15,0 0 4 16,0 0-2-16,0 0-2 15,0 0 11-15,0 0-10 16,0 0 1-16,0-3 4 16,0-8-4-16,0-3 0 15,0 1-1-15,0 0 0 16,0-3-1-16,0 7-3 16,0-1 3-16,0 3 0 15,0 4 0-15,0-1 3 16,0 1-7-16,0-1 6 0,0 1-4 15,0 0 1 1,0-4-8-16,0 1-5 0,0-4 11 16,-1-3 1-16,-1-4 1 15,1 1-4-15,1-6 1 16,0-3 4-16,0-1-1 16,0-7-6-16,10 2 6 15,5-2-1-15,1 5-7 16,-5 8 7-16,-5 3 2 15,-3 10 0-15,-3 4-2 16,0 3-2-16,0 0-4 16,0 0 0-16,0 0-11 15,0 0 9-15,-3 0-2 16,-3 3 12-16,1-3 1 0,4 4-1 16,-2-4 0-16,3 0 0 15,0 3 0-15,0-3-1 16,0 0 4-16,0 0-1 15,0 0-2-15,0 0 0 16,0 0 2-16,0 0-1 16,0 0-1-16,0 0 0 15,0 0 0-15,0 0 0 16,0 0 0-16,0 0 2 16,-2 0-2-16,2 0-4 15,0 0-23-15,0 0-17 16,0 0 7-16,0 3-13 15,0 4-43-15,0 3-23 0,0-4-391 16</inkml:trace>
  <inkml:trace contextRef="#ctx0" brushRef="#br0" timeOffset="55285.84">15311 10865 745 0,'0'0'55'16,"0"0"-37"-16,0 0-18 16,0 0 0-16,109-10-1 15,-23-6 2-15,25-1 7 16,9 0-1-16,11 1-2 15,-8 1 1-15,-7 5-2 16,-11 2 8-16,-11-1-12 16,-17 5 11-16,-8 1-10 15,-13 0 5-15,-8 3-3 16,0-5 0-16,1 0-1 16,6-1 3-16,14-8 5 15,6 5-5-15,2-4 4 0,1 2-6 16,-6 1-1-16,-4 0 5 15,-13 3-7-15,-12 0 1 16,-11 5-1-16,-15 1 4 16,-11-2-7-16,-3 0 7 15,-1 3 2-15,-1-3 6 16,-1 3-2-16,0-2-7 16,0 2 0-16,0 0-3 15,0 0-46-15,0 5-86 16,-1 2-139-16</inkml:trace>
  <inkml:trace contextRef="#ctx0" brushRef="#br0" timeOffset="55891.04">15906 11673 338 0,'0'0'71'15,"0"0"-6"-15,0 0-7 16,0 0-11-16,-30-84-34 0,25 64 52 16,2 9 34-16,2-1-25 15,-1 6-32-15,1-1 3 16,-1 4-17-16,0 3-11 16,0 0 1-16,1 0-6 15,-5 13-12-15,3 13-5 16,0 14 5-16,3 5 0 15,0-3 3-15,3-3-2 16,17-6 0-16,2-7 0 16,1-4 0-16,3-5-1 15,-4-4 1-15,2-9-1 16,-8-1 1-16,7-3-1 0,-5-3-2 16,6-21-33-16,-2-15-91 15</inkml:trace>
  <inkml:trace contextRef="#ctx0" brushRef="#br0" timeOffset="56028.84">15958 11289 804 0,'0'0'12'0,"0"0"3"16,0 0-12-16,0 0-3 15,0 0-67-15,0 0-294 16</inkml:trace>
  <inkml:trace contextRef="#ctx0" brushRef="#br0" timeOffset="56372.43">16289 11530 857 0,'0'0'63'15,"0"0"-59"-15,95 0-1 16,-36-10 24-16,-5 4-14 16,-8 2-7-16,-13 4-6 15,-10 0-7-15,-11 0-24 16,-9 13-16-16,-3 4-23 16,0 8 23-16,-16 5 33 0,-3 1 11 15,-2-2 3-15,9-5-1 16,3-5 1-16,6-9 19 15,3-4 1-15,0-5 12 16,15-1 18-16,12-1 0 16,2-15-7-16,6-3-38 15,-5-1 2-15,-4 0-7 16,-3-1-58-16,-4 1-85 16</inkml:trace>
  <inkml:trace contextRef="#ctx0" brushRef="#br0" timeOffset="56743.71">17134 11335 697 0,'0'0'33'0,"0"0"9"15,0 0 19-15,0 0-35 16,0 0-25-16,0 0-1 15,0-14-12-15,0 37 12 16,0 4 5-16,0 5 6 16,4-1 0-16,17-1-6 15,15-5-3-15,11-11 8 16,8-7-2-16,0-7 12 0,-10-7-9 16,-10-10 7-1,-11-6 0-15,-15-6 12 0,-6-5-11 16,-3-2-10-16,-9-3-7 15,-15 3-2-15,-4 4 0 16,-5 10-8-16,-3 9-4 16,-6 13-11-16,-6 13-29 15,-1 17-24-15,3 6-28 16,13-7-220-16</inkml:trace>
  <inkml:trace contextRef="#ctx0" brushRef="#br0" timeOffset="57654.67">17758 11447 472 0,'0'0'136'16,"0"0"-44"-16,0 0-25 15,0 0-18-15,0 0-8 16,0 0-29-16,35-47 5 16,-35 47 5-16,0 0 3 15,0 0-6-15,0 0 0 16,0 0-15-16,0 3 5 15,-6 13-7-15,-12 12 3 16,-2 8 5-16,3-2-7 16,-4-5-2-16,3 0 0 0,-3-6-1 15,3 1 2-15,5-11-2 16,3-2 0-16,9-9-1 16,1-2-24-16,0 0-15 15,0 0-36-15,14-20-135 16</inkml:trace>
  <inkml:trace contextRef="#ctx0" brushRef="#br0" timeOffset="57940.75">17963 11143 574 0,'0'0'25'16,"0"0"-22"-16,0 0 70 16,0 0-7-16,0 0-27 15,77 89 14-15,-63-53-24 16,-5-3-3-16,0-6-17 16,1-8-5-16,-4-2 2 15,2-6-6-15,-5-1 1 16,-3-2-1-16,0-1 0 15,0 3-30-15,0-6-125 16,0-4-330-16</inkml:trace>
  <inkml:trace contextRef="#ctx0" brushRef="#br0" timeOffset="58181.1">18358 11344 607 0,'0'0'64'0,"0"0"6"16,0 0 2-16,20 99-33 0,-20-66-29 16,-8 1 1-16,-1-4-10 15,-3-8-1-15,5-2 0 16,-2-7-13-16,3-10-67 15,1-3-163-15</inkml:trace>
  <inkml:trace contextRef="#ctx0" brushRef="#br0" timeOffset="59071.78">18719 11139 520 0,'0'0'159'15,"0"0"-107"-15,0 0 5 16,0 0-12-16,0 0-42 15,0 0-3-15,0 0 17 16,0-3 4-16,-2 3-16 16,-3-2 7-16,2 2-11 15,0-2 5-15,0-1-2 16,3 3 3-16,0 0-3 16,0 0 0-16,0 0-3 0,0 0 0 15,-3 0 1-15,0 0-1 16,-2 0 4-16,-1 0-5 15,-1 0 0-15,1 0-1 16,0 0 1-16,0 0-1 16,-4 0 1-16,3 0 1 15,3-3-1-15,1 3 0 16,3-3 0-16,0-1 3 16,0-3-3-16,6-1-7 15,12 1 7-15,-5 3-1 16,-1 1-1-16,-6 3 1 15,-1 0 1-15,-2 0 0 16,-3 0-5-16,0 0 2 0,0 3 0 16,-17 4 2-16,1 0 1 15,-5-2 0 1,1-5 0-16,3 0 4 0,-6 0-3 16,4-5-1-16,1-5 5 15,6-4-3-15,5-2 0 16,7-4-1-16,0 1-1 15,22-3 0-15,8 2-1 16,9 2 1-16,7 5-5 16,-1 6 5-16,1 3 0 15,-4 4 0-15,-13 8 0 16,-9 15 1-16,-16 7-1 0,-4 8 4 16,-16 6 0-16,-18-2 0 15,-8-3-3-15,3-7 1 16,0-13 5-16,11-3 2 15,4-12 4-15,11 0-3 16,4-4-1-16,9 0 3 16,0 0-8-16,9 0-4 15,16 0-3-15,9 0 3 16,8 0 1-16,-2 5 0 16,-2 7 7-16,-6 0 3 15,-5 1-6-15,-8-2-5 16,-6 0 4-16,-10 0-4 15,-3 1-2-15,-3 2-34 0,-14 0-31 16,-5-8-164-16</inkml:trace>
  <inkml:trace contextRef="#ctx0" brushRef="#br0" timeOffset="59314.57">19005 11151 671 0,'0'0'56'16,"0"0"-46"-16,0 0 25 15,-3 78 30-15,-10-45-38 0,0-3-8 16,-3-4-1 0,3-6-16-16,6-3 2 0,-5-8-2 15,3 0 2-15,1-4-8 16,4-3 1-16,2-2-48 15,2 0-62-15,0-5-36 16</inkml:trace>
  <inkml:trace contextRef="#ctx0" brushRef="#br0" timeOffset="59732.71">19210 11018 337 0,'0'0'224'15,"0"0"-215"-15,0 0 0 0,0 0 34 16,0 0-23-16,0 0-13 16,84-15-6-16,-74 13-1 15,-10-1-37-15,0-3-384 16</inkml:trace>
  <inkml:trace contextRef="#ctx0" brushRef="#br0" timeOffset="59874.03">19384 10955 680 0,'0'0'52'0,"0"0"-28"15,0 0 12-15,0 0-36 16,79-30-3-16,-63 27-111 16</inkml:trace>
  <inkml:trace contextRef="#ctx0" brushRef="#br0" timeOffset="60272.77">19713 10891 577 0,'0'0'46'16,"0"0"-44"-16,0 0 18 0,0 0-19 15,0 0 2 1,0 0 6-16,7 20 2 16,-7-6-1-16,-7-1 6 0,2-4-12 15,-1 1-2-15,1-3 0 16,-1-3-2-16,-1 5 0 16,3-5-37-16,1-4-101 15,3 0-347-15</inkml:trace>
  <inkml:trace contextRef="#ctx0" brushRef="#br0" timeOffset="60938.71">19775 10664 733 0,'0'0'51'0,"0"0"35"16,0 0-35-16,0 0-33 16,0 0-17-16,0 0 12 15,65 10 1-15,-43 6 0 16,-6 1 3-16,-3 2-9 16,1-5-6-16,-8 2 4 15,-2-5-4-15,-1-4-2 16,-1-2 0-16,-2-1 0 15,0-4 1-15,0 0-1 16,0 0 0-16,0 0 1 0,0 0 3 16,0 0 2-16,-2 0 10 15,-8-7-4-15,-5-5-9 16,0-3 2-16,2 1-4 16,1-11 0-16,2 2 0 15,9-4-1-15,1 1 2 16,3-1-2-16,21-1-1 15,6 4-1-15,1 4-7 16,2 7 2-16,3 6 0 16,-5 4-1-16,0 3 2 15,1 0 6-15,-3 0 1 16,-3 7-1-16,-4 6-2 16,-2 4 1-16,-6 2 0 15,2 0 1-15,-7 1 0 0,1-3 0 16,-3 2 2-16,-1-5 0 15,-3 0 1-15,2-4 1 16,-4-4 2-16,4 1-6 16,-5-3 0-16,3-1 0 15,-3 2 0-15,3-4-1 16,-3 2 1-16,3-3 3 16,-3 0-1-16,0 0-2 15,0 0 1-15,0 0-1 16,0 0-2-16,0 0-6 15,0 0-36-15,-6 3-56 16,-17-1-194-16</inkml:trace>
  <inkml:trace contextRef="#ctx0" brushRef="#br0" timeOffset="61576.45">19876 10981 442 0,'0'0'235'15,"0"0"-167"-15,0 0-20 16,0 0 25-16,0 0-40 0,0 0-26 15,26 0-2 1,-23 0 0-16,0 0-2 16,-3 0-3-16,0 0 0 0,0 0 8 15,3 0 3 1,0 0 9-16,6 0 16 0,7-3-10 16,6-7-8-16,10 3-4 15,0-6 2-15,7 4-2 16,5-5-2-16,6-2-11 15,4 1 13-15,0 6-10 16,-11-1-2-16,-10 6 0 16,-9 1-2-16,-15 0 0 15,-8 3 0-15,-1 0 4 0,0 0-5 16,0 0 1 0,-3 0-5-16,-7 0-3 0,-5 0 4 15,-2 0-6 1,3 0-3-16,-3 4-22 0,-1 2-4 15,2 4-21-15,-5-1-41 16,-1 2-84-16,-2-2-307 16</inkml:trace>
  <inkml:trace contextRef="#ctx0" brushRef="#br0" timeOffset="62154.3">19944 11119 593 0,'0'0'103'0,"0"0"-28"16,0 0 25-16,0 0-52 15,0 0-18-15,0 0-11 16,25-12-12-16,-25 12 2 16,0 0-7-16,0 0-2 15,0 10-1-15,0 15 1 16,0 13 6-16,0 8 11 15,0 7-6-15,0 5 8 16,0-5-12-16,3 0-1 0,6-13-3 16,3-9-3-16,-6-12 8 15,-2-12-8-15,-2-1 4 16,-2-6-3-16,0 0-1 16,0 4 0-16,-3-1-6 15,-17 4-89-15,-1-7-132 16</inkml:trace>
  <inkml:trace contextRef="#ctx0" brushRef="#br0" timeOffset="62579.99">19332 11794 313 0,'0'0'316'0,"0"0"-237"0,0 0-43 16,0 0 33-16,-97 0-34 16,69 10-2-16,-4 5-20 15,-5 6 12-15,-3 5-2 16,1 8 6-16,5 5 2 16,4 1-9-16,11 3-8 15,8-3 1-15,11-5-7 16,0-6-2-16,17-1-6 15,12-9 1-15,10-2-7 16,4-9-26-16,5-5-69 16,0-3-170-16</inkml:trace>
  <inkml:trace contextRef="#ctx0" brushRef="#br0" timeOffset="62859.32">19629 11989 339 0,'0'0'375'0,"0"0"-328"16,0 0 22-16,-91 19-21 16,81 1-36-16,10 3-12 15,0-3 1-15,22-4 0 16,11-6 1-16,10-7 9 16,-6-3-8-16,-3 0 5 15,-8-6-6-15,-17-6-1 16,-9-2 23-16,0-6 27 15,-15 0-25-15,-14 3-18 16,-5 0-5-16,6 4-2 0,-1 8-1 16,12 5-22-16,6 0-60 15,8 0-106-15,3 0-408 16</inkml:trace>
  <inkml:trace contextRef="#ctx0" brushRef="#br0" timeOffset="63550.95">19808 11925 712 0,'0'0'108'15,"0"0"-85"-15,0 0-4 0,0 0-19 16,0 0 3 0,0 0 1-16,45 59 5 0,-39-42-7 15,-3-4-2-15,-3-5 0 16,0-5 0-16,0-3 2 15,0 0 31-15,0 0 32 16,-3-14-35-16,-3-1-22 16,6-5-5-16,13-6-3 15,23 2 0-15,9 3 0 16,-2 5 0-16,-6 13-3 16,-7 3 1-16,-9 0 0 15,-3 7 0-15,-8 8-1 16,-7-1 3-16,-3 0-2 15,0-3 2-15,0-6-4 16,0-5-1-16,-1 0 5 0,-7 0 11 16,1-8-4-16,1-3-2 15,6-3-1-15,0 3-5 16,0-1 2-16,10 5-2 16,2 1 4-16,0 6-10 15,-1 0 13-15,0 0-12 16,3 3 8-16,4 4-2 15,0-4 2-15,9-3 0 16,5 0 6-16,3 0 4 16,2-10-8-16,-12-4 0 15,-1-3-4-15,-8 2-2 16,-7-2 0-16,-6 4-9 16,-3 0 4-16,0 7 5 0,0 5 4 15,0 1-1-15,-1 0 5 16,1 0 5-16,0 0-11 15,0 10 0-15,8 1 0 16,6-3 1-16,4-1-1 16,5-3 9-16,-1-1 3 15,-1 4-12-15,-8-4 1 16,-2 4 1-16,-3-2-2 16,-1 0 0-16,-4-2-1 15,0 0-7-15,-3-3-8 16,0 3-38-16,0-3-88 15,0 0-303-15</inkml:trace>
  <inkml:trace contextRef="#ctx0" brushRef="#br0" timeOffset="63960.63">20932 11676 651 0,'0'0'65'16,"0"0"-45"-16,-92-5 64 0,56 19-34 15,7 6-12-15,7 2-16 16,9 2-21-16,9-1 3 16,4-3-4-16,4-3-2 15,17-5 2-15,6-9 9 16,1-3 2-16,-1 0 10 16,-8-3 0-16,-2-10 0 15,-10-6 4-15,-4-1-12 0,-3 0 0 16,0-1 7-1,0 1-19-15,-9 8-1 0,2 2-14 16,3 1-43 0,4 6-44-16,0-5-136 0</inkml:trace>
  <inkml:trace contextRef="#ctx0" brushRef="#br0" timeOffset="64463.68">21067 11646 681 0,'0'0'44'0,"0"0"43"16,0 0 25-16,82 16-63 16,-51-10-20-16,3-3 11 15,-2-3-23-15,-6 0-5 16,-7 0 2-16,-6 0-8 16,-9-12 1-16,-2-8 0 0,-2-4-3 15,0-2-4-15,0 2 0 16,-3 7-3-16,-2 5 6 15,4 9-6-15,1 3 6 16,0 0-7-16,0 15 1 16,4 12 3-16,14-1 1 15,6 2 7-15,5-6-2 16,3-5 11-16,0-6-1 16,1-9 0-16,-4-2 5 15,-2 0-15-15,-3-13 10 16,-3-11-14-16,-8-5 2 0,-4-11-4 15,-5-2-1-15,-4-8-8 16,-1 0-8-16,-14 7-10 16,2 11-1-16,0 15 25 15,6 11 3-15,7 6 6 16,0 0-6-16,7 16-3 16,13 11 3-16,9 8 12 15,-3 3-2-15,3-3 2 16,-5-2-12-16,-3-6 4 15,-4-5-3-15,-8-5-1 16,-9-4-11-16,0 1-44 16,-25-8-103-16,-12-6-184 15</inkml:trace>
  <inkml:trace contextRef="#ctx0" brushRef="#br0" timeOffset="64592.06">21428 11519 826 0,'0'0'104'16,"0"0"-37"-16,0 0-17 15,110-83-17-15,-61 74-28 16,-3 1-3-16,-7 8-2 16,-7 0-55-16,-13-5-105 15</inkml:trace>
  <inkml:trace contextRef="#ctx0" brushRef="#br0" timeOffset="65170.78">19933 12269 593 0,'0'0'234'16,"0"0"-192"-16,0 0 4 15,0 0-5-15,0 0-35 16,0 0-1-16,79-59 0 16,-63 47-2-16,-6 1-1 15,-10 0 10-15,0 2-11 16,-13-1 2-16,-13 4 8 16,-10 6-9-16,-1 0 0 15,4 0 18-15,6 12-3 16,7 14-4-16,10 6 7 0,10 7-10 15,4 6-7 1,21 1 4-16,9-2-6 0,-7-1 1 16,0-9-1-16,-11-5-2 15,-9-7-2-15,-7 2-15 16,0-7-2-16,-9-5 8 16,-8-1 8-16,-2-5-26 15,3-3-55-15,6-3-50 16,4 0-58-16,6-3-319 15</inkml:trace>
  <inkml:trace contextRef="#ctx0" brushRef="#br0" timeOffset="65319.54">19865 12547 587 0,'0'0'146'0,"0"0"-67"16,0 0-34 0,0 0-45-16,0 0-1 15,99-50 0-15,-55 37 1 0,3 4 0 16,-2-5-1-16,-3 4 1 15,-15 3-4-15,-8 1-44 16,-8-1-245-16</inkml:trace>
  <inkml:trace contextRef="#ctx0" brushRef="#br0" timeOffset="65592.72">20209 12458 670 0,'0'0'79'15,"0"0"-26"-15,89 0 58 0,-56 0-53 16,-4 0-14-16,-4 6-20 16,-9 7-18-16,-2-3-6 15,-10-3 1-15,-2-1-1 16,-2-6 7-16,0 0 1 16,-2 0 20-16,-9-3-3 15,-2-10-16-15,4-1 2 16,4-6 2-16,5-2-11 15,0-1-2-15,10 3-14 16,17 1-33-16,6 1-27 16,-1 9-84-16,4 2-235 15</inkml:trace>
  <inkml:trace contextRef="#ctx0" brushRef="#br0" timeOffset="65813.05">20707 12326 211 0,'0'0'313'0,"0"0"-85"0,0 0-101 16,0 0-82-16,0 0-20 15,-91 20 15-15,82-8-27 16,8 5-13-16,1-4 1 16,9-4 0-16,12-1 2 15,2-8 20-15,2 0 2 16,-8-4 1-16,-3-12 2 16,-6-8 9-16,-8-1-18 15,0-6-1-15,-10 8-11 16,-3 1-7-16,1 5-27 15,5 1-33-15,3 5-89 0,4-1-251 16</inkml:trace>
  <inkml:trace contextRef="#ctx0" brushRef="#br0" timeOffset="66257.38">20827 12201 576 0,'0'0'355'15,"0"0"-315"-15,0 0-30 16,0 0 42-16,0 0-20 15,0 0-10-15,77 59-14 16,-63-43 1-16,-5-6-8 16,-5 0-1-16,-4-7-2 15,0-3-1-15,0 0 3 16,-7 0 11-16,-2-10 4 16,1-3 5-16,8 2 2 15,1-4-8-15,32 2-12 16,12 2-1-16,9 3-1 0,-5 8 0 15,-9 0 2-15,-11 0 1 16,-9 3-3-16,-7 6 0 16,-7-6 0-16,-3-1-4 15,-3-2 4-15,0 0 0 16,-3 0 10-16,-8-9 3 16,2-7-5-16,7-1-1 15,2-3-7-15,25 1 0 16,12 2 0-16,8 3 0 15,-4 8 0-15,-4 6 0 0,-10 0 1 16,-6 0 1 0,-4 9 0-16,-8 5-2 0,-3 0-2 15,-3 5 1-15,-3 1-6 16,0 5-26-16,0-6-74 16,-14-6-246-16</inkml:trace>
  <inkml:trace contextRef="#ctx0" brushRef="#br0" timeOffset="66790.92">19125 13009 937 0,'0'0'44'16,"0"0"-36"-16,0 0 35 15,0 0-15-15,0 0-28 16,0 0 2-16,53 44 4 16,-32-8 7-16,-1 3-7 15,-4 1-3-15,-6-7 2 0,0-4-4 16,-7-8-1 0,1-4-9-16,-4-5-19 0,-10-5-42 15,-20-1-36 1,-6-6-170-16</inkml:trace>
  <inkml:trace contextRef="#ctx0" brushRef="#br0" timeOffset="67350.69">18992 13283 755 0,'0'0'123'15,"0"0"-100"-15,0 0-16 16,124-56 20-16,-63 30 25 16,4-1-26-16,0-2 12 15,-6-4-23-15,-7-1-15 16,-10-3 1-16,-10 2 1 15,-15 5 2-15,-8 7-6 0,-6 7 2 16,-3 9-5-16,0 4 5 16,0 3 0-16,7 0-1 15,0 23 0 1,3 7 1-16,2 9 10 0,5 4-3 16,-5-1-7-16,2-4-1 15,0-6 1-15,4-8 1 16,-8-5 0-16,-1-13 0 15,-2-2-1-15,-5-4 5 16,-2 0-3-16,4-6-1 16,3-17 9-16,3-1-10 15,6-3-11-15,4 8 11 16,-5 6 0-16,1 6-3 0,-2 7 0 16,2 0 2-1,3 13 1-15,7 4 4 0,4 4-2 16,1-4 3-16,6-5-5 15,5-9 6-15,0-3 3 16,-3 0-6-16,-10-10 3 16,-6-9-1-16,-11-6-5 15,-8 0 2-15,-4 2-1 16,0 2-1-16,-9 8 0 16,3 11 1-16,5 0 8 15,1 2-9-15,0 2-4 16,12 13-2-16,15 1 6 15,2-1 1-15,13-2 3 0,1-7-1 16,2 1 0-16,-6-4-3 16,-9-3-19-16,-14 0-109 15,-9-3-302-15</inkml:trace>
  <inkml:trace contextRef="#ctx0" brushRef="#br0" timeOffset="67988.98">20803 12908 893 0,'0'0'179'0,"0"0"-170"16,0 0-2-16,0 0 7 15,0 0-13 1,0 0-2-16,13-84-6 0,-37 61-31 15,-16-1-25-15,-15 5 25 16,3 4 22-16,7 4 16 16,16 8 33-16,19 3-2 15,10 2-29-15,7 22 0 16,31 12 20-16,10 3 14 16,7 5-14-16,0-5-10 15,-13-2-11-15,-8-1 1 16,-16 1-1-16,-15-2 0 15,-3 2 6-15,-18-7-7 0,-15-4-12 16,-2-6-6-16,2-7-3 16,10-9 0-16,5-4-3 15,11 0 15-15,7 0 9 16,0-14-1-16,6-6-7 16,24-5 4-16,5-3 2 15,7-1-3-15,4-2 4 16,-5 4 1-16,-1-1 1 15,-10 8-1-15,-11 8 0 16,-3 8 5-16,-3 1 7 16,-3 3-6-16,5 0-3 15,6 0-2-15,1 9 1 16,7 1 6-16,8 0-7 0,-3-3 1 16,-1-7 3-1,-9 0 4-15,-9 0-3 0,-11 0-5 16,-4-17 23-16,-9 1-6 15,-24-7-18-15,-13 6-1 16,1 3 1-16,5 1 11 16,12 8-2-16,7 3-9 15,10 2-14-15,10 0-86 16,1 0-128-16</inkml:trace>
  <inkml:trace contextRef="#ctx0" brushRef="#br0" timeOffset="68258.98">21240 12876 723 0,'0'0'112'0,"0"0"-105"16,117 27 110-16,-69-13-43 16,-3 2-25-16,-12-2-34 15,-12-5-8-15,-6-2-2 16,-12-7-5-16,-3 0 3 15,0-4 55-15,-13-13 14 16,-4-8-60-16,1-1 0 16,3 1 9-16,9 0 4 15,4 2-23-15,1-1-2 0,25 5-12 16,7 2-44 0,1 5-41-16,-3 4-225 0</inkml:trace>
  <inkml:trace contextRef="#ctx0" brushRef="#br0" timeOffset="68543.72">21772 12540 920 0,'0'0'2'15,"0"0"-2"-15,0 0 0 0,0 0 48 16,0 0-20-16,88 47 15 16,-59-8-2-16,-7 1 4 15,-5-1-30-15,-4-1-5 16,-7-6-4-16,-6-6-4 16,0-6-2-16,0-3-15 15,-5-8-26-15,2 1-43 16,3-9-53-16,0-1-151 15</inkml:trace>
  <inkml:trace contextRef="#ctx0" brushRef="#br0" timeOffset="68808.67">22130 12617 480 0,'0'0'80'0,"0"0"67"16,0 0-50-16,-4 85-38 15,8-65-22-15,14-4-5 16,5-6 6-16,0-10 13 16,-2 0-4-16,-4 0-18 15,-6-10-7-15,-8-7-3 16,-3-6 6-16,0-4-16 16,-16-2-5-16,-3 4-3 15,-5 4-1-15,3 11-1 16,7 0-19-16,3 7-31 15,8 3-61-15,3 0-164 16</inkml:trace>
  <inkml:trace contextRef="#ctx0" brushRef="#br0" timeOffset="69052.95">22291 12590 553 0,'0'0'75'0,"0"0"-74"15,0 0 109-15,0 0-5 16,106 72-52-16,-79-66-13 16,-10-3-11-16,-9-3-4 15,-6 0 10-15,-2-15 36 0,-4-15-42 16,-16-6-24 0,-8-4-1-16,-4 4-2 15,1 2-1-15,3 5-1 0,4 9 0 16,7 10-11-16,6 3-51 15,4 7-140-15</inkml:trace>
  <inkml:trace contextRef="#ctx0" brushRef="#br0" timeOffset="69459">22519 12434 901 0,'0'0'84'0,"0"0"-84"16,0 0 6-16,117 84 21 16,-81-45-2-16,-11 4-15 15,-5-1-3-15,-9-2-5 16,-6-10 4-16,-5-10-5 16,0-6 1-16,-13-8-2 15,-9-6 2-15,-4 0 10 16,-9-6-3-16,4-14-4 15,3-8-3-15,4-7 10 16,8-3 6-16,7-11-4 16,9-6 2-16,0 1-5 15,14 1-7-15,12 11 4 16,11 14-8-16,3 10 1 0,4 14 2 16,0 4-3-16,-6 10-2 15,-12 9-1-15,-13 2-2 16,-13 2 3-16,-10-1 2 15,-25-1-11-15,-14-4-7 16,1-8-45-16,2-9-99 16,13 0-569-16</inkml:trace>
  <inkml:trace contextRef="#ctx0" brushRef="#br0" timeOffset="76935.64">23101 9815 515 0,'0'0'67'16,"0"0"26"-16,0 0-18 15,0 0 20-15,0 0-61 16,0 0-6-16,0 0-8 16,12-19 2-16,-10 19-3 15,0-2 0-15,0 1 7 16,2-1-7-16,-2 2-3 0,3 0-5 16,-1 0-3-16,4 8-8 15,3 14 0-15,6 8 13 16,2 7 3-16,5 5-5 15,1 1 2-15,-2-2-7 16,-2-2-3-16,-6-8 2 16,-4-9-5-16,-8-6 4 15,-3-9-4-15,0-1-1 16,0-6 1-16,0 4 2 16,0-4-1-16,-1 0 2 15,-4 0 0-15,1 0 2 16,-6 0-1-16,-1-4-1 15,-7-9 4-15,2-3-4 0,-3-4-5 16,3-6 7-16,5-3-5 16,6-5 0-16,5 1-2 15,3 3 0-15,20 3 0 16,0 5 2-16,7 5-2 16,1 7-10-16,5 4 3 15,3 5 1-15,-1 1 3 16,0 0-5-16,-5 13 8 15,-3 6 2-15,-3 8-2 16,-8 4 2-16,-3 1-1 16,-2 1 1-16,-4-6 1 15,-1-4 2-15,-3-4 1 0,-1-5 2 16,-1-4-3-16,-2 0-1 16,0-6-2-16,-2-2 2 15,0 1-2-15,0 2-3 16,0-2 0-16,0 0-69 15,-7-3-66-15,0 0-121 16</inkml:trace>
  <inkml:trace contextRef="#ctx0" brushRef="#br0" timeOffset="77251">23886 10057 558 0,'0'0'139'0,"0"0"-81"16,0 0 69-16,0 0-70 16,0 0-1-16,0 0-26 15,46-26-17-15,-17 21 0 16,10-1-13-16,8 3 6 15,7 0 1-15,-2 3-5 16,-4 0 0-16,-7-3 1 16,-11 3-6-16,-13 0 4 15,-11 0-2-15,-6-4-1 16,0 0-20-16,-27-2-90 0,-8-8-210 16</inkml:trace>
  <inkml:trace contextRef="#ctx0" brushRef="#br0" timeOffset="77500.14">23908 9872 744 0,'0'0'68'0,"0"0"0"16,0 0-15-16,0 0-23 16,0 0-20-16,0 0 9 15,66 72 8-15,-45-27-6 16,1-1-4-16,0-1-1 15,-2-4 1-15,-5-8 6 0,-6-9-23 16,-6-5-1 0,-3-7 1-16,0-3 3 0,-11 3-3 15,-12 0-21-15,-6 0-39 16,5-7-50-16,8-3-82 16</inkml:trace>
  <inkml:trace contextRef="#ctx0" brushRef="#br0" timeOffset="77859.75">24523 9723 266 0,'0'0'559'16,"0"0"-484"-16,0 0-11 16,0 0 7-16,0 0-28 15,0 0-41-15,36 34 4 16,-19 5 11-16,3 9 6 16,-1 8 6-16,-1-3-8 15,2-3-5-15,-6-10-3 16,-2-7-4-16,-3-8 1 15,-3-8-10-15,0-6 2 16,-3-8-1-16,-3 0 3 0,0-3-4 16,0 0-3-16,0 0-28 15,-22 0-65-15,-6-3-106 16</inkml:trace>
  <inkml:trace contextRef="#ctx0" brushRef="#br0" timeOffset="84743.73">23438 10853 217 0,'0'0'54'0,"0"0"-30"0,0 0 26 16,0 0 31-16,0 0-2 15,0 0-56-15,0 0-4 16,5-17-10-16,-5 14 22 16,0-1-2-16,0-3 5 15,0 4 5-15,0 0 4 16,0-1-14-16,0-3 10 15,0 4-12-15,0-3-14 16,0 3-2-16,0-4-5 16,0 4-1-16,0 3-3 15,0 0-2-15,0 0 10 0,0 0 7 16,0 0-10-16,0 0 11 16,0 0-7-16,0 0 1 15,0 0-4-15,0 0-1 16,0 0-2-16,0 0 8 15,0 0-1-15,1 0 6 16,1 0-5-16,-2 0 5 16,0 0 6-16,0 0 1 15,0 0-9-15,0 0-11 16,0 0 5-16,0 0-4 16,0 0-4-16,0 0 2 15,0 0-1-15,1 0-5 16,4 0 4-16,1 10-1 15,1 2 5-15,2 2 5 16,0 0-3-16,-2 6 0 0,3-1-4 16,-7 3 5-16,1 3-7 15,-1 0 9-15,0 6-6 16,-2-5 8-16,-1 1-5 16,0-1-1-16,0 0 0 15,0-2 1-15,2-2-1 16,-1-5-5-16,-1-4 5 15,2-6-6-15,-2-2 0 16,0 0 2-16,1 1-3 16,-1-3 0-16,2 0 0 0,-2 2 3 15,0-3-3-15,0-1 1 16,0-1-1-16,0 0 0 16,0 0 0-16,0 0 0 15,0 0 2-15,0 0 1 16,0 0-2-16,-3 0 1 15,-6-1-1-15,2-6 2 16,-3 4-3-16,3-3 5 16,-2 1-3-16,3-4-2 15,3-2 4-15,2 3-2 16,-1-1-2-16,2-3 5 16,0 2-4-16,0-2-1 15,0-1-3-15,0 0 3 16,0 3-1-16,0-4 3 15,3 4-2-15,-1 6 0 0,-1-2-2 16,1 1-1-16,-1-2 3 16,2-3-2-16,-3 0-6 15,4-2 2-15,-2-2-2 16,-1-1 4-16,1-3-8 16,1-2 0-16,-2 3-2 15,2 0 3-15,1 1 7 16,-4 5 0-16,3 3-3 15,-3 4 7-15,0 1 0 16,0 2 0-16,0-2 0 16,0 3 0-16,0-3 0 15,0 3 0-15,0 0 0 0,0 0 0 16,0 0-2-16,0 0 2 16,0 0 1-16,0 0-1 15,0 0-2-15,0 0-2 16,0 0 2-16,0 0 0 15,0 0-3-15,1 10 1 16,2 7 4-16,0 2 0 16,3 7 0-16,-2 4 2 15,-1 0 6-15,0 7-1 16,0-5-4-16,2 1 3 16,1-3 1-16,3-7 0 15,-8 0-1-15,2-7-4 16,-3-5-1-16,0-2 1 15,0-6 0-15,0 2-1 0,0-3-1 16,0-1 5-16,0-1-5 16,0 0 0-16,0 0 0 15,0 0 0-15,0 0 1 16,0 0 3-16,0 0 0 16,0 0-1-16,0 0-3 15,0 0 3-15,0 0 3 16,0 0-2-16,0 0-4 15,0 0 1-15,0 0 0 16,0 0 1-16,0 0-2 16,0-1-8-16,0-9-23 15,0 4-21-15,0-5-6 0,0-3-61 16,5-8-97-16</inkml:trace>
  <inkml:trace contextRef="#ctx0" brushRef="#br0" timeOffset="87175.8">23871 12316 170 0,'0'0'112'0,"0"0"-82"0,0 0-9 15,0 0 41 1,0 0 15-16,0 0-35 0,-20-11-29 16,10 8-13-16,-3 3 0 15,-2-3-2-15,3 3 4 16,3 0-2-1,4 0 1-15,4 0 22 0,1-3-2 16,0 3-12-16,0 0-2 16,0 0-1-16,0 0-4 15,0 0 1-15,0 0-2 16,0-3-1-16,0 3 0 16,0 0-3-16,-3 0-5 15,-1 0-40-15,1 0-18 0,-5 0 23 16,3 0-43-1,-1 0-16-15</inkml:trace>
  <inkml:trace contextRef="#ctx0" brushRef="#br0" timeOffset="89295.89">23744 12293 203 0,'0'0'5'0,"0"0"13"16,0 0-9-16,0 0 1 16,0 0 24-16,0 0 13 15,2 0 15-15,-2 0-18 16,0 0-11-16,0 0 2 15,0 0 6-15,0 0 3 16,0 0 3-16,0 0 5 0,0 0-11 16,0 0-27-16,0 0 9 15,0 0-6-15,0 0 7 16,0 0 2-16,0 0-10 16,0 0 0-16,-6 0-14 15,-2-4-2-15,-2 1 1 16,-1 3 3-16,2-4-1 15,-1 1-3-15,0 3 0 16,0 0 6-16,1 0-3 16,1 0-2-16,2 0 6 15,1 0 1-15,4 0 2 16,-2 0-7-16,-6 0 3 0,3 0-4 16,0 0 3-16,1 3 0 15,-2 4 3-15,-2 6 7 16,2 0-9-16,-3 1 10 15,3 3-14-15,0 3 21 16,1-3-4-16,1 2-10 16,4-4 0-16,1 2-4 15,0 0-1-15,0 2-2 16,0-5 7-16,4 3-4 16,11-2 3-16,6-1-4 15,7 3 0-15,5-7 8 16,7 0-5-16,2-1-2 15,2-5 3-15,-1-1-6 0,-1-3 2 16,-3 0-4-16,-6 0 1 16,-3 0 2-16,-9-7-2 15,0-3-1-15,-6 0 1 16,-2-3 6-16,0 0-5 16,-6-3-2-16,2 2 2 15,-3-5-6-15,0 2 10 16,-3 0-5-16,-3-2-1 15,0-1 0-15,0 0 0 16,0 3 0-16,-5 0-1 16,-4 2-3-16,-4 2 8 15,-2 2-8-15,-3-2-2 0,2 4 6 16,-7 2-1-16,1 0-1 16,1 4 2-16,-3-1 0 15,3 1 1-15,3 3-1 16,0 0 0-16,1 0-3 15,2 0 3-15,-5 0 0 16,-1 7-3-16,-1 2 3 16,-2 2-1-16,0-2 2 15,3 5-1-15,-1-1 0 16,0 1 2-16,-2-2 0 16,1 2-2-16,-1-1 0 15,2-3 0-15,3-3 8 0,5-1-7 16,4 0 0-16,3-3-1 15,4 1 0-15,0-3-1 16,0 5 1 0,0-3 1-16,3 7-1 0,-4 4 0 15,4 1 2-15,0-1 1 16,0-1-2-16,0-4-1 16,0 1-4-16,0-3 4 15,7-2 1-15,-7 0 5 16,1-5-11-16,-1 3 5 15,0-3 0-15,0 0 2 16,0 0 3-16,2 0-1 16,-2 0-3-16,0 0-2 15,1 0 2-15,-1 0-2 16,0 0 1-16,0 0 0 0,0 0 1 16,0 0-1-16,0 0-1 15,0 1 0-15,0 5-1 16,2-2 2-16,2 2 0 15,2 1 0-15,1 0 2 16,5-1-4-16,5 1 1 16,5 0 1-16,4-1 3 15,5-3-2-15,3-3-1 16,0 0 0-16,-1 0 1 16,-6 0 2-16,-6 0-3 15,-3 0 0-15,-3-6 0 16,0-1 1-16,0 0-1 15,-1-2-1-15,-1 2 1 0,-3 0 0 16,-1 1-1-16,-2-4 1 16,1 6 0-16,1-1 1 15,-3 0-1-15,0 0-3 16,-2 1 3-16,-1 1 0 16,0 0 3-16,0-1-2 15,-2 1 2-15,-1-1-4 16,2-2 3-16,-1 2-4 15,1-2 6-15,1 0-7 16,0-2 6-16,0-1-6 16,-2 2 4-16,-1-3-2 15,0 3 2-15,0 1 1 0,0 0-2 16,0-2-2 0,0 6 2-16,0-2 0 0,0-2 0 15,0 5 0-15,0-5 0 16,-4 2 0-16,-1-2-1 15,-1 1-1-15,-4 0 2 16,0-2-1-16,-3 0 1 16,-1 1-5-16,0 2 5 15,-1-1 5-15,5 0-5 16,0 3 0-16,1-1-4 16,1 3 4-16,4-1-2 15,-5-2 2-15,1 3 0 0,2-3-2 16,-1 3 1-16,2 0 2 15,0 0-2-15,0 0 1 16,-1 0-2 0,-3 0 1-16,-3 0-1 0,3 3 1 15,-1 4 1-15,-2 0 0 16,1-2 0-16,4-1 0 16,2 2 0-16,1-6 0 15,0 5 0-15,1-3 0 16,-5 2 6-16,3 2-6 15,1-4 0-15,1 1-3 16,-1-1 7-16,2-2-8 16,2 0 2-16,-1 3 2 15,1-3-1-15,0 4 3 16,-3-4-6-16,3 3-1 0,0-1-6 16,-2 2-6-16,2 0-13 15,-1 3-14-15,1 2-61 16,0-5-60-16,3-4-465 15</inkml:trace>
  <inkml:trace contextRef="#ctx0" brushRef="#br0" timeOffset="89797.42">22596 13494 172 0,'0'0'0'16,"0"0"-16"-16,0 0-26 15</inkml:trace>
  <inkml:trace contextRef="#ctx0" brushRef="#br0" timeOffset="90472.72">22354 13554 210 0,'0'0'7'16,"0"0"-6"-16,0 0 33 15,0 0 37-15,0 0-62 16,0 0-7-16,-55 0 3 15,44 0-5-15,4 0 77 16,-1 0 12-16,0 0 10 16,-1 0-4-16,-4 0-46 0,0 0 8 15,1 0-23 1,5 0 8-16,0 0-10 0,0 0 11 16,7 0-5-16,0 0 2 15,0 0-18-15,0-3-7 16,0 3 0-16,11-6-7 15,13-2 1-15,17-4 7 16,10-2 8-16,6 1 5 16,4-4-8-16,3 0-1 15,8 3-9-15,2-3 3 16,7 0-2-16,2 0-7 16,0 1 4-16,-6 2 5 15,3 0-11-15,0 5 3 16,1-4-5-16,-3-1 2 0,-3-3 2 15,-1-2-1 1,4-1-4-16,4 0 3 0,2-2-2 16,4 2 4-16,3 3-5 15,-4 4 11-15,0 1-1 16,-7 1-9-16,-6 5 6 16,-7-4-5-16,0-1 7 15,0-2-8-15,0 0 1 16,2 0 6-16,-5 3-8 15,0-7 1-15,-1 5 4 16,-4-2-5-16,0 4 0 16,-7-3 1-16,-9 4 3 15,-9-2-2-15,-13 8-2 16,-8-4 3-16,-8 3-3 16,-5 4 5-16,0-3-2 0,0 3-1 15,0 0-1-15,0 0-1 16,0-3-13-16,0 3-13 15,0-2-8-15,-3 1-9 16,-13 1-2-16,-8 0-29 16,-9 0 0-16,-4 0-40 15,-4 0-105-15</inkml:trace>
  <inkml:trace contextRef="#ctx0" brushRef="#br0" timeOffset="94207.79">22837 13967 813 0,'0'0'43'0,"0"0"-37"15,0 0 59-15,0 0 3 16,0 0-43-16,0 0-14 16,0 0-1-16,-16-23-7 15,16 22 0-15,0 1 4 16,0 0 8-16,0 0-4 15,0 0 4-15,0 0 12 16,0 0 2-16,0 0-14 16,0 0-4-16,0 0-4 15,0 1-7-15,0 13 0 16,0 8 0-16,4 12 0 16,4 5 5-16,-2 4-3 15,1-5 1-15,1-1-2 0,-5-3 1 16,-3-4 0-16,0-10-2 15,0-7 7-15,0-6-7 16,0-5 1-16,0 1 3 16,0-3 0-16,0 0-3 15,0 0 10-15,-10-12 4 16,0-15-15-16,3-13 2 16,7-15-6-16,0-5-1 15,21-7 3-15,13 8 2 16,8 10-2-16,4 13 0 15,0 19 0-15,3 13 1 16,2 4-1-16,-5 17 2 16,-5 6 0-16,-4 0 1 15,-10 4 5-15,-6-4-5 0,-4 1 2 16,-6-6-3 0,-1-4 6-16,-5-4-5 0,-4-3-1 15,-1-1 0-15,0-2 0 16,0 2 0-16,0 0-8 15,0 2-16-15,0-2-33 16,0-6-54-16,0 0-77 16,9-6-433-16</inkml:trace>
  <inkml:trace contextRef="#ctx0" brushRef="#br0" timeOffset="94447.37">23510 13941 874 0,'0'0'53'0,"0"0"-2"15,0 0-3-15,103-67-23 16,-31 39 18-16,8 4-14 16,-2 1-3-16,-8 9-22 15,-21 1 3-15,-11 6-7 16,-13 1-15-16,-12-3-10 15,-9 2-38-15,-4 2-8 16,-12-4-103-16,-19 1-460 16</inkml:trace>
  <inkml:trace contextRef="#ctx0" brushRef="#br0" timeOffset="94631.43">23749 13706 811 0,'0'0'58'0,"0"0"-53"16,0 0-4-16,0 0 80 15,30 73-42-15,-14-44 7 16,-4 4-32-16,-1 0-8 16,-1-3 4-16,-3-4-9 15,-2-1-1-15,-5-3-3 16,0 1-27-16,0-7-82 16,-2-6-94-16</inkml:trace>
  <inkml:trace contextRef="#ctx0" brushRef="#br0" timeOffset="95070.61">24117 13633 938 0,'0'0'82'0,"0"0"-47"15,120-82-1-15,-65 62-7 16,0 7 5-16,-8 9-14 15,-9 4-6-15,-15 0-9 16,-10 0-3-16,-13 14-1 16,0 3-2-16,-26 9 3 15,-13-2 7-15,-4 1-7 16,11-11 3-16,9-5 1 16,11-6 0-16,11-3-3 0,1 0-1 15,0 0-1-15,28 0-12 16,21 0 11-16,17 4 2 15,5 0 6-15,-2 5 3 16,-18 4 2-16,-15 4 9 16,-13-1-11-16,-14 1-2 15,-9 3-2-15,0-1 2 16,-24 5-2-16,-16 2 3 16,-9-2 0-16,-5-9 1 15,-1-5-9-15,1-6 0 0,2-4 0 16,-2 0-24-16,7 0-37 15,9 0-34-15,15-2-13 16,14-3-100-16</inkml:trace>
  <inkml:trace contextRef="#ctx0" brushRef="#br0" timeOffset="95565.63">25146 13525 920 0,'0'0'57'0,"0"0"-22"15,0 0 32-15,0 0-26 16,87-34-23-16,-29 24-10 16,2 1-1-16,-5 6 4 15,-13 1-2-15,-13 2-9 16,-14 0-2-16,-10 0-20 15,-5 2-54-15,-30 10-107 16,-16 5-122-16</inkml:trace>
  <inkml:trace contextRef="#ctx0" brushRef="#br0" timeOffset="95727.73">25164 13667 752 0,'0'0'92'0,"0"0"-59"16,113-10 63-16,-65-4-36 15,-3 8-29-15,-9-2-5 16,-10 3-18-16,-2 5-8 16,-7 0-10-16,1 0-59 15,-3-4-177-15</inkml:trace>
  <inkml:trace contextRef="#ctx0" brushRef="#br0" timeOffset="96234.98">26114 13322 230 0,'0'0'612'0,"0"0"-528"16,0 0-46-16,0 0 4 0,0 0-31 15,-81-45-8-15,62 45-3 16,-3 17-2-16,-5 8 2 16,3 14 0-16,0 3 3 15,5 3-2-15,7-2 2 16,12-6 2-1,0-4-9-15,20-7 8 0,20-3 1 16,12-7 17-16,13-10 1 16,4-2 1-16,0-4-8 15,-8 0 6-15,-10-13 13 16,-14-3-21-16,-10-8-7 16,-8-2 2-16,-8-10-8 15,-11-3 2-15,0-2-3 16,-21-1 0-16,-17 1-8 0,-12 10 3 15,-11 7 2-15,-5 7-2 16,2 14-27-16,4 3 6 16,8 0-45-16,12 14-26 15,13 6-49-15,18-5-165 16</inkml:trace>
  <inkml:trace contextRef="#ctx0" brushRef="#br0" timeOffset="96577.89">26802 13016 747 0,'0'0'31'0,"0"0"-30"15,0 0 3-15,0 0 56 16,0 0 2-16,0 0-28 16,-82-7-21-16,67 34 8 15,-6 9 20-15,3 7-5 16,5 10-11-16,5 2 7 16,8 5-13-16,0-4-18 15,18-6 7-15,14-6-6 0,6-8 3 16,4-11-5-1,1-1 1-15,0-11-2 0,-4 0 1 16,-6-9-71 0,-6-4-120-16</inkml:trace>
  <inkml:trace contextRef="#ctx0" brushRef="#br0" timeOffset="97006.18">27053 13223 964 0,'0'0'20'16,"0"0"-20"-16,0 0 0 0,0 0 1 15,0 0 27-15,0 0-16 16,84 71 10-16,-70-53-8 16,-1-4-4-16,-5-4 4 15,-5-3-5-15,-2-7-2 16,-1 0-5-16,0 0 23 15,-3 0 4-15,-13-11-13 16,-8-7-15-16,2-2 2 16,6 0-2-16,9 3 2 15,7 0-1-15,6 4-2 16,24 3-9-16,15 1 2 16,10 9 6-16,0 0-2 15,-4 2-2-15,-8 14 5 16,-9-2 6-16,-7 3 12 0,-6-1 2 15,-4-2 0 1,-8-7 2-16,-5 1-21 0,-1-6 2 16,-3-2 0-16,0 0-3 15,0 3-4-15,0-1-38 16,-10 3-29-16,-10-3-82 16,-1-2-86-16</inkml:trace>
  <inkml:trace contextRef="#ctx0" brushRef="#br0" timeOffset="97305.08">27348 12782 920 0,'0'0'46'0,"0"0"-40"16,86 0-1-16,-17 19 36 15,4 7 3-15,-2 11-7 16,-5 7 6-16,-11 4 0 16,-11 10-8-16,-10-4-1 15,-13-1 6-15,-14 0-20 16,-7-6-3-16,-18-5-11 0,-26-3 3 16,-13-5-8-1,-7-4-2-15,0-10-7 0,-3-1-31 16,-5-6-13-16,-4-3-59 15,7-5-146-15</inkml:trace>
</inkml:ink>
</file>

<file path=ppt/ink/ink6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2047" units="deg"/>
          <inkml:channel name="T" type="integer" max="2.14748E9" units="dev"/>
        </inkml:traceFormat>
        <inkml:channelProperties>
          <inkml:channelProperty channel="X" name="resolution" value="1516.99072" units="1/cm"/>
          <inkml:channelProperty channel="Y" name="resolution" value="2427.1853" units="1/cm"/>
          <inkml:channelProperty channel="F" name="resolution" value="5.68611" units="1/deg"/>
          <inkml:channelProperty channel="T" name="resolution" value="1" units="1/dev"/>
        </inkml:channelProperties>
      </inkml:inkSource>
      <inkml:timestamp xml:id="ts0" timeString="2021-03-19T04:42:50.239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17443 4830 3 0,'0'0'238'0,"0"0"-223"0,0 0-15 15,0 0-5-15,0 0 5 16,0 0 18-16,0 0 47 15,-20 1-15-15,20-1-14 16,0 0-22-16,0 0-14 16,0 0-2-16,0 0-47 15,0 2-9-15,0-2 15 16,0 0 18-16,0 0 25 16,0 0 13-16,0 0 11 15,0 0-16-15,0 0-8 16,0 0 10-16,0-2 21 15,0 1-25-15,0 1 2 16,0-3-7-16,-3 0-1 0,0 3 0 16,0-3 0-16,0 1-1 15,-1-3 1-15,1 5 0 16,-5 0-10-16,-3 0-25 16,-3 0-19-16,-2 0-9 15,0 0-95-15</inkml:trace>
  <inkml:trace contextRef="#ctx0" brushRef="#br0" timeOffset="812.81">17306 4838 232 0,'0'0'152'16,"0"0"-80"-16,0 0-27 16,0 0 1-16,0 0 39 15,0 0-32-15,-20-14-30 16,20 14-14-16,0 0-5 16,10 0-3-16,2 0 4 15,3 0 17-15,-3 0-8 16,-3 0 20-16,1-3-12 0,1 3-12 15,2 0 8-15,13-4-4 16,8 1-9-16,10 2 8 16,11-2-1-16,10 0-4 15,3 0 2-15,13-2-8 16,0-1 8-16,1 1-7 16,-5 0-2-16,-5 4-1 15,-8 1 2-15,-5 0-1 16,-6 0-1-16,-1 0 0 15,-4 0 3-15,-2 0-3 16,5 0 4-16,2 0 0 16,7 0 3-16,12-4 1 15,0-3-4-15,3-1 7 0,3 4-10 16,-8 0 2 0,3 3 2-16,-5 1-3 0,-3 0-1 15,-4 0 1-15,-2 0 2 16,6-2-1-16,-1 1-1 15,5-1 0-15,-1-1-2 16,1-4 3-16,-4 2 1 16,-1-5 0-16,-2 3 0 15,-9-2-4-15,-9 3 0 16,-10 2 1-16,-16 1-1 16,-2 1 0-16,1 0-2 15,6-1 8-15,9 1-6 0,10-2 0 16,1 1 2-1,-1 0-2-15,-7 3 0 0,-6 0 2 16,-9 0-1 0,-7 0-1-16,-8 0 1 0,-3 0-1 15,-2 0 0-15,0 0 1 16,0 0 2-16,0 0-1 16,0 0 1-16,0 0-1 15,0 0-2-15,0 0 3 16,0 0-3-16,0 3-21 15,0 9-44-15,-3 7-18 16,-26 8-14-16,-20 4-23 16,-16 0-100-16</inkml:trace>
  <inkml:trace contextRef="#ctx0" brushRef="#br0" timeOffset="2001.74">17705 5201 44 0,'0'0'18'0,"0"0"23"15,0 0 54-15,0 0-55 16,0 0 54-16,0 0-44 16,44-67 37-16,-44 61-37 15,0 2 19-15,0 1-21 16,0-3-31-16,0 6 0 16,-1 0-17-16,1 0 0 15,0 0-1-15,0 0-1 16,0 0 1-16,0 0 0 15,0 0 2-15,0 0 3 16,0 0 1-16,0 0-1 16,0 0 3-16,0 0-7 0,0 0 3 15,0 0-3-15,9 0 13 16,15 0 15-16,5 0 15 16,13 0-2-16,10 0-20 15,7-6-9-15,8 1-4 16,8-4-2-16,5 2-3 15,2 0 3-15,-3-3-5 16,-1 3 0-16,-11-3 8 16,2 2-7-16,-7-1 15 15,3 1-9-15,6 1 1 16,-1 2 2-16,7-3-11 0,3 2 5 16,-2 3-2-1,0-4 7-15,0 2-10 0,1 0 0 16,0-2 0-1,0 1 3-15,-7 3-3 0,-8 0-1 16,-6-2 1-16,-6 3 2 16,-2-2-2-16,-3-2 0 15,-3 1 3-15,-2 0 1 16,-4 1 1-16,-4 1-5 16,2-2 7-16,-8 3-5 15,-2 1-2-15,-7-1 9 16,-6 1-8-16,-5 1 1 15,-5 0 1-15,-3 0 0 0,0 0 1 16,0 0 1-16,3 0-2 16,-3 0-1-16,6 0-2 15,1 0 2-15,2 0 1 16,-3 0-2-16,-2 0 2 16,-4 0-1-16,0 0-1 15,0 0 4-15,0 0 1 16,0 0 0-16,0 0-1 15,0 0-1-15,0 0-3 16,0 0 1-16,0 0-1 16,0 0 0-16,0 0 3 15,0 0-3-15,0 0-1 0,0 0-10 16,0 0-17 0,0 9-66-16,-20 13 2 0,-15 2-9 15,-11-9-226 1</inkml:trace>
  <inkml:trace contextRef="#ctx0" brushRef="#br0" timeOffset="4619.96">20944 7983 194 0,'0'0'0'0,"88"-9"0"15,-40 4 10-15,3 0-1 0,-1 1 13 16,-3 0-20-16,0 4 9 16,-6 0-11-16,-11 0-3 15</inkml:trace>
  <inkml:trace contextRef="#ctx0" brushRef="#br0" timeOffset="17733.03">22743 8592 103 0,'0'0'81'0,"0"0"-28"0,0 0-20 16,0 0 2-16,0 0-12 15,0 0 0-15,0 0-15 16,0 0 35-16,48-16 30 15,-48 16-14-15,0 0-26 16,0-1-17-16,0 1-13 16,0-1 0-16,0-1 3 15,0 1-6-15,-2-3 0 16,-1 2-1-16,0-3 1 16,1 1 0-16,2-2 1 0,0 1 5 15,0 0 1-15,0 1 16 16,0-1 30-1,-2 2-27-15,2-5 1 0,-1 2 29 16,-1-1-13-16,1-3-33 16,-1 3 19-16,-1 2-21 15,2-2 0-15,1 7 3 16,-2-1-5-16,2 1 1 16,0 0 2-16,0 0-1 15,0 0 1-15,0 0-5 16,0 0 7-16,0 0-7 15,0 0-1-15,0 0 5 16,0 0-6-16,0 0 4 16,0 10-3-16,0 10 12 15,0 7-3-15,0 6 6 0,0 3 12 16,14 7-7-16,2-1-10 16,2 2 7-16,-2-1-6 15,-1-2-1-15,-3 0 4 16,-1-5-5-16,-4-2-5 15,-1-5 8-15,-2-2-3 16,-2-7-10-16,1-4 4 16,-3-6 0-16,0 0 1 15,0-7-4-15,0-3 0 16,0 0-3-16,0 0 3 16,0 0 0-16,0 0 1 15,0 0 3-15,0 0-6 0,0 0 4 16,0 0-1-16,0-6 0 15,-2-8-4-15,-4-1 1 16,0-6 1-16,-4-1-2 16,1-6-2-16,2-2 2 15,-5 1-11-15,4-4 0 16,2 3 8-16,0-2-4 16,0-1-14-16,1 3 15 15,2 4 1-15,3 2-5 16,-4 4 4-16,4 3 6 15,0-2-1-15,0 7-10 16,0-3 9-16,0 5-5 16,4 5 7-16,-1 1 0 0,0-1 1 15,-1 4-1-15,0 1-5 16,-2 0 5-16,0 0 0 16,0 0 0-16,0 0-4 15,4 0 0-15,2 11 4 16,5 7-4-16,0 5 4 15,-1 3 0-15,0 3 1 16,-1 2 2-16,-2 2-2 16,-1 0-1-16,0 1 5 15,1-5 2-15,-3-2-6 16,-1-5 0-16,0-2 4 16,-2-4-2-16,1-7-3 15,-2-4 0-15,1-1 0 0,-1-3 1 16,0-1-1-16,0 0 10 15,0 0-9-15,0 0 7 16,0 0-1-16,0 0-6 16,0 0-2-16,0 0-11 15,0 0-23-15,0 0-20 16,-6 0-52-16,-9 0-72 16,2 0-137-16</inkml:trace>
  <inkml:trace contextRef="#ctx0" brushRef="#br0" timeOffset="20724.95">13721 10767 110 0,'0'0'8'0,"0"0"-3"15,0 0 1-15,-82-24 14 16,64 18-19-16,-3-1 3 16,2 3-4-16,3-1 5 15,6-2-5-15,3 0 0 16,4 1-83-16</inkml:trace>
  <inkml:trace contextRef="#ctx0" brushRef="#br0" timeOffset="21597.04">13559 10676 63 0,'0'0'36'0,"0"0"-17"0,0 0 17 16,0 0-30-16,0 0-5 15,80-28-1-15,-64 20 28 16,1-1 9-16,5-4-7 15,-4 4-13-15,3 0-13 16,3-1 1-16,1 0-5 16,5 2 11-16,2-2 2 15,4 6-4-15,3 1-9 16,-3 3 0-16,-11 0 0 16,-2 3-10-16,-9 1-1 15,-3-1-2-15,-7-3 7 16,0 0 6-16,-4 0 4 0,0 3 38 15,0-3-10-15,0 0-30 16,-5 4-2-16,-1 2-5 16,-2 1-20-16,1 2 1 15,-9 1 3-15,-4 0-7 16,-2 0 8-16,-5-3 12 16,-1 2 8-16,-2 2 11 15,-2-5 22-15,9-3 4 16,2 1 9-16,9-4-6 15,12 0 34-15,0 0 2 16,13-7-50-16,23-12-26 0,9-5 0 16,7-1-1-1,-4 1 0-15,-5 10-3 0,-13 8-59 16,-15 6-136-16</inkml:trace>
  <inkml:trace contextRef="#ctx0" brushRef="#br0" timeOffset="22099.44">13926 10660 236 0,'0'0'6'0,"0"0"4"0,0 0 18 15,0 0 19-15,-91 30 22 16,77-24-22-16,5-1-28 16,0-3 26-16,1-1 0 15,7-1 20-15,1 0 7 16,0 0-38-16,15 0-13 16,14-14 10-16,12-2-9 15,11-10-11-15,8-1 1 16,1 3-11-16,-6 6 0 15,-3 4-1-15,-4 8 0 16,-9 2 3-16,-9 0-3 16,-11 4-9-16,-13 0 3 15,-6 0-16-15,0 0 15 16,-18 8 7-16,-19 5 0 0,-8 5-2 16,-7 1-2-16,4-4 2 15,-1 1 2-15,7-2 0 16,5-4 5-16,16-3-4 15,7-4 3-15,13-3-3 16,1 0 2-16,1 0-6 16,22-7-3-16,4-9 3 15,2-1 1-15,3 4 2 16,-7 6-71-16,-5 2-155 16</inkml:trace>
  <inkml:trace contextRef="#ctx0" brushRef="#br0" timeOffset="26096.67">15621 10826 173 0,'0'0'28'0,"0"0"-28"16,0 0 6-16,0 0 6 15,0 0 11-15,0 0 6 16,0 0-25-16,42-24 2 15,-42 24 0-15,0 0 70 16,0 0 17-16,0 0-47 16,0 0 5-16,0 0-18 15,0 0 22-15,0-3 7 16,0 3-9-16,0 0-14 16,0-3 4-16,0 3-12 15,0 0-4-15,0 0-1 16,0 0-2-16,0 0 0 0,0 0 3 15,0 0-3-15,0 0-1 16,0 0-10-16,0 0-4 16,0 0-9-16,0 0 1 15,0 9-3-15,0 22 3 16,0 13-1-16,0 11 10 16,6 2 8-16,10-5-9 15,4-3-8-15,3-10 2 16,6-8 1-16,-1-4-3 15,3-8-1-15,1-10-6 16,4-8 6-16,-2-1 1 0,-1 0 1 16,-3-4-2-1,-10-5-4-15,-4-5-48 0,-6-6-31 16,-10-9-81 0</inkml:trace>
  <inkml:trace contextRef="#ctx0" brushRef="#br0" timeOffset="26256.66">15748 10833 440 0,'0'0'349'0,"0"0"-349"16,0 0-4-16,0 0-24 15,0 0-92-15,0 0-284 0</inkml:trace>
  <inkml:trace contextRef="#ctx0" brushRef="#br0" timeOffset="26682.01">16118 10799 851 0,'0'0'0'0,"0"0"0"15,88-50-1-15,-40 31 1 16,1 10 1-16,-14 9-1 15,-5 0 0-15,-7 6-4 16,-11 14-26-16,-9 7-4 16,-3 12-13-16,-22 3 32 15,-10 4 9-15,-5-8 3 16,9-13 3-16,14-12 33 16,11-12 7-16,3-1-4 0,27-3-28 15,14-20 7-15,12-7-5 16,2 2-10-16,-10 5 0 15,-5 7-2-15,-13 4-41 16,-3 1-93-16,-7-5-412 16</inkml:trace>
  <inkml:trace contextRef="#ctx0" brushRef="#br0" timeOffset="27079.76">16871 10664 696 0,'0'0'3'16,"0"0"32"-16,0 0-4 16,0 0 9-16,0 0-16 15,0 0-18-15,-87 10-5 16,87 14 2-16,0 5 0 15,11 4-1-15,16 0 13 16,6-4 1-16,10 0-3 16,8-11-9-16,7-7-4 15,4-11 8-15,0 0 7 16,-13-11 0-16,-15-5-6 16,-13-4-8-16,-18-3 7 15,-3-4 15-15,-19-2-13 0,-23 1-8 16,-14 3 4-1,-6 1-6-15,1 11-8 0,2 6-5 16,14 1-1-16,12 3-11 16,11 3-35-16,14 0-51 15,8 0-178-15</inkml:trace>
  <inkml:trace contextRef="#ctx0" brushRef="#br0" timeOffset="27770.85">17559 10813 665 0,'0'0'90'0,"0"0"15"15,0 0-45-15,0 0-28 16,0 0-10-16,0 0-22 15,4-3-10-15,-1 26 8 16,4 12 2-16,-1 6 9 16,-1 5 0-16,0-6-9 15,-1-5 4-15,-1-5 1 16,-3-7-5-16,0-13 0 16,0 1 0-16,0-5-15 15,0-2-32-15,0 1-61 16,0-5-55-16,-11 0-198 0</inkml:trace>
  <inkml:trace contextRef="#ctx0" brushRef="#br0" timeOffset="30092.91">17836 10495 238 0,'0'0'67'15,"0"0"-23"-15,0 0-15 16,0 0 15-16,0 0 8 16,0 0-11-16,-20-19 2 15,20 19-28-15,0-3-15 16,-1 3 4-16,1 0 1 16,-2-1 7-16,-1-2 11 15,2 1-1-15,-1 2 33 16,-2-3-10-16,1 0-4 15,0 1-8-15,-1-1-7 16,-2-1-14-16,-3 1-1 16,-3 1-9-16,1-3 3 0,5 2-4 15,2 0 0-15,0-1-1 16,1 2 6-16,3-1-4 16,-3 3 0-16,3 0 11 15,0 0-1-15,0-2 7 16,0 2-1-16,0 0-2 15,0 0 8-15,0 0-14 16,0 0 2-16,0 0-12 16,0 10-7-16,13 14 7 15,3 12 0-15,7 4 27 16,0 7-5-16,3-3-9 16,-1-2-3-16,-1-3 1 15,-3-9-4-15,-4-5-4 16,-9-11 2-16,-2-4-5 0,-4-3 4 15,-2-7-2-15,0 3 14 16,0-3-12-16,0 0 4 16,0 0-8-16,0 3-13 15,0 0-54-15,-6-3-70 16,0 0-89-16</inkml:trace>
  <inkml:trace contextRef="#ctx0" brushRef="#br0" timeOffset="30434.77">18252 10585 603 0,'0'0'191'0,"0"0"-112"16,0 0-68-16,0 0-9 16,0 0 4-16,-4 75 30 15,1-34 3-15,-3 1-25 16,3-2-4-16,-2-4 4 16,-1-5-14-16,3-9-2 0,2-3 2 15,-2-8 6-15,3-2-6 16,-3-1-5-16,-3-2-15 15,0 4-24-15,-7-3-17 16,-1-5-76-16,1-2-268 16</inkml:trace>
  <inkml:trace contextRef="#ctx0" brushRef="#br0" timeOffset="32991.3">18485 10545 394 0,'0'0'193'15,"0"0"-107"-15,0 0-12 16,0 0-10-16,0 0-40 15,0 0-12-15,0-6-7 16,9 2 3-16,2 1-3 16,-1 0-5-16,2-1 0 15,1 1 1-15,4 3-1 16,-1 0-1-16,-3-3-38 16,-3-1-98-16,-4 0-336 15</inkml:trace>
  <inkml:trace contextRef="#ctx0" brushRef="#br0" timeOffset="33136.75">18732 10444 701 0,'0'0'51'16,"0"0"-50"-16,0 0-1 15,0 0-13-15,0 0-175 16,0 0-107-16</inkml:trace>
  <inkml:trace contextRef="#ctx0" brushRef="#br0" timeOffset="33419.32">18920 10444 321 0,'0'0'231'16,"0"0"-229"-16,0 0 27 16,-32 84 17-16,32-61-9 0,-3 4-33 15,3-1 1 1,0 1-5-16,0-4-1 0,0-3-10 15,0-7-79-15,0-4-51 16</inkml:trace>
  <inkml:trace contextRef="#ctx0" brushRef="#br0" timeOffset="34278.91">18982 10249 449 0,'0'0'99'0,"0"0"-72"16,0 0-20-16,0 0-7 15,0 0-2-15,0 0-1 16,-3-1-54-16,3 1 2 15,0 0-4-15,3 0 40 0,0 0 9 16,-3 0 9-16,0 0 1 16,0 0 64-16,0 0 34 15,0 0-30-15,0 0-14 16,0 0-13-16,0 0 6 16,0 0-17-16,0 0 11 15,0-4 5-15,0 4-17 16,0 0-4-16,0 0-8 15,0 0-4-15,0 0-4 16,0 0-4-16,0 0-5 0,0 0 4 16,0 0 0-1,0 0-3-15,0 0-1 0,0 0 0 16,0 0 0 0,0 0 0-16,0 0 0 0,0 0 0 15,0 0 0-15,0 0 1 16,0 0-1-16,0 0 1 15,4 0-2-15,-1 0 1 16,0 0 0-16,4 0-4 16,1 4 4-16,4-1 8 15,1 4 2-15,3 0 10 16,6 5-3-16,-2 2-1 16,6 5-2-16,0 4-3 0,0 4-1 15,-5 7-2 1,-3-1 5-16,-6-1-9 0,-6-2 2 15,-6 0-3-15,0-7-3 16,0 0 12-16,-9-1-11 16,-3-5 5-16,-2-3-4 15,4-1 0-15,1-4-2 16,-1 2 0-16,-1-5-2 16,-1-3 2-16,-1 1-2 15,-7-4-15-15,4 0-21 16,-3-4-14-16,0-22-54 15,2-18-290-15</inkml:trace>
  <inkml:trace contextRef="#ctx0" brushRef="#br0" timeOffset="34450.98">18901 10118 845 0,'0'0'0'0,"0"0"0"16,0 0-57-16,0 0-6 15,0 0-184-15</inkml:trace>
  <inkml:trace contextRef="#ctx0" brushRef="#br0" timeOffset="34873.91">19286 10324 479 0,'0'0'129'15,"0"0"-127"-15,0 0 2 16,0 0 9-16,0 0 3 16,88-33-14-16,-51 19 23 15,3-5 12-15,-2 2-11 16,-6 5-2-16,-9 2 12 15,-11 6-29-15,-9 1-6 16,-2 3 0-16,-1 0-1 16,0 0 0-16,0 0-2 15,0 0-10-15,0 0-9 16,-3 6 7-16,-7 5 2 16,-2 0-15-16,-5-3-84 15,7-8-188-15</inkml:trace>
  <inkml:trace contextRef="#ctx0" brushRef="#br0" timeOffset="35193.75">19528 10057 742 0,'0'0'119'0,"0"0"-60"15,0 0 2-15,0 0-28 16,0 0-23-16,0 0-9 16,64-20-1-16,-18 33 6 0,-1 11 5 15,-1 8-3-15,-3 1-1 16,-10 1-5-16,-4-5 8 16,-8-2-7-16,-5-7-2 15,-7-8 6-15,-3-2-7 16,-2-1 1-16,-1-4-1 15,-1-2 0-15,0 3-14 16,0 4-20-16,-7-3-39 16,-3 1-23-16,-1-8-138 15</inkml:trace>
  <inkml:trace contextRef="#ctx0" brushRef="#br0" timeOffset="35605.8">20047 10182 731 0,'0'0'103'16,"0"0"-39"-16,0 0-46 15,0 0-18-15,0 0 1 16,0 0-1-16,11 69 26 15,-9-32-8-15,-2 1-5 16,0 2-7-16,0-1-9 16,-5-5 8-16,-3-4-10 15,-1-6-6-15,-1-9-26 16,-1 2-29-16,-3-7-49 16,-5-6-204-16</inkml:trace>
  <inkml:trace contextRef="#ctx0" brushRef="#br0" timeOffset="38296.61">20290 9835 525 0,'0'0'79'0,"0"0"-16"0,0 0-49 15,0 0-1-15,0 0-3 16,0 0 1-16,-30-10 7 16,30 10-3-16,0 0-7 15,0 0-3-15,0 0 17 16,0-1 3-16,0 1-2 16,0 0 6-16,0 0 2 15,0 0 8-15,0 0-21 16,0 0-3-16,0-3-4 15,9 0-2-15,0 3 2 16,4-3-3-16,2 3-2 16,3 0-2-16,-2 7 1 0,4 15-4 15,2 6 3-15,4 10 8 16,-1 3 0-16,-1 7-8 16,-8-4 4-16,-3-1-7 15,-7-3 2-15,-2-10-1 16,-4-4-1-16,-4-1 0 15,-15-3 3-15,-7 0 14 16,1-5-17-16,3 0 8 16,4-8-9-16,8-6-2 15,4-3 2-15,3 0 2 16,3-3 6-16,0-20 8 16,0-7-15-16,10-6 1 15,6 5-2-15,0 6-4 0,-6 11 3 16,-6 5-20-1,-4 6-6-15,0 3-11 0,0-1-79 16,-18-6-309-16</inkml:trace>
  <inkml:trace contextRef="#ctx0" brushRef="#br0" timeOffset="38974.81">20223 9643 686 0,'0'0'53'0,"0"0"24"16,0 0-32-16,0 0-34 15,0 0 1-15,0 0-12 16,20-26 0-16,-20 26-2 16,2 0 1-16,-2 0 1 15,0 0 0-15,0 0 0 16,0 0 7-16,0 0 8 15,-8 0-12-15,4 4-3 16,-3 1 3-16,7-2-3 16,0-1 1-16,0-2-4 0,0 0 5 15,3 0-2-15,5 0 6 16,-2 0-4-16,-1 0 7 16,-5 0 4-16,0 0 14 15,0-2 15-15,0-1-24 16,-2-2-6-16,-5 3-12 15,1 1 5-15,2 0-11 16,4 1 4-16,0 0-3 16,0 0-28-16,0 1-32 15,0 10 41-15,0 3-22 16,0-4-58-16,0 0-78 16</inkml:trace>
  <inkml:trace contextRef="#ctx0" brushRef="#br0" timeOffset="40856.47">19440 11246 379 0,'0'0'69'16,"0"0"-69"-16,0 0-1 15,0 0-3-15,0 0 3 16,0 0-8-16,25-75-20 16,-18 60-23-16</inkml:trace>
  <inkml:trace contextRef="#ctx0" brushRef="#br0" timeOffset="42191.05">20363 10572 502 0,'0'0'86'0,"0"0"10"16,0 0-41-16,0 0-31 0,0 0-22 15,0 0 1-15,-49-10-6 16,35 16 9-16,5-2-5 15,5-1 22-15,2-3-5 16,2 0 4-16,0 0 2 16,0 0 1-16,0 0 7 15,5 0-19-15,19-10-11 16,10-16 9-16,16-8-11 16,12-4 3-16,0-2 1 15,2 2 9-15,-5 9-12 16,-16 9-1-16,-18 10 0 15,-12 4 0-15,-13 6-1 16,0 0-30-16,-20 19-84 16,-19 14-5-16,-9 1-179 15</inkml:trace>
  <inkml:trace contextRef="#ctx0" brushRef="#br0" timeOffset="42408.87">20352 10611 135 0,'0'0'262'16,"0"0"-131"-16,0 0-27 15,0 0-22-15,0 0-33 16,0 0 13-16,-32 7-13 16,32-7 2-16,14 0-16 15,21-11 10-15,15-14-5 16,14-6-19-16,4 5-2 0,-12 4-6 16,-11 8-5-1,-16 3-8-15,-13 9-1 0,-12 2-20 16,-4 0-47-16,0 19-73 15,-17 1-17-15</inkml:trace>
  <inkml:trace contextRef="#ctx0" brushRef="#br0" timeOffset="43238.49">19727 11403 384 0,'0'0'86'15,"0"0"-31"-15,0 0 27 16,0 0-2-16,0 0-23 15,0 0 15-15,5-48-22 16,-5 44-23-16,-6-3 13 0,-7 4-20 16,-7 3-9-16,-5 0-8 15,-11 0-3-15,0 17-3 16,0 3 3-16,7 7 2 16,6 4 2-16,11 6-3 15,12-1 1-15,6-5-2 16,27-6 1-16,2-8 3 15,9-7-1-15,2-10-2 16,-6 0 1-16,-4-13 7 16,-7-6 1-16,-13-2-5 15,-9-4 11-15,-7-3-10 16,0-2-2-16,0 1-4 16,-7 5-3-16,-3 4 0 15,7 8-6-15,0 5 9 0,3 7-2 16,6 0-5-16,14 7 3 15,10 10 4-15,5 2 4 16,0 4 4-16,-2 1-1 16,-1-2-4-16,-9-5-3 15,0 0-1-15,-10-4-2 16,0-6-1-16,-3-7-71 16,-4 0-89-16,-6-24-344 15</inkml:trace>
  <inkml:trace contextRef="#ctx0" brushRef="#br0" timeOffset="43712.78">20009 11159 596 0,'0'0'89'15,"0"0"-72"-15,0 0-3 16,-94 9-9-16,66 3 7 16,7 1-8-16,8-6 1 15,5 2-3-15,6-3-2 16,2-2 0-16,0 3 2 16,0-4 0-16,0 0-2 0,0 0-6 15,0-3 6-15,0 3 27 16,0 2 17-16,0 0-4 15,0 2-13-15,7 3 5 16,5 0-13-16,7 2 8 16,8-1-5-16,2 5 8 15,4 0 2-15,0 5-8 16,-1 1-10-16,-6 2 2 16,0 6-10-16,-10-3 3 15,0 2-4-15,-3-6 4 16,-2-6-5-16,-2 0-3 15,-3-4-1-15,2-6 0 16,1 1 0-16,-3-4 0 16,0-1-37-16,-2 0-35 15,4-3-31-15,2 0-40 0,-3-10-166 16</inkml:trace>
  <inkml:trace contextRef="#ctx0" brushRef="#br0" timeOffset="44028.91">20304 11142 694 0,'0'0'133'0,"0"0"-100"0,0 0-29 15,0 0-4-15,0 0 42 16,0 0 3-16,94 29-21 15,-67-11-9-15,-5 2-10 16,-5 3-2-16,-2 5 12 16,-8-1-1-16,-5 4 0 15,-2-5-3-15,0 1-3 16,-16-8 4-16,1-2 1 16,0-5-4-16,3-1-7 15,1-7-2-15,-3-2-10 16,-3 1-26-16,-8-3-56 15,-7 0-152-15</inkml:trace>
  <inkml:trace contextRef="#ctx0" brushRef="#br0" timeOffset="44170.87">20132 11057 507 0,'0'0'0'0</inkml:trace>
  <inkml:trace contextRef="#ctx0" brushRef="#br0" timeOffset="44575.78">20343 10952 182 0,'0'0'184'16,"0"0"-182"-16,0 0 58 16,84 0-6-16,-57 0-36 15,-2 0 3-15,-8 0-3 16,-4 5-8-16,-10-1-3 15,-2-1 31-15,1 5 25 16,-2 1-1-16,3 7-14 16,3 4-14-16,1 6 3 15,10 5-12-15,5 5 3 0,5-3 0 16,4 4 0-16,2-5 16 16,-3 2-14-16,-6-8-6 15,-3-1-1-15,-8-4-15 16,-7-4-8-16,-6-5 4 15,0 5-2-15,-3-3-2 16,-16 2 0-16,-8-3-16 16,5-1-33-16,0-6-42 15,11-6-89-15</inkml:trace>
  <inkml:trace contextRef="#ctx0" brushRef="#br0" timeOffset="44863.96">20918 10992 563 0,'0'0'129'16,"81"-53"-89"-16,-42 36 11 0,-10 6-24 15,-12 8-27-15,-8 3 0 16,-9 0-13-16,0 14-75 16,-16 6-86-16</inkml:trace>
  <inkml:trace contextRef="#ctx0" brushRef="#br0" timeOffset="45018.71">20907 11112 527 0,'0'0'202'0,"0"0"-166"0,0 0 19 16,105-52 11 0,-74 36-30-16,-3 5-33 0,-7 6-6 15,-7 4-3 1,-6-5-85-16,-6 2-210 0</inkml:trace>
  <inkml:trace contextRef="#ctx0" brushRef="#br0" timeOffset="46143.77">21200 10786 392 0,'0'0'126'16,"0"0"-6"-16,0 0-8 0,43-88-60 15,-15 64-34-15,8 4-5 16,6 4 9-16,-1 2 21 16,-6 8-20-16,-13 6-6 15,-13 10-14-15,-9 19 4 16,-3 17 8-16,-19 7 34 16,-8 3-30-16,0-3-13 15,2-9-3-15,2-9-1 16,8-11 6-16,7-8-3 15,5-11-3-15,2-2 3 16,4-3 5-16,0 0 8 16,7-20-3-16,15-17-4 15,8-13-11-15,5-13-2 0,-2 3-6 16,-3-1-11-16,-8 0-21 16,-6 10 18-16,-5 10-7 15,-3 12 4-15,-5 12 13 16,-3 10 11-16,0 7-1 15,0 0-1-15,0 24-5 16,0 8 8-16,1 6 21 16,7-1-8-16,7-3 2 15,8-4-8-15,9-5 1 16,4-10-2-16,1-5-4 0,-1-6-1 16,-6-4-1-1,-4 0 0-15,-6 0-35 0,-10 0-86 16,-7-9-382-16</inkml:trace>
  <inkml:trace contextRef="#ctx0" brushRef="#br0" timeOffset="53567.56">22720 9763 577 0,'0'0'64'0,"0"0"-18"15,0 0 5-15,0 0 9 16,0 0 6-16,0 0-24 15,0 0-15-15,0-20-2 16,0 20-4-16,0 0-6 16,0 0-2-16,0 0-7 15,0 0-2-15,0 0-4 16,10 3 5-16,5 17-3 16,7 5 21-16,3 9 23 15,1 5-14-15,-2 2-17 16,-3 5-2-16,-2 2 8 15,-7-4-15-15,-4-3 5 16,-3-7-10-16,-5-6 3 0,0 0-4 16,-8-7 2-1,-15-1 4-15,-2 0-1 0,-11-4-3 16,-6 1 7-16,-3-4-9 16,-1 0 2-16,4-3 0 15,8-4-2-15,9-5-2 16,4-1 1-16,7 0 0 15,0 0-3-15,3 0-2 16,-2-10-32-16,1-6-21 16,3-15-59-16,-2-16-181 15</inkml:trace>
  <inkml:trace contextRef="#ctx0" brushRef="#br0" timeOffset="53716.81">22364 9728 816 0,'0'0'0'0,"0"0"-223"16,0 0-348-16</inkml:trace>
  <inkml:trace contextRef="#ctx0" brushRef="#br0" timeOffset="54183.18">23125 10023 768 0,'0'0'19'15,"0"0"-4"-15,0 0 13 16,0 0 5-16,96-20-13 16,-47 11-7-16,-1-4-4 15,-2 0 4-15,-1-2-4 16,-10 6-8-16,-8 4 7 15,-9 0-8-15,-10 2-4 16,-8 3-21-16,-10 0-148 16,-16 0-190-16</inkml:trace>
  <inkml:trace contextRef="#ctx0" brushRef="#br0" timeOffset="54461.01">23201 9868 717 0,'0'0'7'0,"0"0"14"15,0 0-10-15,0 0 42 16,0 0 20-16,114 71-16 0,-79-37-3 16,1-1-23-1,-4-3 2-15,-3-4-7 0,-5-4-15 16,-8-7 4-16,-6-1-15 15,-7-2 3-15,-3-2-3 16,-7 4-9-16,-12 2-3 16,-3 0-47-16,-4-2-23 15,9-7-39-15,3-7-78 16</inkml:trace>
  <inkml:trace contextRef="#ctx0" brushRef="#br0" timeOffset="54858.78">23822 9564 872 0,'0'0'19'16,"0"0"23"-16,0 0 31 15,0 0-47-15,0 0-26 16,0 0 5-16,79 43 20 16,-52-7 12-16,-1 8-2 15,-3 1-14-15,-5-1 7 16,0-2-6-16,-5-2-2 16,-1-6-6-16,-3-7-6 0,-1-5 3 15,-1 1 2-15,-3-7-11 16,1-6 9-16,-2 0-9 15,0-3 1-15,-2-3 0 16,1-4-3-16,-2 0 0 16,0 0 1-16,0 0-1 15,0 0-2-15,0 0-21 16,0 3-37-16,-15 0-54 16,-14-3-156-16</inkml:trace>
  <inkml:trace contextRef="#ctx0" brushRef="#br0" timeOffset="58705">23077 11064 116 0,'0'0'188'0,"0"0"-146"16,0 0 14-16,0 0 33 16,0 0-34-16,0 0-34 15,0-4 6-15,0 4 17 16,0-3-18-16,0 3-17 0,0-3-3 16,-1 3-4-1,-1-4 7-15,1 4-2 0,1 0-1 16,0 0 6-16,0 0 19 15,0 0-17-15,0 0-5 16,0-3 2-16,0 3 26 16,-2 0 17-16,2-3-14 15,-1-1-15-15,-1 0-4 16,2 1 7-16,-1 0 2 16,1 1-6-16,-2 2-4 15,2 0 0-15,0 0-17 16,0 0 3-16,0 0 2 15,0 0 1-15,0 0-3 0,0 0-5 16,0 0-1-16,0 0 1 16,0 12-1-16,9 8 0 15,1 7 1-15,0 9 10 16,-3 4 6-16,1 3-4 16,2 0 2-16,1-3-5 15,2-4 1-15,3-3 0 16,0-8-3-16,-8-5-3 15,0-9-4-15,-4 0 4 16,-2-11 0-16,-1 2-5 16,1-2 7-16,-2 0 2 15,0 0 3-15,0 0-6 16,0 0-3-16,0 0 3 16,0 0-6-16,0 0-1 0,0 0 1 15,0 0 0-15,0 0-1 16,0 0 1-16,0 0 2 15,0 0 7-15,0 0-6 16,0 0-1-16,0 0-2 16,0 0 3-16,0 0-1 15,0 0-2-15,0 0-3 16,0 0 3-16,0 0 4 16,0 0-4-16,0 0 0 15,1 0 0-15,-1 0 0 16,0 0-2-16,0 0-2 15,0 0 3-15,0 0 0 0,0 0-14 16,0 0-13-16,0 0-22 16,0 0-10-16,0 0-75 15,-7-2-149-15</inkml:trace>
  <inkml:trace contextRef="#ctx0" brushRef="#br0" timeOffset="65619.78">22971 12671 134 0,'0'0'70'0,"0"0"-70"0,0 0-88 15</inkml:trace>
  <inkml:trace contextRef="#ctx0" brushRef="#br0" timeOffset="65914.78">22971 12671 229 0</inkml:trace>
  <inkml:trace contextRef="#ctx0" brushRef="#br0" timeOffset="65935.72">22971 12671 229 0,'19'-49'0'0</inkml:trace>
  <inkml:trace contextRef="#ctx0" brushRef="#br0" timeOffset="66410.95">23133 12622 338 0,'0'0'47'16,"0"0"-25"0,0 0 43-16,0 0-43 0,0 0-14 15,0 0-8-15,0-2-7 16,0 2-33-16,0 0-40 15,0 0 5-15</inkml:trace>
  <inkml:trace contextRef="#ctx0" brushRef="#br0" timeOffset="67074.78">23133 12622 168 0,'19'-7'222'0,"-19"4"-118"16,0 3-49-16,0 0-1 15,0 0-14-15,1 0-12 16,-1 0-6-16,0 0 7 16,0 0-7-16,0-3-4 15,0 1 13-15,0 0-15 16,-3-3-1-16,-4 5 0 15,1-4-8-15,3 4-5 16,2 0 0-16,1 0-1 16,0 0-1-16,0 0-11 15,3-3-3-15,10 0 14 0,5-4-1 16,1 0 0-16,-4 1 1 16,-2 0-6-1,-3-1 6-15,-7 6 0 0,-3-2 2 16,0 3 15-16,0-3-8 15,0 0 1-15,-2 3 2 16,-9 0-9-16,-2 0-3 16,1 0-7-16,-2 0-1 15,4 9 3-15,4-5-8 16,3 0 5-16,3 2 3 16,0-3-10-16,0 4 13 15,0-4-4-15,5 1 2 16,5-1 4-16,5-3 0 15,2 0 5-15,1-4-2 0,-5-6 5 16,-1 1-3 0,-6-1 2-16,-6 3-4 0,0 0 5 15,0 1 1-15,0 2-8 16,-9 1 13-16,-9 1-10 16,-3 2-4-16,-1 0-5 15,-1 0-3-15,1 2 3 16,4 5-3-16,2 3-1 15,5-4-5-15,3 1-1 16,5 0 0-16,-2-1-37 16,5 1 8-16,-2 0-57 15,2-1-49-15</inkml:trace>
  <inkml:trace contextRef="#ctx0" brushRef="#br0" timeOffset="71963.95">23364 12607 302 0,'0'0'117'0,"0"0"-100"16,0 0-3-16,0 0 72 15,0 0-26-15,0 0-5 16,26 0-4-16,-23-4-14 15,0 1-27-15,0 3 10 16,-3-4 2-16,0 4-3 16,3 0-15-16,1-3 1 15,-4 3-4-15,3 0-1 16,-3 0 0-16,0 0 0 0,0 0 5 16,0-3 27-16,0 3 2 15,0 0-15-15,0 0-8 16,0 0-4-16,0 0-6 15,0 0-1-15,0 0-2 16,1 13 1-16,2 10 1 16,-1 7 10-16,-1 7 8 15,1-1-1-15,2-3-4 16,0-1-4-16,1-8 2 16,-1-1-6-16,1-10 2 15,-2-6-7-15,-2-2 1 16,-1-4 4-16,0-1-2 15,0 0 15-15,0 0 0 0,0 0 6 16,-6 0-7-16,-6-3-17 16,-4-11 0-16,2 2 2 15,-2-5-2-15,3-7 1 16,-1-5-1-16,4-8 4 16,1-2-1-16,0 1-4 15,3 6 4-15,5 13-6 16,-2 3 6-16,-2 9-8 15,5 3 5-15,0 4 0 16,0 0 3-16,0 0-3 16,0 0-5-16,0 0 3 15,0 0 0-15,0 0-1 0,0 0 2 16,0 0 1-16,-2 0 0 16,2 0 0-16,0 0-2 15,0 0 1-15,0 0 0 16,0 0-1-16,0 0 2 15,0 11 0-15,0 2 0 16,0 9-4-16,0 7 3 16,0 8 1-16,3 6 2 15,4-2 12-15,-3-2-3 16,6-3-3-16,-1 0-2 16,3-6-1-16,2-4 3 15,-1 1 0-15,-1-4 0 16,-2-6-4-16,-3-1-3 0,-3-7 2 15,-1-1-1-15,-1-4-1 16,-2 1 1-16,0 2 0 16,0 0 0-16,0 3-1 15,0-4 5-15,0-2-5 16,0 3 0-16,0-7 1 16,0 0-1-16,0 0 1 15,0 0 2-15,0 0 1 16,0 0-5-16,0 0 5 15,1 0-5-15,2 0-5 16,0 0-1-16,-2 0-3 16,1-5-1-16,-2 3-17 15,0 2-41-15,0 0-49 16,0 0-127-16</inkml:trace>
  <inkml:trace contextRef="#ctx0" brushRef="#br0" timeOffset="73142.95">21558 13967 271 0,'0'0'3'0,"0"0"31"16,0 0 65-16,0 0-1 0,0 0-28 16,0 0-4-16,-71 4-11 15,71-4-17-15,0 0 5 16,0 0 7-16,0 0-23 15,0 0-4-15,0 0-8 16,14 0-11-16,11-4 2 16,16-10 18-16,18-5 9 15,19-4-18-15,17-5 7 16,17-4-4-16,10-4-7 16,10-3 19-16,5-2-23 15,2 2 14-15,7 5-3 16,-6 1-4-16,-3 4-1 15,3 2-12-15,-2-2 12 0,5-1-6 16,0 5 2-16,-6-2-2 16,3 0-7-16,-2 5 2 15,-6-2 2-15,0 1 0 16,2 0-2-16,-1-4 1 16,-1 4-3-16,2 1-4 15,-7-2 4-15,-7 4 0 16,-14 3 7-16,-17 5-7 15,-18 1 0-15,-19 3 0 16,-21 0 2-16,-13 5-1 16,-12 3-1-16,-6 0 0 15,0 0 5-15,0 0-1 16,0 0-4-16,0 0-6 0,0 0-19 16,-5 0-32-16,-11 3-26 15,-7 14-17-15,-10 3-28 16,-5-5-165-16</inkml:trace>
  <inkml:trace contextRef="#ctx0" brushRef="#br0" timeOffset="74449">22707 14359 279 0,'0'0'79'16,"0"0"-77"-16,0 0 46 15,0 0 29-15,0 0-47 16,0 0 8-16,-3-19 11 0,0 16-22 15,-1-1 11 1,-1 1-27-16,0 0-10 0,0 0 5 16,1 3-6-16,1-3-3 15,0 2 1-15,0 1 0 16,3 0 2-16,-4-4 0 16,4 4 28-16,0 0 4 15,-1 0-1-15,-1-2 3 16,-2 2-2-16,4 0 5 15,-1 0 7-15,1-3-7 16,0 3-22-16,0 0-1 16,0 0 0-16,0 0-5 0,0 0 4 15,0 0 0 1,0 0 8-16,0 0-14 0,8 9-4 16,11 11 3-16,6 6 9 15,5 5 8-15,0 5 2 16,1 0-4-16,-3 0-15 15,-2 2 1-15,-6 1-1 16,-5 4-5-16,-5-1 12 16,-10-2-12-16,0-7 3 15,0-7-1-15,-8-6 4 16,-4-4 2-16,-3 1 13 16,-3-4-10-16,-6-2-3 15,0 1-9-15,-4-5 3 16,1 0-2-16,2-7 6 15,2 0-7-15,3 0-7 0,2 0 3 16,1-11-37-16,0-8-17 16,1-11-61-16,5-16-101 15</inkml:trace>
  <inkml:trace contextRef="#ctx0" brushRef="#br0" timeOffset="74620.98">22488 14280 817 0,'0'0'0'0,"0"0"-54"16,0 0-117-16,0 0 79 15</inkml:trace>
  <inkml:trace contextRef="#ctx0" brushRef="#br0" timeOffset="75279.5">23179 14436 491 0,'0'0'36'15,"0"0"-27"-15,0 0 44 0,0 0 6 16,0 0-19-16,0 0 26 16,97-43-6-16,-44 11-6 15,0 4-7-15,-7 5-11 16,-12 7-18-16,-12 9-17 16,-13 4-2-16,-2 3-1 15,-7 0-12-15,0 0-36 16,0 10-52-16,-17 10 12 15,-7-1-87-15</inkml:trace>
  <inkml:trace contextRef="#ctx0" brushRef="#br0" timeOffset="76740.28">23179 14218 514 0,'0'0'74'0,"0"0"-6"15,0 0-43-15,0 0 23 16,0 0 8-16,0 0-12 16,-14-17-21-16,14 17-6 15,10 0-8-15,10 0 2 16,10 0-6-16,1 17 14 16,2 10-3-16,-1 10-9 15,0 2 23-15,1 4-7 16,-1-2-5-16,-3-4-8 0,-3-4-6 15,-7-8-1-15,-5-6-3 16,-4-2 1-16,-6-10-1 16,-1-2 1-16,-3-2 5 15,0 1-12-15,0-1-4 16,0-3-44-16,0 0-9 16,0 0-33-16,0-5-66 15</inkml:trace>
  <inkml:trace contextRef="#ctx0" brushRef="#br0" timeOffset="77596">23871 13844 642 0,'0'0'118'0,"0"0"-86"16,0 0 14-16,0 0-5 15,0 0-8-15,0 0-5 0,-28 2-7 16,28-2-11-16,0 0-10 16,1 0-3-16,3 0 3 15,1 0 4-15,-4 0 7 16,2 3-11-16,0 2 2 16,7 5 4-16,3 9-5 15,6 9 22-15,4 8-8 16,0 4-4-16,1 3 7 15,-4 0-1-15,-1 4-6 16,-7-2-5-16,-5-1-2 16,-7-2 0-16,0-6-4 0,-19-3 1 15,-2-9 6 1,3-4-4-16,2-8-3 0,5-2 7 16,4-3-7-16,1-7 0 15,5 0 7-15,-4 0-5 16,1 0 4-16,-2-4-2 15,-1-11-4-15,4-2 0 16,1-3-6-16,2 3 5 16,0 4 1-16,16 3-3 15,11 3 3-15,9-1-6 16,11 3 6-16,1 3 0 16,7-5-1-16,7-3 0 15,-1 0 1-15,-2-3 0 0,-8 2 1 16,-17-1 0-1,-11-2-2-15,-16-2 1 0,-7-7 0 16,0-2 4 0,-6 3-4-16,-9 3 0 0,5 5 4 15,1 8-3-15,6 3 12 16,3 3-1-16,0 0-12 16,0 0 0-16,16 20-2 15,5 5 2-15,2 9 10 16,2 5-2-16,-1 2 2 15,0-5-1-15,-5-4-9 16,1-2 3-16,-7-3-2 16,0-5-1-16,-5-1-2 15,-2 2-19-15,-6-1-54 0,0-1-75 16,0-15-162-16</inkml:trace>
  <inkml:trace contextRef="#ctx0" brushRef="#br0" timeOffset="78562.64">22521 15302 231 0,'0'0'45'16,"0"0"-8"-16,0 0-19 0,-86 17 3 15,56-9 9-15,-3 3 7 16,0 2-19-16,-1-3-5 16,1 0 52-16,4-4-22 15,4 0-4-15,6-2 17 16,4 0-12-16,3-1-18 16,5-3-19-16,1 0 10 15,6 0 14-15,0 0 5 16,0 0-7-16,0 0-13 15,0 0 13-15,0 0-11 16,26 0-3-16,26-14 6 16,29-12 22-16,26-16 2 15,25-8-11-15,20-11 4 0,18 0-6 16,16-6 15-16,15 2-21 16,7-1-14-16,0 6 3 15,-7 4-10-15,-12 13 4 16,-8 3 7-16,-11 5-11 15,-11 3-2-15,-18 6-2 16,-25 6-1-16,-26 8-6 16,-38 5 6-16,-24 4 1 15,-16 3-1-15,-10 0 0 16,-2 0 4-16,0 0-1 16,0 0 0-16,0 0-3 15,0 0-6-15,0 0-3 0,0 0-8 16,-3 0-12-16,-2 0-18 15,-9 7-16-15,-5 12-25 16,-8 4-14-16,-6-1-75 16,1-5-224-1</inkml:trace>
  <inkml:trace contextRef="#ctx0" brushRef="#br0" timeOffset="86042.97">18953 15559 155 0,'0'0'107'15,"0"0"-62"-15,0 0-45 16,0 0-30-16</inkml:trace>
  <inkml:trace contextRef="#ctx0" brushRef="#br0" timeOffset="103685.64">19733 15691 736 0,'0'0'28'16,"0"0"9"-16,0 0 7 15,0 0-19-15,0 0-17 16,0 0 3-16,0 0-10 16,0 0 0-16,0-42 0 15,0 42-1-15,0 0-6 16,0 0 2-16,0 0 4 15,0 0 7-15,0 0 10 16,-6-1 8-16,-4 1-3 16,-11 0-6-16,-7 0-4 15,-11 6-7-15,-13 24-1 16,-8 10 8-16,-7 6 1 0,1 0 4 16,8 0 7-16,15-8-15 15,22-5 2-15,17-11-2 16,4-5-9-16,26-3 0 15,23-8 10-15,13-6 0 16,6-4 4-16,7-15-10 16,-5-1 1-16,-7 1-5 15,-11 8 2-15,-13 3-1 16,-19 5-2-16,-12 3 1 16,-8 0-10-16,-12 11 5 15,-28 22 3-15,-14 10 2 16,-11 6 5-16,0 1-4 15,7-4 8-15,12-9-4 16,11-8-2-16,21-9 3 16,14-6-6-16,26-8-2 0,33-6 2 15,22-3 27-15,23-24-17 16,9-5-2-16,-6 0-4 16,-8 8-3-16,-26 3 6 15,-21 12-7-15,-18 5-5 16,-16 1-2-16,-7 3-16 15,-11 0-39-15,-8 10-28 16,-19 12-8-16,-14 6-61 16,-6-2-408-16</inkml:trace>
  <inkml:trace contextRef="#ctx0" brushRef="#br0" timeOffset="104233.11">19668 16704 64 0,'0'0'545'16,"0"0"-457"-16,0 0-16 16,0 0 16-16,0 0-18 15,0 0-25-15,-4 0-13 16,4 0-11-16,7 0 2 0,10 0 5 16,3 8 0-16,4 9-18 15,-1 12 5-15,-3 4-13 16,-1 11-2-16,-2-5 4 15,-11 0-4-15,-3-6 2 16,-3-6-1-16,0-10-1 16,-3-5 0-16,-6-9-7 15,-3-3 6-15,1 0-28 16,-2-25-34-16,3-16-59 16,-4-15-167-16</inkml:trace>
  <inkml:trace contextRef="#ctx0" brushRef="#br0" timeOffset="104382.95">19593 16517 804 0,'0'0'66'0,"0"0"-42"16,0 0 7-16,0 0-24 16,0 0-7-16,0 0-73 15,7-9 5-15,19 12-156 16</inkml:trace>
  <inkml:trace contextRef="#ctx0" brushRef="#br0" timeOffset="104676.2">20067 16467 736 0,'0'0'33'0,"0"0"-30"16,0 0 51-16,82-5 4 15,-62 16-37-15,-2 7-7 16,-11 3-14-16,-2 7 1 16,-1-9-1-16,-4-2 7 15,1-6-7-15,1-5 2 16,1-4-1-16,1 1-1 16,3 2 10-16,-1-5-1 15,-3 3-7-15,-3-3-2 16,4 0 1-16,-3 1-2 15,5-1-10-15,8 0-35 16,10 0-46-16,2-12-179 0</inkml:trace>
  <inkml:trace contextRef="#ctx0" brushRef="#br0" timeOffset="105215.19">20636 16419 648 0,'0'0'112'0,"0"0"-89"16,0 0 53-16,0 0-10 15,0 0-41-15,-98-20-19 16,75 37-3-16,0 8 8 15,7 6-7-15,6 5 2 0,7-4 3 16,3 1 3 0,3-3-5-16,16-7 7 0,6-6-10 15,6-4 8-15,5-13-8 16,3 0 13-16,0 0 4 16,-3-16-8-16,-12-1 6 15,-9-3-8-15,-15-5 11 16,0-2-2-16,-27-4-10 15,-14 4-8-15,-11 1 3 16,-3 4-5-16,9 8 0 16,13 4-1-16,17 10-8 15,13 3-49-15,3 21-139 16,0 1-36-16</inkml:trace>
  <inkml:trace contextRef="#ctx0" brushRef="#br0" timeOffset="108694.76">19014 15315 377 0,'0'0'93'15,"0"0"-43"-15,0 0-11 16,0 0-25-16,0 0-14 16,0 0-1-16,-13 0-1 15,13 0 2-15,0 0 0 16,0 0 0-16,0 0 7 16,0 0 34-16,0 0 16 0,0 0-16 15,-2-3-23-15,-1-1-11 16,2 4 1-16,-2-3 4 15,0 0 6-15,3-1 9 16,-4 4-9-16,4-3 27 16,0-1-26-16,0 4 0 15,0 0 2-15,0 0-12 16,0 0 15-16,0 0-8 16,0 0-12-16,0 14-1 15,0 15-2-15,11 11 19 16,1 6-1-16,5 4 15 15,-5 2-11-15,2-5-17 16,-2-4 3-16,-2-7-3 0,0-6-6 16,-6-13 0-16,-1-7-1 15,-1-3 2-15,-2-7-1 16,0 0 4-16,0 0 12 16,0-5 13-16,-9-15-17 15,-4-15-12-15,0-12 1 16,9-8-3-16,4-8-11 15,6 2 6-15,22 9-7 16,10 15 3-16,1 12 10 16,4 12-6-16,-2 13 0 15,0 0 7-15,-3 19 0 16,-6 10 0-16,-6 2 0 0,-6 4 1 16,-5-4 1-16,-5-2 4 15,0-5-8-15,-6-5 2 16,-4-2-7-16,0 0 6 15,0-8-5-15,0 2-27 16,-4-2-17-16,-3-2-59 16,3-7-23-16,2 0-239 15</inkml:trace>
  <inkml:trace contextRef="#ctx0" brushRef="#br0" timeOffset="108917.69">19580 15497 643 0,'0'0'173'15,"0"0"-133"-15,0 0-39 16,88-43 59-16,-43 19-15 16,-4 1-23-16,-7 4-4 15,-8 8-18-15,-13 8 0 16,-4 3-40-16,-2 0-42 15,-4 0-37-15,1 0-139 16</inkml:trace>
  <inkml:trace contextRef="#ctx0" brushRef="#br0" timeOffset="109166.28">19905 15109 745 0,'0'0'80'0,"0"0"20"16,0 0-13-16,0 0-74 16,0 0 3-16,0 0 2 15,91 53 10-15,-56-14-3 16,3 1 0-16,-5-2-25 16,-3-2 13-16,-10-10-12 15,-6-4-1-15,-5-2 0 16,-9-3-19-16,0 7-25 15,0-1-55-15,-18-3-28 16,-1-10-197-16</inkml:trace>
  <inkml:trace contextRef="#ctx0" brushRef="#br0" timeOffset="110822.1">20813 15539 642 0,'0'0'111'15,"0"0"-17"-15,0 0-22 16,0 0 14-16,0 0-36 15,0 0-16-15,-10-35-8 16,11 35-9-16,22 0-6 0,6 5-8 16,12 22 0-16,-1 16 3 15,-7 18-4-15,-7 7 8 16,-10 4-8-16,-6-8-1 16,-6-8 0-16,-4-7-1 15,0-10 1-15,-1-8 2 16,-15-9-3-16,-1-7-1 15,-2-10-3-15,-1-5-2 16,-5 0-13-16,-1-30-45 16,-3-13-67-16,-1-22-436 15</inkml:trace>
  <inkml:trace contextRef="#ctx0" brushRef="#br0" timeOffset="110959.05">20607 15349 877 0,'0'0'13'0,"0"0"-10"16,0 0-3-16,0 0-32 15,0 0-44-15,0 0-71 16</inkml:trace>
  <inkml:trace contextRef="#ctx0" brushRef="#br0" timeOffset="111319.22">21337 15888 624 0,'0'0'97'0,"0"0"-60"16,0 0 26-16,0 0-10 16,107-65-21-16,-75 52-13 0,-7 3-2 15,-3 3-10-15,-3 1-3 16,-3 2-3-16,-3 1-1 15,-3 3-16-15,-1-3-22 16,3 3-56-16,-1-2-76 16,-5-3-369-16</inkml:trace>
  <inkml:trace contextRef="#ctx0" brushRef="#br0" timeOffset="111763.81">21376 15736 491 0,'0'0'97'16,"0"0"-4"-16,0 0-10 15,0 0 24-15,0 0-60 16,0 0-13-16,17-67-5 15,-41 60-29-15,-4 3-2 16,1 0-14-16,7 4-6 16,11 0 19-16,9 0 0 15,0 0 1-15,0 0-9 16,0 0 6-16,0 0-1 0,0 0 6 16,11 11 16-1,3 5-1-15,4 7 9 0,0 7 7 16,5-1-4-16,3 5 6 15,4 2-11-15,1 1 3 16,0 1-3 0,-2-1-14-16,-6-4 2 0,-4 1-9 15,-6-5-1-15,-4-2-2 16,-3-4-4-16,-5-3 2 16,-1-3-14-16,0-4-26 15,0-4-7-15,0-9-41 16,0-7-84-16</inkml:trace>
  <inkml:trace contextRef="#ctx0" brushRef="#br0" timeOffset="112357.03">21829 15434 678 0,'0'0'84'15,"0"0"-82"-15,0 0 29 0,0 0 53 16,39 95-35 0,-15-58 4-16,-4 6-18 0,-1 6-7 15,-12 0-12-15,-7-1 4 16,0-6-11-16,-7-6-4 15,-15-10 2-15,-1-5-6 16,-6-5 12-16,2-6-13 16,5-8 3-16,9-2 4 15,2 0-2-15,11-5 7 16,0-12-12-16,5-3-6 16,13-3 5-16,8 4 1 15,6 2 0-15,2 7-4 16,3 0 3-16,1 0 1 15,0 1-1-15,0-1-2 16,-3 0 3-16,-7 0 2 0,-11 1-2 16,-9-2 3-16,-8-2 2 15,0 3 2-15,0-1-1 16,0 8-6-16,-5 0 0 16,5 3 12-16,0 0-12 15,0 13-7-15,0 11 7 16,13 5 1-16,3 0 10 15,4 2-5-15,2-8 2 16,-3 0-6-16,3-3 1 16,-4 1-2-16,-3-4-2 15,-5 0-1-15,1-2-16 16,-5 3-30-16,-5 2-78 0,1-12-96 16</inkml:trace>
  <inkml:trace contextRef="#ctx0" brushRef="#br0" timeOffset="113058.77">22801 15652 520 0,'0'0'61'0,"0"0"4"15,0 0 23-15,0 0-31 16,0 0-35-16,0 0-17 16,-10 7 27-16,10-7 0 15,0 0 1-15,0 0 5 16,0 0 15-16,0 0-7 15,0 0-13-15,0 0-4 16,7 0 4-16,20-1-11 0,22-15-14 16,25-11 5-16,14-2 4 15,12-1-12-15,2 0-3 16,-13 11-2 0,-17 2 5-16,-24 10-5 0,-19 1-5 15,-18 6-12-15,-11 0-23 16,0 0-26-16,-20 0 8 15,-9 10 4-15,-3 3-48 16,-4-4-36-16,0-2-102 16,-3-1-175-16</inkml:trace>
  <inkml:trace contextRef="#ctx0" brushRef="#br0" timeOffset="113802.95">22973 15425 710 0,'0'0'77'0,"0"0"15"16,0 0-22-16,0 0-21 15,0 0-12-15,0 0-12 16,-8-34-9-16,8 34-13 15,0 0 2-15,15 13-4 0,11 7 21 16,4 3 15-16,5 7-6 16,6 6-13-16,-3 7-3 15,0-1-3-15,-5 8-6 16,-10-3-5-16,-5-1 1 16,-6-7-2-16,-6-6 1 15,-6-9-3-15,0-4-2 16,0-8 2-16,-6-2-3 15,-7-3 5-15,-1-5 7 16,3-2 1-16,-1 0-4 16,2-2 5-16,-1-12-9 15,-3-6-6-15,0-5-4 16,-3-8 5-16,-2 0-7 16,-1-4 4-16,2 0 4 0,5-1 4 15,2 4 0-15,7 1-2 16,2 3-3-16,2 1 3 15,0 6 1-15,0-2 1 16,0 4 0-16,0 8-1 16,3 5-5-16,0 5 1 15,-3 0 1-15,4 3 1 16,-4 0 2-16,3 0-3 16,2 0 0-16,6 7 3 15,4 12 1-15,6 1 3 16,7 9 3-16,3 5 6 15,2 3-1-15,-2 5 15 0,-4 5-16 16,-5-4-6-16,-1 0 7 16,-4-8-2-16,-2-5-5 15,-8-10-3-15,-2-6 1 16,-4-8-2-16,-1 0-3 16,2-6 3-16,-2 0 0 15,1 0-1-15,-1 0-18 16,0 0-25-16,0 0-2 15,0-2-32-15,0-8-51 16,0 3-32-16,-4-3-50 16</inkml:trace>
  <inkml:trace contextRef="#ctx0" brushRef="#br0" timeOffset="136594.59">23941 15166 159 0,'0'0'401'16,"0"0"-369"-16,0 0-32 15,0 0 1-15,0 0 10 16,0 0 49-16,0 0-12 15,0 0-13-15,0 0-15 16,21-16-9-16,-21 16-11 16,0 0 0-16,0 0-1 15,0 0-27-15,0 0-9 0,0 0-39 16,0 0 3-16,0 0 23 16,0 0-4-16,0 0 22 15,-1 3-11-15,1-3 40 16,0 0-10-16,0 0 13 15,0 0 9-15,0 0-8 16,0 0 31-16,0 0 66 16,0 0-32-16,0 0-34 15,0 0 12-15,0 0-16 16,0 0 5-16,0 0-15 16,0 0-8-16,0 0-5 15,0 0 4-15,0 0 2 16,0 0-7-16,0 0-1 0,0 0-2 15,0 0 7 1,0 0-4-16,0 0-3 0,0 0-1 16,0 0 8-16,0 0-8 15,0 0-8-15,-8 4-54 16,0 1-170-16</inkml:trace>
  <inkml:trace contextRef="#ctx0" brushRef="#br0" timeOffset="136715.28">23941 15166 336 0</inkml:trace>
  <inkml:trace contextRef="#ctx0" brushRef="#br0" timeOffset="137097.06">23941 15166 336 0,'59'-7'178'0,"-59"7"-170"0,0 0-2 0,2-2 15 0,-2 2 22 16,1 0-1-16,-1 0-6 15,0 0-13-15,0 0-5 16,0 0 3-16,0 0 22 16,0 0-10-16,0-4 14 15,0 4-18-15,0-3-4 16,0 3-4-16,0-4-1 16,0 4 5-16,0 0-8 15,0-2-4-15,0 2 2 16,0 0-14-16,-1 0 3 0,-1 0-3 15,1 0-1-15,-3 0 0 16,-1 0 0-16,-2 0 0 16,-4 9 4-16,0 8-2 15,-3 9-1-15,-2 10 8 16,2 2 2-16,3 7 16 16,3 1-17-16,8-3 9 15,0-3 3-15,0-4-20 16,11-4 1-16,6-8 4 15,4-1-2-15,-3-6-1 16,0-3-4-16,-4-1 0 16,-4-1-10-16,-4-2-33 15,-2-3-37-15,-2 1-21 16,-1-6-36-16,4-2-112 0</inkml:trace>
  <inkml:trace contextRef="#ctx0" brushRef="#br0" timeOffset="137762.91">24250 15279 721 0,'0'0'98'16,"0"0"-88"-16,0 0-10 0,0 0 0 15,0 0 5 1,0 0 13-16,59 90 13 0,-40-61-8 16,-3-1-3-16,-4-1-7 15,-1-3-3-15,-1-4 0 16,-4-5-7-16,-3-1 2 15,-2-7-3-15,-1-1-1 16,0-3 1-16,0-2 3 16,0-1 7-16,0 0 16 15,0 0 5-15,0-1 5 16,-1-12-19-16,-7-12-9 16,4-6-9-16,0-9-1 15,4-2-6-15,8 2-4 16,19 7-14-16,4 10 5 0,7 13 10 15,-6 10 6-15,-2 3-7 16,-6 24 10-16,-6 9 5 16,-9 4 11-16,-3 5 15 15,-5 2-15-15,-1-8-8 16,0-2 1-16,0-8-3 16,0-5-6-16,0-7 0 15,0-4-33-15,0-7-80 16,0-6-91-16</inkml:trace>
  <inkml:trace contextRef="#ctx0" brushRef="#br0" timeOffset="138044.76">24848 15394 855 0,'0'0'91'15,"0"0"-91"-15,95-33 25 16,-50 16 20-16,1 5-8 16,-1-5 6-16,-6 4-19 15,-5 2-14-15,-11 8-10 16,-7 0-11-16,-10 3-48 0,-6 0-32 15,-2 0-75-15,-21 0-299 16</inkml:trace>
  <inkml:trace contextRef="#ctx0" brushRef="#br0" timeOffset="138281.81">24913 15236 754 0,'0'0'85'0,"0"0"-53"15,0 0-20-15,0 0 7 16,0 0 16-16,94 55 15 16,-64-17 13-16,2-1-40 0,-3 4 8 15,-3-7-15-15,-7-5-10 16,-2-2 0-16,-13-5-6 16,-4-2-5-16,0 3 3 15,-12 1-22-15,-12-5-44 16,2-1-17-16,4-9-46 15,8-9-179-15</inkml:trace>
  <inkml:trace contextRef="#ctx0" brushRef="#br0" timeOffset="138800.01">25379 15204 818 0,'0'0'119'0,"0"0"-51"16,0 0-35-16,86-88-23 15,-44 69-8-15,3 8-1 16,-2 3-1-16,-7 8 0 15,-8 0 0-15,-10 5 0 16,-13 18-4-16,-5 5 1 16,-18 10 3-16,-18 6 6 15,-9-5-4-15,1-6-2 0,6-9 0 16,10-9 0 0,7-5 17-16,11-6-6 0,7-4-6 15,3 0-1-15,0 0 2 16,22 0-2-16,20-7-8 15,16-5 5-15,5-2-1 16,-5 8 1-16,-18 3 5 16,-15 3-4-16,-10 0 2 15,-15 16-8-15,0 3 10 16,-28 10-10-16,-17 2 8 16,-10 0-6-16,-2-6 2 15,0-2-2-15,4-9 0 0,2 1 3 16,8-5-1-1,8-3 0-15,13-4-12 0,12-2-74 16,1-1-127 0</inkml:trace>
  <inkml:trace contextRef="#ctx0" brushRef="#br0" timeOffset="139113.37">25643 15001 846 0,'0'0'48'0,"140"-10"-10"16,-49 10 37-16,7 3-39 15,-5 14 17-15,-14 9-14 16,-18 13-2-16,-21 10-6 15,-26 13-8-15,-14 6-15 16,-24 4 0-16,-18-2-7 16,-10-9 1-16,-4-7-2 15,-7-7 0-15,-10-3-1 16,-23-5-51-16,-13-7-123 16,5-8-446-16</inkml:trace>
  <inkml:trace contextRef="#ctx0" brushRef="#br0" timeOffset="142399.96">19017 14911 428 0,'0'0'165'0,"0"0"-163"16,0 0 23-16,0 0-8 15,0 0 41-15,0 0-37 16,0 0 15-16,-62-56-13 16,47 54-13-16,-5 2-3 15,-1 0-3-15,-4 5 16 16,-6 12-10-16,-4 7-7 0,-3 5 4 15,2 4 11-15,2 3-2 16,-2 4-14-16,4 3 22 16,-1 11-7-16,4 11 0 15,2 11 13-15,2 10 0 16,2 3-6-16,7 6-1 16,-2 2-6-16,9 5 8 15,4 4 3-15,5 13-9 16,0 6 0-16,12 10 6 15,14 2-9-15,10-6 0 16,10-5-13-16,16-16 8 16,21-8 0-16,22-21 3 15,18-14-1-15,17-17-2 0,9-11-3 16,7-13-2 0,-3-6-6-16,-17-3-1 0,-25 2 0 15,-18 1-54-15,-18 4-21 16,-14-10-65-16,-14-14-101 15</inkml:trace>
  <inkml:trace contextRef="#ctx0" brushRef="#br0" timeOffset="143762.87">25455 14553 516 0,'0'0'45'15,"0"0"-13"-15,0 0 4 16,0 0 12-16,84-81-9 16,-74 68 5-16,-4 6-6 15,-5 1 2-15,-1 2-32 0,0 1-3 16,0 3 5-1,0 0-1-15,0-2-6 0,2 2 4 16,1-4 5 0,1-2 20-16,7-1-14 0,1-8 25 15,1 6-11-15,2-1-15 16,0 3-1-16,4 2-5 16,11-3-8-16,8 6 1 15,6-1-2-15,4 3-1 16,3 0 7-16,-1 0-8 15,-2 0-5-15,3 0 5 16,-6 5 0-16,-1 5 0 16,-6 10 0-16,-4 9 0 15,-6 9 2-15,-1 5 2 16,-2 6 7-16,-2 0-6 0,-2 1-2 16,3-3 0-16,-4-2 4 15,2-1-7-15,-2-2 4 16,-1 1 0-16,0 7-1 15,-3 2-2-15,-7-2 3 16,-3-1-2-16,0-5-1 16,-6-5-1-16,0-6 1 15,0 1 6-15,-4-2-6 16,-16 1 1-16,-10 5 15 16,-6 2 0-16,-2 2-15 15,0 0 5-15,7-3 4 0,6-2-9 16,9-7 2-16,6-3-1 15,6-10-2-15,2-5 2 16,2-2 1-16,-1-3-4 16,-2 3 0-16,0-4-1 15,-5 4 2-15,-3 1-2 16,-8 1 0-16,-7 5-7 16,-12 0 4-16,-12 2-26 15,-4 2-55-15,2-3-134 16,12-8-343-16</inkml:trace>
  <inkml:trace contextRef="#ctx0" brushRef="#br0" timeOffset="144232.7">22549 16950 402 0,'0'0'98'0,"0"0"-64"15,0 0-32-15,-100 8 2 16,76-5 46-16,2 2 11 16,-2 2-52-16,-1 3-9 15,-1 2-10-15,0-2-34 0,0 1-15 16,3-1-90-16,-1-2 31 16</inkml:trace>
  <inkml:trace contextRef="#ctx0" brushRef="#br0" timeOffset="145885.34">20226 17587 287 0,'0'0'110'0,"0"0"-60"15,0 0-6-15,0 0 17 16,0 0 33-16,0 0-36 16,-27 0-29-16,21 0 13 15,1 0-4-15,5 0 13 16,0 0-23-16,0 0-15 15,0 0-7-15,6 0-1 16,15 0-5-16,12-10 31 16,10-6-10-16,12-4-8 15,14-4-4-15,4-5-2 16,13-1 1-16,10-3 5 16,4 2-2-16,3 2-9 0,-6 7 5 15,-9 4-7 1,-9 9 0-16,-3 0 0 0,-4 1 0 15,-7-1 0-15,3-4 0 16,4-3 0-16,5-6 4 16,8-5-2-16,12-11 15 15,10-1 18-15,11-5-20 16,1-2-7-16,-1 6-2 16,-9 3-4-16,-7 8 2 15,-9 7-8-15,-11 8 2 16,-1-3-1-16,-3 5 6 15,-3-2-3-15,1-2 0 16,-3 2 0-16,1 2 4 16,2-4-3-16,2-1 0 15,-3 0 1-15,-3-3-2 16,-2 1 7-16,-5-1-2 16,6-2 4-16,1 1-3 0,-1 3-6 15,-3 2 1-15,-3-1-1 16,-4 5 3-16,-3-3 0 15,-3 3-3-15,-4 0 0 16,-3 2 5-16,-4 0-5 16,-2-3 1-16,3-1-4 15,3-3 6-15,7-3 4 16,1 2-6-16,2 4 3 16,-7-1 8-16,0 3-12 15,-2-1 7-15,-5 0 3 0,-10 4-5 16,-3 1 8-1,-2 2-1-15,-3-5-3 0,1 2-2 16,4-2-1 0,7-3-1-16,6-3-1 0,4-3-4 15,7-1 2-15,-1-2-2 16,-2 3 4-16,-4 0-3 16,-9 4 0-16,-8 3-1 15,-10 3 0-15,-8 5 0 16,-8 3 1-16,-4 2-3 15,-1 0 7-15,0 0-5 16,0 0 2-16,2 0-1 16,1 0-1-16,6-3-4 15,6-2 4-15,3 3 0 16,6-7 0-16,-1 1 0 0,4-2 1 16,3 0 0-16,-2 1 0 15,-2-4 0-15,-8 3-1 16,-9 4 1-16,-5 6-1 15,-4 0 2-15,0 0 5 16,0 0-6-16,0 0-1 16,0 0-3-16,0 0 2 15,0 0-11-15,0 0-5 16,0 0-6-16,0 0 2 16,0 0-12-16,0 0-4 15,-12 6-52-15,-15 7 3 16,-7 0-107-16</inkml:trace>
  <inkml:trace contextRef="#ctx0" brushRef="#br0" timeOffset="152020.81">22317 17469 795 0,'0'0'113'0,"0"0"-82"0,0 0 28 15,0 0 8-15,0 0-26 16,0 0 4-16,0 0-15 16,-2-36-13-16,2 36-11 15,0 0-4-15,0 0-1 16,0 0 1-16,0 0-2 15,0 0-4-15,0 0 1 16,0 16-2-16,5 10 5 16,9 9 0-16,3 6 3 15,4 2 3-15,0-4 0 16,-2-7-5-16,4-5 0 0,-11-7-1 16,1-8 0-16,-4-4 6 15,-5-4-6-15,-2 0 0 16,-2-4 0-16,0 0 6 15,0 0-3-15,0-4 1 16,-14-12-4-16,-2-10-3 16,-2-6-7-16,3-7 2 15,8-5 0-15,7 2 6 16,0 0 0-16,19 6-7 16,11 11 1-16,6 13 3 15,6 6-1-15,1 6 6 16,-5 16-1-16,-2 10 0 0,-3 6 1 15,-5 0 2 1,-2-3-1-16,-6-3-1 0,-3-9 4 16,-5 0-4-16,-3-8 0 15,-2 2-5-15,0-2-2 16,0 1-11-16,0 0-4 16,-1-3-14-16,3 0-11 15,1-2-18-15,4-2-13 16,4-3-26-16,2-12-178 15</inkml:trace>
  <inkml:trace contextRef="#ctx0" brushRef="#br0" timeOffset="152314.1">23175 17404 780 0,'0'0'135'0,"87"-55"-97"15,-30 25-2-15,1 4 21 16,-6 2-12-16,-8 9-15 16,-10 2-11-16,-7 9-16 15,-6 4-3-15,-4 0-11 0,-2 0 6 16,-1 0-11-1,1 0-15-15,-3 0-3 0,0 0-8 16,-8 0-26-16,-4 7-64 16,0-2-113-16</inkml:trace>
  <inkml:trace contextRef="#ctx0" brushRef="#br0" timeOffset="152652.01">23255 17254 680 0,'0'0'132'0,"0"0"-70"16,0 0-9-16,0 0 1 15,0 0-43 1,0 0-8-16,-9-27 9 0,22 27 21 16,4 0 6-16,-1 0-17 15,2 0-21-15,-1 0 4 16,2 17 1-16,3 5 3 15,2 5 0-15,2 3-1 16,-1 2-4-16,-1-1-2 16,-1-3-2-16,-3-4 0 15,-1-3 3-15,-2-2-2 16,-7-7-1-16,-2 3-5 16,-4-8-9-16,-2-2-19 15,-2 0-26-15,0 0 2 0,0-5-5 16,-14 0-10-16,-2 0-63 15</inkml:trace>
  <inkml:trace contextRef="#ctx0" brushRef="#br0" timeOffset="153056.91">23735 16891 624 0,'0'0'73'0,"0"0"2"15,0 0-11-15,0 0-1 16,0 0-20-16,0 0-19 15,6 46 65-15,3-13-29 16,7 2-22-16,5 2-19 16,5 2-6-16,9-2 6 15,7 2-13-15,3 2 9 16,1-2-11-16,-7-6 5 16,-7-1-9-16,-10-7 0 15,-6-7-2-15,-8-3 0 0,-5-9-10 16,-3 0-5-16,0-4-16 15,0 3 4-15,-11 0-41 16,-5 2-94 0,-6-7-258-16</inkml:trace>
  <inkml:trace contextRef="#ctx0" brushRef="#br0" timeOffset="155665.71">26738 15701 680 0,'0'0'89'16,"0"0"-41"-16,0 0 1 16,0 0-15-16,0 0-10 15,0 0-7-15,0 0-1 16,13-14 10-16,-8 11-2 15,2 3-18-15,2-5-5 16,3 0 3-16,7-1 9 16,11-3 1-16,11-2-2 15,12-5 1-15,7 2-10 16,2-1 0-16,3 0-3 16,-6 6-2-16,-4-1 2 15,-7 0-1-15,-11 7-1 16,-11-1-18-16,-14 4-16 0,-12 0-42 15,-5 7-91-15,-25 13-179 16</inkml:trace>
  <inkml:trace contextRef="#ctx0" brushRef="#br0" timeOffset="155906.09">26744 15966 627 0,'0'0'160'16,"0"0"-92"-16,0 0-17 16,0 0-17-16,103-33-3 0,-30 8 1 15,6-2-9-15,1 5-2 16,-9 3-13-16,-9 3-4 16,-16 5-4-16,-14 5-3 15,-15 3-2-15,-12 3-50 16,-5 0-47-16,-6 9-16 15,-15 5-61-15</inkml:trace>
  <inkml:trace contextRef="#ctx0" brushRef="#br0" timeOffset="162466.94">27482 14522 350 0,'0'0'54'0,"0"0"71"16,0 0-62-16,0 0 7 15,0 0 1-15,82-53 2 16,-73 47-8-16,-3 0-9 16,-5 4-5-16,-1-1-15 15,2 1-13-15,-1-1-5 0,-1 2 0 16,2 1-2-16,-1-4 7 15,2 4-14-15,3-3-5 16,4 3-4-16,0 0 0 16,-1 0 3-16,-5 0-1 15,1 0-1-15,3 13-1 16,1 7 2-16,4 10 3 16,3 4 2-16,-1 2 1 15,3 0-3-15,-5-4-3 16,0-2-2-16,-3-9 2 15,-4-5-2-15,-3-5 0 16,-2-6 0-16,-1-2-1 16,0-2 1-16,0-1 0 0,0 0 0 15,0 0 1-15,0 0 10 16,-6 0 0-16,-9 0-10 16,-6-14 5-16,-3-6-1 15,5-3 5-15,4-13-10 16,9-3-2-16,6-5 0 15,9 5-15-15,21-1 14 16,7 14-6-16,5 10 5 16,-5 11-3-16,-5 5 2 15,-7 11 2-15,-3 12-2 16,-7 10 0-16,0 4 4 16,-5 2 1-16,-2-6 0 15,-3-6 2-15,2-8-1 0,-1-7 1 16,0-1-1-16,-2-5-2 15,-2-6-1-15,-1 3 1 16,-1 0 0-16,0-3-4 16,0 0-16-16,0 2-53 15,0 5-40-15,-12-2-14 16,-4-3-169-16</inkml:trace>
  <inkml:trace contextRef="#ctx0" brushRef="#br0" timeOffset="164719.04">28371 14260 260 0,'0'0'68'16,"0"0"-28"-16,0 0-4 15,0 0 8-15,0 0 6 16,0 0-6-16,-2 0 9 16,2 0-9-16,-2 0 7 15,0 0-29-15,1 0-7 0,-2 0-6 16,1 0 0-16,-1 0-6 16,2 0-3-16,-1 0-8 15,2 0 5-15,-1 0-8 16,1 0 8-16,0 0-11 15,0 0 5-15,0 0 5 16,0 0 4-16,0 0 0 16,0 0 0-16,-2 0-2 15,2 0 4-15,0 0 4 16,-1 0-5-16,1 0 4 0,0 0-5 16,0 0 4-16,0 0-8 15,0-2 7-15,0 2-6 16,0 0 3-16,0 0 0 15,0 0 0-15,0 0 0 16,0 0-4-16,0 0 3 16,0 0-1-16,0 0-14 15,-3 0-26-15,-1 0-53 16,-3 0-68-16</inkml:trace>
  <inkml:trace contextRef="#ctx0" brushRef="#br0" timeOffset="165139.67">28365 14251 211 0,'0'0'0'16,"0"0"-58"-16</inkml:trace>
  <inkml:trace contextRef="#ctx0" brushRef="#br0" timeOffset="165543.01">28365 14251 323 0,'-4'-6'123'15,"-1"2"-78"-15,2 1 36 16,0-1-33-16,0 1 17 0,0 3-28 16,0-2-18-1,0 2 18-15,0 0-18 0,3 0-14 16,-1 0-5-16,-5 0 1 15,-5 19 1-15,-5 10 1 16,-5 14 44-16,-1 13 7 16,2 7-15-16,7 7 5 15,8-1-17-15,5-7-22 16,9-11 2-16,20-9 5 16,8-5-10-16,2-7 5 15,-2-11-5-15,-7-2-1 16,-9-7-1-16,-8-4-4 15,-13-3-57-15,0 4-85 0,-16-7-115 16</inkml:trace>
  <inkml:trace contextRef="#ctx0" brushRef="#br0" timeOffset="168963.8">28572 14514 559 0,'0'0'91'0,"0"0"-12"16,0 0 1-16,0 0-10 0,0 0-18 15,0 0-24-15,0-2-17 16,2 2-3-16,0 0-4 16,3 0-3-16,3 13 1 15,-2 3-2-15,3 11 6 16,-1 3 6-16,2 0-8 15,0-4 2-15,2-1-3 16,0-6-1-16,-5-4 1 16,0-5 0-16,-3-6-1 15,-3-1 0-15,-1-3 1 16,0 0-3-16,0 0 8 16,0 0-5-16,0 0 8 0,0 0 5 15,0-4 5-15,-8-11-10 16,0-8 2-16,5-6-5 15,3-2 0-15,1-10-8 16,25 2-1-16,5 3-6 16,3 7 7-1,2 9-2-15,2 14-4 0,0 6 4 16,1 2 2-16,0 25-1 16,-8 12 1-16,-5 4 0 15,-10 1 1-15,-6 1 0 16,-2-6 3-16,-4-5-1 15,-1-10 3-15,-3-8-12 16,0-9 4-16,0-4 2 0,0-3 0 16,0 0-6-1,-13 0-66-15,-11 0-47 0,1 0-174 16</inkml:trace>
  <inkml:trace contextRef="#ctx0" brushRef="#br0" timeOffset="169188.75">29093 14604 778 0,'0'0'90'0,"0"0"-59"0,0 0 0 15,106-36 2-15,-69 23-22 16,-5 3 6-16,-7 1-12 15,-8 5-5-15,-7-2 0 16,-10 5-2-16,0-2-28 16,0-3-108-16</inkml:trace>
  <inkml:trace contextRef="#ctx0" brushRef="#br0" timeOffset="169442.6">29448 14357 778 0,'0'0'61'0,"0"0"-29"0,0 0-26 15,0 0 8-15,107 17 8 16,-84 5-4-16,-4 2 8 16,-1 6-13-16,-6-5-12 15,-3 0 1-15,-3-6 0 16,-2-4-2-16,-2-4-1 15,-1-1-1-15,-1-3-9 16,0 1-24-16,0-6-51 16,0-2-60-16,-7 0-174 15</inkml:trace>
  <inkml:trace contextRef="#ctx0" brushRef="#br0" timeOffset="169638.05">29345 14093 263 0,'0'0'0'0,"0"0"-11"16,0 0 9-16</inkml:trace>
  <inkml:trace contextRef="#ctx0" brushRef="#br0" timeOffset="169849.06">29293 13964 194 0,'0'0'195'0,"0"0"-86"15,0 0-6-15,115-20 0 16,-60 20-7-16,10 20-24 16,9 16-20-16,6 14-9 15,-1 7-5-15,-1 7-10 16,-11 0-18-16,-12-2-8 15,-16-2 1-15,-15-4 4 16,-18 0-7-16,-6-3 0 16,-24-5 0-16,-16 0-10 15,-14-7-34-15,-10 1-28 16,-6-3-61-16,-8-6-267 0</inkml:trace>
  <inkml:trace contextRef="#ctx0" brushRef="#br0" timeOffset="170866.44">27920 15334 443 0,'0'0'109'16,"0"0"-37"-16,0 0 6 15,0 0-25-15,0 0 20 16,0 0-22-16,65-43-19 16,-23 31 0-16,22-9 6 15,27-1-14-15,22-7-3 16,22-2-6-16,14-2-10 15,8-1-5-15,0 5-1 0,-14 0 1 16,-16 3 0 0,-21 2-6-16,-26 7-6 0,-28 8-13 15,-29 5-17 1,-23 4-24-16,-12 0-83 0,-28 11 74 16,-12 5-15-16,-7 4-151 15</inkml:trace>
  <inkml:trace contextRef="#ctx0" brushRef="#br0" timeOffset="174848.76">30206 14766 332 0,'0'0'57'0,"0"0"-4"16,0 0 27-16,0 0-28 15,0 0 11-15,0 0 2 16,-36-16-25-16,36 16-20 16,0 0 1-16,0 0-1 15,0 0-2-15,0 0 8 16,0 0 0-16,0-7-2 16,25-3-11-16,22-5-6 0,20-7-5 15,18-3 7 1,3 4 8-16,-2 1-8 0,-11 8-2 15,-8 2-6-15,-15 3 3 16,-13 4-8-16,-15 3 3 16,-11 0-4-16,-13 0-21 15,0 0-39-15,-27 3-12 16,-9 8-29-16,-10-8-198 16</inkml:trace>
  <inkml:trace contextRef="#ctx0" brushRef="#br0" timeOffset="175160.11">30349 14472 400 0,'0'0'41'0,"0"0"133"0,0 0-22 16,0 0-106-16,0 0-8 16,0 0-20-16,-24-42-18 15,29 54-4-15,14 15 4 16,6 6 12-16,5 4 21 15,1-1-4-15,2 4-9 16,-2-5 0-16,-2-3-7 16,-3-6-7-16,-3-4 1 15,-7-2-5-15,-5-4-1 16,-5-6 3-16,-4-3-4 0,-1-4 0 16,-1 1 0-1,0-4-9-15,0 3-25 0,-4-1 2 16,-9 3-32-1,-1-5-32-15,3 0-188 0</inkml:trace>
  <inkml:trace contextRef="#ctx0" brushRef="#br0" timeOffset="177354.8">31281 13861 189 0,'0'0'27'15,"0"0"-19"-15,0 0 5 16,0 0 27-16,0 0 13 15,0 0 11-15,-18 5-41 16,12-5 6-16,2 0 16 16,-1 0-4-16,4 0 22 0,1 0 21 15,0 0-24-15,0 0-20 16,0 0-10-16,0 0-8 16,0 0-14-16,0 0-1 15,0 0-3-15,0 5-4 16,0 12-4-16,6 12 2 15,6 14 2-15,1 6 1 16,3 4 8-16,-2 2-8 16,-7-1 0-16,-4-4-1 15,-3-3 5-15,0-8-4 16,-10-2 1-16,-7-5-1 16,0-5 4-16,0-3-4 0,-1-5 0 15,-2-2-1 1,-2-8 5-16,-4-2-4 0,-1-7 4 15,3 0-2-15,9 0 0 16,2-16 8-16,10-8-1 16,3 2-9-16,1 2-1 15,20 6 5-15,4 7-10 16,5 2 4-16,4 5-1 16,4 0-1-16,2 0 3 15,2 0 1-15,-2 0-1 16,-4 0 0-16,-8 0-4 15,-8 0 4-15,-8-5 5 16,-5-4-3-16,2-4 2 16,-5-1 3-16,1 0-3 0,-2 5 0 15,-3 3-4-15,0 6 4 16,2 0-4-16,2 3-6 16,5 13 2-16,1 5 4 15,4 4 0-15,1 2-2 16,0-3 2-16,2-2 1 15,-3 2-1-15,1-4-1 16,-6-3 1-16,-5 2 1 16,-4-2-1-16,0 2 0 15,-6-2-12-15,-10-2-23 16,-2-4-22-16,6-11-72 0,6-6-180 16</inkml:trace>
  <inkml:trace contextRef="#ctx0" brushRef="#br0" timeOffset="177661.68">31690 13977 400 0,'0'0'34'0,"0"0"28"15,0 0-7 1,0 0-38-16,0 0 46 0,-16 93-9 16,16-41-20-16,7 5 16 15,11-5-25-15,3-8-13 16,1-5 15-16,1-6-13 16,-1-6-5-16,0-5-6 15,-7-5-2-15,0 0-1 16,-8-1-1-16,-5-10-86 15,-2-3-182-15</inkml:trace>
  <inkml:trace contextRef="#ctx0" brushRef="#br0" timeOffset="178029.06">31811 14109 700 0,'0'0'62'0,"0"0"-59"15,0 0-3-15,0 0-2 16,0 0 0-16,88 96 2 16,-59-60 4-16,-3-7 4 15,-7 1-8-15,-4-10 2 16,-7-10 0-16,-5-3 1 16,-3-4 1-16,0-3 9 15,-17 0 15-15,-4-10-27 16,0-6-1-16,6-7 1 15,5 0 2-15,10-4 1 16,0 1-3-16,10 9 1 16,16 7-2-16,-4 7-9 0,5 3 7 15,-2 10 2-15,-4 9-5 16,-1 2 1-16,1 4 1 16,-2-1 1-16,-3-1 4 15,-1-3-4-15,-7 0 7 16,-7-3-10-16,-1-7-16 15,0-8-177-15</inkml:trace>
  <inkml:trace contextRef="#ctx0" brushRef="#br0" timeOffset="178219.75">32170 14184 756 0,'0'0'19'16,"0"0"-14"-16,125-19 11 16,-74 13-8-16,-8 1-4 15,-10 5-8-15,-14 0-8 16,-10 0-145-16</inkml:trace>
  <inkml:trace contextRef="#ctx0" brushRef="#br0" timeOffset="178441.4">32398 13955 694 0,'0'0'28'0,"0"0"59"16,0 0-87-16,0 0-6 16,0 0 6-16,73 81 7 15,-41-41 4-15,-3-1-7 16,-6-3 7-16,-4-3-5 15,-8-8-5-15,-6-5-1 16,-5-1 0-16,-4-5-8 16,-23-6-97-16,-10-8-218 15</inkml:trace>
  <inkml:trace contextRef="#ctx0" brushRef="#br0" timeOffset="178726.75">32279 13782 710 0,'0'0'31'0,"0"0"-22"16,0 0 3-16,109-59 4 16,-50 59 1-16,6 10 9 15,-3 29-1-15,-5 14-1 16,-12 10-10-16,-10 2-12 15,-15-2 8-15,-14-3-8 16,-6-4 3-16,-4-4 0 16,-18-7-4-16,-6-6 1 0,-6-6-1 15,-12-1-1-15,-8 1-2 16,-7-8-62-16,3-8-107 16</inkml:trace>
  <inkml:trace contextRef="#ctx0" brushRef="#br0" timeOffset="179175.01">30856 15268 282 0,'0'0'4'16,"0"0"-1"-16,0 0-3 15,-67 70 0-15,55-54 3 16,3-4 7-16,3-1 3 15,6 3-1-15,0-5-12 16,0-2-1-16</inkml:trace>
  <inkml:trace contextRef="#ctx0" brushRef="#br0" timeOffset="179868.66">30742 15522 423 0,'0'0'205'15,"0"0"-127"-15,0 0-26 16,0 0 0-16,88-35-6 0,-40 18-8 15,12 0-19 1,10-3-3-16,5 0-2 0,-5 7-10 16,-10 4-1-16,-16 1-3 15,-14 8-4-15,-12 0-13 16,-9 0-32-16,-9 0-39 16,-12 0-215-16,-19 0-92 15</inkml:trace>
  <inkml:trace contextRef="#ctx0" brushRef="#br0" timeOffset="180241.52">31017 15226 472 0,'0'0'166'0,"0"0"-165"16,0 0 4-16,0 0 89 15,95 76-45-15,-63-41-20 16,-4-1-17-16,-1-1-5 16,-6-4-7-16,-2-4 1 0,-4-3-1 15,-4-5 0-15,-7-5 0 16,-2 1-2-16,-2-6-26 16,0-3-90-16,0-4-458 15</inkml:trace>
  <inkml:trace contextRef="#ctx0" brushRef="#br0" timeOffset="180646.4">31554 15204 147 0,'0'0'638'0,"0"0"-638"16,0 0-9-16,0 0 8 15,0 0 1-15,100 54 8 16,-79-33 3-16,-3 2 1 16,-2 0-12-16,-4-7 6 15,-1-3-6-15,-4-6-1 16,-3-5-1-16,-2 1 4 16,-2-3 0-16,0 0 35 15,0-5 19-15,-2-12-47 16,-8-8-4-16,6-6-8 0,4-2 6 15,0 4-2 1,17-1-1-16,13 10-4 0,6 7 3 16,3 12-3-16,4 1-1 15,-1 4 5-15,-6 12-2 16,-3 1 2-16,-10 3-2 16,-5-1 4-16,-6 5-4 15,-1-1 2-15,-4 7 0 16,-6-4-30-16,-1-6-119 15</inkml:trace>
  <inkml:trace contextRef="#ctx0" brushRef="#br0" timeOffset="180872.53">32165 15279 681 0,'0'0'63'16,"0"0"-59"-16,0 0 6 15,84-34 10-15,-45 25-5 16,-5 2-13-16,-4-3-2 16,-9 3-9-16,-5-1-43 15,-8-4-167-15</inkml:trace>
  <inkml:trace contextRef="#ctx0" brushRef="#br0" timeOffset="181075.53">32198 15076 679 0,'0'0'106'0,"0"0"-97"15,0 0-8-15,0 0 8 16,108 86 14-16,-78-61-15 15,-3 0 5-15,-7 1-2 16,-6 1-9-16,-7-1-2 16,-7-2 0-16,0-5-41 15,0-9-176-15</inkml:trace>
  <inkml:trace contextRef="#ctx0" brushRef="#br0" timeOffset="181440.94">32590 14961 798 0,'0'0'4'0,"0"0"-1"16,116-20 4-16,-78 20 6 15,-10 14 2-15,-11 2-10 16,-9 0 1-16,-8 5-6 15,0-1 2-15,-17-1 4 0,-2-5-4 16,4-5 2-16,5-6-4 16,8-3 1-16,2 0 2 15,3 3-3-15,19-1 0 16,5 3 1-16,0 5 21 16,-8 0-1-16,-11 3-18 15,-8 4 2-15,0 3-4 16,-24 3 8-16,-12 0-5 15,-3-3-4-15,2-3 0 16,7-1 1-16,6-3-1 16,3-3-73-16,5-10-262 15</inkml:trace>
  <inkml:trace contextRef="#ctx0" brushRef="#br0" timeOffset="181868.87">31216 15004 529 0,'0'0'15'0,"0"0"107"15,-81 119-50-15,84-55-19 16,43 4-7-16,24 2-4 16,17-8-27-16,16-16-6 15,1-9 0-15,2-13-5 16,-3-6-4-16,-6-1 2 0,-4-7-2 16,-16-4-71-1,-13-6-315-15</inkml:trace>
  <inkml:trace contextRef="#ctx0" brushRef="#br0" timeOffset="182319.37">33084 14869 532 0,'0'0'97'16,"108"67"5"-16,-59-26-27 16,-15 7-42-16,-10-3-19 0,-9 1-10 15,-8 0 18-15,-5-1-11 16,-2-7-4-16,-5-1-3 15,-24 3 2-15,-14-5-2 16,-12 5-4-16,-5-7-17 16,0 0-47-16,6-13-128 15</inkml:trace>
  <inkml:trace contextRef="#ctx0" brushRef="#br0" timeOffset="183201.94">28595 16656 436 0,'0'0'53'15,"0"0"-28"-15,0 0 24 16,0 0 25-16,0 0-3 16,0 0-26-16,40-10-12 0,-28 9-13 15,3-4-1 1,9 1-6-16</inkml:trace>
  <inkml:trace contextRef="#ctx0" brushRef="#br0" timeOffset="184920.87">32213 15715 0 0,'-100'-28'0'0,"5"3"0"0,2 8 0 0,16 6 0 16,14 9 0-16,10 2 0 16,6 0 0-16,-6 0 0 15,-13 2 0-15,-11 6 0 16,-6 2 0-16,-13-3 0 15,-12-1 0-15,-13-3 0 0,-10-3 0 16,-8 0 0-16,9-9 0 16,6-10 0-16,10-3 0 15,8-8 0-15,3-6 0 16,0-7 0-16,3-3 0 16,11-2 0-16,6 7 0 15,6 8 0-15,4 10 0 16,-2 10 0-16,1 3 0 15,-2 0 0-15,10-5 0 16,14 0 0-16,24-8 0 16,25-2 0-16,6-6 0 15,22 8 0-15,0-1 0 16,-5 7 0-16,-14 5 0 16,-6-5 0-16,0-3 0 0,-17 1 0 15,-8 6 0-15,-2 9 0 16,-1 4 0-16,5 0 0 15,13 0 0-15,10 0 0 16,0-2 0-16,21-9 0 16,16-2 0-16,11-1 0 15,10 6 0-15,2 6 0 16,-1 2 0-16,-5 17 0 16,-6 16 0-16,-4 10 0 15,-3 11 0-15,-5 14 0 16,-7 15 0-16,-3 11 0 15,-7 12 0-15,-5 10 0 0,-10 8 0 16,-4-6 0 0,-3-13 0-16,-22-18 0 0,-6-25 0 15,-5-16 0-15,3-2 0 16,1-5 0-16,6 11 0 16,6 1 0-16,2 10 0 15,2-3 0-15,4-7 0 16,0-11 0-16,-4-13 0 15,-3-15 0-15,-1-2 0 16,-1 0 0-16,-1 10 0 16,1 10 0-16,0 13 0 15,4 9 0-15,5 2 0 16,9 1 0-16,3-9 0 0,0-8 0 16,7-18 0-1,7-17 0-15,-2-3 0 0,3-3 0 16,-3-17 0-16,-3-4 0 15,1 2 0-15,-5 4 0 16,-1 7 0-16,-4 6 0 16,0 5 0-16,-14 8 0 15,-18 9 0-15,-11-3 0 16,-8 1 0-16,-8-2 0 16,-4-5 0-16,-6 0 0 15,-1-6 0-15,-1-1 0 16,4-1 0-16,7 3 0 0,12-3 0 15,6 0 0 1,13 0 0-16,7 0 0 0,9 0 0 16,9-6 0-16,4-5 0 15,0 2 0-15,0 5 0 16,-5 1 0-16,-4 3 0 16,-7 3 0-16,-9 10 0 15,-8 0 0-15,-6 4 0 16,-10 0 0-16,-5 0 0 15,-3 0 0-15,-1-2 0 16,3-15 0-16,10 0 0 16,19-10 852-16,26 10-838 15,0 0 55-15,0 0-57 0,124-94-12 16,-11 50 1 0,24-2 24-16,19-4 12 0,12 5-18 15,11 4-3-15,8 2-8 16,7 4-2-16,10 3-6 15,5 0 0-15,0 0 0 16,0 2 1-16,-5 3 5 16,-9 0-4-16,-9 4-4 15,-18 3 5-15,-12 1-3 16,-16 5 2-16,-18 3 2 16,-10 2-4-16,-12-4 5 15,-9 4 0-15,-5-4 0 16,-8 2-1-16,-11 1 1 15,-9 0 10-15,-9 3-9 0,-8-2-6 16,-3 2 1 0,0 1 4-16,5-5-5 0,9 1 1 15,5-4 0-15,-1 2-1 16,-8 1 0-16,-8 2 0 16,-15 4 2-16,-12 2 3 15,-7 3-10-15,-6 0 10 16,0 0-5-16,4 0 4 15,16-5-4-15,20-1 0 16,26-5-2-16,17-1 3 16,7-1-1-16,-7 2 5 15,-13 1-5-15,-12 3-4 16,-17 5 4-16,-19 1-3 0,-11-2 2 16,-10 3-4-1,-1 0-18-15,-4 0-8 0,-19 4-4 16,-11 9 10-16,-5 2-14 15,0 0-10-15,-4-3-57 16,0-4-85-16</inkml:trace>
  <inkml:trace contextRef="#ctx0" brushRef="#br0" timeOffset="185966.96">30095 17093 413 0,'0'0'143'0,"0"0"-131"16,0 0 1-16,0 0 12 15,0 0 78-15,0 0-15 16,-25-40-38-16,25 40-31 15,0 0-19-15,0 0-2 16,6 6 1-16,9 16 1 16,1 8 5-16,-2 10 0 15,0 0 14-15,-3 3-10 16,0-9-2-16,-1-6 2 16,-1-8-7-16,-2-6 4 15,-4-11-3-15,-1 0-2 16,-2-3 3-16,0 0 13 0,0 0 13 15,0-11 14-15,-8-10-43 16,-2-7 0-16,4-9 3 16,6-4-5-16,6-9 1 15,28 3-10-15,15 5-15 16,11 9 1-16,3 13 8 16,-8 13 8-16,-4 7 3 15,-14 0 5-15,-7 17 4 16,-6 6-4-16,-5 0 0 15,-7 4-4-15,-3-3 4 16,-5 0 7-16,-1-1-5 16,-1 1-1-16,-2-4-2 15,0 0-16-15,0-6-91 16,-6-13-295-16</inkml:trace>
  <inkml:trace contextRef="#ctx0" brushRef="#br0" timeOffset="186202.57">30856 17048 869 0,'0'0'60'16,"0"0"-51"-16,0 0-6 15,118-51 15-15,-51 29 8 0,3 0 7 16,0 6-25-1,-6 6-6-15,-16 3-4 0,-14 4-16 16,-11 2-37-16,-14 1-19 16,-9-3-61-16,0-2-202 15</inkml:trace>
  <inkml:trace contextRef="#ctx0" brushRef="#br0" timeOffset="186422.03">30932 16864 421 0,'0'0'324'0,"0"0"-269"16,0 0-55-16,0 0-6 15,0 0 6-15,91 49 31 16,-55-21-4-16,0-1 1 0,-5 2 8 16,-7-2-27-16,-3 2-8 15,-5-3 0-15,-3-4-1 16,1-3 0-16,-2 1 0 15,-2-6-44-15,1-6-58 16,4-8-236-16</inkml:trace>
  <inkml:trace contextRef="#ctx0" brushRef="#br0" timeOffset="186691.31">31509 16719 897 0,'0'0'35'0,"0"0"-35"16,0 0 0-16,0 0 19 15,0 0 20-15,81 55-1 16,-57-35 4-16,1 4-22 16,-3-2-10-16,1-2-6 15,-8 1-4-15,0-2 1 16,-3-2-6-16,-5-4 2 15,0-4-23-15,-4-2 0 16,-3 3-6-16,0 0-13 16,-7-1-29-16,-12-1-99 15</inkml:trace>
  <inkml:trace contextRef="#ctx0" brushRef="#br0" timeOffset="187136.4">28593 18477 389 0,'0'0'30'15,"-88"-7"-23"-15,45 3-4 16,1-4-3-16,5-1-1 0,4 0-7 16,5 2-2-16,7 3-3 15,7-2-14-15,10 2-17 16</inkml:trace>
  <inkml:trace contextRef="#ctx0" brushRef="#br0" timeOffset="188934.97">27803 18507 604 0,'0'0'16'15,"0"0"-14"-15,103-84 15 16,-39 44 78-16,19-1-31 16,5 7-27-16,-1 7-2 15,-11 12-22-15,-22 14-13 16,-20 1-6-16,-16 9-38 15,-18 11-17-15,0 6-32 16,-29 3 34-16,-17 3-34 16,-9 3-65-16</inkml:trace>
  <inkml:trace contextRef="#ctx0" brushRef="#br0" timeOffset="189172.13">27931 18574 302 0,'0'0'0'15,"0"0"2"-15,0 0 2 16,0 0-4-16,0 0 7 15,0 0 78-15,5 54 40 16,11-54-5-16,3 0-25 16,7-10-8-16,8-7-24 15,9-7-15-15,7-1-29 16,5 2 6-16,-2 3-13 16,-7 6-1-16,-11 6-11 15,-9 6-3-15,-7 0-6 16,-6 0-15-16,-3 2-7 15,-2 0-38-15,-2 0-14 0,-2 0-127 16,-4 0-141-16</inkml:trace>
  <inkml:trace contextRef="#ctx0" brushRef="#br0" timeOffset="190062.99">29268 18192 311 0,'0'0'204'0,"0"0"-204"16,0 0 0-16,0 0 27 15,0 0 31-15,0 0-1 16,0-19-14-16,0 15-25 16,0 3 5-16,-4-5 15 0,-3 2-23 15,-3 2 7 1,-1-3-8-16,-4 2-10 0,-3 3-1 16,-4 0-1-16,-5 0 1 15,-3 0-2-15,-1 8-1 16,1 4 4-16,5 0-3 15,2 4 2-15,3 10 3 16,3 3-4-16,1 11 1 16,7 4 10-16,6 2 9 15,3 2-7-15,10-7-10 16,17-4-3-16,9-2 3 16,6-12-4-16,7-7 4 15,6-11 11-15,5-5 8 16,4 0-1-16,5-12-1 15,-4-7 0-15,-7-5-4 0,-12 0-12 16,-16 4 1-16,-12 0-5 16,-8-3 3-16,-6-5 6 15,-4-7-9-15,0-1 0 16,-15 1-2-16,-9-1 0 16,-12 6-1-16,-6 8-1 15,-7 4-1-15,-3 13-1 16,-3 5-11-16,-1 0-31 15,4 3-2-15,9 7-1 16,15 0-1-16,14-6-9 16,14-4-174-16</inkml:trace>
  <inkml:trace contextRef="#ctx0" brushRef="#br0" timeOffset="190438.05">30041 17877 693 0,'0'0'70'15,"0"0"-55"-15,0 0 1 0,0 0 10 16,0 0-17-16,0 0-2 16,-64 42-4-16,48-8 11 15,5 13 14-15,6 2-13 16,5 5-2-16,4 2-9 16,19 0-1-16,8 0 8 15,9-9 2-15,2-5-4 16,2-11 10-16,0-10-16 15,-2-4-2-15,-1-7-1 16,-2-5-14-16,-4-2-69 16,-9-3-74-16</inkml:trace>
  <inkml:trace contextRef="#ctx0" brushRef="#br0" timeOffset="190884.16">30404 18031 892 0,'0'0'21'0,"0"0"-21"15,0 0-27-15,0 0 22 16,0 0 5-16,0 0-2 16,55 79 4-16,-38-49 0 15,-4-2 3-15,-3-1-4 0,-2-6 2 16,-5-6-3-1,-3-5 2-15,0-7 0 0,0-3 2 16,0 0 22 0,-5 0 18-16,-9-9-37 0,-1-7-2 15,0-6-5-15,6 0 13 16,6-8 1-16,3 0-3 16,16 1-11-16,15 5-3 15,10 6 3-15,2 8 0 16,3 6-1-16,-2 4 0 15,-4 0 1-15,-3 7 0 16,-4 5 3-16,-5 5-2 16,-6-4 4-16,-5 1-2 15,-4-1-3-15,-7-4-1 16,-3 2 1-16,-1-1-5 0,-2-1 3 16,0 4-28-16,0-2-44 15,-5-3-47-15,-11-6-350 16</inkml:trace>
  <inkml:trace contextRef="#ctx0" brushRef="#br0" timeOffset="191207.79">30707 17839 874 0,'0'0'4'0,"0"0"8"16,0 0 13-16,0 0-22 16,82-49 1-16,-5 45 12 15,13 4 8-15,2 4 4 16,-11 25-5-16,-11 10-22 16,-24 2 2-16,-16 4-1 15,-12 1 1-15,-15-2-1 16,-3 1 2-16,-11 2-4 15,-15-8 5-15,-6-2-5 16,-1-5-1-16,1-1-3 16,2-8-16-16,7-3-41 15,7-8-49-15,12-12-157 16</inkml:trace>
  <inkml:trace contextRef="#ctx0" brushRef="#br0" timeOffset="191550.68">31849 17870 847 0,'0'0'41'0,"0"0"-39"16,0 0 2-16,0 0 11 15,0 0 7-15,0 0-8 0,8-9-12 16,-23 34-1-16,-16 14-1 16,-14 13 2-16,-11 11-1 15,-9 6 1-15,-2 4 3 16,-2 5-3-16,7-6 7 16,8-13-8-16,15-11 2 15,14-17 5-15,11-4-8 16,7-5 0-16,7 1-1 15,0-3-9-15,0-5-63 16,13-8-35-16,9-7-169 16</inkml:trace>
  <inkml:trace contextRef="#ctx0" brushRef="#br0" timeOffset="191822.86">32110 17953 880 0,'0'0'51'0,"0"0"12"16,0 0-48-16,0 0-15 15,0 0-1-15,0 0 0 16,-122 89 2-16,56-25 5 16,1-1-1-16,9 2-3 15,9 2 8-15,7-7 0 16,4-2-10-16,3-9 4 0,7-8-4 15,7-5 0-15,3-12 0 16,5-4-28-16,4-5-43 16,-1-8-48-16,0-7-227 15</inkml:trace>
</inkml:ink>
</file>

<file path=ppt/ink/ink7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2047" units="deg"/>
          <inkml:channel name="T" type="integer" max="2.14748E9" units="dev"/>
        </inkml:traceFormat>
        <inkml:channelProperties>
          <inkml:channelProperty channel="X" name="resolution" value="1516.99072" units="1/cm"/>
          <inkml:channelProperty channel="Y" name="resolution" value="2427.1853" units="1/cm"/>
          <inkml:channelProperty channel="F" name="resolution" value="5.68611" units="1/deg"/>
          <inkml:channelProperty channel="T" name="resolution" value="1" units="1/dev"/>
        </inkml:channelProperties>
      </inkml:inkSource>
      <inkml:timestamp xml:id="ts0" timeString="2021-03-19T04:57:38.676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24250 342 677 0,'0'0'39'15,"0"0"-30"-15,0 0-8 16,0 0-1-16,0 0 0 0,0 0-1 15,0 0-3-15,-2-37-38 16,11 35-44-16,10-7-117 16</inkml:trace>
  <inkml:trace contextRef="#ctx0" brushRef="#br0" timeOffset="2271.36">22512 4341 281 0,'0'0'0'0,"0"0"-161"16</inkml:trace>
  <inkml:trace contextRef="#ctx0" brushRef="#br0" timeOffset="3506.34">20366 4546 680 0,'0'0'83'0,"0"0"-32"15,0 0-2-15,0 0-2 16,0 0 1-16,0 0-8 16,-14-26-8-16,13 20-7 15,-1 4-2-15,2 1 4 16,-1 1-3-16,-1 0-15 16,2 0-9-16,0 0 5 15,-1 1-11-15,-4 26 4 16,-2 20-3-16,-2 26 5 15,-5 17 1-15,4 5 1 16,1 0-2-16,5-8 0 16,4-12-3-16,0-9 2 0,0-12 1 15,0-16 0-15,0-17 6 16,0-10-7-16,0-8 1 16,0-3 0-16,0 0 8 15,0 0 4-15,0-23-6 16,10-13-5-16,10-8 0 15,6-2-1-15,12 5 3 16,8 15-8-16,3 15 5 16,0 11 0-16,-4 12-10 15,-9 27 9-15,-13 11-10 16,-10 11 11-16,-13 3 0 16,0-4 0-16,0-4 0 0,-20-6 0 15,-2-6 0-15,-15-5-2 16,-7-7 0-16,-5-6-5 15,3-9-14-15,1-10 1 16,11-7-14-16,13-4-52 16,11-31-53-16,10-19-582 15</inkml:trace>
  <inkml:trace contextRef="#ctx0" brushRef="#br0" timeOffset="3890.33">21382 5092 929 0,'0'0'0'16,"0"0"-11"-16,0 0-5 15,91 0 16-15,-77 0 9 16,-2 0-2-16,-2 0 0 15,-3 0-7-15,-1-7 6 16,-6-3 4-16,0-2-1 16,0 2-3-16,-6 3 4 15,-6 6 11-15,0 1 13 16,0 3-28-16,-1 22-1 0,3 11-3 16,7 9 1-16,3 0 2 15,0-4 0-15,19-7-5 16,1-9 3-16,6-6-3 15,-1-6-2-15,0-6-14 16,2-7-27-16,0 0-18 16,2-14-25-16,-7-14-45 15,-2-8-140-15</inkml:trace>
  <inkml:trace contextRef="#ctx0" brushRef="#br0" timeOffset="4316.13">21749 5066 507 0,'0'0'177'15,"0"0"-155"-15,0 0-22 0,0 0 58 16,0 0 12-16,91 91-26 16,-55-66-7-16,-4-3-17 15,-9 1-5-15,-15 0-12 16,-8 7 2-16,0 4-4 16,-22-2 11-16,-3-5-8 15,5-8-4-15,5-9 2 16,9-6 0-16,6-4 1 15,0-3 6-15,14-25 7 16,13-18-11-16,5-14-4 16,-2-6-1-16,-4-2 7 15,-7 1 1-15,-4 5-5 0,0 10 1 16,-3 11 8 0,-3 15 12-16,-1 13-15 0,2 9 1 15,0 4-10-15,8 4 0 16,7 21 5-16,3 8-3 15,5 5 1-15,0 0 10 16,0-1 4-16,-3-4-11 16,-3-2 5-16,-9-5-9 15,-2-1 0-15,-5-3-2 16,-3-5-2-16,-2 0-24 16,-3-6-41-16,-1-3-29 15,-2-8-37-15,0 0-132 16</inkml:trace>
  <inkml:trace contextRef="#ctx0" brushRef="#br0" timeOffset="4467.6">22218 5104 401 0,'0'0'547'0,"0"0"-482"15,0 0 13-15,0 0-25 16,0 0-44-16,63-87-9 16,-29 73 7-16,-2 3-7 15,-7 5-7-15,3 3-18 16,2-1-22-16,1 3-68 15,-1-2-49-15</inkml:trace>
  <inkml:trace contextRef="#ctx0" brushRef="#br0" timeOffset="4880.18">23462 4763 806 0,'0'0'18'15,"0"0"2"-15,0 0 60 16,-36-72-42-16,20 57 2 15,-4 5 0-15,-6 3-13 16,-11 7-13-16,-7 0-6 0,-3 20-2 16,-1 19 3-16,7 17 11 15,9 4 0-15,20 8 0 16,12-11-12-16,10-3 3 16,29-9-7-16,3-8 6 15,4-7-10-15,-3-5 0 16,-4-4-5-16,0-8-20 15,-1-6-31-15,3-7-14 16,2 0-22-16,0-12 2 16,-2-18 0-16,-1-8-132 15</inkml:trace>
  <inkml:trace contextRef="#ctx0" brushRef="#br0" timeOffset="5212.08">23749 4922 649 0,'0'0'136'0,"0"0"-75"15,0 0 12-15,0 0 4 16,0 0-12-16,0 0-50 15,-67-36-15-15,41 63-4 16,7 5 1-16,8-2 1 16,11 0 1-16,0-6 2 15,11 0-1-15,7-9 0 16,4-5 0-16,0-6-1 16,-5-4 1-16,-2 0-6 15,-9-1 6-15,0-16 12 16,-2-4-12-16,-2-2 4 15,-2 3-4-15,0 8 0 0,0 3 2 16,1 9-2-16,5 0 0 16,3 0-2-16,5 4-5 15,6 6 7-15,3 3 0 16,-7 1 0-16,2 0-1 16,-1-3 1-16,2-5-11 15,5-3-52-15,2-3-31 16,6 0-46-16,-3-15-286 15</inkml:trace>
  <inkml:trace contextRef="#ctx0" brushRef="#br0" timeOffset="5621.96">24071 4875 434 0,'0'0'362'16,"0"0"-331"-16,0 0-5 0,0 0 38 16,0 0-50-16,0 0-13 15,-29 58 0-15,64-24 18 16,4-1 30-16,-4-4-37 15,-14 2-12-15,-14-3 1 16,-7 2-5-16,-13-3 3 16,-15-4 1-16,0-7 0 15,6-7-1-15,8-6 1 16,8-3 7-16,6 0 8 16,0-8 10-16,20-15-20 15,9-8-5-15,7-8-1 16,-2-5 0-16,-4-2 1 15,-5-2 0-15,-7-1 10 16,-6 6-8-16,-8 12 7 0,-4 11 15 16,0 16 17-16,0 4-12 15,0 7-29-15,0 21-2 16,7 13-1-16,6 5 2 16,8-2 1-16,9-7 0 15,4-10 0-15,-1-8 2 16,-5-7 0-16,-2-4-2 15,-9-2-6-15,-3-1-3 16,1-3-47-16,-2-2-51 16,-2 0-122-16</inkml:trace>
  <inkml:trace contextRef="#ctx0" brushRef="#br0" timeOffset="5988.98">24799 4732 1054 0,'0'0'25'0,"0"0"-25"15,0 0 1-15,0 0 18 16,0 0-19-16,0 0-11 15,-9-14-50-15,18 37 1 16,-2 2-61-16,-5 2-327 16</inkml:trace>
  <inkml:trace contextRef="#ctx0" brushRef="#br0" timeOffset="6146.45">24831 5179 400 0,'0'0'654'15,"0"0"-610"-15,0 0-15 16,0 0-2-16,0 0-23 16,0 0-4-16,0-41-35 15,0 28-86-15,0-3-166 16</inkml:trace>
  <inkml:trace contextRef="#ctx0" brushRef="#br0" timeOffset="6334.03">25104 4947 1111 0,'0'0'47'16,"0"0"-47"-16,0 0-13 15,0 0 4-15,0 0-41 16,94-30-114-16,-73 30-341 15</inkml:trace>
  <inkml:trace contextRef="#ctx0" brushRef="#br0" timeOffset="29162.3">24943 5075 318 0,'0'0'65'0,"0"0"-51"15,0 0 31-15,0 0-20 16,0 0 1-16,0 0-3 16,0 0-12-16,0 0 9 15,80-52-20-15,-79 49 27 16,2 0 29-16,1-1-31 16,4 0-24-16,-2-2 3 15,1 1-4-15,2 0-10 16,-1-2 3-16,-1 0 6 15,4 1 1-15,-1-3 1 0,-4 4-1 16,0-1-1-16,-3 0-32 16,2-1-3-16,2 1 16 15,2 0-47-15,3-5 26 16,4-2-3-16</inkml:trace>
  <inkml:trace contextRef="#ctx0" brushRef="#br0" timeOffset="29645.46">25692 4721 920 0,'0'0'11'15,"0"0"-11"-15,0 0 8 16,0 0 16-16,0 0-18 0,0 0 8 15,67-53 12-15,-58 51 3 16,-7 2-12-16,-2 8 0 16,-3 26-6-16,-24 27 32 15,-14 20-17-15,-9 9-7 16,-1-2-5-16,15-12-12 16,16-9-1-16,18-11-1 15,2-12 0-15,27-8 1 16,16-12-2-16,14-9 2 15,8-11 7-15,5-4-8 16,-2-4-4-16,-12-13 0 16,-14-1-25-16,-18-5-37 0,-18-5-46 15,-6-5-84-15</inkml:trace>
  <inkml:trace contextRef="#ctx0" brushRef="#br0" timeOffset="29801.05">25668 5092 917 0,'0'0'117'0,"0"0"-76"16,0 0-41-16,0 0 0 16,0 0 5-16,106-39-5 15,-70 26-4-15,-6 2 2 16,-9 4-39-16,-12 0-34 16,-9-5-27-16,-5 2-184 15</inkml:trace>
  <inkml:trace contextRef="#ctx0" brushRef="#br0" timeOffset="29919.73">25583 4959 276 0,'0'0'492'0,"0"0"-468"16,0 0-23-16,70-85 31 15,-13 54-10-15,1 1-4 16,-3 2-18-16,-13 2-38 16,-9 4-217-16</inkml:trace>
  <inkml:trace contextRef="#ctx0" brushRef="#br0" timeOffset="30027.44">25950 4642 813 0,'0'0'0'0,"0"0"-3"0,0 0-125 16</inkml:trace>
  <inkml:trace contextRef="#ctx0" brushRef="#br0" timeOffset="30512.12">26413 4570 959 0,'0'0'61'16,"0"0"-61"-16,0 0-18 16,0 0 18-16,-57 115 1 15,33-43 28-15,5 9-15 16,7 4 24-16,10 0-24 16,2-6-13-16,12-9 1 15,15-9-2-15,7-13-1 16,4-11-6-16,4-13 5 15,0-10-2-15,-3-9 8 16,-4-5-4-16,-10-4 0 16,-6-20 4-16,-7-11 0 0,-7-7-3 15,-5-3-1-15,0 4-7 16,-6 15 7-16,-8 11 9 16,1 10 32-16,7 0-12 15,3 5-19-15,3 0-10 16,0 15-6-16,6 7 3 15,15-3 3-15,4 0 0 16,5-5-2-16,4-3-5 16,-1-4-38-16,-2-2-50 15,-7-5-87-15</inkml:trace>
  <inkml:trace contextRef="#ctx0" brushRef="#br0" timeOffset="30969.19">26864 5006 1005 0,'0'0'83'0,"0"0"-54"16,0 0-29-16,0 0-3 15,0 0 3-15,0 0 22 16,62 75 6-16,-40-38-20 16,-2-2 10-16,-4-4-12 15,-4-7-5-15,-5-8 0 16,-4-7-1-16,-3-4 1 15,0-5 2-15,0 0-2 16,0-3 31-16,0-12-25 0,0-4-4 16,0-3-3-16,9 5-3 15,9 3-6-15,-3 4 8 16,0 7-1-16,-5 3 1 16,-1 0 1-16,0 0 0 15,-1 0 0 1,-4 0 0-16,-1 3 1 0,0-3-1 15,6 0 3-15,10 0-5 16,8-6 3-16,8-2-2 16,-6-1 1-16,-2 9 0 15,-6 0 0-15,-6 0 0 16,-3 3-1-16,0 8 0 16,-5 5-1-16,-2-1-3 15,0 4-17-15,0-2-56 0,1 0-54 16,5-6-21-16,6-7-39 15,3-4-134-15</inkml:trace>
  <inkml:trace contextRef="#ctx0" brushRef="#br0" timeOffset="31166.97">27455 5213 407 0,'0'0'302'0,"0"0"-163"15,0 0-7-15,0 0-30 16,90-81-21-16,-74 58-41 16,-5-1-6-16,-4 0-23 15,-6 3-1-15,-1 6-7 16,0 3-3-16,-5 9 6 15,-6 3-1-15,0 7-6 16,0 22 1-16,-1 7-8 16,6 6 7-16,4-1 0 0,2-5-2 15,0-2-11-15,3-6-37 16,3-7-81-16,-3-8-96 16</inkml:trace>
  <inkml:trace contextRef="#ctx0" brushRef="#br0" timeOffset="31681.99">27697 5084 1042 0,'0'0'69'0,"0"0"-69"16,0 0 0-16,0 0 8 16,0 0 39-16,38 89-19 15,-27-58-16-15,0-6-8 16,-3-8 1-16,-3-6-1 15,-2-9-4-15,0-2 6 0,4-2-4 16,5-25 26-16,5-9-26 16,5-5 3-16,0 3-4 15,-4 8-1-15,-4 15 0 16,-5 9 0-16,0 6 0 16,4 2-3-16,2 16 3 15,9 7 6-15,-2 4 5 16,2-1 2-16,2-6-3 15,0-5 2-15,0-6-1 16,-6-7 0-16,-6-4-5 0,-1-7 5 16,-2-19 13-1,1-11-19-15,0-9-5 0,-5 0 0 16,-2-7-5 0,-4-5-2-16,2 2 5 0,0 6 1 15,3 18 2-15,-3 16-1 16,1 16 0-16,1 0-11 15,7 28 5-15,4 11 6 16,3 12 11-16,3 4-6 16,-3-4-2-16,-2-1-1 15,-6-8-2-15,-9-3-5 16,-2-8-22-16,-21 0-51 16,-24-6-19-16,-13-10-153 15,-3-8-317-15</inkml:trace>
  <inkml:trace contextRef="#ctx0" brushRef="#br0" timeOffset="31983.19">27989 5225 827 0,'0'0'157'16,"0"0"-99"-16,66-84-39 16,-11 47 8-16,6 1-13 15,0 0 1-15,-1-3-15 16,-6 0-4-16,-8 1-4 16,-9 3 5-16,-13 9-16 15,-11 9 9-15,-11 7 10 16,-2 6 7-16,-13 4 10 15,-19 4-16-15,0 16-1 16,2 9-4-16,15 2 3 16,15 1 1-16,3 1 0 15,25-3 1-15,8-4 8 0,1-1 9 16,1-1 21-16,-10-7-17 16,-9 0 5-16,-14-1-21 15,-5 1-5-15,-20 0 10 16,-18 3 3-16,-7-1-14 15,-1 1-8-15,5-6-65 16,10-9-212-16</inkml:trace>
  <inkml:trace contextRef="#ctx0" brushRef="#br0" timeOffset="32417.96">29437 4916 1031 0,'0'0'34'16,"-92"-14"-34"-16,35 14 0 15,4 2 1-15,8 24 7 16,13 3-4-16,18 8-4 0,11 3-4 16,3-1-1-1,15-5 4-15,12-8-2 0,2-9 0 16,-2-7 3-16,-3-9 6 16,-6-1 20-16,-5-14 14 15,-4-16 2 1,0-5-34-16,-4 0-8 0,-2 8 1 15,0 8 5-15,3 9 18 16,3 5-14-16,7 5-8 16,8 0-2-16,4 0 0 15,3 15 0-15,1 2-1 16,-7 0-25-16,-7 0-95 16,-8-7-122-16</inkml:trace>
  <inkml:trace contextRef="#ctx0" brushRef="#br0" timeOffset="32651.16">29599 4964 1095 0,'0'0'96'15,"0"0"-94"-15,0 0 12 16,80 10 17-16,-55 11-19 16,0 6 13-16,-3 2-12 15,-6-2-1-15,-7-7-3 16,-4-9-8-16,-4-5-1 15,-1-6 0-15,0 0 3 16,0 0 4-16,0 0 6 16,0-14-13-16,0-9-20 0,5-2-67 15,11-3-83-15,8 6-98 16</inkml:trace>
  <inkml:trace contextRef="#ctx0" brushRef="#br0" timeOffset="34089.82">29922 4986 421 0,'0'0'246'0,"0"0"-108"16,0 0-27-16,0 0 8 15,106 17-19-15,-74-17-29 16,-1-10-33-16,-7-8 3 16,-7-7-13-16,-9-3-20 15,-7 0-2-15,-1 5-6 16,0 7 0-16,-4 8 0 16,-4 8 0-16,0 0-5 0,-1 17 5 15,3 14-6-15,6 11 1 16,0 0 3-16,9 1 2 15,13-6 0-15,2-6 4 16,-2-6-4-16,4-5 1 16,-3-3-1-16,1-3-31 15,-4-9-61-15,13-183-1099 78,-96 178 1191-78,-13 20 0 16,-1616 618 0 31,1355-517 0-31,9-7 0-16,34-14 0 15,57-16 0-15,57-22 0 16,44-9 0-16,41-17 0 15,24-8 0-15,22-11 0 16,19-11 0-16,9-6 0 16,-1-4 0-16,-3-15 0 15,-7-3 0-15,-7-3 0 16,-8 2 0-16,-5 1 0 16,-5 5 0-16,-1-2 0 15,1 1 0-15,2-3 0 0,3-5 0 16,4 3 0-16,3-3 0 15,5 9 0-15,2 2 0 16,3 4 0-16,1 1 0 16,-2 0 0-16,0-2 0 15,-1 4 0-15,1 1 0 16,2 4 0-16,11 0 0 16,7 3 0-16,8 0 0 15,8-6 0-15,0-4 0 16,0-4 0-16,0-1 0 15,0-6 0-15,0 4 0 16,2 5 0-16,4 5 0 16,0 7 0-16,4 0 0 0,-4 0 0 15,3 4 0-15,-1 2 0 16,-1 0 0-16,-6 4 0 16,-1 0 0-16,0 2 0 15,-8 2 0-15,-7-4 0 16,-2 3 0-16,4-4 0 15,1 3 0-15,2 1 0 16,5-4 0-16,5-1 0 16,0-7 0-16,2-1 467 15,-2 0-371-15,0 0 33 16,0 0-40-16,0 0 7 16,0 0 4-16,0 0-25 15,14 0-28-15,-18 0 1 0,-10 0-24 16,-9 3-13-16,-16 9-11 15,-9 5-12-15,-6 5 10 16,-1 11-18-16,8 4 9 16,8 6 9-16,13 5-4 15,19 1 6-15,7-1-12 16,22-2-7-16,19-9-5 16,8-11 6-16,3-11-1 15,0-12 12-15,-10-3 5 16,-9-7 2-16,-12-14 0 15,-11-9 0-15,-7-2 5 16,-3-6-3-16,0 1-3 16,0 8 2-16,-6 9-1 15,5 10 16-15,-1 6 30 0,2 4-36 16,0 0-10-16,9 0-5 16,11 14 5-1,9 3 14-15,6 0-14 0,6 0 6 16,1-1 7-16,3-5-6 15,-3-8 4-15,-11-3 0 16,-7 0-6-16,-14 0-3 16,-8-8 8-16,-2-12 21 15,0-9-30-15,0-9-1 16,-8-6 0-16,1-10-1 16,4-8-5-16,3 1-6 15,0 11-14-15,0 18 26 0,6 19-5 16,-2 11 4-16,-1 2 1 15,5 6 0-15,2 23-8 16,-1 17 8-16,0 9 6 16,0 6-4-16,6-4-2 15,4-12 0-15,4-7 0 16,2-12 2-16,-3-6 1 16,-5-7-3-16,-2-6 0 15,-5-3 0-15,3-1-23 16,0-3-53-16,-4 0-75 15,-4-11-462-15</inkml:trace>
  <inkml:trace contextRef="#ctx0" brushRef="#br0" timeOffset="34684.18">26521 6009 357 0,'0'0'103'0,"0"0"44"15,0 0-36-15,0 0-37 16,0 0-24-16,0 0 18 16,-7 0-12-16,26 0-45 15,13 0-10-15,5 3 4 0,2 11 26 16,-7 6-12-16,-6 9-6 16,-7 2-5-16,-4 0-2 15,-9-3 0-15,-6-5-6 16,0-6 1-16,0-5-1 15,-3-5 2-15,-1-2 5 16,1-5 3-16,3 0 5 16,0 0 3-16,0-5 25 15,-3-15-21-15,3-8-19 16,0-6-3-16,19-4-15 16,13 1-67-16,3 6-122 0,7 7-401 15</inkml:trace>
  <inkml:trace contextRef="#ctx0" brushRef="#br0" timeOffset="34951.21">27085 6084 780 0,'0'0'72'0,"0"0"-7"15,0 0 23-15,0 0 6 16,0 0-25-16,81-14-37 16,-66 0-20-16,0-1-3 15,-9-6 0-15,-5-4-5 16,-1 0-4-16,0 4 1 15,-9 6-1-15,-4 8 2 16,4 4-1-16,3 3 13 16,3 4-13-16,0 18-1 0,3 12-3 15,0 6-1-15,1-2 5 16,16-4-2-16,5-7-5 16,8-2 6-16,4-8-27 15,5-4-38-15,3-9-94 16,-5-4-50-16</inkml:trace>
  <inkml:trace contextRef="#ctx0" brushRef="#br0" timeOffset="35248.71">27519 5953 806 0,'0'0'162'0,"0"0"-146"16,0 0 5-16,0 0-11 0,0 0-9 15,0 0-2-15,-61 92-5 16,67-62 6-16,15-9 8 15,3-4-8-15,-5-9 0 16,-5-4 1-16,-6-4 11 16,-6 0 14-16,-2-14 50 15,0-5-54-15,0 2-15 16,0 7 19-16,0 4 0 16,0 6 5-16,0 0-25 15,3 0-6-15,18 4-7 16,11 9 7-16,3 0 0 15,2-1-7-15,-1 0-33 16,3-2-65-16,3-5-48 16,0-5-91-16</inkml:trace>
  <inkml:trace contextRef="#ctx0" brushRef="#br0" timeOffset="35621.96">28030 5954 778 0,'0'0'67'0,"0"0"-4"16,0 0 19-16,-83-60-24 15,45 60-49-15,0 23-7 16,7 14-4-16,9 6 2 16,14 1 0-16,8-6 1 15,0-7-1-15,18-9-6 16,0-6 4-16,1-10 2 0,-1-6 8 16,-9 0 6-1,0-8 40-15,-3-15 6 0,-3-10-34 16,-3-11-18-16,0-2-6 15,0-7-2-15,-3-3 0 16,-7-5-2-16,4 3-2 16,4 10-2-16,2 9 5 15,0 17 1-15,5 12 0 16,4 10 0-16,4 0-5 16,4 22 4-16,5 19 1 15,2 13 17-15,2 8-6 16,-1 1-11-16,0-4 1 15,-3-7-3-15,-1-15-8 16,-1-7-26-16,-1-13-91 16,1-11-109-16</inkml:trace>
  <inkml:trace contextRef="#ctx0" brushRef="#br0" timeOffset="36000.07">28262 5956 964 0,'0'0'118'16,"0"0"-118"-16,0 0 0 15,0 0 16-15,0 0 23 16,110 61-7-16,-69-49-12 16,-4-5-7-16,-7-7-2 15,-9 0-8-15,-9-14 1 16,-8-11 5-16,-4-6-9 16,0-1-3-16,-9 8-1 15,-3 8-1-15,4 8 5 0,6 8 14 16,2 5-14-16,7 21-3 15,20 13 3-15,6 11 23 16,0 0 6-16,-12 0-14 16,-11-4-14-16,-10-3-1 15,-16 0 0-15,-29-4 1 16,-15-5-1-16,-7-9-7 16,3-8-1-16,18-13 8 15,16-4 0-15,18 0 0 16,12-2-1-16,4-17-10 15,28-10-6-15,10-1-24 16,7-1-50-16,-6 2-90 16,-5 3-284-16</inkml:trace>
  <inkml:trace contextRef="#ctx0" brushRef="#br0" timeOffset="36422.18">29545 5719 785 0,'0'0'0'15,"-130"-4"36"-15,73 5 36 16,11 18-9-16,19 6-18 16,16 7-43-16,11 4-1 15,11 3 7-15,27 1 14 16,12-2-1-16,1-5 6 15,-6-4-20-15,-17 0-3 16,-25-2-4-16,-11 5 10 16,-44-4-2-16,-22 1 4 0,-10-2-12 15,4-7-2-15,17-7 2 16,21-5-55-16,20-8-93 16,22 0-317-16</inkml:trace>
  <inkml:trace contextRef="#ctx0" brushRef="#br0" timeOffset="36677.17">29700 5854 896 0,'0'0'5'16,"0"0"-5"-16,-59 99 0 0,56-57 20 15,3-1 30-15,19-5 3 16,11-9-33-16,-1-10-13 15,-5-10 10 1,-9-7 21-16,-10 0 17 0,-5-14 13 16,-9-13-37-16,-23-9-31 15,-8 4-8-15,-5 2 3 16,7 5-12-16,8 5-30 16,14 3-81-16,14-2-169 15</inkml:trace>
  <inkml:trace contextRef="#ctx0" brushRef="#br0" timeOffset="36931.87">29843 5931 1096 0,'0'0'24'0,"0"0"-24"16,81 49 62-16,-52-23-16 15,-3 2-33-15,-8-2-10 16,-3-4 1-16,-6-5-4 15,-6-7-2-15,-2-6 1 16,-1-4 2-16,0 0 4 16,0-6 30-16,-4-15-2 15,-4-9-22-15,5-6 3 16,3-9-14-16,0-2 0 16,2-4-37-16,16 2-58 15,2 5-184-15</inkml:trace>
  <inkml:trace contextRef="#ctx0" brushRef="#br0" timeOffset="37150.18">30300 5675 769 0,'0'0'357'0,"0"0"-306"16,0 0-38-16,0 0-1 15,0 0 13-15,72 99 21 16,-36-51-19-16,-1 8-11 15,-7-2-3-15,-4-6-5 16,-9-6-5-16,-7-9-3 16,-8-6-1-16,0-6-45 0,-25-4-57 15,-15-9-95-15,-8-8-393 16</inkml:trace>
  <inkml:trace contextRef="#ctx0" brushRef="#br0" timeOffset="37408.15">30245 5992 493 0,'0'0'486'16,"0"0"-486"-16,92-48 0 16,-52 31 5-16,-4 1 48 15,-5 5-24-15,-9-1-6 16,-5 2-19-16,-9 3 10 16,-3-3-14-16,-2 8 0 15,-3 0 0-15,0 2-13 16,0 0 8-16,0 0-6 0,0 10 5 15,0 7 12 1,6 4 3-16,5 3-6 0,4 1 4 16,1-1-14-16,7 1-8 15,5-8-26-15,3-6-69 16,2-6-56-16</inkml:trace>
  <inkml:trace contextRef="#ctx0" brushRef="#br0" timeOffset="37834.15">30996 5860 429 0,'0'0'491'0,"0"0"-428"0,0 0 23 16,0 0-24-16,0 0-29 16,0 0-29-16,-61-47-4 15,39 47 0-15,1 5 0 16,-2 16 2-16,4 1-2 15,7 8-2-15,7-6 2 16,5 0 0-16,0-5-4 16,0-7-6-16,10-4 10 15,0-6 6-15,3-2 28 16,-1 0 5-16,3-16-7 16,0-12 0-16,0-8-15 0,-6-5-8 15,-6-5-6-15,-3-5 0 16,0-9-1-16,0-2-1 15,0 3 5-15,0 16-6 16,0 18 6 0,3 18-6-16,12 7-1 0,3 19-9 15,9 21 10-15,0 16 7 16,-7 10 1-16,-3-1-2 16,-5-4-5-16,-3-8-1 15,-3-8-5-15,-6-5-41 16,0-11-75-16,-3-17-179 15</inkml:trace>
  <inkml:trace contextRef="#ctx0" brushRef="#br0" timeOffset="38942.21">22548 7342 869 0,'0'94'2'16,"4"9"1"-16,4 1 31 16,7-20-3-16,3-16-12 15,2-16-11-15,0-16-2 16,-7-11-3-16,-2-8 2 16,-3-10-5-16,-4-6-2 15,-4-1-59-15,0-25-42 16</inkml:trace>
  <inkml:trace contextRef="#ctx0" brushRef="#br0" timeOffset="39459.75">23633 7207 565 0,'0'0'22'16,"0"0"71"-16,0 0-23 16,-46 75-1-16,34-69-23 15,2 0 18-15,1-5-14 16,-1-1-3-16,-4 0-19 0,1 0 9 16,-2-10-11-1,4-10-14-15,10-10 2 0,1-6-14 16,17 0-4-16,23 2-4 15,6 17 0-15,9 15 4 16,2 4 4-16,-2 32 1 16,-7 19 2-16,-10 13 5 15,-15 9-6-15,-14 2 3 16,-9 1-1-16,-9-11-8 16,-19-14 4-16,-8-8 0 15,-5-17 4-15,-1-12-2 16,4-9-4-16,7-7 5 15,9 0 3-15,9-3-5 16,12-10 1-16,2-4-2 16,35 0 0-16,18 1-1 0,13 6 2 15,10 9 15 1,3 1 9-16,-1 0-6 0,-11 6 3 16,-6 8-21-16,-13 0-1 15,-8 0-9-15,-6-1-46 16,-8-6-148-16,-7-7-373 15</inkml:trace>
  <inkml:trace contextRef="#ctx0" brushRef="#br0" timeOffset="39898.54">25073 7198 739 0,'0'0'474'0,"0"0"-474"16,0 0-8-16,0 0-1 16,83-83 6-16,-34 71 3 15,-2 12 0-15,-8 0-2 16,-12 17-18-16,-11 9 10 15,-12 3-1-15,-4 3-10 16,-3-1 19-16,-11-11-5 16,5-4 5-16,9-5-4 15,0-4 6-15,29 0 0 0,16 2-1 16,8-2 2-16,-4 6 7 16,-12 4-8-16,-19 7 0 15,-18 7 1-15,-7 8 3 16,-35 6 17-16,-15-2-11 15,-4-7-4-15,0-6-4 16,6-9 9-16,8-6-11 16,9-4-2-16,11 0-28 15,7-8-91-15,4-3-146 16</inkml:trace>
  <inkml:trace contextRef="#ctx0" brushRef="#br0" timeOffset="40248.92">26228 7034 1103 0,'0'0'0'15,"0"0"-8"-15,0 0 8 16,0 0 28-16,-35 115 19 16,1-49-6-16,-5-3-24 0,8 1-12 15,10-9-4-15,15-8-1 16,6-10 2-16,26-12-4 16,21-14 4-16,11-11 4 15,6 0-4-15,2-22 9 16,-6-3-10-16,-10 5-1 15,-9 1-2-15,-14 2-36 16,-11 3-69-16,-13 0-71 16,-3-1-291-16</inkml:trace>
  <inkml:trace contextRef="#ctx0" brushRef="#br0" timeOffset="40469.07">26280 7149 997 0,'0'0'131'0,"0"0"-131"0,0 0 2 16,36 75-2-16,-8-28 48 15,-1 7-13-15,-1 2-22 16,-3 2-5-16,-4-2-2 16,-2-6-3-16,-7-6-3 15,-4-4-6-15,-4-7-6 16,-2-6-42-16,0-8-80 15,0-12-124-15</inkml:trace>
  <inkml:trace contextRef="#ctx0" brushRef="#br0" timeOffset="41195.71">27489 6975 758 0,'0'0'76'16,"0"0"-76"-16,0 0 69 16,0 0 5-16,0 0-33 15,0 0-34-15,-73 53-3 16,39-20 21-16,4-1-4 16,8-3 4-16,13-5-23 0,9-5-1 15,4-1 3 1,31-2 4-16,11-3 14 0,10-1 7 15,-1 2-11 1,-8 1-2-16,-13 3 6 0,-11-1-5 16,-14 3-6-16,-9 4-6 15,-2 4 9-15,-29 3-5 16,-11 2-1-16,-10-7-8 16,-5 2-1-16,2-6-42 15,3-5-79-15,7-14-162 16</inkml:trace>
  <inkml:trace contextRef="#ctx0" brushRef="#br0" timeOffset="41322.61">27406 7084 951 0,'0'0'67'16,"89"-61"-67"-16,-45 42-13 15,-10 7-57-15,-6-2-186 16</inkml:trace>
  <inkml:trace contextRef="#ctx0" brushRef="#br0" timeOffset="41761.91">28547 6861 925 0,'0'0'78'0,"0"0"-36"16,0 0 40-16,0 0-13 16,0 0-58-16,0 0-7 15,-103 24-4-15,53 27 0 16,-5 17-2-16,5 12 2 15,11 4 15-15,15-4-11 16,15-7-4-16,9-11-3 16,17-8 3-16,19-13 5 15,11-16-5-15,3-18 0 16,5-7 6-16,-2-3 12 0,-5-17-3 16,-14-10-9-16,-15-3 2 15,-18-8-2-15,-1 3-6 16,-31 4 0-16,-10 11-7 15,-4 13 2-15,-4 10-11 16,3 7-18-16,3 16-7 16,5 9-56-16,6 2-77 15,5-5-120-15</inkml:trace>
  <inkml:trace contextRef="#ctx0" brushRef="#br0" timeOffset="42922.18">23562 7771 830 0,'0'0'185'0,"0"0"-157"15,0 0-12-15,0 0 21 16,0 0-18-16,0 0-15 15,-16 82 5-15,2-29 16 16,2 5-7-16,1-2-7 16,3-8-5-16,4-5-6 15,4-6-2-15,0-8 0 16,0-7-49-16,10-11-92 0,6-11-84 16</inkml:trace>
  <inkml:trace contextRef="#ctx0" brushRef="#br0" timeOffset="43197.52">24559 7624 996 0,'0'0'71'16,"0"0"-71"-16,-56 104-20 15,46-47 19-15,8 1 1 0,2-2 0 16,0-3 1-16,12-10-1 16,0-10-3-16,-1-11-50 15,-1-14-67-15,3-8-61 16</inkml:trace>
  <inkml:trace contextRef="#ctx0" brushRef="#br0" timeOffset="43712.46">25783 7585 572 0,'0'0'249'16,"0"0"-228"-16,0 0 6 15,0 0 65-15,0 0-23 16,0 0-41-16,0 0-25 15,10 4 0-15,-8 3-2 16,-1 7 1-16,-1 11 9 16,0 14 13-16,-4 14 7 15,-12 1-13-15,-1-5-16 16,2-2 3-16,5-8 1 16,-2-5-6-16,3-9-2 15,3-8-25-15,3-6-48 0,3-8-26 16,0-3-55-16,9-14-546 15</inkml:trace>
  <inkml:trace contextRef="#ctx0" brushRef="#br0" timeOffset="44178.15">26803 7520 191 0,'0'0'572'16,"0"0"-499"-16,0 0-8 16,0 0 8-16,0 0-15 0,0 0-28 15,24-1-4-15,-9 1-20 16,4 8 7-16,-2 14 15 15,-2 11-6-15,-11 10-5 16,-4 6-3-16,0-2-8 16,-7 6 0-16,-9-8-6 15,-1-4 3-15,-2-2-6 16,2-7 2-16,7-9-37 16,8-8-76-16,2-15-135 15</inkml:trace>
  <inkml:trace contextRef="#ctx0" brushRef="#br0" timeOffset="44673.21">28024 7478 816 0,'0'0'9'15,"0"0"-6"-15,0 0 55 16,0 0-8-16,0 0-40 15,0 0 17-15,-41 87 34 16,34-44-1-16,-4 3-14 0,1 4-15 16,-9 3-19-1,-8 0-4-15,-9 1 1 0,-6-2-9 16,-7-6-37-16,1-8-76 16,5-13-144-16</inkml:trace>
  <inkml:trace contextRef="#ctx0" brushRef="#br0" timeOffset="67033.03">18781 11996 279 0,'0'0'117'0,"0"0"-109"16,0 0 38-16,0 0-23 15,0 0 11-15,0 0 11 16,0 0 53-16,0 0-79 16,0 0-14-16,-75-61-5 15,69 56-1-15,-2 1-1 16,-1 3 1-16,3-2 1 16,0-1 5-16,2 2 24 15,-2-1 0-15,3-1 19 0,0 3-16 16,3-1-11-16,0 1 5 15,0 1 0-15,0-2-5 16,0 2-2-16,0-3-15 16,12-1 8-16,18-6-7 15,10-4-2-15,14 5 10 16,4-1-4-16,3 3 2 16,-3 4-3-16,-4 3-8 15,-13 0 1-15,-6 10 1 16,-8 6-2-16,-5-2 1 15,-8 3-1-15,-1-4-1 0,-7-4-1 16,-2 2-4 0,-1-8 0-16,-1 0-15 0,-1-3 3 15,-1 3-41-15,0-3-11 16,-7 0-73-16</inkml:trace>
  <inkml:trace contextRef="#ctx0" brushRef="#br0" timeOffset="67551.19">18913 11595 289 0,'0'0'237'16,"0"0"-202"-16,0 0 62 16,0 0-55-16,0 0-19 15,0-75 27-15,0 72-19 16,0 0-13-16,0 3 19 16,0 0-13-16,0 0-6 15,0 3-17-15,0 23-1 16,-5 23 0-16,-12 21 6 15,-3 8 5-15,-2 3 2 16,-1-4-4-16,7-13-8 0,6-8 10 16,1-10-3-1,5-10 0-15,4-5-2 0,0-8-3 16,0-10-1-16,0-4 1 16,0-5-2-16,0 0-1 15,0-4 3-15,0 0 13 16,0 0 9-16,0 0-15 15,0 0-8-15,0 0-2 16,0 0 0-16,0 0-2 16,0 0-19-16,0 0-9 15,0 0 2-15,0 0-15 16,0 0-29-16,7 0-16 16,6 0-4-16,-3 0-215 15</inkml:trace>
  <inkml:trace contextRef="#ctx0" brushRef="#br0" timeOffset="69110.48">22382 6984 210 0,'0'0'27'0,"0"0"22"16,0 0-42-16,0 0 0 15,0 0 4-15,0 0-11 16,-4 0-3-16,4 0 3 0,0 0 4 16,0 0-4-1,0 0 0-15,0 0 8 16,0 0 23-16,0 0 2 0,-3 0-10 15,-2 0 6-15,1 0-19 16,-4 0-4-16,0 0-4 16,2 0 2-16,-2 0 1 15,2 0-3-15,0 0-4 16,0 0 4-16,-1 0-5 16,1 0 6-16,0 0-3 15,0 0 0-15,1 0-4 16,-2 0 4-16,-2 0 0 15,-4 3 1-15,-3 5 0 16,-1 0-2-16,2 0 0 16,-6 1 1-16,2-1 1 0,-1-2 3 15,-1 5-2-15,-4-2 2 16,-6 7 11-16,-10 0 7 16,-5 5 0-16,-2 1 0 15,2 5-3-15,6-1-1 16,4 2-4-16,8 5 3 15,-1 2-14-15,4 11 5 16,-2 4-3-16,0 7 17 16,1 12 4-16,-6 13 5 15,1 10 1-15,0 19 8 16,8 15-20-16,11 13 15 0,12 8-13 16,27 1-9-16,33-16-9 15,28-17-3-15,23-25 10 16,21-21-11-16,14-15 3 15,4-12-3-15,-11-12-25 16,-19-17-103-16</inkml:trace>
  <inkml:trace contextRef="#ctx0" brushRef="#br0" timeOffset="70456.1">28183 6674 357 0,'0'0'59'16,"0"0"43"-16,0 0 1 15,0 0-103-15,0 0 21 16,84-29-10-16,-55 22 10 15,3 0 6-15,-1 2-11 16,5 3-9-16,4 2 2 0,5 0-9 16,9 8 0-16,5 10 0 15,5 9 6-15,2 19 0 16,-6 14-3-16,-10 18 9 16,-12 14-3-16,-15 9 15 15,-15 10-1-15,-8 9 6 16,-8 2-9-16,-20-2-10 15,-6-7 11-15,-2-12-17 0,-1-9 14 16,1-9-5 0,-1-13 4-16,-7-11-5 0,-6-9 0 15,-8-12-1-15,-10-3-2 16,-9-6 3-16,-9 0-12 16,-10 5-1-16,-10 2-1 15,-13 3-54-15,-5 1-97 16</inkml:trace>
  <inkml:trace contextRef="#ctx0" brushRef="#br0" timeOffset="71583.14">23076 9003 252 0,'0'0'92'15,"0"0"-19"-15,0 0-32 16,0 0-34-16,0 0 7 15,0 0 23-15,44-42 19 16,-22 31 2-16,6 0-19 16,3-1-2-16,9 2-31 15,8-1 7-15,12 2-7 16,17-4-3-16,14 1 0 16,14-3 5-16,13 0 4 15,5 1-2-15,4 0-4 0,6 1-1 16,4 0 0-1,3 0-5-15,8 3 0 0,3-4 5 16,1 4-5-16,0-2-2 16,-2 1-1-16,-6 0 1 15,1-1 2-15,2-1 6 16,1-4-6-16,7 3 0 16,-3-5 1-16,-10 0-1 15,-8 5-1-15,-12-1 1 16,-11 1 1-16,-13 1 0 15,-10 3 11-15,-15 3-2 16,-11 0-10-16,-10 2 10 16,-13 1-3-16,-11 0-5 0,-9 1 23 15,-10 3-16-15,-6 0 0 16,-3 0 2-16,0-1 4 16,-1-1-4-16,-25 2-11 15,-12 0-29-15,-13 6-95 16,-2 0-318-16</inkml:trace>
  <inkml:trace contextRef="#ctx0" brushRef="#br0" timeOffset="80489.53">8885 13689 400 0,'0'0'55'0,"0"0"1"15,0 0-56-15,0 0 18 0,0 0-15 16,0 0 28-16,0 0 20 15,0 0 15-15,-52 0-12 16,52 0-24-16,-3 0-2 16,0 0-2-16,3 0-11 15,0 0-11-15,0 0 1 16,0 0-4-16,0 0-1 16,0 0 0-16,12-2 3 15,18-15-2-15,19-7 3 16,18-10-4-16,18-5-4 15,12 0 4-15,6 6 4 16,-5 11-4-16,-7 5 0 16,-10 5 0-16,-8 7 0 0,-12 2-1 15,-13 0 1-15,-5 3 0 16,-7 0-4-16,-8 0 3 16,-8 0-10-16,-1 0-3 15,-1 0-17-15,-6-1 14 16,0-4-1-16,-5 2-10 15,1 1-54-15,-8 2-4 16,0 0-69-16,-8 5-230 16</inkml:trace>
  <inkml:trace contextRef="#ctx0" brushRef="#br0" timeOffset="80812.77">8994 14050 336 0,'0'0'62'0,"0"0"15"16,-94 33-8-16,82-33 24 15,6 0 23-15,6 0-45 16,0 0-24-16,0-4-39 16,12-9-6-16,18-10 1 15,9-6-3-15,22-10 2 16,21-15 0-16,21-13-1 15,11-5-1-15,15-1 1 16,-8 4-1-16,-11 16-1 16,-16 17 0-16,-25 19-1 15,-23 14-6-15,-13 3-22 0,-18 17 7 16,-11 10-11-16,-4 10-4 16,-10 4-21-16,-14-4-82 15,-3-1-9-15</inkml:trace>
  <inkml:trace contextRef="#ctx0" brushRef="#br0" timeOffset="94132.05">2652 11635 298 0,'0'0'53'16,"0"0"18"-16,0 0-4 16,0 0-36-16,0 0-29 15,0 0 1-15,0 0 13 0,7-37 40 16,-7 34-21-16,0 0-12 15,0 0-16-15,0-4-6 16,0 0 7-16,0 1-5 16,0-1 1-16,0 0 2 15,0 0 16-15,0-1 2 16,0-2 14-16,-4 0-8 16,-13-1-19-16,-5-1 6 15,-3 1 1-15,-5 5-7 16,-3 2-2-16,-6 4-2 15,5 0-5-15,-5 14-2 16,-1 13 2-16,1 14-2 16,0 23-1-16,-1 22 1 0,9 13 1 15,8 3 5-15,19-6-5 16,4-14-1-16,24-15 4 16,17-11-4-16,10-14 2 15,9-15 1-15,4-10-2 16,3-14 1-16,-3-3-2 15,-1-17 0-15,-10-15 2 16,-9-5 14-16,-10-6-8 16,-13-6-4-16,-12-1 5 15,-9-6-3-15,0 7-4 16,-24-4 4-16,-9 9-6 16,-7 5 0-16,-6 10 1 15,-2 15-1-15,2 12 0 16,1 2-2-16,2 9 2 0,7 13-8 15,8 8-11-15,1 0-8 16,10 2-19-16,4-4 0 16,7 2-46-16,6-12-151 15</inkml:trace>
  <inkml:trace contextRef="#ctx0" brushRef="#br0" timeOffset="94433.01">2740 11093 579 0,'0'0'14'15,"0"0"-1"-15,-85 58-13 16,71-11 0-16,11 7 19 15,3 9-13-15,30 7 5 16,25-1 3-16,14-3-5 16,19-7-3-16,12-6 7 15,4-14-9-15,1-14 5 16,-13-11-9-16,-13-9-9 16,-18-5-1-16,-22 0-65 15,-18-1-143-15</inkml:trace>
  <inkml:trace contextRef="#ctx0" brushRef="#br0" timeOffset="94849.17">3068 11262 697 0,'0'0'6'0,"0"0"-6"16,0 0-6-16,85 10 6 15,-37 7 2-15,1 5-2 16,-3 8-3-16,-10 2 0 16,-11 0 3-16,-10-7 0 0,-10-1-7 15,-5-2 7 1,-5-1 0-16,-23-4 4 0,-14-8 5 16,-10-9-5-16,-2 0-3 15,3-26 2-15,8-20-2 16,18-17 3-16,22-10-2 15,13-7-1-15,35 8 0 16,16 16 1-16,5 16-1 16,5 23-2-16,-2 14-7 15,1 3 8-15,-7 20 0 16,-5 10-1-16,-9 2 3 16,-13-1-2-16,-5-1 0 0,-10-5 0 15,-4 3-4-15,-11 1-1 16,-6-3-35-16,0-6-74 15,-11-10-184-15</inkml:trace>
  <inkml:trace contextRef="#ctx0" brushRef="#br0" timeOffset="95568.23">3371 10617 448 0,'0'0'61'0,"0"0"-61"15,0 0-35-15,-63 73 21 16,47-53 12-16,7-6 0 16,-5-3 2-16,1-6 9 15,4-1 12-15,-2-4 33 16,1 0 1-16,4 0-11 0,0-4-18 16,6-9-3-1,0-7-11-15,0 0-11 0,6 4 5 16,5 2-6-16,-1 5-7 15,-1 4 6-15,-3 2 1 16,4 3 0-16,-4 0-3 16,-3 0 3-16,-3 11 3 15,0 9-3-15,-6 5 0 16,-16 5 1-16,-8-7 8 16,3-3-8-16,2-10 0 15,8-7 10-15,1-3 22 16,4 0-2-16,2-15-3 15,5-6-22-15,5-11-2 16,0-5-2-16,27-6-1 16,12 1-1-16,7 1 0 0,6 12-1 15,-10 12 1 1,-3 15 0-16,-12 4-5 0,-8 28-3 16,-10 17 7-16,-6 14-2 15,-3 10 3-15,-6 1 4 16,-3-9 2-16,3-18-4 15,6-11-2-15,15-18-3 16,24-12 3-16,16-4 8 16,8-9-6-16,1-19 7 15,-6 5-9-15,-18 0 2 16,-10 11 2-16,-15 5-4 16,-3 0-7-16,-3 1-10 0,-3-5-50 15,-5 1-194 1</inkml:trace>
  <inkml:trace contextRef="#ctx0" brushRef="#br0" timeOffset="95927.05">3275 10248 375 0,'0'0'3'0,"133"-136"33"0,-45 69 13 16,6 11 55-16,3 11-22 16,-9 25 0-16,-15 20-40 15,-12 29-37-15,-22 38 1 16,-9 36 28-16,-18 25-23 15,-12 21 10-15,0 12-7 16,0-15-8-16,0-17-2 16,0-23-3-16,-3-27 1 15,-2-16-2-15,2-18-2 16,0-11-9-16,0-12-9 0,0-7-35 16,-3-15-124-1</inkml:trace>
  <inkml:trace contextRef="#ctx0" brushRef="#br0" timeOffset="96450.03">4546 10580 641 0,'0'0'44'0,"-22"77"-44"0,-8-2 4 15,-9 25 25-15,-19 16 15 16,-15 20-19-16,-5 9-6 15,-4 11-11-15,6-12-5 16,9-19-1-16,10-22-2 16,8-27 0-16,12-16 0 15,10-18 5-15,12-11-2 16,11-11-3-16,4-10-9 16,0-8-16-16,13-2-29 15,15-22 8-15,8-19-11 16,6-22-170-16</inkml:trace>
  <inkml:trace contextRef="#ctx0" brushRef="#br0" timeOffset="96691.43">4652 10882 558 0,'0'0'23'0,"0"0"99"15,0 0-46-15,0 0-76 16,-103 82-11-16,51-3 11 15,-9 17 26-15,-8 14-10 16,2 19-9-16,0-1 3 16,10-2-7-16,17-15 4 15,15-24-7-15,11-17-1 16,11-14 1-16,0-11-2 16,3-7-22-16,0-12-39 15,0-16-115-15,0-10-249 0</inkml:trace>
  <inkml:trace contextRef="#ctx0" brushRef="#br0" timeOffset="126674.13">15627 10251 343 0,'0'0'6'0,"0"0"0"16,0 0 10-16,0 0 54 0,30-80 11 15,-30 65 19 1,0 2-41-16,0 2 1 0,0 1-29 16,0 3-1-16,0 4-21 15,0-3-6-15,-6 6 5 16,-8-3-4-16,-2 3 0 16,-11 0-4-16,-7 9 1 15,-6 11-1-15,-5 4 0 16,5 8-1-16,5 4 2 15,9 11 5-15,6 6 0 0,7 0-4 16,10 2 5 0,3-9-7-16,13-9 0 0,17-7 2 15,9-10 8-15,6-13-8 16,10-7 6-16,6 0 14 16,1-23-2-16,0-7-3 15,-10-6-1-15,-13 2-3 16,-16-5-3-16,-10-4-2 15,-13 2-3-15,0-4 2 16,-20 5-6-16,-15 9-1 16,0 3 2-16,-5 11 5 15,1 8-7-15,-7 7-25 16,-2 2-12-16,-1 7-41 16,1 10-34-16,8 0-195 15</inkml:trace>
  <inkml:trace contextRef="#ctx0" brushRef="#br0" timeOffset="127072.81">16224 9838 442 0,'0'0'85'16,"0"0"-39"-16,0 0-9 15,0 0-6-15,0 0-13 16,-67 86 7-16,67-40 8 15,0 12-13-15,10 9 6 16,6 3 8-16,10 4-19 16,5-12-8-16,8-6 0 15,4-16 1-15,-1-14 2 16,-3-7 6-16,-6-8-7 16,-11-5-6-16,-6-1-3 0,-8-2 0 15,-8-3-93-15,0 0-198 16</inkml:trace>
  <inkml:trace contextRef="#ctx0" brushRef="#br0" timeOffset="127501.15">16443 10082 635 0,'0'0'75'15,"0"0"-8"-15,0 0-4 16,0 0-63-16,0 0 0 15,0 0-4-15,73 10 4 0,-52 13 9 16,-3 1-7 0,0 1 4-16,-6-1 7 0,-1-5-8 15,-5-2-4-15,-3-6 0 16,-3-5 7-16,0-3-7 16,0 1 6-16,0-4 12 15,-7 0 16-15,-6-4-24 16,1-9-3-16,1-13 8 15,11-3-11-15,0-12-1 16,20 2-4-16,12 0-1 16,5 13-1-16,-2 9 2 15,-5 9-2-15,-8 8 2 16,4 0-1-16,-4 10-6 0,2 7 6 16,-6 6-1-16,-2 0 2 15,1-1 0-15,-6 0-4 16,-2-2 1-16,-1-2 3 15,1-3 0-15,-9-1-11 16,0 1-44-16,0-5-29 16,-18-6-109-16</inkml:trace>
  <inkml:trace contextRef="#ctx0" brushRef="#br0" timeOffset="128145.05">16904 9726 589 0,'0'0'52'0,"0"0"-52"15,0 0-2-15,0 0 1 16,0 0 1-16,0 0 1 15,0 6-1-15,0-6-3 16,0 0-4-16,0 3 7 16,0-3 0-16,0 0 0 15,0 0 0-15,0 0 8 16,0 1 3-16,0-1-9 0,0 4-1 16,0 1 1-1,-18 7 7-15,-7 0-5 16,-5 5 5-16,3-2 1 0,0-5-5 15,8-6-2 1,5-4 18-16,4 0 11 0,1 0 6 16,3-7-3-16,6-12-12 15,0-4-12-15,3-3-5 16,15-4-3-16,12 0-3 16,4 3 0-16,-3 5-2 15,5 9 1-15,0 2-1 16,-4 11 2-16,1 0-1 15,-1 7 1-15,-7 13 4 0,-4 9-4 16,-18 4 0-16,-3 3 1 16,-16 6 0-16,-17-1 17 15,-9-2-10-15,0-8-4 16,12-5-3-16,11-7 3 16,13-8-3-16,6 1 0 15,0-1-1-15,21-5 0 16,9 2 6-16,6-8-2 15,1 0-2-15,-3 0 3 16,-4 0-3-16,-4 0-2 16,-7 0-1-16,-6 3 0 15,-7-1-62-15,-6-2-118 16</inkml:trace>
  <inkml:trace contextRef="#ctx0" brushRef="#br0" timeOffset="128495.9">16956 9336 599 0,'0'0'12'0,"0"0"7"0,139-84 4 15,-60 62 32 1,12 15 2-16,12 7 20 16,-3 41-47-16,-5 31 26 0,-8 23-23 15,-16 25-1-15,-14 9-5 16,-22 4-5-16,-12-2-3 16,-16-6-5-16,-7-6-4 15,0-10-5-15,-17-17 3 16,-9-12-8-16,-8-10 3 15,-13-8-9-15,-15 1 6 16,-19 3-60-16,-11-10-83 16,-1-13-263-16</inkml:trace>
  <inkml:trace contextRef="#ctx0" brushRef="#br0" timeOffset="129861.25">19797 12536 311 0,'0'0'21'0,"0"0"-20"16,0 0 0-16,0 0 2 15,0 0 4-15,0 0-4 16,-49 50 8-16,49-46 15 0,0-1-19 16,0-3 23-1,0 0 14-15,0 0-3 0,0 3 43 16,0-3-14-16,0 0-16 15,0 0-13-15,0 0-13 16,0 0-10-16,0 0 1 16,7 0 4-16,31-3-7 15,25-20 26-15,28-7-2 16,20-9-9-16,12-1-19 16,-6 4 6-16,-10 3-5 15,-21 9-6-15,-17 4 3 16,-14 13-10-16,-12 2-5 15,-13 5 3-15,-17 0-62 16,-10 0-84-16,-3 0-236 0</inkml:trace>
  <inkml:trace contextRef="#ctx0" brushRef="#br0" timeOffset="130295.95">21180 12055 352 0,'0'0'358'0,"0"0"-337"16,0 0 10-16,0 0 11 0,0 0-8 16,0 0-34-16,-54-21-7 15,14 22 5-15,-5 12 2 16,6 4 1-16,4 12 8 15,0 11-6-15,4 6 3 16,6 9 2-16,1 3 1 16,12-5 5-16,9-2-7 15,3-7 7-15,15-5-14 16,12-13 1-16,6-6 6 16,-1-16-2-16,7-4-3 15,6-14 54-15,1-15-3 16,-1-3-8-16,-9-2-21 15,-10-4-12-15,-10-4 1 16,-16 0-6-16,0-5-5 16,-13 4 1-16,-12 5 5 0,0 8-6 15,5 10-2-15,6 11-5 16,1 9-19-16,2 0-74 16,3 0-124-16</inkml:trace>
  <inkml:trace contextRef="#ctx0" brushRef="#br0" timeOffset="130630.02">21519 11737 500 0,'0'0'95'0,"0"0"-41"16,0 0-50-16,0 0 14 15,-63 109 6-15,58-47 46 16,5 9-13-16,0 5-16 16,5 3-12-16,12 0-23 15,-1-3-2-15,4-11-4 16,0-14 0-16,4-12-2 15,1-11 4-15,-1-13-5 16,-4-5 3-16,-4-10-49 16,-2 0-55-16,-1-3-140 0</inkml:trace>
  <inkml:trace contextRef="#ctx0" brushRef="#br0" timeOffset="131016.23">21763 12068 880 0,'0'0'3'16,"0"0"5"-16,0 0-8 16,0 0-2-16,0 0 2 0,100 24 0 15,-74-2 0 1,-7 4 4-16,-4-3-4 0,-2-2 19 16,-5-4-9-1,-4-5-5-15,-2-4 6 0,-2-6-1 16,0-2-4-16,0 0 25 15,-9 0 23-15,-4-13-36 16,-1-7-11-16,12-3-1 16,2-10-1-16,24-4 0 15,20-2-5-15,5 6-9 16,0 6 9-16,-3 13-2 16,-5 11-1-16,-7 3 1 15,-6 8 2-15,1 14 0 16,-9 6 1-16,-3 4-1 15,-5-2 2-15,-8 0-1 16,-2-4 0-16,-2-4-1 16,0-8-1-16,0-1-42 0,-17-6-36 15,-4-7-86-15</inkml:trace>
  <inkml:trace contextRef="#ctx0" brushRef="#br0" timeOffset="131401.9">22165 11635 565 0,'0'0'53'16,"0"0"-14"-16,0 0-7 15,0 0-9-15,0 0 45 16,0 0-20-16,-3-82-16 16,29 69-8-16,12 6-20 15,6 7 0-15,-2 0-2 16,-4 15 7-16,-13 15 3 16,-7 1-10-16,-14 6 1 15,-4 2 8-15,0-3-2 16,0-3 2-16,0-2-6 0,0-9 5 15,6-3-10 1,13-5 7-16,3-4-2 16,1-7 0-16,1-3-5 15,-3 0-2-15,-4-17-63 0,-11-9-127 16</inkml:trace>
  <inkml:trace contextRef="#ctx0" brushRef="#br0" timeOffset="131664.16">22350 11193 501 0,'0'0'291'16,"0"0"-291"-16,0 0-17 0,88-8 17 16,-13 21 1-1,18 15 32-15,7 15 49 0,-1 18-16 16,-13 19-9-16,-19 10-24 15,-24 8-16-15,-22 0-11 16,-21-7 0-16,-9 2-6 16,-37-1 4-16,-26-6-4 15,-18-3-13-15,-20-3-26 16,-16-5-30-16,-8-13-77 16</inkml:trace>
  <inkml:trace contextRef="#ctx0" brushRef="#br0" timeOffset="135795.76">12799 11903 357 0,'0'0'20'15,"0"0"-20"-15,0 0 0 16,0 0-3-16,0 0 1 16,0 0 2-16,-91 44 0 15,74-35 2-15,4-1 8 16,-6 4-7-16,-2 3 10 15,-3 2 4-15,-6 6-5 0,-6 0-11 16,1 1 2-16,-1-1 5 16,-6-1 16-16,2 6-6 15,1-6-9-15,1 3 10 16,6 0 6-16,-1-1-23 16,6 1 22-16,2-1-1 15,2 2-12-15,4 0-3 16,-5 4-4-16,2 4 2 15,-2-2 5-15,6 1-1 16,2 4-6-16,2-1 15 16,1 1-10-16,4-2 5 15,3-3-9-15,6-3-2 16,0 0 1-16,0 2 2 0,3 3-4 16,9 7 5-16,-1 2-3 15,2 6 0-15,-1 0 11 16,-2 6-5-16,-1-4 7 15,0 2-10-15,6 3 9 16,-3-4-11-16,7-1 7 16,5-4-2-16,3-5-8 15,7-3-2-15,2-5 3 16,3 2 4-16,0-3-3 16,4 0-1-16,-8-1-3 15,3 2 2-15,2 2 2 16,-1 1 3-16,3 4 0 15,10 0 5-15,3 2-8 16,8-4-3-16,4-3 0 0,9-5 3 16,-2-4-1-1,10-1-3-15,-3-1 0 0,4-3-2 16,6 0 3-16,0 1-1 16,6 0 3-16,1-2 6 15,-7 1-6 1,0-5-3-16,-3-5 4 0,6-9-1 15,6-3 6-15,13 0-1 16,11-20 1-16,9-5-9 16,10-1 7-16,0-7-4 15,-4 2 3-15,-6 3-3 16,-12 1-2-16,-8 6-1 0,-15-1 0 16,0 1 2-1,6-1-2-15,6-2 0 0,8-5 1 16,7 0 8-16,2-5-8 15,-9 1 1-15,-12 5-2 16,-18 3 4-16,-13 2-2 16,-7-4-1-16,-12 5 9 15,1-4 6-15,-3-4-6 16,6-4-3-16,6-1-7 16,5-6 0-16,3-1 0 15,4-1 2-15,-6-1-2 16,-5 3 0-16,-2 3-3 15,-2 6 3-15,-8 1 1 0,2-2-1 16,-2 0 0-16,-1 4 0 16,-9 0 0-16,-3 0 0 15,2-5 0-15,0-2 0 16,1 2 0-16,-2-2 1 16,-2 0-1-16,-5 2 2 15,-6 5-2-15,1 0 0 16,-1-2 0-16,-3 1 1 15,2 1 3-15,0 5-2 16,-1-1-2-16,0 5 0 16,1 3 1-16,-3 0-1 15,-1 4 0-15,1-4 0 16,0 5 0-16,-4-2 0 16,-1 1 1-16,-12 1 4 0,-3 4 5 15,-2 5 3-15,-4 2-4 16,0-1 0-16,0 2-1 15,0 0 5-15,-12 0-12 16,-12 0-1-16,-2 12-9 16,5-1 0-16,7-1-12 15,4 3-15-15,-3-1-20 16,-13 5-5-16,-7 3-45 16,-10-6-245-16</inkml:trace>
  <inkml:trace contextRef="#ctx0" brushRef="#br0" timeOffset="137661.25">12559 12412 442 0,'0'0'0'0,"0"0"-3"16,0 0 3-16,0 0 4 15,0 0-4-15,0 0 17 16,-36-66 25-16,36 59 7 15,-4 3-5-15,4-2-17 16,0 2-12-16,0-2 1 0,0-3-4 16,16-5-7-1,17-3-10-15,19-5 10 0,16-2-11 16,23-8 13-16,26-2-8 16,16-10 2-16,19 1-2 15,9-2 0-15,0-4-5 16,-5 5 6-16,0-2 0 15,-10 3 8-15,3 6-7 16,3 1-1-16,5 7 8 16,-1 3-8-16,0 2 1 15,-13 7-1-15,-7 1 4 16,-19 10 0-16,-9-1-4 0,-5 7 0 16,-2-1 3-16,0 1-2 15,10 0-1-15,1 0 1 16,-1 1 8-16,6 9-9 15,-8 4 0-15,0-3 0 16,-9 3-3-16,-6-4 4 16,-3-1-2-16,-9-2 2 15,-1-2 6-15,-4 3-7 16,5 0 4-16,3-2 11 16,-3 5-9-16,4-5-6 15,-2 0-3-15,-5 4 0 16,-11-3 2-16,-3 0 1 15,-7 3 1-15,-2-1-1 16,5 1 0-16,4 0-1 16,-3 2 1-16,0-1 1 0,-4-5 1 15,-2 2 5-15,2-5 10 16,4 3 34-16,0 1-25 16,2 2-13-16,-2 2-10 15,-7 3-1-15,-6-2-4 16,-1 1 3-16,1-2-4 15,2 2 6-15,2-1-7 16,3 2 7-16,-8-1-9 16,-2 0 8-16,-12-3-4 15,-4 0 2-15,-7 0 0 16,-4-3 2-16,1 3-2 16,0-1 1-16,2 5 2 0,7 6-4 15,-1 6 2-15,5 0-1 16,2 5 4-16,0 0 1 15,-9-1 0-15,3-2-2 16,-10-5-2-16,4-3 7 16,-4-2-1-16,1-1 4 15,2 0-3-15,2 3-3 16,-5 0 9-16,4 2-12 16,-3 0-2-16,0 3-2 15,1-1 2-15,-2 2 2 16,-2 0-2-16,-4 1 1 15,-4-5 0-15,-3-2-1 16,-2 4 1-16,3 2 2 16,-7 3-1-16,0 5-1 0,0 2 0 15,-5 1 1-15,-12 1-2 16,-3-1-1-16,-7-3 0 16,0 1 2-16,0-1-1 15,1-4 0-15,6-1 0 16,-1-5 0-16,9 2 1 15,4-7-1-15,4-5 0 16,0 0 0-16,1-8 0 16,-3 0 0-16,-7 4 0 15,-7 2 1-15,-9 5-1 16,-7 4 0-16,1 5 0 0,-5-3 0 16,4 3 0-1,1-2 0-15,3-2 0 0,-1-2 0 16,-6-3 0-16,-9-1 7 15,-14 1-7-15,-23 5-10 16,-30 6-28-16,-21 5-55 16,-6-7-146-16,12-9 161 15,22-7 78-15,28 0 95 16,15-1-95-16,7-5-10 16</inkml:trace>
  <inkml:trace contextRef="#ctx0" brushRef="#br0" timeOffset="138532.66">22080 9431 492 0,'0'0'0'0,"0"0"-34"16,0 0-364-16</inkml:trace>
  <inkml:trace contextRef="#ctx0" brushRef="#br0" timeOffset="144937.1">3948 12310 137 0,'0'0'70'0,"0"0"-52"16,0 0-18-16,0 0 1 15,0 0 4-15,0 0 22 16,0 0 8-16,-33 0-21 16,30 0 9-16,0-5-13 15,0 2 9-15,0 0-6 16,3 0 5-16,0-4-13 16,0-6 0-16,0-3 2 15,9-11-6-15,6-2 1 0,3-8-2 16,7-4 0-1,-1 5 3-15,0 1-7 0,-6 5 10 16,-3 10-15-16,-8 4 9 16,-4 8-5-16,-3 3 1 15,0 5 4-15,0 0-10 16,0 0-17-16,-6 10-28 16,-4 5 36-16,1-1-12 15,1-1-11-15</inkml:trace>
  <inkml:trace contextRef="#ctx0" brushRef="#br0" timeOffset="148621.47">21288 13914 576 0,'0'0'25'0,"0"0"25"16,0 0 0-16,0 0-17 15,0 0 20-15,-88 56-28 16,79-22 8-16,-4 15 0 0,3 18 6 16,4 8-9-16,0 2 1 15,6-2-14-15,0-17-6 16,2-8-8-16,17-16 6 15,5-11-6-15,6-10 7 16,5-13-9-16,4 0 7 16,0-23 8-16,-1-10-5 15,-9-6-10-15,-5-5 6 16,-9-1-7-16,-8 11 3 16,-4 9-3-16,-3 13 1 15,0 10 10-15,0 2-2 16,0 4-9-16,7 18-2 15,6 11 0-15,6 1 2 16,13 1 5-16,8-9 1 16,6-6 3-16,6-10-4 0,3-10 3 15,-2 0 9-15,-6-16 2 16,-12-10-17-16,-19-10 9 16,-16-8-1-16,-22-6-1 15,-21-9-6-15,-5 3 3 16,3-4-12-16,11 8 5 15,11 5 0-15,11 11-31 16,12 7-46-16,12 2-69 16,19 4-280-16</inkml:trace>
  <inkml:trace contextRef="#ctx0" brushRef="#br0" timeOffset="148870.31">22230 13950 800 0,'0'0'27'0,"-49"80"-24"16,27-24 3-16,7 3 13 16,15-3 10-16,5-9 5 15,30-13-25-15,14-12 3 16,12-15 1-16,6-7 21 16,-6-7 17-16,-11-17-37 15,-14-1 6-15,-15-5-1 16,-12-3-2-16,-7-3-17 15,-2 2-4-15,0 2-1 16,0 1-88-16,-5 2-78 0,2 3-338 16</inkml:trace>
  <inkml:trace contextRef="#ctx0" brushRef="#br0" timeOffset="149101.31">22603 13958 657 0,'0'0'61'0,"0"0"-29"16,82 29 44-16,-47-2-24 15,-4-1-1-15,-4 7-8 16,-7-3-9-16,-5-4-18 16,-7-9 14-16,-5-7-25 15,-3-7-2-15,0-3 25 16,0 0 55-16,0-8-22 0,1-17-48 16,7-5-10-16,5-7-3 15,8-3-11-15,6 1-24 16,7 3-38-16,6 6-27 15,1 1-73-15,-1 10-183 16</inkml:trace>
  <inkml:trace contextRef="#ctx0" brushRef="#br0" timeOffset="149320.44">23159 13812 721 0,'0'0'125'0,"0"0"-61"15,0 0-21-15,0 0-24 16,0 0 14-16,0 109-17 15,38-70 11-15,-5 1-4 0,-8-4-8 16,-10 1-13-16,-15-5 1 16,-4-3 0-16,-28-1-3 15,-11-5 6-15,-6-4-4 16,5-8-1-16,11-5-1 16,17-3-22-16,15-3-29 15,1-12-80-15,13-21-341 16</inkml:trace>
  <inkml:trace contextRef="#ctx0" brushRef="#br0" timeOffset="149536.84">23355 13525 947 0,'0'0'12'0,"0"0"-24"15,0 0 17-15,0 0-5 16,79 118 35-16,-49-62 7 15,-1 4-12-15,1-3-8 16,0-2-14-16,-2-5-3 16,-5-10-2-16,-5-7-3 15,-7-8-21-15,-7-8-72 16,-4-10-54-16,-14-7-263 16</inkml:trace>
  <inkml:trace contextRef="#ctx0" brushRef="#br0" timeOffset="149674.4">23413 13846 966 0,'0'0'89'0,"109"-77"-71"16,-31 41-18-16,0 7-6 15,-13 5 4-15,-16 11-1 16,-16 8 2-16,-17 2-35 16,-16-2-152-16</inkml:trace>
  <inkml:trace contextRef="#ctx0" brushRef="#br0" timeOffset="150736.31">24533 13578 657 0,'0'0'20'0,"0"0"-20"15,-115 85 0-15,66-22 38 16,4 0 16-16,17 2 8 16,16-5-4-16,12-4-37 15,3-10-12-15,24 0 1 16,12-8-9-16,10-9-1 15,9-13-8-15,8-16-41 0,5 0-30 16,7-30-148-16</inkml:trace>
  <inkml:trace contextRef="#ctx0" brushRef="#br0" timeOffset="151421.81">25072 13643 764 0,'0'0'38'0,"0"0"77"16,0 0-52-16,0 0-50 15,0 0-11-15,-68 80 19 16,68-24-12-16,23-6-9 16,14-8 2-16,3-16 0 15,2-9-2-15,-3-14 4 16,-9-3-2-16,-11 0 6 16,-6-20 5-16,-8-9 0 0,-5-10-2 15,0-8-10 1,-5 5 1-16,-6 6 0 0,2 12-1 15,4 15 24-15,5 5-4 16,0 4-20-16,0 0-1 16,3 3-11-16,18 6 11 15,7 1-4-15,8-9 8 16,5-1-5-16,-2-1 2 16,-1-18-1-16,-5-5 3 15,-8 2 4-15,-7 2-5 16,-6 6-2-16,-6 8 0 15,-3 6 5-15,0 0-5 16,5 3-5-16,8 17-4 0,9 7 7 16,2 6 4-1,2 4 3-15,-3-3 4 0,-3 0-9 16,-10-7-4-16,-4-10 3 16,-6-8 2-16,-3-5-3 15,0-4 4-15,0 0 6 16,-8 0 10-16,-5-10-5 15,4-13 4-15,9-18-5 16,0-8-11-16,6-14 1 16,19-7-1-16,5 2 1 15,0 5-1-15,-6 17-1 16,-9 19 0-16,-9 13-6 0,-4 14 6 16,-2 0 0-16,0 24-12 15,0 13 12-15,4 11-1 16,5 5 1-16,6-5 0 15,12-9 2-15,6-9 3 16,5-10-9-16,5-11 7 16,-1-5-3-16,0-4 2 15,-9 0-2-15,-8 0-7 16,-5 0-41-16,-7 0-83 16,-3-10-95-16</inkml:trace>
  <inkml:trace contextRef="#ctx0" brushRef="#br0" timeOffset="151764.24">26641 13534 355 0,'0'0'563'15,"0"0"-548"-15,0 0-6 16,119-59-5-16,-56 42 6 16,1 4 7-16,-15 6-1 15,-12 7-12-15,-17 0-8 16,-17 0-12-16,-3 20-35 16,-24 3-20-16,-13 7 39 15,-1-4 17-15,12-2 14 0,10-7 2 16,12-5 8-16,4-2 4 15,9-6-3-15,18-4 19 16,9 0 16-16,1 0-43 16,-1 0-2-16,-5-7-3 15,-5-6-141-15</inkml:trace>
  <inkml:trace contextRef="#ctx0" brushRef="#br0" timeOffset="152124.06">27679 13179 669 0,'0'0'176'16,"0"0"-108"-16,0 0-56 16,-82-11-9-16,34 47-3 15,-3 14 14-15,7 8 13 16,14 9-11-16,15 1 0 15,13-4-13-15,2-10 0 16,24-12-2-16,12-12 3 16,6-14 0-16,5-15 4 15,3-1 25-15,2-17 26 16,-3-11-21-16,-8-3-1 0,-12-6-17 16,-11-3 1-16,-16-6-21 15,-2-4 15-15,-26 0-15 16,-10 4-1-16,-2 8-5 15,7 11 1-15,6 13-22 16,8 11-63-16,8 3-74 16,7 0-204-16</inkml:trace>
  <inkml:trace contextRef="#ctx0" brushRef="#br0" timeOffset="152403.16">28189 12850 932 0,'0'0'16'15,"0"0"14"-15,0 0 27 16,0 0-54-16,0 0-3 16,0 0 0-16,-61 109 6 15,48-13 29-15,13 6-20 16,3-5-5-16,19-2-8 15,8-16-2-15,1-16-2 16,0-13-4-16,-2-18-11 16,-3-12 2-16,0-9-44 15,-7-11-37-15,2-7-40 0,-3-22-273 16</inkml:trace>
  <inkml:trace contextRef="#ctx0" brushRef="#br0" timeOffset="152739.97">28433 13118 813 0,'0'0'25'0,"0"0"-25"16,0 0 0-16,0 0 0 15,65 83 21-15,-50-47 13 16,-1 0 0-16,-6-9-2 16,-2-5-17-16,-4-11 0 15,-2-8-9-15,0-3 19 16,0 0 67-16,-2-14-16 15,-4-14-61-15,6-6-14 16,3-5 7-16,30-1-8 0,14 6-10 16,7 8 7-16,-3 14-1 15,-5 12 2-15,-5 0 2 16,-9 16-1-16,-5 7 2 16,-6 5 0-16,-7 3 9 15,-7-4-6-15,-5 2-3 16,-2 1-1-16,0-7-3 15,-9 0-38-15,-8-4-62 16,-7-8-90-16,0-11-204 16</inkml:trace>
  <inkml:trace contextRef="#ctx0" brushRef="#br0" timeOffset="153057.16">28677 12883 836 0,'0'0'17'0,"0"0"-7"15,0 0 26-15,0 0-3 16,0 0 15-16,0 0-24 16,34-46-24-16,20 39-3 15,-3 7 3-15,-7 0 4 16,-8 4 17-16,-8 9 0 15,-4 6 4-15,-4-2-4 0,0 5-11 16,0 0 0 0,-1-5-7-16,2-2 4 0,0-2-1 15,-6-2-3-15,0-1 3 16,-8 0-6-16,-2-4-55 16,-5-6-120-16,0 0-290 15</inkml:trace>
  <inkml:trace contextRef="#ctx0" brushRef="#br0" timeOffset="153318.01">29056 12567 1026 0,'0'0'2'16,"0"0"-4"-16,85-20 1 15,-18 30 1-15,10 16 4 16,4 11 36-16,-1 11 23 15,-6 10-15-15,-15 3-12 16,-16 9-24-16,-19 3-5 16,-24 0-5-16,-7 5 0 15,-38-5 1-15,-16-4-6 16,-13-5-25-16,-6 1 2 16,-3-9-44-16,5-5-85 15,2-9-8-15,10-15-211 16</inkml:trace>
  <inkml:trace contextRef="#ctx0" brushRef="#br0" timeOffset="154396.91">29008 12807 353 0,'0'0'47'0,"0"0"-10"16,0 0-4-16,0 0 26 15,0 0 37-15,0 0-33 0,-16 0-7 16,16 0-20 0,0 0-13-16,3 0-16 0,3 0 2 15,1 0 8-15,-4 0-10 16,-3 0-2-16,0 0 7 15,0 0 2-15,0 0-5 16,0 0-1-16,-12 11-8 16,-8-2 0-16,-5 5 0 15,0-5-1-15,6 2-16 16,5-8 12-16,-1-3 5 16,5 0-5-16,-1 0 7 15,-1-3-2-15,3-11 16 0,2-3-5 16,-3-2 9-16,4-2-17 15,4-4-2 1,2 3 1-16,0-3-2 0,13 8-1 16,8 1-3-16,6 10-2 15,2 3 1-15,0 3 4 16,1 9 0-16,-1 18 1 16,-7 7 1-16,-10 4 3 15,-11 8-3-15,-1 2 1 16,-15-4 2-16,-15-2-1 15,-5-6 7-15,-5-10-8 16,1-6 2-16,6-11 2 16,5-2 4-16,8-1 2 15,13-2-8-15,7-4 15 16,4 3 24-16,34 0-43 0,23 1 0 16,18 3 37-16,7-1 2 15,-4 0-15-15,-9 5-2 16,-10-2 3-16,-12 2-14 15,-17-5-7-15,-10 4 2 16,-14 1-6-16,-5-3-35 16,-5 1-71-16,-5-1-13 15,-22-4-11-15,-10-4-145 16</inkml:trace>
  <inkml:trace contextRef="#ctx0" brushRef="#br0" timeOffset="155476.16">24104 12045 655 0,'0'0'53'16,"0"0"-22"-16,0 0-6 0,0 0-25 15,0 0 3-15,0 0-3 16,-6 115 18-16,18-52 13 16,-5 10-5-16,-4 2 7 15,-3-5-17-15,0-7-8 16,0-14-1-16,-12-9-4 16,2-11-1-16,-5-12-2 15,6-7 10-15,4-8 8 16,2-2 1-16,3 0 24 15,5-25-2-15,28-8-37 16,16-10-4-16,9 11 0 16,-6 15-2-16,-10 16-1 15,-15 1-5-15,-17 23-1 16,-10 20 4-16,0 8 1 0,-30 3 4 16,-14 1-3-16,-7-6-1 15,-3-10 1 1,5-6-12-16,6-14 4 0,11-7-28 15,13-12-54-15,13-28-288 16</inkml:trace>
  <inkml:trace contextRef="#ctx0" brushRef="#br0" timeOffset="155772.75">24676 12444 850 0,'0'0'0'0,"0"0"-4"0,109 0 0 16,-79 0 4-16,-4-3 1 16,-3-10-1-16,-3-4 4 15,-8-3-4-15,-11-3 1 16,-1 3-5-16,-4 4-6 16,-14 3 10-16,4 9 4 15,4 4 19-15,1 4-21 16,3 23 0-16,3 5 4 15,3 4 17-15,0-3-10 16,16 0-8-16,5-7 0 16,2 1-5-16,-3-7-21 0,-4-9-66 15,-6-9-88 1</inkml:trace>
  <inkml:trace contextRef="#ctx0" brushRef="#br0" timeOffset="156152.37">25030 12336 589 0,'0'0'17'16,"126"5"33"-16,-70 20 11 15,-13 4-2-15,-13 1-40 16,-12 0 6-16,-11-4-6 16,-7-6 5-16,0-5-13 15,0-8 3-15,-1-4 6 16,-8-3 11-16,-2 0 5 15,2-10 11-15,2-12-26 0,0-14-11 16,1-14-10-16,3-7 0 16,3-8 0-16,0 0 0 15,1 4 0-15,18 15-12 16,4 17 3-16,5 15-2 16,5 14 9-16,6 1-2 15,3 19-4-15,2 11 8 16,0 6 1-16,-1-1 10 15,-2 3-3-15,-5-2 2 16,-7-4-5-16,-10-3-5 16,-12-7-8-16,-7 2-31 15,-20-7-55-15,-22-7-19 16,-12-9-247-16</inkml:trace>
  <inkml:trace contextRef="#ctx0" brushRef="#br0" timeOffset="156273.29">25355 12339 685 0,'0'0'205'15,"0"0"-163"-15,124-96-39 16,-47 69-2-16,0 4 2 16,-6 3-3-16,-10 7-6 15,-11 3-65-15,-10-9-265 16</inkml:trace>
  <inkml:trace contextRef="#ctx0" brushRef="#br0" timeOffset="156543.44">26787 11826 986 0,'0'0'36'16,"0"0"8"-16,0 0-44 15,0 0-5-15,0 0 3 16,-33 100 2-16,23-40 6 15,10-5-1-15,3-4-2 16,20-12 0-16,9-7-3 16,-1-11-6-16,0-7-14 15,2-6-41-15,-1-8-15 16,-1 0-21-16,0-8-69 0,1-14-171 16</inkml:trace>
  <inkml:trace contextRef="#ctx0" brushRef="#br0" timeOffset="157233.29">27158 11979 445 0,'0'0'213'0,"0"0"-66"16,0 0-55-16,0 0-92 16,0 0 6-16,0 0-6 15,-24 86 21-15,24-50-7 16,0-6-9-16,5-7 4 16,14-6-7-16,-1-12 2 15,0-2 9-15,-4-3 10 16,-3-6 20-16,-5-13 3 0,-1-9-39 15,-5-1-1-15,0 0-5 16,0 2 0-16,0 11 0 16,0 6-1-16,0 6 0 15,0 4-2-15,0 0-7 16,3 4-3-16,9 6 10 16,4 4 2-16,2-5-1 15,-1-6 1-15,-1-3 0 16,-6 0 0-16,0-3 3 15,-3-17 8-15,-4-3-7 16,-3-6-5-16,0 0 1 16,0 4-1-16,-5 6-1 15,4 9 1-15,1 6-5 0,4 4 5 16,24 0-16 0,10 20 16-16,5 7-2 0,2 6 3 15,-6-1 0 1,-6-2 0-16,-5-3 0 0,-7-7 0 15,-6-6 0-15,-8-9 2 16,-4-1-2-16,-3-4 1 16,0 0 8-16,0 0 8 15,-10-14-13-15,-1-5-2 16,2-1 3-16,4-3-3 16,3-6-2-16,2-8 0 15,0-3 0-15,5-7-1 0,9-4 1 16,0 3 0-1,-1 2-2-15,-2 15-7 0,-7 8 7 16,-2 15 2-16,-2 7 0 16,0 1 0-16,0 15-18 15,1 16-7-15,8 16 25 16,4 7 2-16,11-2-2 16,4-6 0-16,8-8-1 15,2-10 4-15,-4-7-2 16,-6-6 5-16,-5-1-12 15,-10-5-40-15,-9-8-121 16,1-1-244-16</inkml:trace>
  <inkml:trace contextRef="#ctx0" brushRef="#br0" timeOffset="157539.29">28240 11860 853 0,'0'0'17'16,"0"0"32"-16,89-37-49 16,-44 28 0-16,-5 5 0 15,-7 1 6-15,-12 0-6 16,-12 3-4-16,-8 0-7 0,-1 10-22 15,0 5 20-15,-9-1 12 16,2 3-2-16,5-5 3 16,2 5 3-16,0-6-2 15,3-2-1-15,11 1 0 16,7-7-25-16,2-3-127 16</inkml:trace>
  <inkml:trace contextRef="#ctx0" brushRef="#br0" timeOffset="157867.76">28969 11529 906 0,'0'0'11'16,"0"0"-11"-16,-88 36-2 15,54 8-3-15,7 12 10 16,15 4 6-16,12 0-9 15,9-6-2-15,26-10 1 16,11-11 0-16,10-16-1 16,2-11 10-16,0-6 18 15,-5-4 8-15,-10-18-6 16,-13-8-7-16,-14-4-6 16,-14-11 5-16,-2-5-11 15,-24-6-7-15,-19-3-2 0,-5 2 2 16,-3 5 1-1,11 8-4-15,10 14-1 0,11 13-10 16,8 11-71-16,11 3-156 16</inkml:trace>
  <inkml:trace contextRef="#ctx0" brushRef="#br0" timeOffset="158124.91">29624 11172 908 0,'0'0'2'15,"0"0"38"-15,0 0-24 16,0 0-16-16,0 0 0 0,0 110 47 16,0-19 4-16,6 12-31 15,19-1-15-15,7-15-4 16,2-17 3-16,3-18-8 15,-5-13 3-15,-7-12-15 16,-10-8-54-16,-11-8-72 16,-4-11-94-16</inkml:trace>
  <inkml:trace contextRef="#ctx0" brushRef="#br0" timeOffset="158445.87">29776 11476 651 0,'0'0'21'15,"0"0"55"-15,0 0-52 0,0 0-20 16,0 0 4-16,85 27 32 16,-58 3-13-16,-3-1 18 15,-3-6-35-15,-9-7-7 16,-5-8-1-16,-6-5 3 16,-1-3 8-16,0 0 33 15,0-7 13-15,0-16-48 16,0 1-11-16,16 1 0 15,15 2-2-15,10 16-8 16,1 3 7-16,0 3-2 16,-5 23 5-16,-5 6 5 15,-8 2 2-15,-5-2 3 0,-4-5 2 16,-5-2 2-16,-5-6-14 16,-5 0 0-16,0-2-18 15,-11-11-101 1,-14-6-76-16</inkml:trace>
  <inkml:trace contextRef="#ctx0" brushRef="#br0" timeOffset="158965.5">30237 11163 641 0,'0'0'7'0,"0"0"-7"15,0 0-16-15,0 0 16 16,0 0 45-16,0 0-8 16,-34-3-28-16,26 3-9 15,-5 0-1-15,2 0 1 16,-3 0 9-16,-3 0-8 15,-2 0-1-15,-5-4 0 16,3 1 2-16,3-7 0 16,6 1 9-16,9-3 46 0,3-3-33 15,4 1-9 1,22 1-11-16,8 0-4 0,4 10-2 16,-3 3 2-1,1 0 0-15,-6 10-2 0,-3 13 2 16,-8 3 2-16,-11 2-1 15,-8 3 19-15,0 2-8 16,-14 0 10-16,-1-4 14 16,9-1-20-16,6-3 1 15,6 0-7-15,23-5 14 16,5-1-12-16,4-8 0 16,-5-6-4-16,-7-2-1 15,-7-3-5-15,-6 0-2 16,0-8 0-16,-6-12-51 15,-2-7-156-15</inkml:trace>
  <inkml:trace contextRef="#ctx0" brushRef="#br0" timeOffset="159243.22">30424 10786 758 0,'0'0'0'16,"0"0"-1"-16,125-26 1 16,-57 35 22-16,8 27 33 15,2 22 21-15,-6 14-32 0,-11 14 14 16,-14 7-13-16,-15 3-28 16,-22 5-2-16,-10 1-15 15,-36-9 10 1,-22-4-8-16,-12-11-2 0,-4-8-5 15,2-6-18-15,6-11-34 16,10-8-50-16,10-17-77 16</inkml:trace>
  <inkml:trace contextRef="#ctx0" brushRef="#br0" timeOffset="170416.84">24143 15659 874 0,'0'0'7'15,"0"0"42"-15,-95-10-34 16,64 32-15-16,6 5 0 16,11 6-2-16,13-1 2 0,1 2-2 15,25-4-2 1,12-4-21-16,4-13-92 0,-4-13-443 16</inkml:trace>
  <inkml:trace contextRef="#ctx0" brushRef="#br0" timeOffset="170921.41">24648 15172 985 0,'0'0'0'15,"-89"-56"-12"-15,51 43 2 16,8 5-6-16,8 6 2 16,11-1 11-16,8 3 2 15,3 0-7-15,6 0-40 16,17 13 10-16,8 0-4 16,3-5-101-16</inkml:trace>
  <inkml:trace contextRef="#ctx0" brushRef="#br0" timeOffset="171177">25289 15595 893 0,'0'0'31'15,"0"0"12"-15,0 0-33 16,0 0-3-16,0 0-7 16,0 0-2-16,11 0 1 0,-2 0-2 15,3 3-3 1,10 4-10-16,5 0-31 0,4-7-56 16,-1-3-218-16</inkml:trace>
  <inkml:trace contextRef="#ctx0" brushRef="#br0" timeOffset="171603.14">25977 14945 935 0,'0'0'1'0,"0"0"9"15,0 0 13-15,0 0-17 16,0 0 2-16,0 0-8 16,-5-40-1-16,13 53-18 15,14 7 19-15,9 7 5 16,5 5-5-16,2 2 0 15,-4 1 0-15,-7-8 0 16,-11-3 13-16,-10-7-12 16,-6-5 1-16,0-1 0 15,0-6-2-15,-7-4-2 0,-4-1-1 16,4 0 1-16,-1-4-3 16,4-12-6-16,4-7-15 15,0-4-13-15,4 2-11 16,5 8-10-16,-4 13 14 15,-5 4-45-15,0 0-177 16</inkml:trace>
  <inkml:trace contextRef="#ctx0" brushRef="#br0" timeOffset="172170.23">26108 15008 748 0,'0'0'61'0,"0"0"-9"15,0 0 7-15,0 0-38 16,0 0-21-16,0 0-1 15,23 53 1-15,0-2 18 16,2 13 29-16,0 5-19 16,0 1-11-16,-3-5-5 0,-2-9-4 15,-5-12-2-15,-5-12 1 16,-5-15-7-16,-4-7 0 16,-1-10 2-16,0 0 7 15,0 0 43-15,-7-13 0 16,-14-13-36-16,-9-24-8 15,-3-17-6-15,2-18-2 16,5-20-5-16,10-12-1 16,16-1-7-16,12 9 3 15,31 20-2-15,12 33-2 16,3 28 11-16,1 28-6 16,-8 8 7-16,-4 34 2 15,-8 19-2-15,-9 18 2 0,-6 5 14 16,-6 3-12-1,-2-8 11-15,-2-13-13 0,0-10 0 16,-2-6-3-16,0-13 5 16,-4-8-4-16,-4-12-25 15,-4-5-58-15,-4-4-32 16,-23-8 32-16,-15 0-29 16,-12 0-213-16</inkml:trace>
  <inkml:trace contextRef="#ctx0" brushRef="#br0" timeOffset="172290.76">26306 15371 313 0,'0'0'167'0,"-116"-17"60"15,89 12-99-15,24 0-31 16,11-7-44-16,38-12-53 16,20-9 0-16,10-4-1 15,0 6 1-15,-9 3 0 0,-13 12-9 16,-14 3-80-16,-12-4-60 16</inkml:trace>
  <inkml:trace contextRef="#ctx0" brushRef="#br0" timeOffset="172583.84">26739 14972 762 0,'0'0'50'0,"0"0"-46"16,0 0 10-16,106 12-8 16,-74 12 22-16,-1 2 0 15,-1 3 0-15,-2-2-8 16,-4-1-11-16,-6-9 1 0,-6-7-7 15,-8-7-2 1,-1 1 2-16,-3-4 2 0,0 0 74 16,0-4-3-16,0-16-31 15,-4-6-35-15,-2-13-8 16,6-5-2-16,0-6-19 16,22 5-34-16,8 11-39 15,7 8-24-15,8 5-11 16,7 5-76-16,3-2-77 15</inkml:trace>
  <inkml:trace contextRef="#ctx0" brushRef="#br0" timeOffset="173031.06">27472 14723 333 0,'0'0'86'0,"0"0"37"15,0 0 17 1,0 0-43-16,0 0 8 0,0 0-59 16,-5-49-30-16,-29 73-15 15,-5 15-1-15,8 7 0 16,14 0 4-16,16-3-4 15,1-4-3-15,22-12 3 16,8-15 5-16,4-12 2 16,-1 0 1-16,-5-20 1 15,-5-9-7-15,-8-6 6 16,-9 1 18-16,-3 2-13 16,-3 2-13-16,0 10 8 15,0 10-3-15,0 7 3 0,0 3 17 16,4 0-25-1,19 23-3-15,6 19-1 0,3 14 3 16,-5 14-2-16,-8 3 3 16,-10-1 5-16,-9-2-5 15,0-4 1-15,-12-10 0 16,-15-6 1-16,-6-14-2 16,-7-10 2-16,0-12 7 15,2-14-1-15,8 0 4 16,8-22-4-16,15-10 3 15,7-14-11-15,3 0-3 16,23 0 1-16,4 6 0 16,0 7-10-16,1 7-11 15,4 4-47-15,2 1-83 0,8-8-223 16</inkml:trace>
  <inkml:trace contextRef="#ctx0" brushRef="#br0" timeOffset="173288.31">28480 14333 739 0,'0'0'14'0,"-111"-9"14"16,48 15 7-16,-2 23-27 15,6 15 14-15,12 5 30 16,17 11-17-16,24 6-7 0,6-4-15 15,25-1-5-15,16-8-1 16,6-12-7-16,3-4 3 16,1-11-3-16,-2-5 0 15,5-12-19-15,2-9-66 16,-1-2-42-16,-3-31-218 16</inkml:trace>
  <inkml:trace contextRef="#ctx0" brushRef="#br0" timeOffset="173970.62">28765 14543 741 0,'0'0'84'0,"0"0"-8"16,0 0-72-16,0 0-1 15,-82 48 0-15,79-11 7 0,3-1-3 16,9-4-4-16,16-8-2 16,2-4 3-16,-2-13 5 15,-7-4-2-15,-5-3 13 16,-7 0-7-16,-4-13 34 15,-2-13-19-15,0-9-27 16,0 1-1-16,-15 3 0 16,3 1-3-16,2 10 1 15,3 7 0-15,5 10 2 16,2 3-4-16,7 0-4 16,16 10-8-16,10 10 14 15,2 0-2-15,1-4 1 16,-2-6 6-16,-1-3-3 0,-3-7 0 15,-6 0 1-15,-9 0 2 16,-5-17-1-16,-8-7 2 16,-2-1-3-16,-5-1-2 15,-16-1 1-15,1 1-4 16,3 6 0-16,5 4 4 16,12 8 2-16,0 5-2 15,26 3-3-15,11 0-3 16,6 11 5-16,-6 11 1 15,-8 9 0-15,-9 3 7 16,-8 2-4-16,-7-2-3 16,-5-4-5-16,0-7 5 15,0-9 3-15,-2-6-1 0,-2-5 7 16,-1-3 8-16,1-6 24 16,0-13-25-16,4-17-5 15,0-7-8-15,0-10-3 16,0-9-8-16,2-1-3 15,3 4-8-15,-2 12 8 16,1 13 4-16,-2 17 3 16,3 12 4-16,-1 5-3 15,8 10-17-15,3 17 15 16,6 9 5-16,1 7 5 16,4 3 1-16,0-4-5 15,3-5 0-15,-1-4-1 16,-3-9-1-16,-2-5-30 0,-5-13-104 15,-1-6-144 1</inkml:trace>
  <inkml:trace contextRef="#ctx0" brushRef="#br0" timeOffset="174308.87">29710 14330 899 0,'0'0'32'0,"0"0"-31"0,0 0-1 15,124-60 0 1,-74 45 0-16,-7 8 1 0,-15 7-1 16,-13 0-3-16,-12 20-20 15,-3 9-12-15,-10 7-2 16,-10 2 24-16,5-13-8 15,8-5 21-15,7-11 1 16,0-4 10-16,0-5 9 16,16 0 29-16,8 0 31 15,6-13 1-15,-3 1-58 16,-2 3-11-16,-2-1-12 16,3 3-14-16,4-8-100 15,2-5-250-15</inkml:trace>
  <inkml:trace contextRef="#ctx0" brushRef="#br0" timeOffset="174684.18">30795 13861 848 0,'0'0'6'0,"0"0"26"15,-114-46-18-15,61 46-14 16,-8 7-4-16,-1 22 4 0,9 5 0 16,12 11 0-1,16 5 0-15,15 0 10 0,10 6-5 16,7 0-1-16,27-3-3 16,8-7-1-16,10-10 1 15,8-13 0-15,3-12 0 16,4-11 9-16,-4-4-1 15,-10-19 22-15,-8-6 13 16,-17-5-20-16,-14-5-4 16,-14-9 13-16,-5 4-33 15,-28-3 6-15,-11 4-4 16,-3 7-2-16,8 13 0 16,7 6-7-16,15 7-70 15,11-7-102-15</inkml:trace>
  <inkml:trace contextRef="#ctx0" brushRef="#br0" timeOffset="174971.22">31112 13413 874 0,'0'0'1'0,"0"0"-2"15,-89-8-1-15,58 42-1 16,7 18 3-16,16 15 9 16,8 15 30-16,29 11-18 0,19 3-8 15,11-8-8-15,4-14-4 16,-5-15-1-16,-6-16 5 16,-10-14-5-16,-8-9-3 15,-10-8-2-15,-3-12 0 16,-9 0-17-16,-3-15-48 15,-5-24-180-15</inkml:trace>
  <inkml:trace contextRef="#ctx0" brushRef="#br0" timeOffset="175315.21">31475 13607 926 0,'0'0'0'0,"0"0"-14"16,0 0 11-1,103 99 3-15,-76-55 4 0,-6 4 8 16,-6-7-1-16,-7-9-10 16,-6-9 2-16,-1-17 2 15,-1-2-5-15,0-4 51 16,-10-7 22-16,-6-19-44 16,-2-11-26-16,10-15-3 15,8-1 0-15,11 3 1 16,27 11-1-16,9 16-5 15,3 10 5-15,1 13-1 16,-2 0 1-16,-3 22-2 0,-4 6 2 16,-9 7 1-1,-9 2 0-15,-7-1-1 0,-10 1 0 16,0-7 1-16,-2-5-4 16,-5-4-52-16,0-5-88 15,-11-13-51-15</inkml:trace>
  <inkml:trace contextRef="#ctx0" brushRef="#br0" timeOffset="176026.16">31814 13307 528 0,'0'0'143'0,"0"0"-113"16,0 0-30-16,0 0 13 16,0 0 14-16,0 0 21 15,-6 0-6-15,4 0-2 16,-1 0-8-16,0 0-11 15,0 0-5-15,2 0-9 16,-1 0-5-16,-1 0-2 16,2 0 0-16,-1 0 0 0,-2 0-1 15,-1 0 1 1,-1 0 0-16,-4-3 0 0,2-1 2 16,2 1 2-16,3 3 13 15,2-3-6-15,1 2-3 16,0-2-3-16,0-4-2 15,0 1 1-15,9 2-2 16,6 2-1-16,-5-1-2 16,-5 3-2-16,-4 0-1 15,-1 0 4-15,0 0-3 16,0 0 0-16,0 0-5 16,-6 0 7-16,-11 0 2 15,-5 0 2-15,0 0 0 0,6 0 3 16,4-11 7-16,4-2-2 15,7-1 9-15,1-3-14 16,6 2-6-16,19 1 0 16,5 6-1-16,4 8 0 15,2 0-3-15,-6 15 2 16,-2 12-2-16,-7 6 4 16,-10 3 1-16,-8 3 3 15,-3-3-3-15,0-9 1 16,1 0 0-16,14-13-1 15,12-5-1-15,13-6 9 16,8-3-8-16,0 0 6 16,-11-4-4-16,-12-4-3 15,-7 3 0-15,-11-2-59 0,-7-3-121 16</inkml:trace>
  <inkml:trace contextRef="#ctx0" brushRef="#br0" timeOffset="176297.17">31963 12818 794 0,'0'0'1'0,"91"-21"0"15,-29 21-1-15,12 37 9 16,1 22 47-16,0 20 31 0,-11 14-13 15,-18 9-41-15,-23 2-10 16,-23-3-17-16,-18-4-5 16,-28-2 0-1,-16-5 8-15,-4-9-9 0,6-8-8 16,13-7-37-16,19-15-79 16,18-21-57-16</inkml:trace>
  <inkml:trace contextRef="#ctx0" brushRef="#br0" timeOffset="176601.71">32992 13362 835 0,'0'0'72'0,"0"0"-72"16,-67 73-6-16,8-7 6 16,-13 16 21-16,-11 15 0 15,-6 12 5-15,-8 6 9 16,0-3-13-16,2-8-10 16,5-10-9-16,14-8-2 15,12-12-1-15,13-11 0 16,20-14-4-16,10-9-48 15,14-18-50-15,7-17-71 0,3-7-433 16</inkml:trace>
  <inkml:trace contextRef="#ctx0" brushRef="#br0" timeOffset="176846.2">33136 13416 880 0,'0'0'1'0,"-88"142"-1"16,11-30 58-16,-18 7 4 15,-10 0-10-15,-10 3-22 16,-3-3 1 0,-2-3-15-16,3-2-13 0,6-8-3 15,6-7-1-15,11-9-49 16,14-14-10-16,17-17-69 15,29-22-136-15</inkml:trace>
  <inkml:trace contextRef="#ctx0" brushRef="#br0" timeOffset="178181.78">28520 15058 449 0,'0'0'0'16,"0"0"-1"-16,0 0-8 16,0 0 5-16,-64-83-5 15,54 69 9-15,-3 0 4 16,3 8 13-16,-2 1-17 16,0-1-5-16,-6-6-195 15</inkml:trace>
</inkml:ink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3B734DD-AF2F-4890-85E2-7FE1A48C3B43}" type="datetimeFigureOut">
              <a:rPr lang="en-IN" smtClean="0"/>
              <a:t>11-01-2025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5F2C653-00EF-46FD-AC84-2B0420FC789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46328767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3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4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6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4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5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6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7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9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0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2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3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4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5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6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7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8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1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0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5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7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8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9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0.xml"/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5F2C653-00EF-46FD-AC84-2B0420FC789E}" type="slidenum">
              <a:rPr lang="en-IN" smtClean="0"/>
              <a:t>4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49811227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5F2C653-00EF-46FD-AC84-2B0420FC789E}" type="slidenum">
              <a:rPr lang="en-IN" smtClean="0"/>
              <a:t>5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68699979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5F2C653-00EF-46FD-AC84-2B0420FC789E}" type="slidenum">
              <a:rPr lang="en-IN" smtClean="0"/>
              <a:t>7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28995597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5F2C653-00EF-46FD-AC84-2B0420FC789E}" type="slidenum">
              <a:rPr lang="en-IN" smtClean="0"/>
              <a:t>8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183522737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5F2C653-00EF-46FD-AC84-2B0420FC789E}" type="slidenum">
              <a:rPr lang="en-IN" smtClean="0"/>
              <a:t>10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1982467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5F2C653-00EF-46FD-AC84-2B0420FC789E}" type="slidenum">
              <a:rPr lang="en-IN" smtClean="0"/>
              <a:t>18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286174585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5F2C653-00EF-46FD-AC84-2B0420FC789E}" type="slidenum">
              <a:rPr lang="en-IN" smtClean="0"/>
              <a:t>19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593274115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5F2C653-00EF-46FD-AC84-2B0420FC789E}" type="slidenum">
              <a:rPr lang="en-IN" smtClean="0"/>
              <a:t>23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930471742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5F2C653-00EF-46FD-AC84-2B0420FC789E}" type="slidenum">
              <a:rPr lang="en-IN" smtClean="0"/>
              <a:t>29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95872088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5F2C653-00EF-46FD-AC84-2B0420FC789E}" type="slidenum">
              <a:rPr lang="en-IN" smtClean="0"/>
              <a:t>31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97334007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5F2C653-00EF-46FD-AC84-2B0420FC789E}" type="slidenum">
              <a:rPr lang="en-IN" smtClean="0"/>
              <a:t>34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497593830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5F2C653-00EF-46FD-AC84-2B0420FC789E}" type="slidenum">
              <a:rPr lang="en-IN" smtClean="0"/>
              <a:t>37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242378748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5F2C653-00EF-46FD-AC84-2B0420FC789E}" type="slidenum">
              <a:rPr lang="en-IN" smtClean="0"/>
              <a:t>38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761880555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5F2C653-00EF-46FD-AC84-2B0420FC789E}" type="slidenum">
              <a:rPr lang="en-IN" smtClean="0"/>
              <a:t>39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974107692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5F2C653-00EF-46FD-AC84-2B0420FC789E}" type="slidenum">
              <a:rPr lang="en-IN" smtClean="0"/>
              <a:t>43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837361855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5F2C653-00EF-46FD-AC84-2B0420FC789E}" type="slidenum">
              <a:rPr lang="en-IN" smtClean="0"/>
              <a:t>44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257022834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5F2C653-00EF-46FD-AC84-2B0420FC789E}" type="slidenum">
              <a:rPr lang="en-IN" smtClean="0"/>
              <a:t>46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625082147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5F2C653-00EF-46FD-AC84-2B0420FC789E}" type="slidenum">
              <a:rPr lang="en-IN" smtClean="0"/>
              <a:t>54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061157844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l"/>
            <a:r>
              <a:rPr lang="en-US" b="0" i="0" dirty="0">
                <a:solidFill>
                  <a:srgbClr val="D1D5DB"/>
                </a:solidFill>
                <a:effectLst/>
                <a:latin typeface="Söhne"/>
              </a:rPr>
              <a:t>So, the total number of operations (additions and multiplications) performed by this algorithm is given by:</a:t>
            </a:r>
          </a:p>
          <a:p>
            <a:pPr algn="l"/>
            <a:r>
              <a:rPr lang="en-US" b="0" i="0" dirty="0">
                <a:solidFill>
                  <a:srgbClr val="D1D5DB"/>
                </a:solidFill>
                <a:effectLst/>
                <a:latin typeface="Söhne"/>
              </a:rPr>
              <a:t>Operations = m * p * n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5F2C653-00EF-46FD-AC84-2B0420FC789E}" type="slidenum">
              <a:rPr lang="en-IN" smtClean="0"/>
              <a:t>55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804784505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5F2C653-00EF-46FD-AC84-2B0420FC789E}" type="slidenum">
              <a:rPr lang="en-IN" smtClean="0"/>
              <a:t>56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245729523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5F2C653-00EF-46FD-AC84-2B0420FC789E}" type="slidenum">
              <a:rPr lang="en-IN" smtClean="0"/>
              <a:t>57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52009169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5F2C653-00EF-46FD-AC84-2B0420FC789E}" type="slidenum">
              <a:rPr lang="en-IN" smtClean="0"/>
              <a:t>59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786530057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5F2C653-00EF-46FD-AC84-2B0420FC789E}" type="slidenum">
              <a:rPr lang="en-IN" smtClean="0"/>
              <a:t>60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537737138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5F2C653-00EF-46FD-AC84-2B0420FC789E}" type="slidenum">
              <a:rPr lang="en-IN" smtClean="0"/>
              <a:t>62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48978930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5F2C653-00EF-46FD-AC84-2B0420FC789E}" type="slidenum">
              <a:rPr lang="en-IN" smtClean="0"/>
              <a:t>63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310705358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5F2C653-00EF-46FD-AC84-2B0420FC789E}" type="slidenum">
              <a:rPr lang="en-IN" smtClean="0"/>
              <a:t>64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69662074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5F2C653-00EF-46FD-AC84-2B0420FC789E}" type="slidenum">
              <a:rPr lang="en-IN" smtClean="0"/>
              <a:t>65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76939308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5F2C653-00EF-46FD-AC84-2B0420FC789E}" type="slidenum">
              <a:rPr lang="en-IN" smtClean="0"/>
              <a:t>66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5701119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5F2C653-00EF-46FD-AC84-2B0420FC789E}" type="slidenum">
              <a:rPr lang="en-IN" smtClean="0"/>
              <a:t>67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784698760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5F2C653-00EF-46FD-AC84-2B0420FC789E}" type="slidenum">
              <a:rPr lang="en-IN" smtClean="0"/>
              <a:t>68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215830903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5F2C653-00EF-46FD-AC84-2B0420FC789E}" type="slidenum">
              <a:rPr lang="en-IN" smtClean="0"/>
              <a:t>71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925599917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5F2C653-00EF-46FD-AC84-2B0420FC789E}" type="slidenum">
              <a:rPr lang="en-IN" smtClean="0"/>
              <a:t>80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35917157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5F2C653-00EF-46FD-AC84-2B0420FC789E}" type="slidenum">
              <a:rPr lang="en-IN" smtClean="0"/>
              <a:t>85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784666159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5F2C653-00EF-46FD-AC84-2B0420FC789E}" type="slidenum">
              <a:rPr lang="en-IN" smtClean="0"/>
              <a:t>87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5551896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5F2C653-00EF-46FD-AC84-2B0420FC789E}" type="slidenum">
              <a:rPr lang="en-IN" smtClean="0"/>
              <a:t>88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58486914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l">
              <a:buFont typeface="Arial" panose="020B0604020202020204" pitchFamily="34" charset="0"/>
              <a:buChar char="•"/>
            </a:pPr>
            <a:endParaRPr lang="en-US" b="0" i="0" dirty="0">
              <a:solidFill>
                <a:srgbClr val="D1D5DB"/>
              </a:solidFill>
              <a:effectLst/>
              <a:latin typeface="Söhne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5F2C653-00EF-46FD-AC84-2B0420FC789E}" type="slidenum">
              <a:rPr lang="en-IN" smtClean="0"/>
              <a:t>89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84753616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l">
              <a:buFont typeface="Arial" panose="020B0604020202020204" pitchFamily="34" charset="0"/>
              <a:buChar char="•"/>
            </a:pPr>
            <a:endParaRPr lang="en-US" b="0" i="0" dirty="0">
              <a:solidFill>
                <a:srgbClr val="D1D5DB"/>
              </a:solidFill>
              <a:effectLst/>
              <a:latin typeface="Söhne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5F2C653-00EF-46FD-AC84-2B0420FC789E}" type="slidenum">
              <a:rPr lang="en-IN" smtClean="0"/>
              <a:t>90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341063187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l">
              <a:buFont typeface="Arial" panose="020B0604020202020204" pitchFamily="34" charset="0"/>
              <a:buChar char="•"/>
            </a:pPr>
            <a:endParaRPr lang="en-US" b="0" i="0" dirty="0">
              <a:solidFill>
                <a:srgbClr val="D1D5DB"/>
              </a:solidFill>
              <a:effectLst/>
              <a:latin typeface="Söhne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5F2C653-00EF-46FD-AC84-2B0420FC789E}" type="slidenum">
              <a:rPr lang="en-IN" smtClean="0"/>
              <a:t>91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56175058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38161EB-7339-4861-A38F-6AB1021B52D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5C0FA8C-E8B9-45C2-9939-9F904028BB3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4568985-817E-4591-86C5-A7BF6A3C65F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8D8366-DA10-46E9-A9F8-8FF86EACA763}" type="datetimeFigureOut">
              <a:rPr lang="en-IN" smtClean="0"/>
              <a:t>11-01-2025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87BCD33-93E2-42D4-B797-F4B2BFDD291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4C241CB-51B3-4D5D-8E2B-1799ED69D29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CC85C2-237B-4046-BB79-DBF994F9978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84380730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65A6F3A-5052-4218-A54F-2C27CD5B3B9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CC323B6-1FF4-458C-810E-9BE16FF4ECB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976488A-1D14-4C74-8C95-7F4BB369EC6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8D8366-DA10-46E9-A9F8-8FF86EACA763}" type="datetimeFigureOut">
              <a:rPr lang="en-IN" smtClean="0"/>
              <a:t>11-01-2025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4F965BD-20AF-4E94-ADDA-CAA0175D6C3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E4076E3-6DC3-4C3F-8E50-EC7FFD83759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CC85C2-237B-4046-BB79-DBF994F9978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52283692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A3D7B12-384B-4D01-BABB-2DB428015D1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06139B9-346B-499E-946B-8BBF953929A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2445428-C774-4B4C-B801-E0CDD97C162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8D8366-DA10-46E9-A9F8-8FF86EACA763}" type="datetimeFigureOut">
              <a:rPr lang="en-IN" smtClean="0"/>
              <a:t>11-01-2025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E513DBA-03BD-4544-B291-77C17A8781D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96DE966-8141-4EC8-A680-1D5C0E24DF0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CC85C2-237B-4046-BB79-DBF994F9978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4431807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E8355C3-3DE6-48A2-AAC1-8A985D8F443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22B4DF8-A952-4797-87BB-0CADE45C8CD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92633F5-0FCB-4D2E-90B2-DE73A209DBE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51A3899-B13B-472E-8C05-7770AB2237F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8D8366-DA10-46E9-A9F8-8FF86EACA763}" type="datetimeFigureOut">
              <a:rPr lang="en-IN" smtClean="0"/>
              <a:t>11-01-2025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0B36FA0-ED6C-4B22-AD3D-4D4DE2FB8D3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706818E-DF4D-46FE-9021-18E98B07D5A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CC85C2-237B-4046-BB79-DBF994F9978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37436077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B8FECE1-93CE-43A2-9164-4655606743B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8D223A8-F356-4FAE-942F-2345D7899C2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23E13A7-A55E-4028-84A4-D711A00B14D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69D4DF2B-828D-4361-A834-2F0C0DF1DA54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90BA3AB0-5D12-4A2A-B492-730BCDA2E526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F5535AAE-09DB-42B1-BEEB-E9BA74E5959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8D8366-DA10-46E9-A9F8-8FF86EACA763}" type="datetimeFigureOut">
              <a:rPr lang="en-IN" smtClean="0"/>
              <a:t>11-01-2025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04900C86-DDCC-4FDE-9071-FA8A4DA8F42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3580DB64-62EC-4210-96E5-E3BD9B0E78E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CC85C2-237B-4046-BB79-DBF994F9978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38871076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CE7EE23-3C0E-4BE0-A9C0-5EEAB4126FC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7EC9A622-E7D7-45A1-93F7-B13C077895D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8D8366-DA10-46E9-A9F8-8FF86EACA763}" type="datetimeFigureOut">
              <a:rPr lang="en-IN" smtClean="0"/>
              <a:t>11-01-2025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C3E3B13-03D0-4200-909A-62ABEB12CAA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9EA50E2-9F14-45F6-A38A-9C90CAC52B3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CC85C2-237B-4046-BB79-DBF994F9978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4515496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237BD3B8-CCEC-4FCC-8E2A-27AD7E641D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8D8366-DA10-46E9-A9F8-8FF86EACA763}" type="datetimeFigureOut">
              <a:rPr lang="en-IN" smtClean="0"/>
              <a:t>11-01-2025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EFF8B3D4-63A2-42C2-AD49-F72588D44EA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7465788-A7F4-480F-9C65-23A1B55D9AC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CC85C2-237B-4046-BB79-DBF994F9978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08585379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CC30D7D-3A67-481A-879E-447C9473EFB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4593AD7-3747-40CE-88A5-956513AE8E0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C43CDB6-F34C-4967-AF80-7378CF6E166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560C9BF-C343-44A1-80B3-3FE82FAC00D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8D8366-DA10-46E9-A9F8-8FF86EACA763}" type="datetimeFigureOut">
              <a:rPr lang="en-IN" smtClean="0"/>
              <a:t>11-01-2025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34EC0A0-ADA9-49E4-A70B-B6CA2D9D34E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F7D1BFF-4171-4B10-A9F6-D0AB61DE70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CC85C2-237B-4046-BB79-DBF994F9978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76475342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9CA4801-7AAE-4908-9F44-45F59C0F7E1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25B0313B-0C3A-466B-AAAA-8D2A5078783D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77A4F85-48B7-4532-ACEC-799C033D63D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2D532D-7EAE-4F00-85A9-1068BBECE14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8D8366-DA10-46E9-A9F8-8FF86EACA763}" type="datetimeFigureOut">
              <a:rPr lang="en-IN" smtClean="0"/>
              <a:t>11-01-2025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D6E4A05-BC8C-4567-989B-9764A18665F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340E8EA-6E46-40A5-A3F7-F8CDEF76E89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CC85C2-237B-4046-BB79-DBF994F9978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61961974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08BA8DF-046F-47BD-9152-1B8DBD55A0A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4684F8F-49B3-484B-AB24-81C720556F2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586E55E-DAA5-4C53-8278-EBEB7D7469D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8D8366-DA10-46E9-A9F8-8FF86EACA763}" type="datetimeFigureOut">
              <a:rPr lang="en-IN" smtClean="0"/>
              <a:t>11-01-2025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D930BC9-9279-4DB2-A9A3-248EAF7087A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284CA36-1137-4FF4-811A-B58488ABB2B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CC85C2-237B-4046-BB79-DBF994F9978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30817983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548BB872-5206-4985-B22C-5F7B18504822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A096ECE-AEB9-4F8A-B1D2-444BEE091DA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2483795-4477-4A02-BC06-EA1081358C4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8D8366-DA10-46E9-A9F8-8FF86EACA763}" type="datetimeFigureOut">
              <a:rPr lang="en-IN" smtClean="0"/>
              <a:t>11-01-2025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72BFC45-A0F5-4ADB-A589-8E12E78EB70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AB36A9D-B9B5-4F06-8AF6-2512BE6AEC9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CC85C2-237B-4046-BB79-DBF994F9978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38178629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C44994D9-27D8-47F8-9B23-BE05E6C8C8D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56345DB-D2BA-4B6C-B073-D1FBA2632A7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882B6B3-AEE7-4B5A-8BEE-E7B92A7F4D0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B8D8366-DA10-46E9-A9F8-8FF86EACA763}" type="datetimeFigureOut">
              <a:rPr lang="en-IN" smtClean="0"/>
              <a:t>11-01-2025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C32C98D-5271-49CF-8E74-63605BF794E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D2B1096-8449-4127-B72F-5A358612B9A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9CC85C2-237B-4046-BB79-DBF994F9978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07302744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0.png"/><Relationship Id="rId2" Type="http://schemas.openxmlformats.org/officeDocument/2006/relationships/image" Target="../media/image2.emf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emf"/><Relationship Id="rId2" Type="http://schemas.openxmlformats.org/officeDocument/2006/relationships/image" Target="../media/image3.emf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emf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0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.png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0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0.png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emf"/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emf"/><Relationship Id="rId2" Type="http://schemas.openxmlformats.org/officeDocument/2006/relationships/image" Target="../media/image11.emf"/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emf"/><Relationship Id="rId2" Type="http://schemas.openxmlformats.org/officeDocument/2006/relationships/image" Target="../media/image3.emf"/><Relationship Id="rId1" Type="http://schemas.openxmlformats.org/officeDocument/2006/relationships/slideLayout" Target="../slideLayouts/slideLayout2.xml"/></Relationships>
</file>

<file path=ppt/slides/_rels/slide4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50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.bin"/><Relationship Id="rId2" Type="http://schemas.openxmlformats.org/officeDocument/2006/relationships/audio" Target="../media/audio1.wav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7.wmf"/></Relationships>
</file>

<file path=ppt/slides/_rels/slide51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2.bin"/><Relationship Id="rId2" Type="http://schemas.openxmlformats.org/officeDocument/2006/relationships/audio" Target="../media/audio2.wav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8.wmf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/Relationships>
</file>

<file path=ppt/slides/_rels/slide5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/Relationships>
</file>

<file path=ppt/slides/_rels/slide5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.xml"/></Relationships>
</file>

<file path=ppt/slides/_rels/slide5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2.xml"/></Relationships>
</file>

<file path=ppt/slides/_rels/slide5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2.xml"/></Relationships>
</file>

<file path=ppt/slides/_rels/slide6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2.xml"/></Relationships>
</file>

<file path=ppt/slides/_rels/slide6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6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2.xml"/></Relationships>
</file>

<file path=ppt/slides/_rels/slide6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2.xml"/></Relationships>
</file>

<file path=ppt/slides/_rels/slide6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2.xml"/></Relationships>
</file>

<file path=ppt/slides/_rels/slide6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2.xml"/></Relationships>
</file>

<file path=ppt/slides/_rels/slide6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2.xml"/></Relationships>
</file>

<file path=ppt/slides/_rels/slide6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2.xml"/></Relationships>
</file>

<file path=ppt/slides/_rels/slide6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2.xml"/></Relationships>
</file>

<file path=ppt/slides/_rels/slide69.xml.rels><?xml version="1.0" encoding="UTF-8" standalone="yes"?>
<Relationships xmlns="http://schemas.openxmlformats.org/package/2006/relationships"><Relationship Id="rId3" Type="http://schemas.openxmlformats.org/officeDocument/2006/relationships/image" Target="../media/image70.png"/><Relationship Id="rId2" Type="http://schemas.openxmlformats.org/officeDocument/2006/relationships/customXml" Target="../ink/ink1.xml"/><Relationship Id="rId1" Type="http://schemas.openxmlformats.org/officeDocument/2006/relationships/slideLayout" Target="../slideLayouts/slideLayout2.xml"/></Relationships>
</file>

<file path=ppt/slides/_rels/slide7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2.xml"/></Relationships>
</file>

<file path=ppt/slides/_rels/slide7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/Relationships>
</file>

<file path=ppt/slides/_rels/slide7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/Relationships>
</file>

<file path=ppt/slides/_rels/slide7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/Relationships>
</file>

<file path=ppt/slides/_rels/slide7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2.xml"/></Relationships>
</file>

<file path=ppt/slides/_rels/slide7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2.xml"/></Relationships>
</file>

<file path=ppt/slides/_rels/slide7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1.png"/><Relationship Id="rId2" Type="http://schemas.openxmlformats.org/officeDocument/2006/relationships/customXml" Target="../ink/ink2.xml"/><Relationship Id="rId1" Type="http://schemas.openxmlformats.org/officeDocument/2006/relationships/slideLayout" Target="../slideLayouts/slideLayout2.xml"/></Relationships>
</file>

<file path=ppt/slides/_rels/slide7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0.emf"/><Relationship Id="rId2" Type="http://schemas.openxmlformats.org/officeDocument/2006/relationships/customXml" Target="../ink/ink3.xml"/><Relationship Id="rId1" Type="http://schemas.openxmlformats.org/officeDocument/2006/relationships/slideLayout" Target="../slideLayouts/slideLayout2.xml"/></Relationships>
</file>

<file path=ppt/slides/_rels/slide8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2.xml"/></Relationships>
</file>

<file path=ppt/slides/_rels/slide8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emf"/><Relationship Id="rId1" Type="http://schemas.openxmlformats.org/officeDocument/2006/relationships/slideLayout" Target="../slideLayouts/slideLayout2.xml"/></Relationships>
</file>

<file path=ppt/slides/_rels/slide8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2.xml"/></Relationships>
</file>

<file path=ppt/slides/_rels/slide8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2.xml"/></Relationships>
</file>

<file path=ppt/slides/_rels/slide87.xml.rels><?xml version="1.0" encoding="UTF-8" standalone="yes"?>
<Relationships xmlns="http://schemas.openxmlformats.org/package/2006/relationships"><Relationship Id="rId3" Type="http://schemas.openxmlformats.org/officeDocument/2006/relationships/customXml" Target="../ink/ink4.xml"/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00.emf"/></Relationships>
</file>

<file path=ppt/slides/_rels/slide8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2.xml"/></Relationships>
</file>

<file path=ppt/slides/_rels/slide8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2.xml"/></Relationships>
</file>

<file path=ppt/slides/_rels/slide9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2.xml"/></Relationships>
</file>

<file path=ppt/slides/_rels/slide91.xml.rels><?xml version="1.0" encoding="UTF-8" standalone="yes"?>
<Relationships xmlns="http://schemas.openxmlformats.org/package/2006/relationships"><Relationship Id="rId3" Type="http://schemas.openxmlformats.org/officeDocument/2006/relationships/customXml" Target="../ink/ink5.xml"/><Relationship Id="rId2" Type="http://schemas.openxmlformats.org/officeDocument/2006/relationships/notesSlide" Target="../notesSlides/notesSlide38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6.png"/></Relationships>
</file>

<file path=ppt/slides/_rels/slide9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customXml" Target="../ink/ink6.xml"/><Relationship Id="rId1" Type="http://schemas.openxmlformats.org/officeDocument/2006/relationships/slideLayout" Target="../slideLayouts/slideLayout2.xml"/></Relationships>
</file>

<file path=ppt/slides/_rels/slide9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2.xml"/></Relationships>
</file>

<file path=ppt/slides/_rels/slide9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emf"/><Relationship Id="rId2" Type="http://schemas.openxmlformats.org/officeDocument/2006/relationships/customXml" Target="../ink/ink7.xml"/><Relationship Id="rId1" Type="http://schemas.openxmlformats.org/officeDocument/2006/relationships/slideLayout" Target="../slideLayouts/slideLayout2.xml"/></Relationships>
</file>

<file path=ppt/slides/_rels/slide9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2.xml"/></Relationships>
</file>

<file path=ppt/slides/_rels/slide9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emf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9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0.png"/><Relationship Id="rId1" Type="http://schemas.openxmlformats.org/officeDocument/2006/relationships/slideLayout" Target="../slideLayouts/slideLayout2.xml"/></Relationships>
</file>

<file path=ppt/slides/_rels/slide9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C5CC48F-824E-49D6-93F9-3E274B71D1FB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en-US" sz="4800" dirty="0"/>
              <a:t>Chapter 2</a:t>
            </a:r>
            <a:br>
              <a:rPr lang="en-US" sz="4800" dirty="0"/>
            </a:br>
            <a:r>
              <a:rPr lang="en-US" sz="4800" dirty="0"/>
              <a:t>Analysis of Algorithms Efficiency </a:t>
            </a:r>
            <a:endParaRPr lang="en-IN" sz="4800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7E5286E-1458-4754-8040-04D619793955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12487994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6ACBC25-E1F8-47CC-9B1A-929AF7B7CDD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Concept Covers in this Chapter 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3766202-2B07-4FBC-AE20-66F9345244C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b="1" dirty="0"/>
              <a:t>The Analysis Framework</a:t>
            </a:r>
          </a:p>
          <a:p>
            <a:endParaRPr lang="en-IN" b="1" dirty="0"/>
          </a:p>
          <a:p>
            <a:r>
              <a:rPr lang="en-US" b="1" dirty="0"/>
              <a:t>Asymptotic Notations and Basic Efficiency Classes</a:t>
            </a:r>
          </a:p>
          <a:p>
            <a:endParaRPr lang="en-US" b="1" dirty="0"/>
          </a:p>
          <a:p>
            <a:r>
              <a:rPr lang="en-US" b="1" dirty="0"/>
              <a:t>Mathematical Analysis of </a:t>
            </a:r>
            <a:r>
              <a:rPr lang="en-US" b="1" dirty="0" err="1"/>
              <a:t>Nonrecursive</a:t>
            </a:r>
            <a:r>
              <a:rPr lang="en-US" b="1" dirty="0"/>
              <a:t> Algorithms</a:t>
            </a:r>
          </a:p>
          <a:p>
            <a:endParaRPr lang="en-US" b="1" dirty="0"/>
          </a:p>
          <a:p>
            <a:r>
              <a:rPr lang="en-US" b="1" dirty="0"/>
              <a:t>Mathematical Analysis of Recursive Algorithms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89487522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D32D8C5-CA86-41CE-879E-C133D8E7E06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/>
              <a:t>The Analysis Framework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32526AB-3242-4E16-A65A-644F22507A3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/>
          </a:bodyPr>
          <a:lstStyle/>
          <a:p>
            <a:pPr marL="0" indent="0">
              <a:buNone/>
            </a:pPr>
            <a:r>
              <a:rPr lang="en-US" dirty="0"/>
              <a:t>There are two kinds of efficiency:</a:t>
            </a:r>
          </a:p>
          <a:p>
            <a:r>
              <a:rPr lang="en-US" dirty="0"/>
              <a:t>Time efficiency and Space efficiency. </a:t>
            </a:r>
          </a:p>
          <a:p>
            <a:endParaRPr lang="en-US" dirty="0"/>
          </a:p>
          <a:p>
            <a:pPr lvl="1"/>
            <a:r>
              <a:rPr lang="en-US" b="1" i="1" dirty="0"/>
              <a:t>Time efficiency</a:t>
            </a:r>
            <a:r>
              <a:rPr lang="en-US" dirty="0"/>
              <a:t>, also called </a:t>
            </a:r>
            <a:r>
              <a:rPr lang="en-US" b="1" i="1" dirty="0"/>
              <a:t>time complexity</a:t>
            </a:r>
            <a:r>
              <a:rPr lang="en-US" dirty="0"/>
              <a:t>, indicates how fast an algorithm in question runs. </a:t>
            </a:r>
          </a:p>
          <a:p>
            <a:pPr lvl="1"/>
            <a:endParaRPr lang="en-US" dirty="0"/>
          </a:p>
          <a:p>
            <a:pPr lvl="1"/>
            <a:r>
              <a:rPr lang="en-US" b="1" i="1" dirty="0"/>
              <a:t>Space efficiency</a:t>
            </a:r>
            <a:r>
              <a:rPr lang="en-US" dirty="0"/>
              <a:t>, also called </a:t>
            </a:r>
            <a:r>
              <a:rPr lang="en-US" b="1" i="1" dirty="0"/>
              <a:t>space complexity</a:t>
            </a:r>
            <a:r>
              <a:rPr lang="en-US" dirty="0"/>
              <a:t>, refers to the amount of memory units required by the algorithm in addition to the space needed for its input and output.</a:t>
            </a:r>
          </a:p>
          <a:p>
            <a:pPr lvl="1"/>
            <a:endParaRPr lang="en-US" dirty="0"/>
          </a:p>
          <a:p>
            <a:r>
              <a:rPr lang="en-US" dirty="0"/>
              <a:t>Note: The research experience has shown that for most problems, we can achieve much more spectacular progress in speed than in </a:t>
            </a:r>
            <a:r>
              <a:rPr lang="en-IN" dirty="0"/>
              <a:t>space.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1102538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F5273AC-5700-4016-93CB-93C3E84A23E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Asymptotic Notations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CD55431-D2B5-43A8-B68E-A522F7EDF28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altLang="en-US" sz="2800" b="1" dirty="0">
                <a:solidFill>
                  <a:srgbClr val="CC0000"/>
                </a:solidFill>
                <a:latin typeface="Symbol" panose="05050102010706020507" pitchFamily="18" charset="2"/>
              </a:rPr>
              <a:t>Q</a:t>
            </a:r>
            <a:r>
              <a:rPr lang="en-US" altLang="en-US" sz="2800" b="1" dirty="0">
                <a:solidFill>
                  <a:srgbClr val="CC0000"/>
                </a:solidFill>
              </a:rPr>
              <a:t>, </a:t>
            </a:r>
            <a:r>
              <a:rPr lang="en-US" altLang="en-US" sz="2800" b="1" i="1" dirty="0">
                <a:solidFill>
                  <a:srgbClr val="CC0000"/>
                </a:solidFill>
              </a:rPr>
              <a:t>O</a:t>
            </a:r>
            <a:r>
              <a:rPr lang="en-US" altLang="en-US" sz="2800" b="1" dirty="0">
                <a:solidFill>
                  <a:srgbClr val="CC0000"/>
                </a:solidFill>
              </a:rPr>
              <a:t>, </a:t>
            </a:r>
            <a:r>
              <a:rPr lang="en-US" altLang="en-US" sz="2800" b="1" dirty="0">
                <a:solidFill>
                  <a:srgbClr val="CC0000"/>
                </a:solidFill>
                <a:latin typeface="Symbol" panose="05050102010706020507" pitchFamily="18" charset="2"/>
              </a:rPr>
              <a:t>W</a:t>
            </a:r>
            <a:r>
              <a:rPr lang="en-US" altLang="en-US" sz="2800" b="1" dirty="0">
                <a:solidFill>
                  <a:srgbClr val="CC0000"/>
                </a:solidFill>
              </a:rPr>
              <a:t>, </a:t>
            </a:r>
            <a:r>
              <a:rPr lang="en-US" altLang="en-US" sz="2800" b="1" i="1" dirty="0">
                <a:solidFill>
                  <a:srgbClr val="CC0000"/>
                </a:solidFill>
              </a:rPr>
              <a:t>o</a:t>
            </a:r>
            <a:r>
              <a:rPr lang="en-US" altLang="en-US" sz="2800" b="1" dirty="0">
                <a:solidFill>
                  <a:srgbClr val="CC0000"/>
                </a:solidFill>
              </a:rPr>
              <a:t>, </a:t>
            </a:r>
            <a:r>
              <a:rPr lang="en-US" altLang="en-US" sz="2800" b="1" dirty="0">
                <a:solidFill>
                  <a:srgbClr val="CC0000"/>
                </a:solidFill>
                <a:latin typeface="Symbol" panose="05050102010706020507" pitchFamily="18" charset="2"/>
              </a:rPr>
              <a:t>w  </a:t>
            </a:r>
            <a:endParaRPr lang="en-US" altLang="en-US" sz="2800" b="1" dirty="0">
              <a:solidFill>
                <a:srgbClr val="CC0000"/>
              </a:solidFill>
            </a:endParaRPr>
          </a:p>
          <a:p>
            <a:endParaRPr lang="en-US" dirty="0"/>
          </a:p>
          <a:p>
            <a:r>
              <a:rPr lang="en-US" dirty="0"/>
              <a:t>Theta, Big-Oh, Big-Omega/Omega, small/little oh, small/little omega.</a:t>
            </a:r>
          </a:p>
          <a:p>
            <a:pPr marL="0" indent="0">
              <a:buNone/>
            </a:pPr>
            <a:endParaRPr lang="en-US" dirty="0"/>
          </a:p>
          <a:p>
            <a:r>
              <a:rPr lang="en-US" altLang="en-US" dirty="0"/>
              <a:t>Used for comparing two functions say f(n) and g(n).</a:t>
            </a:r>
          </a:p>
          <a:p>
            <a:endParaRPr lang="en-US" altLang="en-US" dirty="0"/>
          </a:p>
          <a:p>
            <a:pPr algn="just"/>
            <a:r>
              <a:rPr lang="en-US" altLang="en-US" dirty="0"/>
              <a:t> Need this notation for analysis of algorithm – i.e., to analyze time complexity/space complexity of an algorithm as a function of </a:t>
            </a:r>
            <a:r>
              <a:rPr lang="en-US" altLang="en-US" dirty="0">
                <a:solidFill>
                  <a:schemeClr val="tx1"/>
                </a:solidFill>
              </a:rPr>
              <a:t>input size </a:t>
            </a:r>
            <a:r>
              <a:rPr lang="en-US" altLang="en-US" i="1" dirty="0">
                <a:solidFill>
                  <a:schemeClr val="tx1"/>
                </a:solidFill>
              </a:rPr>
              <a:t>n</a:t>
            </a:r>
            <a:r>
              <a:rPr lang="en-US" altLang="en-US" b="1" dirty="0">
                <a:solidFill>
                  <a:srgbClr val="CC0000"/>
                </a:solidFill>
              </a:rPr>
              <a:t> say  f(</a:t>
            </a:r>
            <a:r>
              <a:rPr lang="en-US" altLang="en-US" b="1" i="1" dirty="0">
                <a:solidFill>
                  <a:srgbClr val="CC0000"/>
                </a:solidFill>
              </a:rPr>
              <a:t>n)</a:t>
            </a:r>
            <a:r>
              <a:rPr lang="en-US" altLang="en-US" dirty="0"/>
              <a:t>.  n is positive integer and f(n) is monotonically increasing function (in the case of time and space complexity).</a:t>
            </a:r>
          </a:p>
          <a:p>
            <a:pPr algn="just"/>
            <a:endParaRPr lang="en-US" dirty="0"/>
          </a:p>
          <a:p>
            <a:pPr marL="0" indent="0">
              <a:buNone/>
            </a:pPr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6F5925D-E1C7-46FA-BF1F-9867F50583C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Department of I&amp;CT, MIT, Manipal</a:t>
            </a:r>
          </a:p>
        </p:txBody>
      </p:sp>
    </p:spTree>
    <p:extLst>
      <p:ext uri="{BB962C8B-B14F-4D97-AF65-F5344CB8AC3E}">
        <p14:creationId xmlns:p14="http://schemas.microsoft.com/office/powerpoint/2010/main" val="366594187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1AF8C18-AA44-4275-8773-A38A50B0167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Big-Oh (O)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F75FAA52-B702-4D07-8599-B944AE245EA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Department of I&amp;CT, MIT, Manipal</a:t>
            </a:r>
          </a:p>
        </p:txBody>
      </p:sp>
      <p:sp>
        <p:nvSpPr>
          <p:cNvPr id="6" name="Rectangle 4">
            <a:extLst>
              <a:ext uri="{FF2B5EF4-FFF2-40B4-BE49-F238E27FC236}">
                <a16:creationId xmlns:a16="http://schemas.microsoft.com/office/drawing/2014/main" id="{67F4F856-E2DA-4703-8476-C058AA2AFE98}"/>
              </a:ext>
            </a:extLst>
          </p:cNvPr>
          <p:cNvSpPr>
            <a:spLocks noChangeArrowheads="1"/>
          </p:cNvSpPr>
          <p:nvPr/>
        </p:nvSpPr>
        <p:spPr bwMode="auto">
          <a:xfrm>
            <a:off x="813092" y="2111410"/>
            <a:ext cx="4870450" cy="1772793"/>
          </a:xfrm>
          <a:prstGeom prst="rect">
            <a:avLst/>
          </a:prstGeom>
          <a:solidFill>
            <a:srgbClr val="CCECFF"/>
          </a:solidFill>
          <a:ln w="19050" cap="sq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Aft>
                <a:spcPct val="20000"/>
              </a:spcAft>
              <a:buClr>
                <a:srgbClr val="FF6600"/>
              </a:buClr>
              <a:buSzPct val="80000"/>
              <a:buFont typeface="Wingdings" panose="05000000000000000000" pitchFamily="2" charset="2"/>
              <a:buNone/>
            </a:pPr>
            <a:r>
              <a:rPr kumimoji="1" lang="en-US" altLang="en-US" sz="2600" b="1" i="1" dirty="0">
                <a:solidFill>
                  <a:schemeClr val="accent1"/>
                </a:solidFill>
                <a:sym typeface="Symbol" panose="05050102010706020507" pitchFamily="18" charset="2"/>
              </a:rPr>
              <a:t>f(n)=O</a:t>
            </a:r>
            <a:r>
              <a:rPr kumimoji="1" lang="en-US" altLang="en-US" sz="2600" b="1" dirty="0">
                <a:solidFill>
                  <a:schemeClr val="accent1"/>
                </a:solidFill>
              </a:rPr>
              <a:t>(</a:t>
            </a:r>
            <a:r>
              <a:rPr kumimoji="1" lang="en-US" altLang="en-US" sz="2600" b="1" i="1" dirty="0">
                <a:solidFill>
                  <a:schemeClr val="accent1"/>
                </a:solidFill>
              </a:rPr>
              <a:t>g</a:t>
            </a:r>
            <a:r>
              <a:rPr kumimoji="1" lang="en-US" altLang="en-US" sz="2600" b="1" dirty="0">
                <a:solidFill>
                  <a:schemeClr val="accent1"/>
                </a:solidFill>
              </a:rPr>
              <a:t>(</a:t>
            </a:r>
            <a:r>
              <a:rPr kumimoji="1" lang="en-US" altLang="en-US" sz="2600" b="1" i="1" dirty="0">
                <a:solidFill>
                  <a:schemeClr val="accent1"/>
                </a:solidFill>
              </a:rPr>
              <a:t>n</a:t>
            </a:r>
            <a:r>
              <a:rPr kumimoji="1" lang="en-US" altLang="en-US" sz="2600" b="1" dirty="0">
                <a:solidFill>
                  <a:schemeClr val="accent1"/>
                </a:solidFill>
              </a:rPr>
              <a:t>)) </a:t>
            </a:r>
            <a:r>
              <a:rPr kumimoji="1" lang="en-US" altLang="en-US" sz="2600" b="1" dirty="0" err="1">
                <a:solidFill>
                  <a:schemeClr val="accent1"/>
                </a:solidFill>
              </a:rPr>
              <a:t>iff</a:t>
            </a:r>
            <a:br>
              <a:rPr kumimoji="1" lang="en-US" altLang="en-US" sz="2600" b="1" dirty="0">
                <a:solidFill>
                  <a:schemeClr val="hlink"/>
                </a:solidFill>
              </a:rPr>
            </a:br>
            <a:r>
              <a:rPr kumimoji="1" lang="en-US" altLang="en-US" sz="2600" b="1" dirty="0">
                <a:solidFill>
                  <a:srgbClr val="FF3300"/>
                </a:solidFill>
                <a:sym typeface="Symbol" panose="05050102010706020507" pitchFamily="18" charset="2"/>
              </a:rPr>
              <a:t> </a:t>
            </a:r>
            <a:r>
              <a:rPr kumimoji="1" lang="en-US" altLang="en-US" sz="2600" b="1" dirty="0">
                <a:solidFill>
                  <a:srgbClr val="FF3300"/>
                </a:solidFill>
              </a:rPr>
              <a:t>positive constants </a:t>
            </a:r>
            <a:r>
              <a:rPr kumimoji="1" lang="en-US" altLang="en-US" sz="2600" b="1" i="1" dirty="0">
                <a:solidFill>
                  <a:srgbClr val="FF3300"/>
                </a:solidFill>
              </a:rPr>
              <a:t>c</a:t>
            </a:r>
            <a:r>
              <a:rPr kumimoji="1" lang="en-US" altLang="en-US" sz="2600" b="1" dirty="0">
                <a:solidFill>
                  <a:srgbClr val="FF3300"/>
                </a:solidFill>
              </a:rPr>
              <a:t> and </a:t>
            </a:r>
            <a:r>
              <a:rPr kumimoji="1" lang="en-US" altLang="en-US" sz="2600" b="1" i="1" dirty="0">
                <a:solidFill>
                  <a:srgbClr val="FF3300"/>
                </a:solidFill>
              </a:rPr>
              <a:t>n</a:t>
            </a:r>
            <a:r>
              <a:rPr kumimoji="1" lang="en-US" altLang="en-US" sz="2600" b="1" baseline="-25000" dirty="0">
                <a:solidFill>
                  <a:srgbClr val="FF3300"/>
                </a:solidFill>
              </a:rPr>
              <a:t>0,</a:t>
            </a:r>
            <a:r>
              <a:rPr kumimoji="1" lang="en-US" altLang="en-US" sz="2600" b="1" dirty="0">
                <a:solidFill>
                  <a:schemeClr val="hlink"/>
                </a:solidFill>
              </a:rPr>
              <a:t> </a:t>
            </a:r>
            <a:r>
              <a:rPr kumimoji="1" lang="en-US" altLang="en-US" sz="2600" b="1" dirty="0">
                <a:solidFill>
                  <a:srgbClr val="CC0000"/>
                </a:solidFill>
              </a:rPr>
              <a:t>such that </a:t>
            </a:r>
            <a:r>
              <a:rPr kumimoji="1" lang="en-US" altLang="en-US" b="1" dirty="0">
                <a:solidFill>
                  <a:srgbClr val="CC0000"/>
                </a:solidFill>
                <a:sym typeface="Symbol" panose="05050102010706020507" pitchFamily="18" charset="2"/>
              </a:rPr>
              <a:t></a:t>
            </a:r>
            <a:r>
              <a:rPr kumimoji="1" lang="en-US" altLang="en-US" b="1" i="1" dirty="0">
                <a:solidFill>
                  <a:srgbClr val="CC0000"/>
                </a:solidFill>
              </a:rPr>
              <a:t>n </a:t>
            </a:r>
            <a:r>
              <a:rPr kumimoji="1" lang="en-US" altLang="en-US" b="1" dirty="0">
                <a:solidFill>
                  <a:srgbClr val="CC0000"/>
                </a:solidFill>
                <a:sym typeface="Symbol" panose="05050102010706020507" pitchFamily="18" charset="2"/>
              </a:rPr>
              <a:t></a:t>
            </a:r>
            <a:r>
              <a:rPr kumimoji="1" lang="en-US" altLang="en-US" b="1" i="1" dirty="0">
                <a:solidFill>
                  <a:srgbClr val="CC0000"/>
                </a:solidFill>
              </a:rPr>
              <a:t>  n</a:t>
            </a:r>
            <a:r>
              <a:rPr kumimoji="1" lang="en-US" altLang="en-US" b="1" baseline="-25000" dirty="0">
                <a:solidFill>
                  <a:srgbClr val="CC0000"/>
                </a:solidFill>
              </a:rPr>
              <a:t>0</a:t>
            </a:r>
            <a:r>
              <a:rPr kumimoji="1" lang="en-US" altLang="en-US" dirty="0">
                <a:solidFill>
                  <a:srgbClr val="CC0000"/>
                </a:solidFill>
              </a:rPr>
              <a:t>,</a:t>
            </a:r>
            <a:endParaRPr kumimoji="1" lang="en-US" altLang="en-US" sz="2600" b="1" dirty="0">
              <a:solidFill>
                <a:srgbClr val="CC0000"/>
              </a:solidFill>
            </a:endParaRPr>
          </a:p>
          <a:p>
            <a:pPr>
              <a:spcAft>
                <a:spcPct val="20000"/>
              </a:spcAft>
              <a:buClr>
                <a:srgbClr val="FF6600"/>
              </a:buClr>
              <a:buSzPct val="80000"/>
              <a:buFont typeface="Wingdings" panose="05000000000000000000" pitchFamily="2" charset="2"/>
              <a:buNone/>
            </a:pPr>
            <a:r>
              <a:rPr kumimoji="1" lang="en-US" altLang="en-US" sz="2200" b="1" dirty="0">
                <a:solidFill>
                  <a:schemeClr val="hlink"/>
                </a:solidFill>
              </a:rPr>
              <a:t>such that</a:t>
            </a:r>
            <a:r>
              <a:rPr kumimoji="1" lang="en-US" altLang="en-US" sz="2600" b="1" dirty="0">
                <a:solidFill>
                  <a:schemeClr val="hlink"/>
                </a:solidFill>
              </a:rPr>
              <a:t>  </a:t>
            </a:r>
            <a:r>
              <a:rPr kumimoji="1" lang="en-US" altLang="en-US" sz="2600" b="1" i="1" dirty="0">
                <a:solidFill>
                  <a:schemeClr val="hlink"/>
                </a:solidFill>
              </a:rPr>
              <a:t>f</a:t>
            </a:r>
            <a:r>
              <a:rPr kumimoji="1" lang="en-US" altLang="en-US" sz="2600" b="1" dirty="0">
                <a:solidFill>
                  <a:schemeClr val="hlink"/>
                </a:solidFill>
              </a:rPr>
              <a:t>(</a:t>
            </a:r>
            <a:r>
              <a:rPr kumimoji="1" lang="en-US" altLang="en-US" sz="2600" b="1" i="1" dirty="0">
                <a:solidFill>
                  <a:schemeClr val="hlink"/>
                </a:solidFill>
              </a:rPr>
              <a:t>n</a:t>
            </a:r>
            <a:r>
              <a:rPr kumimoji="1" lang="en-US" altLang="en-US" sz="2600" b="1" dirty="0">
                <a:solidFill>
                  <a:schemeClr val="hlink"/>
                </a:solidFill>
              </a:rPr>
              <a:t>)</a:t>
            </a:r>
            <a:r>
              <a:rPr kumimoji="1" lang="en-US" altLang="en-US" sz="2600" b="1" i="1" dirty="0">
                <a:solidFill>
                  <a:schemeClr val="hlink"/>
                </a:solidFill>
              </a:rPr>
              <a:t> </a:t>
            </a:r>
            <a:r>
              <a:rPr kumimoji="1" lang="en-US" altLang="en-US" sz="2600" b="1" dirty="0">
                <a:solidFill>
                  <a:schemeClr val="hlink"/>
                </a:solidFill>
                <a:sym typeface="Symbol" panose="05050102010706020507" pitchFamily="18" charset="2"/>
              </a:rPr>
              <a:t></a:t>
            </a:r>
            <a:r>
              <a:rPr kumimoji="1" lang="en-US" altLang="en-US" sz="2600" b="1" dirty="0">
                <a:solidFill>
                  <a:schemeClr val="hlink"/>
                </a:solidFill>
              </a:rPr>
              <a:t> c</a:t>
            </a:r>
            <a:r>
              <a:rPr kumimoji="1" lang="en-US" altLang="en-US" sz="2600" b="1" i="1" dirty="0">
                <a:solidFill>
                  <a:schemeClr val="hlink"/>
                </a:solidFill>
              </a:rPr>
              <a:t>g</a:t>
            </a:r>
            <a:r>
              <a:rPr kumimoji="1" lang="en-US" altLang="en-US" sz="2600" b="1" dirty="0">
                <a:solidFill>
                  <a:schemeClr val="hlink"/>
                </a:solidFill>
              </a:rPr>
              <a:t>(</a:t>
            </a:r>
            <a:r>
              <a:rPr kumimoji="1" lang="en-US" altLang="en-US" sz="2600" b="1" i="1" dirty="0">
                <a:solidFill>
                  <a:schemeClr val="hlink"/>
                </a:solidFill>
              </a:rPr>
              <a:t>n</a:t>
            </a:r>
            <a:r>
              <a:rPr kumimoji="1" lang="en-US" altLang="en-US" sz="2600" b="1" dirty="0">
                <a:solidFill>
                  <a:schemeClr val="hlink"/>
                </a:solidFill>
              </a:rPr>
              <a:t>) </a:t>
            </a:r>
            <a:endParaRPr kumimoji="1" lang="en-US" altLang="en-US" sz="3000" b="1" dirty="0">
              <a:solidFill>
                <a:schemeClr val="hlink"/>
              </a:solidFill>
            </a:endParaRPr>
          </a:p>
        </p:txBody>
      </p:sp>
      <p:pic>
        <p:nvPicPr>
          <p:cNvPr id="7" name="Picture 8">
            <a:extLst>
              <a:ext uri="{FF2B5EF4-FFF2-40B4-BE49-F238E27FC236}">
                <a16:creationId xmlns:a16="http://schemas.microsoft.com/office/drawing/2014/main" id="{313459BD-2707-4FA9-A7B5-583D34AFEB1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7326795" y="1690688"/>
            <a:ext cx="4052113" cy="4074008"/>
          </a:xfrm>
          <a:prstGeom prst="rect">
            <a:avLst/>
          </a:prstGeo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B1EBF9AE-EF20-482A-86DA-7F0024334DFD}"/>
              </a:ext>
            </a:extLst>
          </p:cNvPr>
          <p:cNvSpPr txBox="1"/>
          <p:nvPr/>
        </p:nvSpPr>
        <p:spPr>
          <a:xfrm>
            <a:off x="1034498" y="5473963"/>
            <a:ext cx="609600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kumimoji="1" lang="en-US" altLang="en-US" sz="2400" b="1" i="1" dirty="0"/>
              <a:t>g</a:t>
            </a:r>
            <a:r>
              <a:rPr kumimoji="1" lang="en-US" altLang="en-US" sz="2400" b="1" dirty="0"/>
              <a:t>(</a:t>
            </a:r>
            <a:r>
              <a:rPr kumimoji="1" lang="en-US" altLang="en-US" sz="2400" b="1" i="1" dirty="0"/>
              <a:t>n</a:t>
            </a:r>
            <a:r>
              <a:rPr kumimoji="1" lang="en-US" altLang="en-US" sz="2400" b="1" dirty="0"/>
              <a:t>) is an </a:t>
            </a:r>
            <a:r>
              <a:rPr kumimoji="1" lang="en-US" altLang="en-US" sz="2400" b="1" i="1" dirty="0">
                <a:solidFill>
                  <a:srgbClr val="CC0000"/>
                </a:solidFill>
              </a:rPr>
              <a:t>asymptotic upper bound</a:t>
            </a:r>
            <a:r>
              <a:rPr kumimoji="1" lang="en-US" altLang="en-US" sz="2400" b="1" dirty="0"/>
              <a:t> for </a:t>
            </a:r>
            <a:r>
              <a:rPr kumimoji="1" lang="en-US" altLang="en-US" sz="2400" b="1" i="1" dirty="0"/>
              <a:t>f</a:t>
            </a:r>
            <a:r>
              <a:rPr kumimoji="1" lang="en-US" altLang="en-US" sz="2400" b="1" dirty="0"/>
              <a:t>(</a:t>
            </a:r>
            <a:r>
              <a:rPr kumimoji="1" lang="en-US" altLang="en-US" sz="2400" b="1" i="1" dirty="0"/>
              <a:t>n</a:t>
            </a:r>
            <a:r>
              <a:rPr kumimoji="1" lang="en-US" altLang="en-US" sz="2400" b="1" dirty="0"/>
              <a:t>).</a:t>
            </a:r>
          </a:p>
        </p:txBody>
      </p:sp>
    </p:spTree>
    <p:extLst>
      <p:ext uri="{BB962C8B-B14F-4D97-AF65-F5344CB8AC3E}">
        <p14:creationId xmlns:p14="http://schemas.microsoft.com/office/powerpoint/2010/main" val="215188656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622287D-0125-47C7-BA74-83633018371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913" y="-20707"/>
            <a:ext cx="10515600" cy="1325563"/>
          </a:xfrm>
        </p:spPr>
        <p:txBody>
          <a:bodyPr/>
          <a:lstStyle/>
          <a:p>
            <a:r>
              <a:rPr lang="en-US" b="1" dirty="0"/>
              <a:t>Examples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79D8EC4-21CE-4663-B5BE-1AE165C381F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77078" y="1484243"/>
            <a:ext cx="5880652" cy="4692720"/>
          </a:xfrm>
        </p:spPr>
        <p:txBody>
          <a:bodyPr>
            <a:normAutofit fontScale="92500" lnSpcReduction="10000"/>
          </a:bodyPr>
          <a:lstStyle/>
          <a:p>
            <a:pPr marL="0" indent="0">
              <a:buNone/>
            </a:pPr>
            <a:r>
              <a:rPr lang="en-US" altLang="en-US" dirty="0"/>
              <a:t>Any linear </a:t>
            </a:r>
            <a:r>
              <a:rPr lang="en-US" altLang="en-US" i="1" dirty="0"/>
              <a:t>function</a:t>
            </a:r>
            <a:r>
              <a:rPr lang="en-US" altLang="en-US" dirty="0"/>
              <a:t> </a:t>
            </a:r>
            <a:r>
              <a:rPr lang="en-US" altLang="en-US" i="1" dirty="0"/>
              <a:t>an</a:t>
            </a:r>
            <a:r>
              <a:rPr lang="en-US" altLang="en-US" dirty="0"/>
              <a:t> + </a:t>
            </a:r>
            <a:r>
              <a:rPr lang="en-US" altLang="en-US" i="1" dirty="0"/>
              <a:t>b</a:t>
            </a:r>
            <a:r>
              <a:rPr lang="en-US" altLang="en-US" dirty="0"/>
              <a:t> is in </a:t>
            </a:r>
            <a:r>
              <a:rPr lang="en-US" altLang="en-US" i="1" dirty="0"/>
              <a:t>O</a:t>
            </a:r>
            <a:r>
              <a:rPr lang="en-US" altLang="en-US" dirty="0"/>
              <a:t>(</a:t>
            </a:r>
            <a:r>
              <a:rPr lang="en-US" altLang="en-US" i="1" dirty="0"/>
              <a:t>n</a:t>
            </a:r>
            <a:r>
              <a:rPr lang="en-US" altLang="en-US" baseline="30000" dirty="0"/>
              <a:t>2</a:t>
            </a:r>
            <a:r>
              <a:rPr lang="en-US" altLang="en-US" dirty="0"/>
              <a:t>). </a:t>
            </a:r>
            <a:r>
              <a:rPr lang="en-US" altLang="en-US" b="1" u="sng" dirty="0">
                <a:solidFill>
                  <a:srgbClr val="CC0000"/>
                </a:solidFill>
              </a:rPr>
              <a:t>How?</a:t>
            </a:r>
          </a:p>
          <a:p>
            <a:pPr marL="0" indent="0">
              <a:buNone/>
            </a:pPr>
            <a:endParaRPr lang="en-US" altLang="en-US" dirty="0"/>
          </a:p>
          <a:p>
            <a:pPr marL="0" indent="0">
              <a:buNone/>
            </a:pPr>
            <a:r>
              <a:rPr lang="en-US" altLang="en-US" dirty="0"/>
              <a:t>an + b </a:t>
            </a:r>
            <a:r>
              <a:rPr kumimoji="1" lang="en-US" altLang="en-US" sz="2800" dirty="0">
                <a:sym typeface="Symbol" panose="05050102010706020507" pitchFamily="18" charset="2"/>
              </a:rPr>
              <a:t></a:t>
            </a:r>
            <a:r>
              <a:rPr kumimoji="1" lang="en-US" altLang="en-US" sz="2800" dirty="0">
                <a:solidFill>
                  <a:schemeClr val="hlink"/>
                </a:solidFill>
              </a:rPr>
              <a:t> </a:t>
            </a:r>
            <a:r>
              <a:rPr kumimoji="1" lang="en-US" altLang="en-US" sz="2800" dirty="0"/>
              <a:t>|a|</a:t>
            </a:r>
            <a:r>
              <a:rPr lang="en-US" altLang="en-US" i="1" dirty="0"/>
              <a:t> n</a:t>
            </a:r>
            <a:r>
              <a:rPr lang="en-US" altLang="en-US" baseline="30000" dirty="0"/>
              <a:t>2 </a:t>
            </a:r>
            <a:r>
              <a:rPr kumimoji="1" lang="en-US" altLang="en-US" sz="2800" dirty="0"/>
              <a:t>+|b|</a:t>
            </a:r>
            <a:r>
              <a:rPr lang="en-US" altLang="en-US" i="1" dirty="0"/>
              <a:t> n</a:t>
            </a:r>
            <a:r>
              <a:rPr lang="en-US" altLang="en-US" baseline="30000" dirty="0"/>
              <a:t>2     </a:t>
            </a:r>
            <a:r>
              <a:rPr kumimoji="1" lang="en-US" altLang="en-US" sz="2800" dirty="0"/>
              <a:t>for all n </a:t>
            </a:r>
            <a:r>
              <a:rPr kumimoji="1" lang="en-US" altLang="en-US" dirty="0">
                <a:sym typeface="Symbol" panose="05050102010706020507" pitchFamily="18" charset="2"/>
              </a:rPr>
              <a:t> 1</a:t>
            </a:r>
            <a:r>
              <a:rPr lang="en-US" altLang="en-US" baseline="30000" dirty="0"/>
              <a:t>  </a:t>
            </a:r>
          </a:p>
          <a:p>
            <a:pPr marL="0" indent="0">
              <a:buNone/>
            </a:pPr>
            <a:r>
              <a:rPr lang="en-US" altLang="en-US" baseline="30000" dirty="0"/>
              <a:t>                 </a:t>
            </a:r>
            <a:r>
              <a:rPr kumimoji="1" lang="en-US" altLang="en-US" sz="2800" dirty="0"/>
              <a:t>= (|a|+|b|)</a:t>
            </a:r>
            <a:r>
              <a:rPr lang="en-US" altLang="en-US" i="1" dirty="0"/>
              <a:t> n</a:t>
            </a:r>
            <a:r>
              <a:rPr lang="en-US" altLang="en-US" baseline="30000" dirty="0"/>
              <a:t>2</a:t>
            </a:r>
            <a:r>
              <a:rPr lang="en-US" altLang="en-US" dirty="0"/>
              <a:t> = O(</a:t>
            </a:r>
            <a:r>
              <a:rPr lang="en-US" altLang="en-US" i="1" dirty="0"/>
              <a:t>n</a:t>
            </a:r>
            <a:r>
              <a:rPr lang="en-US" altLang="en-US" baseline="30000" dirty="0"/>
              <a:t>2</a:t>
            </a:r>
            <a:r>
              <a:rPr lang="en-US" altLang="en-US" dirty="0"/>
              <a:t>)</a:t>
            </a:r>
          </a:p>
          <a:p>
            <a:pPr marL="0" indent="0">
              <a:buNone/>
            </a:pPr>
            <a:endParaRPr lang="en-US" altLang="en-US" dirty="0"/>
          </a:p>
          <a:p>
            <a:pPr marL="0" indent="0">
              <a:buNone/>
            </a:pPr>
            <a:r>
              <a:rPr lang="en-US" altLang="en-US" dirty="0"/>
              <a:t>Another way:</a:t>
            </a:r>
          </a:p>
          <a:p>
            <a:pPr marL="0" indent="0">
              <a:buNone/>
            </a:pPr>
            <a:endParaRPr lang="en-US" altLang="en-US" dirty="0"/>
          </a:p>
          <a:p>
            <a:pPr marL="0" indent="0">
              <a:buNone/>
            </a:pPr>
            <a:r>
              <a:rPr lang="en-US" altLang="en-US" dirty="0"/>
              <a:t>an + b </a:t>
            </a:r>
            <a:r>
              <a:rPr kumimoji="1" lang="en-US" altLang="en-US" sz="2800" dirty="0">
                <a:sym typeface="Symbol" panose="05050102010706020507" pitchFamily="18" charset="2"/>
              </a:rPr>
              <a:t></a:t>
            </a:r>
            <a:r>
              <a:rPr kumimoji="1" lang="en-US" altLang="en-US" sz="2800" dirty="0">
                <a:solidFill>
                  <a:schemeClr val="hlink"/>
                </a:solidFill>
              </a:rPr>
              <a:t> </a:t>
            </a:r>
            <a:r>
              <a:rPr lang="en-US" altLang="en-US" i="1" dirty="0"/>
              <a:t> an</a:t>
            </a:r>
            <a:r>
              <a:rPr lang="en-US" altLang="en-US" baseline="30000" dirty="0"/>
              <a:t>2 </a:t>
            </a:r>
            <a:r>
              <a:rPr kumimoji="1" lang="en-US" altLang="en-US" sz="2800" dirty="0"/>
              <a:t>+ </a:t>
            </a:r>
            <a:r>
              <a:rPr lang="en-US" altLang="en-US" i="1" dirty="0"/>
              <a:t>n</a:t>
            </a:r>
            <a:r>
              <a:rPr lang="en-US" altLang="en-US" baseline="30000" dirty="0"/>
              <a:t>2     </a:t>
            </a:r>
            <a:r>
              <a:rPr kumimoji="1" lang="en-US" altLang="en-US" sz="2800" dirty="0"/>
              <a:t>for all n </a:t>
            </a:r>
            <a:r>
              <a:rPr kumimoji="1" lang="en-US" altLang="en-US" dirty="0">
                <a:sym typeface="Symbol" panose="05050102010706020507" pitchFamily="18" charset="2"/>
              </a:rPr>
              <a:t> max{|a|, |b|}</a:t>
            </a:r>
            <a:r>
              <a:rPr lang="en-US" altLang="en-US" baseline="30000" dirty="0"/>
              <a:t>  </a:t>
            </a:r>
          </a:p>
          <a:p>
            <a:pPr marL="0" indent="0">
              <a:buNone/>
            </a:pPr>
            <a:r>
              <a:rPr lang="en-US" altLang="en-US" baseline="30000" dirty="0"/>
              <a:t>                 </a:t>
            </a:r>
            <a:r>
              <a:rPr kumimoji="1" lang="en-US" altLang="en-US" sz="2800" dirty="0"/>
              <a:t>= </a:t>
            </a:r>
            <a:r>
              <a:rPr kumimoji="1" lang="en-US" altLang="en-US" dirty="0"/>
              <a:t>(a+1)</a:t>
            </a:r>
            <a:r>
              <a:rPr lang="en-US" altLang="en-US" i="1" dirty="0"/>
              <a:t>n</a:t>
            </a:r>
            <a:r>
              <a:rPr lang="en-US" altLang="en-US" baseline="30000" dirty="0"/>
              <a:t>2</a:t>
            </a:r>
            <a:r>
              <a:rPr lang="en-US" altLang="en-US" dirty="0"/>
              <a:t> = O(</a:t>
            </a:r>
            <a:r>
              <a:rPr lang="en-US" altLang="en-US" i="1" dirty="0"/>
              <a:t>n</a:t>
            </a:r>
            <a:r>
              <a:rPr lang="en-US" altLang="en-US" baseline="30000" dirty="0"/>
              <a:t>2</a:t>
            </a:r>
            <a:r>
              <a:rPr lang="en-US" altLang="en-US" dirty="0"/>
              <a:t>)</a:t>
            </a:r>
            <a:endParaRPr lang="en-US" altLang="en-US" b="1" u="sng" dirty="0">
              <a:solidFill>
                <a:srgbClr val="CC0000"/>
              </a:solidFill>
            </a:endParaRPr>
          </a:p>
          <a:p>
            <a:endParaRPr lang="en-US" altLang="en-US" b="1" u="sng" dirty="0">
              <a:solidFill>
                <a:srgbClr val="CC0000"/>
              </a:solidFill>
            </a:endParaRPr>
          </a:p>
          <a:p>
            <a:pPr marL="0" indent="0">
              <a:buNone/>
            </a:pPr>
            <a:endParaRPr lang="en-US" altLang="en-US" u="sng" dirty="0">
              <a:solidFill>
                <a:srgbClr val="CC0000"/>
              </a:solidFill>
            </a:endParaRPr>
          </a:p>
          <a:p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F5F7282C-099C-4BC1-9187-66E0E45930F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Department of I&amp;CT, MIT, Manipal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30655714-8D51-4D48-ACC8-0E247D8EB91D}"/>
              </a:ext>
            </a:extLst>
          </p:cNvPr>
          <p:cNvSpPr txBox="1"/>
          <p:nvPr/>
        </p:nvSpPr>
        <p:spPr>
          <a:xfrm>
            <a:off x="7646504" y="1537252"/>
            <a:ext cx="3988905" cy="526297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en-US" sz="2400" b="1" dirty="0"/>
              <a:t>Whether </a:t>
            </a:r>
            <a:r>
              <a:rPr lang="en-US" altLang="en-US" sz="2400" b="1" dirty="0" err="1"/>
              <a:t>an+b</a:t>
            </a:r>
            <a:r>
              <a:rPr lang="en-US" altLang="en-US" sz="2400" b="1" dirty="0"/>
              <a:t>=O(n) ?</a:t>
            </a:r>
          </a:p>
          <a:p>
            <a:endParaRPr lang="en-US" altLang="en-US" sz="2400" b="1" dirty="0"/>
          </a:p>
          <a:p>
            <a:r>
              <a:rPr lang="en-US" altLang="en-US" sz="2400" dirty="0"/>
              <a:t>Yes.  </a:t>
            </a:r>
          </a:p>
          <a:p>
            <a:r>
              <a:rPr lang="en-US" altLang="en-US" sz="2400" dirty="0"/>
              <a:t>an + b </a:t>
            </a:r>
            <a:r>
              <a:rPr kumimoji="1" lang="en-US" altLang="en-US" sz="2400" dirty="0">
                <a:sym typeface="Symbol" panose="05050102010706020507" pitchFamily="18" charset="2"/>
              </a:rPr>
              <a:t></a:t>
            </a:r>
            <a:r>
              <a:rPr kumimoji="1" lang="en-US" altLang="en-US" sz="2400" dirty="0"/>
              <a:t> |</a:t>
            </a:r>
            <a:r>
              <a:rPr kumimoji="1" lang="en-US" altLang="en-US" sz="2400" dirty="0" err="1"/>
              <a:t>a|n</a:t>
            </a:r>
            <a:r>
              <a:rPr kumimoji="1" lang="en-US" altLang="en-US" sz="2400" dirty="0"/>
              <a:t> + n for all n </a:t>
            </a:r>
            <a:r>
              <a:rPr kumimoji="1" lang="en-US" altLang="en-US" sz="2400" dirty="0">
                <a:sym typeface="Symbol" panose="05050102010706020507" pitchFamily="18" charset="2"/>
              </a:rPr>
              <a:t> b</a:t>
            </a:r>
          </a:p>
          <a:p>
            <a:r>
              <a:rPr kumimoji="1" lang="en-US" altLang="en-US" sz="2400" dirty="0">
                <a:sym typeface="Symbol" panose="05050102010706020507" pitchFamily="18" charset="2"/>
              </a:rPr>
              <a:t>            = (|a|+1) n</a:t>
            </a:r>
          </a:p>
          <a:p>
            <a:endParaRPr kumimoji="1" lang="en-US" altLang="en-US" sz="2400" dirty="0">
              <a:sym typeface="Symbol" panose="05050102010706020507" pitchFamily="18" charset="2"/>
            </a:endParaRPr>
          </a:p>
          <a:p>
            <a:r>
              <a:rPr kumimoji="1" lang="en-US" altLang="en-US" sz="2400" dirty="0">
                <a:sym typeface="Symbol" panose="05050102010706020507" pitchFamily="18" charset="2"/>
              </a:rPr>
              <a:t>Taking c = (|a|+1) and n</a:t>
            </a:r>
            <a:r>
              <a:rPr kumimoji="1" lang="en-US" altLang="en-US" sz="2400" baseline="-25000" dirty="0">
                <a:sym typeface="Symbol" panose="05050102010706020507" pitchFamily="18" charset="2"/>
              </a:rPr>
              <a:t>o</a:t>
            </a:r>
            <a:r>
              <a:rPr kumimoji="1" lang="en-US" altLang="en-US" sz="2400" dirty="0">
                <a:sym typeface="Symbol" panose="05050102010706020507" pitchFamily="18" charset="2"/>
              </a:rPr>
              <a:t>=b we get </a:t>
            </a:r>
            <a:r>
              <a:rPr lang="en-US" altLang="en-US" sz="2400" dirty="0" err="1"/>
              <a:t>an+b</a:t>
            </a:r>
            <a:r>
              <a:rPr lang="en-US" altLang="en-US" sz="2400" dirty="0"/>
              <a:t>=O(n) </a:t>
            </a:r>
          </a:p>
          <a:p>
            <a:endParaRPr lang="en-US" altLang="en-US" sz="2400" dirty="0"/>
          </a:p>
          <a:p>
            <a:endParaRPr lang="en-US" altLang="en-US" sz="2400" dirty="0"/>
          </a:p>
          <a:p>
            <a:r>
              <a:rPr lang="en-US" altLang="en-US" sz="2400" dirty="0"/>
              <a:t>an + b &lt;= c n   &lt;= cn^2   &lt;=  cn^3  … etc.</a:t>
            </a:r>
          </a:p>
          <a:p>
            <a:r>
              <a:rPr lang="en-US" altLang="en-US" sz="2400" b="1" dirty="0"/>
              <a:t>   </a:t>
            </a:r>
          </a:p>
          <a:p>
            <a:endParaRPr lang="en-US" sz="2400" dirty="0"/>
          </a:p>
        </p:txBody>
      </p:sp>
    </p:spTree>
    <p:extLst>
      <p:ext uri="{BB962C8B-B14F-4D97-AF65-F5344CB8AC3E}">
        <p14:creationId xmlns:p14="http://schemas.microsoft.com/office/powerpoint/2010/main" val="377591194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9" dur="500" fill="hold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0" dur="500" fill="hold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1" dur="500" fill="hold"/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2" dur="500" fill="hold"/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3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5" dur="500" fill="hold"/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6" dur="500" fill="hold"/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1" dur="500" fill="hold"/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2" dur="500" fill="hold"/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7" dur="500" fill="hold"/>
                                        <p:tgtEl>
                                          <p:spTgt spid="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8" dur="500" fill="hold"/>
                                        <p:tgtEl>
                                          <p:spTgt spid="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3" dur="500" fill="hold"/>
                                        <p:tgtEl>
                                          <p:spTgt spid="5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4" dur="500" fill="hold"/>
                                        <p:tgtEl>
                                          <p:spTgt spid="5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62D2EDE-ACC0-9C5C-EA98-30DC9F8D56E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F4AF7F6-46C8-3743-596E-1EE263E4728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913" y="-20707"/>
            <a:ext cx="10515600" cy="1325563"/>
          </a:xfrm>
        </p:spPr>
        <p:txBody>
          <a:bodyPr/>
          <a:lstStyle/>
          <a:p>
            <a:r>
              <a:rPr lang="en-US" b="1" dirty="0"/>
              <a:t>Example 1: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25B2945-58AD-4760-60FB-F823148AEEB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11721" y="1455452"/>
            <a:ext cx="11368558" cy="4750302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altLang="en-US" i="1" dirty="0"/>
              <a:t>3n</a:t>
            </a:r>
            <a:r>
              <a:rPr lang="en-US" altLang="en-US" dirty="0"/>
              <a:t> + </a:t>
            </a:r>
            <a:r>
              <a:rPr lang="en-US" altLang="en-US" i="1" dirty="0"/>
              <a:t>5</a:t>
            </a:r>
            <a:r>
              <a:rPr lang="en-US" altLang="en-US" dirty="0"/>
              <a:t> is  </a:t>
            </a:r>
            <a:r>
              <a:rPr lang="en-US" altLang="en-US" i="1" dirty="0"/>
              <a:t>O</a:t>
            </a:r>
            <a:r>
              <a:rPr lang="en-US" altLang="en-US" dirty="0"/>
              <a:t>(</a:t>
            </a:r>
            <a:r>
              <a:rPr lang="en-US" altLang="en-US" i="1" dirty="0"/>
              <a:t>n</a:t>
            </a:r>
            <a:r>
              <a:rPr lang="en-US" altLang="en-US" baseline="30000" dirty="0"/>
              <a:t>2</a:t>
            </a:r>
            <a:r>
              <a:rPr lang="en-US" altLang="en-US" dirty="0"/>
              <a:t>). </a:t>
            </a:r>
            <a:r>
              <a:rPr lang="en-US" altLang="en-US" b="1" u="sng" dirty="0">
                <a:solidFill>
                  <a:srgbClr val="CC0000"/>
                </a:solidFill>
              </a:rPr>
              <a:t>How?</a:t>
            </a:r>
          </a:p>
          <a:p>
            <a:pPr marL="0" indent="0">
              <a:buNone/>
            </a:pPr>
            <a:r>
              <a:rPr lang="en-US" altLang="en-US" i="1" dirty="0"/>
              <a:t>f(n)=3n</a:t>
            </a:r>
            <a:r>
              <a:rPr lang="en-US" altLang="en-US" dirty="0"/>
              <a:t> + </a:t>
            </a:r>
            <a:r>
              <a:rPr lang="en-US" altLang="en-US" i="1" dirty="0"/>
              <a:t>5</a:t>
            </a:r>
            <a:r>
              <a:rPr lang="en-US" altLang="en-US" dirty="0"/>
              <a:t>  and g(n)=(</a:t>
            </a:r>
            <a:r>
              <a:rPr lang="en-US" altLang="en-US" i="1" dirty="0"/>
              <a:t>n</a:t>
            </a:r>
            <a:r>
              <a:rPr lang="en-US" altLang="en-US" baseline="30000" dirty="0"/>
              <a:t>2</a:t>
            </a:r>
            <a:r>
              <a:rPr lang="en-US" altLang="en-US" dirty="0"/>
              <a:t>)</a:t>
            </a:r>
          </a:p>
          <a:p>
            <a:pPr marL="0" indent="0">
              <a:buNone/>
            </a:pPr>
            <a:endParaRPr lang="en-US" altLang="en-US" b="1" u="sng" dirty="0">
              <a:solidFill>
                <a:srgbClr val="CC0000"/>
              </a:solidFill>
            </a:endParaRPr>
          </a:p>
          <a:p>
            <a:pPr marL="0" indent="0">
              <a:buNone/>
            </a:pPr>
            <a:r>
              <a:rPr lang="en-US" altLang="en-US" b="1" u="sng" dirty="0" err="1">
                <a:solidFill>
                  <a:srgbClr val="CC0000"/>
                </a:solidFill>
              </a:rPr>
              <a:t>Ist</a:t>
            </a:r>
            <a:r>
              <a:rPr lang="en-US" altLang="en-US" b="1" u="sng" dirty="0">
                <a:solidFill>
                  <a:srgbClr val="CC0000"/>
                </a:solidFill>
              </a:rPr>
              <a:t> Method:                                                           </a:t>
            </a:r>
            <a:endParaRPr lang="en-US" altLang="en-US" dirty="0"/>
          </a:p>
          <a:p>
            <a:pPr marL="0" indent="0">
              <a:buNone/>
            </a:pPr>
            <a:r>
              <a:rPr lang="en-US" altLang="en-US" i="1" dirty="0"/>
              <a:t>Take  f(n)=3n</a:t>
            </a:r>
            <a:r>
              <a:rPr lang="en-US" altLang="en-US" dirty="0"/>
              <a:t> + </a:t>
            </a:r>
            <a:r>
              <a:rPr lang="en-US" altLang="en-US" i="1" dirty="0"/>
              <a:t>5</a:t>
            </a:r>
            <a:r>
              <a:rPr lang="en-US" altLang="en-US" dirty="0"/>
              <a:t> </a:t>
            </a:r>
          </a:p>
          <a:p>
            <a:pPr marL="0" indent="0">
              <a:buNone/>
            </a:pPr>
            <a:r>
              <a:rPr lang="en-US" altLang="en-US" dirty="0"/>
              <a:t>Replace n by </a:t>
            </a:r>
            <a:r>
              <a:rPr lang="en-US" altLang="en-US" i="1" dirty="0"/>
              <a:t>n</a:t>
            </a:r>
            <a:r>
              <a:rPr lang="en-US" altLang="en-US" baseline="30000" dirty="0"/>
              <a:t>2</a:t>
            </a:r>
            <a:endParaRPr lang="en-US" altLang="en-US" dirty="0"/>
          </a:p>
          <a:p>
            <a:pPr marL="0" indent="0">
              <a:buNone/>
            </a:pPr>
            <a:r>
              <a:rPr lang="en-US" altLang="en-US" dirty="0"/>
              <a:t>3n + 5 </a:t>
            </a:r>
            <a:r>
              <a:rPr kumimoji="1" lang="en-US" altLang="en-US" sz="2800" dirty="0">
                <a:sym typeface="Symbol" panose="05050102010706020507" pitchFamily="18" charset="2"/>
              </a:rPr>
              <a:t></a:t>
            </a:r>
            <a:r>
              <a:rPr kumimoji="1" lang="en-US" altLang="en-US" sz="2800" dirty="0">
                <a:solidFill>
                  <a:schemeClr val="hlink"/>
                </a:solidFill>
              </a:rPr>
              <a:t> </a:t>
            </a:r>
            <a:r>
              <a:rPr kumimoji="1" lang="en-US" altLang="en-US" dirty="0"/>
              <a:t>3</a:t>
            </a:r>
            <a:r>
              <a:rPr lang="en-US" altLang="en-US" i="1" dirty="0"/>
              <a:t> n</a:t>
            </a:r>
            <a:r>
              <a:rPr lang="en-US" altLang="en-US" baseline="30000" dirty="0"/>
              <a:t>2 </a:t>
            </a:r>
            <a:r>
              <a:rPr kumimoji="1" lang="en-US" altLang="en-US" sz="2800" dirty="0"/>
              <a:t>+5</a:t>
            </a:r>
            <a:r>
              <a:rPr lang="en-US" altLang="en-US" i="1" dirty="0"/>
              <a:t> n</a:t>
            </a:r>
            <a:r>
              <a:rPr lang="en-US" altLang="en-US" baseline="30000" dirty="0"/>
              <a:t>2    </a:t>
            </a:r>
          </a:p>
          <a:p>
            <a:pPr marL="0" indent="0">
              <a:buNone/>
            </a:pPr>
            <a:r>
              <a:rPr lang="en-US" altLang="en-US" dirty="0"/>
              <a:t>3n + 5 </a:t>
            </a:r>
            <a:r>
              <a:rPr kumimoji="1" lang="en-US" altLang="en-US" dirty="0">
                <a:sym typeface="Symbol" panose="05050102010706020507" pitchFamily="18" charset="2"/>
              </a:rPr>
              <a:t></a:t>
            </a:r>
            <a:r>
              <a:rPr kumimoji="1" lang="en-US" altLang="en-US" dirty="0">
                <a:solidFill>
                  <a:schemeClr val="hlink"/>
                </a:solidFill>
              </a:rPr>
              <a:t> </a:t>
            </a:r>
            <a:r>
              <a:rPr kumimoji="1" lang="en-US" altLang="en-US" dirty="0"/>
              <a:t>8</a:t>
            </a:r>
            <a:r>
              <a:rPr lang="en-US" altLang="en-US" i="1" dirty="0"/>
              <a:t> n</a:t>
            </a:r>
            <a:r>
              <a:rPr lang="en-US" altLang="en-US" baseline="30000" dirty="0"/>
              <a:t>2    </a:t>
            </a:r>
          </a:p>
          <a:p>
            <a:pPr marL="0" indent="0">
              <a:buNone/>
            </a:pPr>
            <a:r>
              <a:rPr lang="en-US" altLang="en-US" dirty="0"/>
              <a:t>c=8 and no=1 such that n&gt;=1</a:t>
            </a:r>
            <a:endParaRPr lang="en-US" altLang="en-US" baseline="30000" dirty="0"/>
          </a:p>
          <a:p>
            <a:pPr marL="0" indent="0">
              <a:buNone/>
            </a:pPr>
            <a:endParaRPr lang="en-US" altLang="en-US" baseline="30000" dirty="0"/>
          </a:p>
          <a:p>
            <a:endParaRPr lang="en-US" altLang="en-US" b="1" u="sng" dirty="0">
              <a:solidFill>
                <a:srgbClr val="CC0000"/>
              </a:solidFill>
            </a:endParaRPr>
          </a:p>
          <a:p>
            <a:pPr marL="0" indent="0">
              <a:buNone/>
            </a:pPr>
            <a:endParaRPr lang="en-US" altLang="en-US" u="sng" dirty="0">
              <a:solidFill>
                <a:srgbClr val="CC0000"/>
              </a:solidFill>
            </a:endParaRPr>
          </a:p>
          <a:p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2EC7F1E-C938-4D2D-0137-F02ED3F3976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Department of I&amp;CT, MIT, Manipal</a:t>
            </a:r>
          </a:p>
        </p:txBody>
      </p:sp>
    </p:spTree>
    <p:extLst>
      <p:ext uri="{BB962C8B-B14F-4D97-AF65-F5344CB8AC3E}">
        <p14:creationId xmlns:p14="http://schemas.microsoft.com/office/powerpoint/2010/main" val="364939937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3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10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9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10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2" dur="10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3" dur="10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10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9" dur="10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0" dur="10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5" dur="5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6" dur="5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1" dur="10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2" dur="1000" fill="hold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3" dur="1000" fill="hold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4" fill="hold">
                      <p:stCondLst>
                        <p:cond delay="indefinite"/>
                      </p:stCondLst>
                      <p:childTnLst>
                        <p:par>
                          <p:cTn id="55" fill="hold">
                            <p:stCondLst>
                              <p:cond delay="0"/>
                            </p:stCondLst>
                            <p:childTnLst>
                              <p:par>
                                <p:cTn id="56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8" dur="10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9" dur="1000" fill="hold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0" dur="1000" fill="hold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E4357B2-5198-14CB-58F7-EB94618A814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9BE122D-A171-C3B9-6298-F70DFFCBA88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913" y="-20707"/>
            <a:ext cx="10515600" cy="1325563"/>
          </a:xfrm>
        </p:spPr>
        <p:txBody>
          <a:bodyPr/>
          <a:lstStyle/>
          <a:p>
            <a:r>
              <a:rPr lang="en-US" b="1" dirty="0"/>
              <a:t>Examples 1: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6ACDA5B-3C37-996E-6A67-1412C75C1A8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77078" y="1484243"/>
            <a:ext cx="11368558" cy="4750302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altLang="en-US" i="1" dirty="0"/>
              <a:t>3n</a:t>
            </a:r>
            <a:r>
              <a:rPr lang="en-US" altLang="en-US" dirty="0"/>
              <a:t> + </a:t>
            </a:r>
            <a:r>
              <a:rPr lang="en-US" altLang="en-US" i="1" dirty="0"/>
              <a:t>5</a:t>
            </a:r>
            <a:r>
              <a:rPr lang="en-US" altLang="en-US" dirty="0"/>
              <a:t> is  </a:t>
            </a:r>
            <a:r>
              <a:rPr lang="en-US" altLang="en-US" i="1" dirty="0"/>
              <a:t>O</a:t>
            </a:r>
            <a:r>
              <a:rPr lang="en-US" altLang="en-US" dirty="0"/>
              <a:t>(</a:t>
            </a:r>
            <a:r>
              <a:rPr lang="en-US" altLang="en-US" i="1" dirty="0"/>
              <a:t>n</a:t>
            </a:r>
            <a:r>
              <a:rPr lang="en-US" altLang="en-US" baseline="30000" dirty="0"/>
              <a:t>2</a:t>
            </a:r>
            <a:r>
              <a:rPr lang="en-US" altLang="en-US" dirty="0"/>
              <a:t>). </a:t>
            </a:r>
            <a:r>
              <a:rPr lang="en-US" altLang="en-US" b="1" u="sng" dirty="0">
                <a:solidFill>
                  <a:srgbClr val="CC0000"/>
                </a:solidFill>
              </a:rPr>
              <a:t>How?</a:t>
            </a:r>
          </a:p>
          <a:p>
            <a:pPr marL="0" indent="0">
              <a:buNone/>
            </a:pPr>
            <a:r>
              <a:rPr lang="en-US" altLang="en-US" i="1" dirty="0"/>
              <a:t>f(n)=3n</a:t>
            </a:r>
            <a:r>
              <a:rPr lang="en-US" altLang="en-US" dirty="0"/>
              <a:t> + </a:t>
            </a:r>
            <a:r>
              <a:rPr lang="en-US" altLang="en-US" i="1" dirty="0"/>
              <a:t>5</a:t>
            </a:r>
            <a:r>
              <a:rPr lang="en-US" altLang="en-US" dirty="0"/>
              <a:t>  and g(n)=(</a:t>
            </a:r>
            <a:r>
              <a:rPr lang="en-US" altLang="en-US" i="1" dirty="0"/>
              <a:t>n</a:t>
            </a:r>
            <a:r>
              <a:rPr lang="en-US" altLang="en-US" baseline="30000" dirty="0"/>
              <a:t>2</a:t>
            </a:r>
            <a:r>
              <a:rPr lang="en-US" altLang="en-US" dirty="0"/>
              <a:t>)</a:t>
            </a:r>
          </a:p>
          <a:p>
            <a:pPr marL="0" indent="0">
              <a:buNone/>
            </a:pPr>
            <a:endParaRPr lang="en-US" altLang="en-US" b="1" u="sng" dirty="0">
              <a:solidFill>
                <a:srgbClr val="CC0000"/>
              </a:solidFill>
            </a:endParaRPr>
          </a:p>
          <a:p>
            <a:pPr marL="0" indent="0">
              <a:buNone/>
            </a:pPr>
            <a:r>
              <a:rPr lang="en-US" altLang="en-US" b="1" u="sng" dirty="0" err="1">
                <a:solidFill>
                  <a:srgbClr val="CC0000"/>
                </a:solidFill>
              </a:rPr>
              <a:t>IInd</a:t>
            </a:r>
            <a:r>
              <a:rPr lang="en-US" altLang="en-US" b="1" u="sng" dirty="0">
                <a:solidFill>
                  <a:srgbClr val="CC0000"/>
                </a:solidFill>
              </a:rPr>
              <a:t> Method:                                                           </a:t>
            </a:r>
            <a:endParaRPr lang="en-US" altLang="en-US" dirty="0"/>
          </a:p>
          <a:p>
            <a:pPr marL="0" indent="0">
              <a:buNone/>
            </a:pPr>
            <a:r>
              <a:rPr lang="en-US" altLang="en-US" i="1" dirty="0"/>
              <a:t>Take  f(n)=3n</a:t>
            </a:r>
            <a:r>
              <a:rPr lang="en-US" altLang="en-US" dirty="0"/>
              <a:t> + </a:t>
            </a:r>
            <a:r>
              <a:rPr lang="en-US" altLang="en-US" i="1" dirty="0"/>
              <a:t>5</a:t>
            </a:r>
            <a:r>
              <a:rPr lang="en-US" altLang="en-US" dirty="0"/>
              <a:t> </a:t>
            </a:r>
          </a:p>
          <a:p>
            <a:pPr marL="0" indent="0">
              <a:buNone/>
            </a:pPr>
            <a:r>
              <a:rPr lang="en-US" altLang="en-US" dirty="0"/>
              <a:t>Add  </a:t>
            </a:r>
            <a:r>
              <a:rPr lang="en-US" altLang="en-US" i="1" dirty="0"/>
              <a:t>n</a:t>
            </a:r>
            <a:r>
              <a:rPr lang="en-US" altLang="en-US" baseline="30000" dirty="0"/>
              <a:t>2</a:t>
            </a:r>
            <a:endParaRPr lang="en-US" altLang="en-US" dirty="0"/>
          </a:p>
          <a:p>
            <a:pPr marL="0" indent="0">
              <a:buNone/>
            </a:pPr>
            <a:r>
              <a:rPr lang="en-US" altLang="en-US" dirty="0"/>
              <a:t>3n + 5 </a:t>
            </a:r>
            <a:r>
              <a:rPr kumimoji="1" lang="en-US" altLang="en-US" sz="2800" dirty="0">
                <a:sym typeface="Symbol" panose="05050102010706020507" pitchFamily="18" charset="2"/>
              </a:rPr>
              <a:t></a:t>
            </a:r>
            <a:r>
              <a:rPr kumimoji="1" lang="en-US" altLang="en-US" sz="2800" dirty="0">
                <a:solidFill>
                  <a:schemeClr val="hlink"/>
                </a:solidFill>
              </a:rPr>
              <a:t> </a:t>
            </a:r>
            <a:r>
              <a:rPr kumimoji="1" lang="en-US" altLang="en-US" dirty="0"/>
              <a:t>3</a:t>
            </a:r>
            <a:r>
              <a:rPr lang="en-US" altLang="en-US" i="1" dirty="0"/>
              <a:t> n</a:t>
            </a:r>
            <a:r>
              <a:rPr lang="en-US" altLang="en-US" baseline="30000" dirty="0"/>
              <a:t>2 </a:t>
            </a:r>
            <a:r>
              <a:rPr kumimoji="1" lang="en-US" altLang="en-US" sz="2800" dirty="0"/>
              <a:t>+</a:t>
            </a:r>
            <a:r>
              <a:rPr lang="en-US" altLang="en-US" i="1" dirty="0"/>
              <a:t> n</a:t>
            </a:r>
            <a:r>
              <a:rPr lang="en-US" altLang="en-US" baseline="30000" dirty="0"/>
              <a:t>2    </a:t>
            </a:r>
          </a:p>
          <a:p>
            <a:pPr marL="0" indent="0">
              <a:buNone/>
            </a:pPr>
            <a:r>
              <a:rPr lang="en-US" altLang="en-US" dirty="0"/>
              <a:t>3n + 5 </a:t>
            </a:r>
            <a:r>
              <a:rPr kumimoji="1" lang="en-US" altLang="en-US" dirty="0">
                <a:sym typeface="Symbol" panose="05050102010706020507" pitchFamily="18" charset="2"/>
              </a:rPr>
              <a:t></a:t>
            </a:r>
            <a:r>
              <a:rPr kumimoji="1" lang="en-US" altLang="en-US" dirty="0">
                <a:solidFill>
                  <a:schemeClr val="hlink"/>
                </a:solidFill>
              </a:rPr>
              <a:t> </a:t>
            </a:r>
            <a:r>
              <a:rPr kumimoji="1" lang="en-US" altLang="en-US" dirty="0"/>
              <a:t>4</a:t>
            </a:r>
            <a:r>
              <a:rPr lang="en-US" altLang="en-US" i="1" dirty="0"/>
              <a:t> n</a:t>
            </a:r>
            <a:r>
              <a:rPr lang="en-US" altLang="en-US" baseline="30000" dirty="0"/>
              <a:t>2    </a:t>
            </a:r>
          </a:p>
          <a:p>
            <a:pPr marL="0" indent="0">
              <a:buNone/>
            </a:pPr>
            <a:r>
              <a:rPr lang="en-US" altLang="en-US" dirty="0"/>
              <a:t>c=4 and no=2 such that n&gt;=2</a:t>
            </a:r>
            <a:endParaRPr lang="en-US" altLang="en-US" baseline="30000" dirty="0"/>
          </a:p>
          <a:p>
            <a:pPr marL="0" indent="0">
              <a:buNone/>
            </a:pPr>
            <a:endParaRPr lang="en-US" altLang="en-US" baseline="30000" dirty="0"/>
          </a:p>
          <a:p>
            <a:endParaRPr lang="en-US" altLang="en-US" b="1" u="sng" dirty="0">
              <a:solidFill>
                <a:srgbClr val="CC0000"/>
              </a:solidFill>
            </a:endParaRPr>
          </a:p>
          <a:p>
            <a:pPr marL="0" indent="0">
              <a:buNone/>
            </a:pPr>
            <a:endParaRPr lang="en-US" altLang="en-US" u="sng" dirty="0">
              <a:solidFill>
                <a:srgbClr val="CC0000"/>
              </a:solidFill>
            </a:endParaRPr>
          </a:p>
          <a:p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22411E4-5A3B-435C-240C-BA2F71BF246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Department of I&amp;CT, MIT, Manipal</a:t>
            </a:r>
          </a:p>
        </p:txBody>
      </p:sp>
    </p:spTree>
    <p:extLst>
      <p:ext uri="{BB962C8B-B14F-4D97-AF65-F5344CB8AC3E}">
        <p14:creationId xmlns:p14="http://schemas.microsoft.com/office/powerpoint/2010/main" val="208804990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1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1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10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7" dur="10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10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10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4" dur="10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5" dur="10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10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1" dur="10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2" dur="10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10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8" dur="10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9" dur="10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52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4" dur="10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5" dur="1000" fill="hold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6" dur="1000" fill="hold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1" dur="10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2" dur="1000" fill="hold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3" dur="1000" fill="hold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D29C5A4-2022-7C90-B0FF-410C7E9A4D8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57B6CA3-0E93-D79B-EF76-E7AD1A30DF7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913" y="-20707"/>
            <a:ext cx="10515600" cy="1325563"/>
          </a:xfrm>
        </p:spPr>
        <p:txBody>
          <a:bodyPr/>
          <a:lstStyle/>
          <a:p>
            <a:r>
              <a:rPr lang="en-US" b="1" dirty="0"/>
              <a:t>Example 2: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73FA579-FFFD-2B04-E501-9B7A9837D58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11721" y="1455452"/>
            <a:ext cx="11368558" cy="4750302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altLang="en-US" i="1" dirty="0"/>
              <a:t>3n</a:t>
            </a:r>
            <a:r>
              <a:rPr lang="en-US" altLang="en-US" dirty="0"/>
              <a:t> + </a:t>
            </a:r>
            <a:r>
              <a:rPr lang="en-US" altLang="en-US" i="1" dirty="0"/>
              <a:t>5</a:t>
            </a:r>
            <a:r>
              <a:rPr lang="en-US" altLang="en-US" dirty="0"/>
              <a:t> is  </a:t>
            </a:r>
            <a:r>
              <a:rPr lang="en-US" altLang="en-US" i="1" dirty="0"/>
              <a:t>O</a:t>
            </a:r>
            <a:r>
              <a:rPr lang="en-US" altLang="en-US" dirty="0"/>
              <a:t>(</a:t>
            </a:r>
            <a:r>
              <a:rPr lang="en-US" altLang="en-US" i="1" dirty="0"/>
              <a:t>n</a:t>
            </a:r>
            <a:r>
              <a:rPr lang="en-US" altLang="en-US" dirty="0"/>
              <a:t>). </a:t>
            </a:r>
            <a:r>
              <a:rPr lang="en-US" altLang="en-US" b="1" u="sng" dirty="0">
                <a:solidFill>
                  <a:srgbClr val="CC0000"/>
                </a:solidFill>
              </a:rPr>
              <a:t>How?</a:t>
            </a:r>
          </a:p>
          <a:p>
            <a:pPr marL="0" indent="0">
              <a:buNone/>
            </a:pPr>
            <a:r>
              <a:rPr lang="en-US" altLang="en-US" i="1" dirty="0"/>
              <a:t>f(n)=3n</a:t>
            </a:r>
            <a:r>
              <a:rPr lang="en-US" altLang="en-US" dirty="0"/>
              <a:t> + </a:t>
            </a:r>
            <a:r>
              <a:rPr lang="en-US" altLang="en-US" i="1" dirty="0"/>
              <a:t>5</a:t>
            </a:r>
            <a:r>
              <a:rPr lang="en-US" altLang="en-US" dirty="0"/>
              <a:t>  and g(n)=(</a:t>
            </a:r>
            <a:r>
              <a:rPr lang="en-US" altLang="en-US" i="1" dirty="0"/>
              <a:t>n</a:t>
            </a:r>
            <a:r>
              <a:rPr lang="en-US" altLang="en-US" dirty="0"/>
              <a:t>)</a:t>
            </a:r>
          </a:p>
          <a:p>
            <a:pPr marL="0" indent="0">
              <a:buNone/>
            </a:pPr>
            <a:endParaRPr lang="en-US" altLang="en-US" b="1" u="sng" dirty="0">
              <a:solidFill>
                <a:srgbClr val="CC0000"/>
              </a:solidFill>
            </a:endParaRPr>
          </a:p>
          <a:p>
            <a:pPr marL="0" indent="0">
              <a:buNone/>
            </a:pPr>
            <a:r>
              <a:rPr lang="en-US" altLang="en-US" b="1" u="sng" dirty="0" err="1">
                <a:solidFill>
                  <a:srgbClr val="CC0000"/>
                </a:solidFill>
              </a:rPr>
              <a:t>Ist</a:t>
            </a:r>
            <a:r>
              <a:rPr lang="en-US" altLang="en-US" b="1" u="sng" dirty="0">
                <a:solidFill>
                  <a:srgbClr val="CC0000"/>
                </a:solidFill>
              </a:rPr>
              <a:t> Method:                                                           </a:t>
            </a:r>
            <a:endParaRPr lang="en-US" altLang="en-US" dirty="0"/>
          </a:p>
          <a:p>
            <a:pPr marL="0" indent="0">
              <a:buNone/>
            </a:pPr>
            <a:r>
              <a:rPr lang="en-US" altLang="en-US" i="1" dirty="0"/>
              <a:t>Take  f(n)=3n</a:t>
            </a:r>
            <a:r>
              <a:rPr lang="en-US" altLang="en-US" dirty="0"/>
              <a:t> + </a:t>
            </a:r>
            <a:r>
              <a:rPr lang="en-US" altLang="en-US" i="1" dirty="0"/>
              <a:t>5</a:t>
            </a:r>
            <a:r>
              <a:rPr lang="en-US" altLang="en-US" dirty="0"/>
              <a:t> </a:t>
            </a:r>
          </a:p>
          <a:p>
            <a:pPr marL="0" indent="0">
              <a:buNone/>
            </a:pPr>
            <a:r>
              <a:rPr lang="en-US" altLang="en-US" dirty="0"/>
              <a:t>Replace  by </a:t>
            </a:r>
            <a:r>
              <a:rPr lang="en-US" altLang="en-US" i="1" dirty="0"/>
              <a:t>n</a:t>
            </a:r>
            <a:endParaRPr lang="en-US" altLang="en-US" dirty="0"/>
          </a:p>
          <a:p>
            <a:pPr marL="0" indent="0">
              <a:buNone/>
            </a:pPr>
            <a:r>
              <a:rPr lang="en-US" altLang="en-US" dirty="0"/>
              <a:t>3n + 5 </a:t>
            </a:r>
            <a:r>
              <a:rPr kumimoji="1" lang="en-US" altLang="en-US" sz="2800" dirty="0">
                <a:sym typeface="Symbol" panose="05050102010706020507" pitchFamily="18" charset="2"/>
              </a:rPr>
              <a:t></a:t>
            </a:r>
            <a:r>
              <a:rPr kumimoji="1" lang="en-US" altLang="en-US" sz="2800" dirty="0">
                <a:solidFill>
                  <a:schemeClr val="hlink"/>
                </a:solidFill>
              </a:rPr>
              <a:t> </a:t>
            </a:r>
            <a:r>
              <a:rPr kumimoji="1" lang="en-US" altLang="en-US" dirty="0"/>
              <a:t>3</a:t>
            </a:r>
            <a:r>
              <a:rPr lang="en-US" altLang="en-US" i="1" dirty="0"/>
              <a:t> n</a:t>
            </a:r>
            <a:r>
              <a:rPr kumimoji="1" lang="en-US" altLang="en-US" sz="2800" dirty="0"/>
              <a:t>+5</a:t>
            </a:r>
            <a:r>
              <a:rPr lang="en-US" altLang="en-US" i="1" dirty="0"/>
              <a:t> n</a:t>
            </a:r>
            <a:r>
              <a:rPr lang="en-US" altLang="en-US" baseline="30000" dirty="0"/>
              <a:t>    </a:t>
            </a:r>
          </a:p>
          <a:p>
            <a:pPr marL="0" indent="0">
              <a:buNone/>
            </a:pPr>
            <a:r>
              <a:rPr lang="en-US" altLang="en-US" dirty="0"/>
              <a:t>3n + 5 </a:t>
            </a:r>
            <a:r>
              <a:rPr kumimoji="1" lang="en-US" altLang="en-US" dirty="0">
                <a:sym typeface="Symbol" panose="05050102010706020507" pitchFamily="18" charset="2"/>
              </a:rPr>
              <a:t></a:t>
            </a:r>
            <a:r>
              <a:rPr kumimoji="1" lang="en-US" altLang="en-US" dirty="0">
                <a:solidFill>
                  <a:schemeClr val="hlink"/>
                </a:solidFill>
              </a:rPr>
              <a:t> </a:t>
            </a:r>
            <a:r>
              <a:rPr kumimoji="1" lang="en-US" altLang="en-US" dirty="0"/>
              <a:t>8</a:t>
            </a:r>
            <a:r>
              <a:rPr lang="en-US" altLang="en-US" i="1" dirty="0"/>
              <a:t> n</a:t>
            </a:r>
            <a:r>
              <a:rPr lang="en-US" altLang="en-US" baseline="30000" dirty="0"/>
              <a:t>  </a:t>
            </a:r>
          </a:p>
          <a:p>
            <a:pPr marL="0" indent="0">
              <a:buNone/>
            </a:pPr>
            <a:r>
              <a:rPr lang="en-US" altLang="en-US" dirty="0"/>
              <a:t>c=8 and no=1 such that n&gt;=1</a:t>
            </a:r>
            <a:endParaRPr lang="en-US" altLang="en-US" baseline="30000" dirty="0"/>
          </a:p>
          <a:p>
            <a:pPr marL="0" indent="0">
              <a:buNone/>
            </a:pPr>
            <a:endParaRPr lang="en-US" altLang="en-US" baseline="30000" dirty="0"/>
          </a:p>
          <a:p>
            <a:endParaRPr lang="en-US" altLang="en-US" b="1" u="sng" dirty="0">
              <a:solidFill>
                <a:srgbClr val="CC0000"/>
              </a:solidFill>
            </a:endParaRPr>
          </a:p>
          <a:p>
            <a:pPr marL="0" indent="0">
              <a:buNone/>
            </a:pPr>
            <a:endParaRPr lang="en-US" altLang="en-US" u="sng" dirty="0">
              <a:solidFill>
                <a:srgbClr val="CC0000"/>
              </a:solidFill>
            </a:endParaRPr>
          </a:p>
          <a:p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DE38498-B0B2-38D3-A80B-DFD95AF25F6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Department of I&amp;CT, MIT, Manipal</a:t>
            </a:r>
          </a:p>
        </p:txBody>
      </p:sp>
    </p:spTree>
    <p:extLst>
      <p:ext uri="{BB962C8B-B14F-4D97-AF65-F5344CB8AC3E}">
        <p14:creationId xmlns:p14="http://schemas.microsoft.com/office/powerpoint/2010/main" val="149434445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3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10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9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10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2" dur="10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3" dur="10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10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9" dur="10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0" dur="10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5" dur="5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6" dur="5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1" dur="10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2" dur="1000" fill="hold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3" dur="1000" fill="hold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4" fill="hold">
                      <p:stCondLst>
                        <p:cond delay="indefinite"/>
                      </p:stCondLst>
                      <p:childTnLst>
                        <p:par>
                          <p:cTn id="55" fill="hold">
                            <p:stCondLst>
                              <p:cond delay="0"/>
                            </p:stCondLst>
                            <p:childTnLst>
                              <p:par>
                                <p:cTn id="56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8" dur="10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9" dur="1000" fill="hold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0" dur="1000" fill="hold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2A09E32-82F6-CD9A-9623-1D30417ACED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6CB76AE-D971-C456-F2CF-12915BAB800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913" y="-20707"/>
            <a:ext cx="10515600" cy="1325563"/>
          </a:xfrm>
        </p:spPr>
        <p:txBody>
          <a:bodyPr/>
          <a:lstStyle/>
          <a:p>
            <a:r>
              <a:rPr lang="en-US" b="1" dirty="0"/>
              <a:t>Examples 2: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63F9A58-460F-A1D0-D96E-AA3A4214F9D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77078" y="1484243"/>
            <a:ext cx="11368558" cy="4750302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altLang="en-US" i="1" dirty="0"/>
              <a:t>3n</a:t>
            </a:r>
            <a:r>
              <a:rPr lang="en-US" altLang="en-US" dirty="0"/>
              <a:t> + </a:t>
            </a:r>
            <a:r>
              <a:rPr lang="en-US" altLang="en-US" i="1" dirty="0"/>
              <a:t>5</a:t>
            </a:r>
            <a:r>
              <a:rPr lang="en-US" altLang="en-US" dirty="0"/>
              <a:t> is  </a:t>
            </a:r>
            <a:r>
              <a:rPr lang="en-US" altLang="en-US" i="1" dirty="0"/>
              <a:t>O</a:t>
            </a:r>
            <a:r>
              <a:rPr lang="en-US" altLang="en-US" dirty="0"/>
              <a:t>(</a:t>
            </a:r>
            <a:r>
              <a:rPr lang="en-US" altLang="en-US" i="1" dirty="0"/>
              <a:t>n</a:t>
            </a:r>
            <a:r>
              <a:rPr lang="en-US" altLang="en-US" dirty="0"/>
              <a:t>). </a:t>
            </a:r>
            <a:r>
              <a:rPr lang="en-US" altLang="en-US" b="1" u="sng" dirty="0">
                <a:solidFill>
                  <a:srgbClr val="CC0000"/>
                </a:solidFill>
              </a:rPr>
              <a:t>How?</a:t>
            </a:r>
          </a:p>
          <a:p>
            <a:pPr marL="0" indent="0">
              <a:buNone/>
            </a:pPr>
            <a:r>
              <a:rPr lang="en-US" altLang="en-US" i="1" dirty="0"/>
              <a:t>f(n)=3n</a:t>
            </a:r>
            <a:r>
              <a:rPr lang="en-US" altLang="en-US" dirty="0"/>
              <a:t> + </a:t>
            </a:r>
            <a:r>
              <a:rPr lang="en-US" altLang="en-US" i="1" dirty="0"/>
              <a:t>5</a:t>
            </a:r>
            <a:r>
              <a:rPr lang="en-US" altLang="en-US" dirty="0"/>
              <a:t>  and g(n)=(</a:t>
            </a:r>
            <a:r>
              <a:rPr lang="en-US" altLang="en-US" i="1" dirty="0"/>
              <a:t>n</a:t>
            </a:r>
            <a:r>
              <a:rPr lang="en-US" altLang="en-US" dirty="0"/>
              <a:t>)</a:t>
            </a:r>
          </a:p>
          <a:p>
            <a:pPr marL="0" indent="0">
              <a:buNone/>
            </a:pPr>
            <a:endParaRPr lang="en-US" altLang="en-US" b="1" u="sng" dirty="0">
              <a:solidFill>
                <a:srgbClr val="CC0000"/>
              </a:solidFill>
            </a:endParaRPr>
          </a:p>
          <a:p>
            <a:pPr marL="0" indent="0">
              <a:buNone/>
            </a:pPr>
            <a:r>
              <a:rPr lang="en-US" altLang="en-US" b="1" u="sng" dirty="0" err="1">
                <a:solidFill>
                  <a:srgbClr val="CC0000"/>
                </a:solidFill>
              </a:rPr>
              <a:t>IInd</a:t>
            </a:r>
            <a:r>
              <a:rPr lang="en-US" altLang="en-US" b="1" u="sng" dirty="0">
                <a:solidFill>
                  <a:srgbClr val="CC0000"/>
                </a:solidFill>
              </a:rPr>
              <a:t> Method:                                                           </a:t>
            </a:r>
            <a:endParaRPr lang="en-US" altLang="en-US" dirty="0"/>
          </a:p>
          <a:p>
            <a:pPr marL="0" indent="0">
              <a:buNone/>
            </a:pPr>
            <a:r>
              <a:rPr lang="en-US" altLang="en-US" i="1" dirty="0"/>
              <a:t>Take  f(n)=3n</a:t>
            </a:r>
            <a:r>
              <a:rPr lang="en-US" altLang="en-US" dirty="0"/>
              <a:t> + </a:t>
            </a:r>
            <a:r>
              <a:rPr lang="en-US" altLang="en-US" i="1" dirty="0"/>
              <a:t>5</a:t>
            </a:r>
            <a:r>
              <a:rPr lang="en-US" altLang="en-US" dirty="0"/>
              <a:t> </a:t>
            </a:r>
          </a:p>
          <a:p>
            <a:pPr marL="0" indent="0">
              <a:buNone/>
            </a:pPr>
            <a:r>
              <a:rPr lang="en-US" altLang="en-US" dirty="0"/>
              <a:t>Add  </a:t>
            </a:r>
            <a:r>
              <a:rPr lang="en-US" altLang="en-US" i="1" dirty="0"/>
              <a:t>n</a:t>
            </a:r>
            <a:endParaRPr lang="en-US" altLang="en-US" dirty="0"/>
          </a:p>
          <a:p>
            <a:pPr marL="0" indent="0">
              <a:buNone/>
            </a:pPr>
            <a:r>
              <a:rPr lang="en-US" altLang="en-US" dirty="0"/>
              <a:t>3n + 5 </a:t>
            </a:r>
            <a:r>
              <a:rPr kumimoji="1" lang="en-US" altLang="en-US" sz="2800" dirty="0">
                <a:sym typeface="Symbol" panose="05050102010706020507" pitchFamily="18" charset="2"/>
              </a:rPr>
              <a:t></a:t>
            </a:r>
            <a:r>
              <a:rPr kumimoji="1" lang="en-US" altLang="en-US" sz="2800" dirty="0">
                <a:solidFill>
                  <a:schemeClr val="hlink"/>
                </a:solidFill>
              </a:rPr>
              <a:t> </a:t>
            </a:r>
            <a:r>
              <a:rPr kumimoji="1" lang="en-US" altLang="en-US" dirty="0"/>
              <a:t>3</a:t>
            </a:r>
            <a:r>
              <a:rPr lang="en-US" altLang="en-US" i="1" dirty="0"/>
              <a:t> n</a:t>
            </a:r>
            <a:r>
              <a:rPr lang="en-US" altLang="en-US" baseline="30000" dirty="0"/>
              <a:t> </a:t>
            </a:r>
            <a:r>
              <a:rPr kumimoji="1" lang="en-US" altLang="en-US" sz="2800" dirty="0"/>
              <a:t>+</a:t>
            </a:r>
            <a:r>
              <a:rPr lang="en-US" altLang="en-US" i="1" dirty="0"/>
              <a:t> n</a:t>
            </a:r>
            <a:r>
              <a:rPr lang="en-US" altLang="en-US" baseline="30000" dirty="0"/>
              <a:t>  </a:t>
            </a:r>
          </a:p>
          <a:p>
            <a:pPr marL="0" indent="0">
              <a:buNone/>
            </a:pPr>
            <a:r>
              <a:rPr lang="en-US" altLang="en-US" dirty="0"/>
              <a:t>3n + 5 </a:t>
            </a:r>
            <a:r>
              <a:rPr kumimoji="1" lang="en-US" altLang="en-US" dirty="0">
                <a:sym typeface="Symbol" panose="05050102010706020507" pitchFamily="18" charset="2"/>
              </a:rPr>
              <a:t></a:t>
            </a:r>
            <a:r>
              <a:rPr kumimoji="1" lang="en-US" altLang="en-US" dirty="0">
                <a:solidFill>
                  <a:schemeClr val="hlink"/>
                </a:solidFill>
              </a:rPr>
              <a:t> </a:t>
            </a:r>
            <a:r>
              <a:rPr kumimoji="1" lang="en-US" altLang="en-US" dirty="0"/>
              <a:t>4</a:t>
            </a:r>
            <a:r>
              <a:rPr lang="en-US" altLang="en-US" i="1" dirty="0"/>
              <a:t> n</a:t>
            </a:r>
            <a:r>
              <a:rPr lang="en-US" altLang="en-US" baseline="30000" dirty="0"/>
              <a:t>    </a:t>
            </a:r>
          </a:p>
          <a:p>
            <a:pPr marL="0" indent="0">
              <a:buNone/>
            </a:pPr>
            <a:r>
              <a:rPr lang="en-US" altLang="en-US" dirty="0"/>
              <a:t>c=4 and no=5 such that n&gt;=5</a:t>
            </a:r>
            <a:endParaRPr lang="en-US" altLang="en-US" baseline="30000" dirty="0"/>
          </a:p>
          <a:p>
            <a:pPr marL="0" indent="0">
              <a:buNone/>
            </a:pPr>
            <a:endParaRPr lang="en-US" altLang="en-US" baseline="30000" dirty="0"/>
          </a:p>
          <a:p>
            <a:endParaRPr lang="en-US" altLang="en-US" b="1" u="sng" dirty="0">
              <a:solidFill>
                <a:srgbClr val="CC0000"/>
              </a:solidFill>
            </a:endParaRPr>
          </a:p>
          <a:p>
            <a:pPr marL="0" indent="0">
              <a:buNone/>
            </a:pPr>
            <a:endParaRPr lang="en-US" altLang="en-US" u="sng" dirty="0">
              <a:solidFill>
                <a:srgbClr val="CC0000"/>
              </a:solidFill>
            </a:endParaRPr>
          </a:p>
          <a:p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0782831-85F6-D8AF-807A-245788BD309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Department of I&amp;CT, MIT, Manipal</a:t>
            </a:r>
          </a:p>
        </p:txBody>
      </p:sp>
    </p:spTree>
    <p:extLst>
      <p:ext uri="{BB962C8B-B14F-4D97-AF65-F5344CB8AC3E}">
        <p14:creationId xmlns:p14="http://schemas.microsoft.com/office/powerpoint/2010/main" val="383260984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1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1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10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7" dur="10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10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10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4" dur="10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5" dur="10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10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1" dur="10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2" dur="10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10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8" dur="10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9" dur="10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52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4" dur="10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5" dur="1000" fill="hold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6" dur="1000" fill="hold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1" dur="10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2" dur="1000" fill="hold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3" dur="1000" fill="hold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75B6440-9E39-990B-7DAE-CD0D324552A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1D353A9-5B7E-CC7D-3122-500E5E33E8E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913" y="-20707"/>
            <a:ext cx="10515600" cy="1325563"/>
          </a:xfrm>
        </p:spPr>
        <p:txBody>
          <a:bodyPr/>
          <a:lstStyle/>
          <a:p>
            <a:r>
              <a:rPr lang="en-US" b="1" dirty="0"/>
              <a:t>Example 3: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EDE79EE-CEDA-DBE5-E577-7CC232C5B7F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11721" y="1455452"/>
            <a:ext cx="11368558" cy="4750302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altLang="en-US" i="1" dirty="0"/>
              <a:t>3n</a:t>
            </a:r>
            <a:r>
              <a:rPr lang="en-US" altLang="en-US" dirty="0"/>
              <a:t> + </a:t>
            </a:r>
            <a:r>
              <a:rPr lang="en-US" altLang="en-US" i="1" dirty="0"/>
              <a:t>2</a:t>
            </a:r>
            <a:r>
              <a:rPr lang="en-US" altLang="en-US" dirty="0"/>
              <a:t> is  </a:t>
            </a:r>
            <a:r>
              <a:rPr lang="en-US" altLang="en-US" i="1" dirty="0"/>
              <a:t>O</a:t>
            </a:r>
            <a:r>
              <a:rPr lang="en-US" altLang="en-US" dirty="0"/>
              <a:t>(</a:t>
            </a:r>
            <a:r>
              <a:rPr lang="en-US" altLang="en-US" i="1" dirty="0"/>
              <a:t>n</a:t>
            </a:r>
            <a:r>
              <a:rPr lang="en-US" altLang="en-US" dirty="0"/>
              <a:t>). </a:t>
            </a:r>
            <a:r>
              <a:rPr lang="en-US" altLang="en-US" b="1" u="sng" dirty="0">
                <a:solidFill>
                  <a:srgbClr val="CC0000"/>
                </a:solidFill>
              </a:rPr>
              <a:t>How?</a:t>
            </a:r>
          </a:p>
          <a:p>
            <a:pPr marL="0" indent="0">
              <a:buNone/>
            </a:pPr>
            <a:r>
              <a:rPr lang="en-US" altLang="en-US" i="1" dirty="0"/>
              <a:t>f(n)=3n</a:t>
            </a:r>
            <a:r>
              <a:rPr lang="en-US" altLang="en-US" dirty="0"/>
              <a:t> + </a:t>
            </a:r>
            <a:r>
              <a:rPr lang="en-US" altLang="en-US" i="1" dirty="0"/>
              <a:t>2</a:t>
            </a:r>
            <a:r>
              <a:rPr lang="en-US" altLang="en-US" dirty="0"/>
              <a:t>  and g(n)=(</a:t>
            </a:r>
            <a:r>
              <a:rPr lang="en-US" altLang="en-US" i="1" dirty="0"/>
              <a:t>n</a:t>
            </a:r>
            <a:r>
              <a:rPr lang="en-US" altLang="en-US" dirty="0"/>
              <a:t>)</a:t>
            </a:r>
          </a:p>
          <a:p>
            <a:pPr marL="0" indent="0">
              <a:buNone/>
            </a:pPr>
            <a:endParaRPr lang="en-US" altLang="en-US" b="1" u="sng" dirty="0">
              <a:solidFill>
                <a:srgbClr val="CC0000"/>
              </a:solidFill>
            </a:endParaRPr>
          </a:p>
          <a:p>
            <a:pPr marL="0" indent="0">
              <a:buNone/>
            </a:pPr>
            <a:r>
              <a:rPr lang="en-US" altLang="en-US" b="1" u="sng" dirty="0" err="1">
                <a:solidFill>
                  <a:srgbClr val="CC0000"/>
                </a:solidFill>
              </a:rPr>
              <a:t>Ist</a:t>
            </a:r>
            <a:r>
              <a:rPr lang="en-US" altLang="en-US" b="1" u="sng" dirty="0">
                <a:solidFill>
                  <a:srgbClr val="CC0000"/>
                </a:solidFill>
              </a:rPr>
              <a:t> Method:                                                           </a:t>
            </a:r>
            <a:endParaRPr lang="en-US" altLang="en-US" dirty="0"/>
          </a:p>
          <a:p>
            <a:pPr marL="0" indent="0">
              <a:buNone/>
            </a:pPr>
            <a:r>
              <a:rPr lang="en-US" altLang="en-US" i="1" dirty="0"/>
              <a:t>Take  f(n)=3n</a:t>
            </a:r>
            <a:r>
              <a:rPr lang="en-US" altLang="en-US" dirty="0"/>
              <a:t> + </a:t>
            </a:r>
            <a:r>
              <a:rPr lang="en-US" altLang="en-US" i="1" dirty="0"/>
              <a:t>2</a:t>
            </a:r>
            <a:r>
              <a:rPr lang="en-US" altLang="en-US" dirty="0"/>
              <a:t> </a:t>
            </a:r>
          </a:p>
          <a:p>
            <a:pPr marL="0" indent="0">
              <a:buNone/>
            </a:pPr>
            <a:r>
              <a:rPr lang="en-US" altLang="en-US" dirty="0"/>
              <a:t>Replace  by </a:t>
            </a:r>
            <a:r>
              <a:rPr lang="en-US" altLang="en-US" i="1" dirty="0"/>
              <a:t>n</a:t>
            </a:r>
            <a:endParaRPr lang="en-US" altLang="en-US" dirty="0"/>
          </a:p>
          <a:p>
            <a:pPr marL="0" indent="0">
              <a:buNone/>
            </a:pPr>
            <a:r>
              <a:rPr lang="en-US" altLang="en-US" dirty="0"/>
              <a:t>3n + 2 </a:t>
            </a:r>
            <a:r>
              <a:rPr kumimoji="1" lang="en-US" altLang="en-US" sz="2800" dirty="0">
                <a:sym typeface="Symbol" panose="05050102010706020507" pitchFamily="18" charset="2"/>
              </a:rPr>
              <a:t></a:t>
            </a:r>
            <a:r>
              <a:rPr kumimoji="1" lang="en-US" altLang="en-US" sz="2800" dirty="0">
                <a:solidFill>
                  <a:schemeClr val="hlink"/>
                </a:solidFill>
              </a:rPr>
              <a:t> </a:t>
            </a:r>
            <a:r>
              <a:rPr kumimoji="1" lang="en-US" altLang="en-US" dirty="0"/>
              <a:t>3</a:t>
            </a:r>
            <a:r>
              <a:rPr lang="en-US" altLang="en-US" i="1" dirty="0"/>
              <a:t> n</a:t>
            </a:r>
            <a:r>
              <a:rPr kumimoji="1" lang="en-US" altLang="en-US" sz="2800" dirty="0"/>
              <a:t>+</a:t>
            </a:r>
            <a:r>
              <a:rPr kumimoji="1" lang="en-US" altLang="en-US" dirty="0"/>
              <a:t>2</a:t>
            </a:r>
            <a:r>
              <a:rPr lang="en-US" altLang="en-US" i="1" dirty="0"/>
              <a:t>n</a:t>
            </a:r>
            <a:r>
              <a:rPr lang="en-US" altLang="en-US" baseline="30000" dirty="0"/>
              <a:t>    </a:t>
            </a:r>
          </a:p>
          <a:p>
            <a:pPr marL="0" indent="0">
              <a:buNone/>
            </a:pPr>
            <a:r>
              <a:rPr lang="en-US" altLang="en-US" dirty="0"/>
              <a:t>3n + 2 </a:t>
            </a:r>
            <a:r>
              <a:rPr kumimoji="1" lang="en-US" altLang="en-US" dirty="0">
                <a:sym typeface="Symbol" panose="05050102010706020507" pitchFamily="18" charset="2"/>
              </a:rPr>
              <a:t></a:t>
            </a:r>
            <a:r>
              <a:rPr kumimoji="1" lang="en-US" altLang="en-US" dirty="0">
                <a:solidFill>
                  <a:schemeClr val="hlink"/>
                </a:solidFill>
              </a:rPr>
              <a:t> 5</a:t>
            </a:r>
            <a:r>
              <a:rPr lang="en-US" altLang="en-US" i="1" dirty="0"/>
              <a:t>n</a:t>
            </a:r>
            <a:r>
              <a:rPr lang="en-US" altLang="en-US" baseline="30000" dirty="0"/>
              <a:t>  </a:t>
            </a:r>
          </a:p>
          <a:p>
            <a:pPr marL="0" indent="0">
              <a:buNone/>
            </a:pPr>
            <a:r>
              <a:rPr lang="en-US" altLang="en-US" dirty="0"/>
              <a:t>c=5 and no=1 such that n&gt;=1</a:t>
            </a:r>
            <a:endParaRPr lang="en-US" altLang="en-US" baseline="30000" dirty="0"/>
          </a:p>
          <a:p>
            <a:pPr marL="0" indent="0">
              <a:buNone/>
            </a:pPr>
            <a:endParaRPr lang="en-US" altLang="en-US" baseline="30000" dirty="0"/>
          </a:p>
          <a:p>
            <a:endParaRPr lang="en-US" altLang="en-US" b="1" u="sng" dirty="0">
              <a:solidFill>
                <a:srgbClr val="CC0000"/>
              </a:solidFill>
            </a:endParaRPr>
          </a:p>
          <a:p>
            <a:pPr marL="0" indent="0">
              <a:buNone/>
            </a:pPr>
            <a:endParaRPr lang="en-US" altLang="en-US" u="sng" dirty="0">
              <a:solidFill>
                <a:srgbClr val="CC0000"/>
              </a:solidFill>
            </a:endParaRPr>
          </a:p>
          <a:p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A256305-EE98-032B-7BB8-975CD6D035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Department of I&amp;CT, MIT, Manipal</a:t>
            </a:r>
          </a:p>
        </p:txBody>
      </p:sp>
    </p:spTree>
    <p:extLst>
      <p:ext uri="{BB962C8B-B14F-4D97-AF65-F5344CB8AC3E}">
        <p14:creationId xmlns:p14="http://schemas.microsoft.com/office/powerpoint/2010/main" val="221627741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3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10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9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10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2" dur="10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3" dur="10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10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9" dur="10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0" dur="10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5" dur="5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6" dur="5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1" dur="10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2" dur="1000" fill="hold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3" dur="1000" fill="hold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4" fill="hold">
                      <p:stCondLst>
                        <p:cond delay="indefinite"/>
                      </p:stCondLst>
                      <p:childTnLst>
                        <p:par>
                          <p:cTn id="55" fill="hold">
                            <p:stCondLst>
                              <p:cond delay="0"/>
                            </p:stCondLst>
                            <p:childTnLst>
                              <p:par>
                                <p:cTn id="56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8" dur="10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9" dur="1000" fill="hold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0" dur="1000" fill="hold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4FED490-D051-B077-02F8-290DBB82AF8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B4C608A-8D32-4468-E074-4A809ECEB0D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913" y="-20707"/>
            <a:ext cx="10515600" cy="1325563"/>
          </a:xfrm>
        </p:spPr>
        <p:txBody>
          <a:bodyPr/>
          <a:lstStyle/>
          <a:p>
            <a:r>
              <a:rPr lang="en-US" b="1" dirty="0"/>
              <a:t>Examples 2: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F502EC1-FD91-4352-1CD3-E6A8315B28D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77078" y="1484243"/>
            <a:ext cx="11368558" cy="4750302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altLang="en-US" i="1" dirty="0"/>
              <a:t>3n</a:t>
            </a:r>
            <a:r>
              <a:rPr lang="en-US" altLang="en-US" dirty="0"/>
              <a:t> + </a:t>
            </a:r>
            <a:r>
              <a:rPr lang="en-US" altLang="en-US" i="1" dirty="0"/>
              <a:t>2 </a:t>
            </a:r>
            <a:r>
              <a:rPr lang="en-US" altLang="en-US" dirty="0"/>
              <a:t>is  </a:t>
            </a:r>
            <a:r>
              <a:rPr lang="en-US" altLang="en-US" i="1" dirty="0"/>
              <a:t>O</a:t>
            </a:r>
            <a:r>
              <a:rPr lang="en-US" altLang="en-US" dirty="0"/>
              <a:t>(</a:t>
            </a:r>
            <a:r>
              <a:rPr lang="en-US" altLang="en-US" i="1" dirty="0"/>
              <a:t>n</a:t>
            </a:r>
            <a:r>
              <a:rPr lang="en-US" altLang="en-US" dirty="0"/>
              <a:t>). </a:t>
            </a:r>
            <a:r>
              <a:rPr lang="en-US" altLang="en-US" b="1" u="sng" dirty="0">
                <a:solidFill>
                  <a:srgbClr val="CC0000"/>
                </a:solidFill>
              </a:rPr>
              <a:t>How?</a:t>
            </a:r>
          </a:p>
          <a:p>
            <a:pPr marL="0" indent="0">
              <a:buNone/>
            </a:pPr>
            <a:r>
              <a:rPr lang="en-US" altLang="en-US" i="1" dirty="0"/>
              <a:t>f(n)=3n</a:t>
            </a:r>
            <a:r>
              <a:rPr lang="en-US" altLang="en-US" dirty="0"/>
              <a:t> + </a:t>
            </a:r>
            <a:r>
              <a:rPr lang="en-US" altLang="en-US" i="1" dirty="0"/>
              <a:t>2</a:t>
            </a:r>
            <a:r>
              <a:rPr lang="en-US" altLang="en-US" dirty="0"/>
              <a:t>  and g(n)=(</a:t>
            </a:r>
            <a:r>
              <a:rPr lang="en-US" altLang="en-US" i="1" dirty="0"/>
              <a:t>n</a:t>
            </a:r>
            <a:r>
              <a:rPr lang="en-US" altLang="en-US" dirty="0"/>
              <a:t>)</a:t>
            </a:r>
          </a:p>
          <a:p>
            <a:pPr marL="0" indent="0">
              <a:buNone/>
            </a:pPr>
            <a:endParaRPr lang="en-US" altLang="en-US" b="1" u="sng" dirty="0">
              <a:solidFill>
                <a:srgbClr val="CC0000"/>
              </a:solidFill>
            </a:endParaRPr>
          </a:p>
          <a:p>
            <a:pPr marL="0" indent="0">
              <a:buNone/>
            </a:pPr>
            <a:r>
              <a:rPr lang="en-US" altLang="en-US" b="1" u="sng" dirty="0" err="1">
                <a:solidFill>
                  <a:srgbClr val="CC0000"/>
                </a:solidFill>
              </a:rPr>
              <a:t>IInd</a:t>
            </a:r>
            <a:r>
              <a:rPr lang="en-US" altLang="en-US" b="1" u="sng" dirty="0">
                <a:solidFill>
                  <a:srgbClr val="CC0000"/>
                </a:solidFill>
              </a:rPr>
              <a:t> Method:                                                           </a:t>
            </a:r>
            <a:endParaRPr lang="en-US" altLang="en-US" dirty="0"/>
          </a:p>
          <a:p>
            <a:pPr marL="0" indent="0">
              <a:buNone/>
            </a:pPr>
            <a:r>
              <a:rPr lang="en-US" altLang="en-US" i="1" dirty="0"/>
              <a:t>Take  f(n)=3n</a:t>
            </a:r>
            <a:r>
              <a:rPr lang="en-US" altLang="en-US" dirty="0"/>
              <a:t> + </a:t>
            </a:r>
            <a:r>
              <a:rPr lang="en-US" altLang="en-US" i="1" dirty="0"/>
              <a:t>2</a:t>
            </a:r>
            <a:r>
              <a:rPr lang="en-US" altLang="en-US" dirty="0"/>
              <a:t> </a:t>
            </a:r>
          </a:p>
          <a:p>
            <a:pPr marL="0" indent="0">
              <a:buNone/>
            </a:pPr>
            <a:r>
              <a:rPr lang="en-US" altLang="en-US" dirty="0"/>
              <a:t>Add  </a:t>
            </a:r>
            <a:r>
              <a:rPr lang="en-US" altLang="en-US" i="1" dirty="0"/>
              <a:t>n</a:t>
            </a:r>
            <a:endParaRPr lang="en-US" altLang="en-US" dirty="0"/>
          </a:p>
          <a:p>
            <a:pPr marL="0" indent="0">
              <a:buNone/>
            </a:pPr>
            <a:r>
              <a:rPr lang="en-US" altLang="en-US" dirty="0"/>
              <a:t>3n + 2 </a:t>
            </a:r>
            <a:r>
              <a:rPr kumimoji="1" lang="en-US" altLang="en-US" sz="2800" dirty="0">
                <a:sym typeface="Symbol" panose="05050102010706020507" pitchFamily="18" charset="2"/>
              </a:rPr>
              <a:t></a:t>
            </a:r>
            <a:r>
              <a:rPr kumimoji="1" lang="en-US" altLang="en-US" sz="2800" dirty="0">
                <a:solidFill>
                  <a:schemeClr val="hlink"/>
                </a:solidFill>
              </a:rPr>
              <a:t> </a:t>
            </a:r>
            <a:r>
              <a:rPr kumimoji="1" lang="en-US" altLang="en-US" dirty="0"/>
              <a:t>3</a:t>
            </a:r>
            <a:r>
              <a:rPr lang="en-US" altLang="en-US" i="1" dirty="0"/>
              <a:t> n</a:t>
            </a:r>
            <a:r>
              <a:rPr lang="en-US" altLang="en-US" baseline="30000" dirty="0"/>
              <a:t> </a:t>
            </a:r>
            <a:r>
              <a:rPr kumimoji="1" lang="en-US" altLang="en-US" sz="2800" dirty="0"/>
              <a:t>+</a:t>
            </a:r>
            <a:r>
              <a:rPr lang="en-US" altLang="en-US" i="1" dirty="0"/>
              <a:t> n</a:t>
            </a:r>
            <a:r>
              <a:rPr lang="en-US" altLang="en-US" baseline="30000" dirty="0"/>
              <a:t>  </a:t>
            </a:r>
          </a:p>
          <a:p>
            <a:pPr marL="0" indent="0">
              <a:buNone/>
            </a:pPr>
            <a:r>
              <a:rPr lang="en-US" altLang="en-US" dirty="0"/>
              <a:t>3n + 2 </a:t>
            </a:r>
            <a:r>
              <a:rPr kumimoji="1" lang="en-US" altLang="en-US" dirty="0">
                <a:sym typeface="Symbol" panose="05050102010706020507" pitchFamily="18" charset="2"/>
              </a:rPr>
              <a:t></a:t>
            </a:r>
            <a:r>
              <a:rPr kumimoji="1" lang="en-US" altLang="en-US" dirty="0">
                <a:solidFill>
                  <a:schemeClr val="hlink"/>
                </a:solidFill>
              </a:rPr>
              <a:t> </a:t>
            </a:r>
            <a:r>
              <a:rPr kumimoji="1" lang="en-US" altLang="en-US" dirty="0"/>
              <a:t>4</a:t>
            </a:r>
            <a:r>
              <a:rPr lang="en-US" altLang="en-US" i="1" dirty="0"/>
              <a:t> n</a:t>
            </a:r>
            <a:r>
              <a:rPr lang="en-US" altLang="en-US" baseline="30000" dirty="0"/>
              <a:t>    </a:t>
            </a:r>
          </a:p>
          <a:p>
            <a:pPr marL="0" indent="0">
              <a:buNone/>
            </a:pPr>
            <a:r>
              <a:rPr lang="en-US" altLang="en-US" dirty="0"/>
              <a:t>c=4 and no=2 such that n&gt;=2</a:t>
            </a:r>
            <a:endParaRPr lang="en-US" altLang="en-US" baseline="30000" dirty="0"/>
          </a:p>
          <a:p>
            <a:pPr marL="0" indent="0">
              <a:buNone/>
            </a:pPr>
            <a:endParaRPr lang="en-US" altLang="en-US" baseline="30000" dirty="0"/>
          </a:p>
          <a:p>
            <a:endParaRPr lang="en-US" altLang="en-US" b="1" u="sng" dirty="0">
              <a:solidFill>
                <a:srgbClr val="CC0000"/>
              </a:solidFill>
            </a:endParaRPr>
          </a:p>
          <a:p>
            <a:pPr marL="0" indent="0">
              <a:buNone/>
            </a:pPr>
            <a:endParaRPr lang="en-US" altLang="en-US" u="sng" dirty="0">
              <a:solidFill>
                <a:srgbClr val="CC0000"/>
              </a:solidFill>
            </a:endParaRPr>
          </a:p>
          <a:p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A8D49A3-4CC1-F890-661C-77D1B4DCCFA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Department of I&amp;CT, MIT, Manipal</a:t>
            </a:r>
          </a:p>
        </p:txBody>
      </p:sp>
    </p:spTree>
    <p:extLst>
      <p:ext uri="{BB962C8B-B14F-4D97-AF65-F5344CB8AC3E}">
        <p14:creationId xmlns:p14="http://schemas.microsoft.com/office/powerpoint/2010/main" val="244291092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1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1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10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7" dur="10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10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10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4" dur="10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5" dur="10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10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1" dur="10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2" dur="10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10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8" dur="10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9" dur="10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52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4" dur="10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5" dur="1000" fill="hold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6" dur="1000" fill="hold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1" dur="10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2" dur="1000" fill="hold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3" dur="1000" fill="hold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7A17054-3F51-4683-86F6-BFA4B153228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61122" y="-220895"/>
            <a:ext cx="10515600" cy="1325563"/>
          </a:xfrm>
        </p:spPr>
        <p:txBody>
          <a:bodyPr/>
          <a:lstStyle/>
          <a:p>
            <a:r>
              <a:rPr lang="en-US" b="1" dirty="0"/>
              <a:t>Big Oh Ratio Theorem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B2BA342-8E69-4EF7-AB16-9BAD4729F04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Department of I&amp;CT, MIT, Manipal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43F4FB4B-66F5-4EA7-9237-D93A51B75AAB}"/>
                  </a:ext>
                </a:extLst>
              </p:cNvPr>
              <p:cNvSpPr txBox="1"/>
              <p:nvPr/>
            </p:nvSpPr>
            <p:spPr>
              <a:xfrm>
                <a:off x="361121" y="1104668"/>
                <a:ext cx="10515600" cy="4592283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2400" b="1" dirty="0"/>
                  <a:t>Theorem [Big Oh Ratio Theorem</a:t>
                </a:r>
                <a:r>
                  <a:rPr lang="en-US" sz="2400" b="1" i="1" dirty="0"/>
                  <a:t>] </a:t>
                </a:r>
                <a:r>
                  <a:rPr lang="en-US" sz="2400" i="1" dirty="0"/>
                  <a:t>Let f(n) and g(n) be such that lim </a:t>
                </a:r>
                <a:r>
                  <a:rPr lang="en-US" sz="2400" i="1" baseline="-25000" dirty="0"/>
                  <a:t>n</a:t>
                </a:r>
                <a14:m>
                  <m:oMath xmlns:m="http://schemas.openxmlformats.org/officeDocument/2006/math">
                    <m:r>
                      <a:rPr lang="en-US" sz="2400" i="1" baseline="-2500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→∞</m:t>
                    </m:r>
                    <m:f>
                      <m:fPr>
                        <m:ctrlPr>
                          <a:rPr lang="en-US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𝑓</m:t>
                        </m:r>
                        <m:d>
                          <m:dPr>
                            <m:ctrlPr>
                              <a:rPr lang="en-US" sz="24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sz="24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𝑛</m:t>
                            </m:r>
                          </m:e>
                        </m:d>
                      </m:num>
                      <m:den>
                        <m:r>
                          <a:rPr lang="en-US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𝑔</m:t>
                        </m:r>
                        <m:d>
                          <m:dPr>
                            <m:ctrlPr>
                              <a:rPr lang="en-US" sz="24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sz="24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𝑛</m:t>
                            </m:r>
                          </m:e>
                        </m:d>
                      </m:den>
                    </m:f>
                  </m:oMath>
                </a14:m>
                <a:r>
                  <a:rPr lang="en-US" sz="2400" i="1" dirty="0"/>
                  <a:t> exists.  f(n)=O(g(n) </a:t>
                </a:r>
                <a:r>
                  <a:rPr lang="en-US" sz="2400" i="1" dirty="0" err="1"/>
                  <a:t>iff</a:t>
                </a:r>
                <a:r>
                  <a:rPr lang="en-US" sz="2400" i="1" dirty="0"/>
                  <a:t> lim </a:t>
                </a:r>
                <a:r>
                  <a:rPr lang="en-US" sz="2400" i="1" baseline="-25000" dirty="0"/>
                  <a:t>n</a:t>
                </a:r>
                <a14:m>
                  <m:oMath xmlns:m="http://schemas.openxmlformats.org/officeDocument/2006/math">
                    <m:r>
                      <a:rPr lang="en-US" sz="2400" i="1" baseline="-2500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→∞</m:t>
                    </m:r>
                    <m:f>
                      <m:fPr>
                        <m:ctrlPr>
                          <a:rPr lang="en-US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𝑓</m:t>
                        </m:r>
                        <m:d>
                          <m:dPr>
                            <m:ctrlPr>
                              <a:rPr lang="en-US" sz="24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sz="24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𝑛</m:t>
                            </m:r>
                          </m:e>
                        </m:d>
                      </m:num>
                      <m:den>
                        <m:r>
                          <a:rPr lang="en-US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𝑔</m:t>
                        </m:r>
                        <m:d>
                          <m:dPr>
                            <m:ctrlPr>
                              <a:rPr lang="en-US" sz="24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sz="24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𝑛</m:t>
                            </m:r>
                          </m:e>
                        </m:d>
                      </m:den>
                    </m:f>
                    <m:r>
                      <a:rPr lang="en-US" sz="24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  <m:r>
                      <a:rPr lang="en-US" sz="2400" i="1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≤</m:t>
                    </m:r>
                    <m:r>
                      <a:rPr lang="en-US" sz="2400" b="0" i="1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𝑐</m:t>
                    </m:r>
                    <m:r>
                      <a:rPr lang="en-US" sz="2400" b="0" i="1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 </m:t>
                    </m:r>
                  </m:oMath>
                </a14:m>
                <a:r>
                  <a:rPr lang="en-US" sz="2400" b="0" i="1" dirty="0">
                    <a:ea typeface="Cambria Math" panose="02040503050406030204" pitchFamily="18" charset="0"/>
                  </a:rPr>
                  <a:t>for some finite constant c</a:t>
                </a:r>
                <a:r>
                  <a:rPr lang="en-US" b="0" i="1" dirty="0">
                    <a:ea typeface="Cambria Math" panose="02040503050406030204" pitchFamily="18" charset="0"/>
                  </a:rPr>
                  <a:t>.</a:t>
                </a:r>
              </a:p>
              <a:p>
                <a:endParaRPr lang="en-US" i="1" dirty="0">
                  <a:ea typeface="Cambria Math" panose="02040503050406030204" pitchFamily="18" charset="0"/>
                </a:endParaRPr>
              </a:p>
              <a:p>
                <a:endParaRPr lang="en-US" b="0" i="1" dirty="0">
                  <a:ea typeface="Cambria Math" panose="02040503050406030204" pitchFamily="18" charset="0"/>
                </a:endParaRPr>
              </a:p>
              <a:p>
                <a:r>
                  <a:rPr lang="en-US" sz="2400" i="1" dirty="0">
                    <a:ea typeface="Cambria Math" panose="02040503050406030204" pitchFamily="18" charset="0"/>
                  </a:rPr>
                  <a:t>Proof:</a:t>
                </a:r>
              </a:p>
              <a:p>
                <a:r>
                  <a:rPr lang="en-US" sz="2400" i="1" dirty="0">
                    <a:ea typeface="Cambria Math" panose="02040503050406030204" pitchFamily="18" charset="0"/>
                  </a:rPr>
                  <a:t> </a:t>
                </a:r>
                <a:r>
                  <a:rPr lang="en-US" sz="2400" i="1" dirty="0"/>
                  <a:t>f(n)=O(g(n)  implies there exists c and n</a:t>
                </a:r>
                <a:r>
                  <a:rPr lang="en-US" sz="2400" i="1" baseline="-25000" dirty="0"/>
                  <a:t>0 </a:t>
                </a:r>
                <a:r>
                  <a:rPr lang="en-US" sz="2400" i="1" dirty="0"/>
                  <a:t>such that f(n) </a:t>
                </a:r>
                <a14:m>
                  <m:oMath xmlns:m="http://schemas.openxmlformats.org/officeDocument/2006/math">
                    <m:r>
                      <a:rPr lang="en-US" sz="2400" i="1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≤</m:t>
                    </m:r>
                    <m:r>
                      <a:rPr lang="en-US" sz="2400" b="0" i="1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𝑐</m:t>
                    </m:r>
                    <m:r>
                      <a:rPr lang="en-US" sz="2400" b="0" i="1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sz="2400" b="0" i="1" dirty="0">
                    <a:ea typeface="Cambria Math" panose="02040503050406030204" pitchFamily="18" charset="0"/>
                  </a:rPr>
                  <a:t>g(n) (as per Definition) there for </a:t>
                </a:r>
                <a:r>
                  <a:rPr lang="en-US" sz="2400" i="1" dirty="0"/>
                  <a:t>lim </a:t>
                </a:r>
                <a:r>
                  <a:rPr lang="en-US" sz="2400" i="1" baseline="-25000" dirty="0"/>
                  <a:t>n</a:t>
                </a:r>
                <a14:m>
                  <m:oMath xmlns:m="http://schemas.openxmlformats.org/officeDocument/2006/math">
                    <m:r>
                      <a:rPr lang="en-US" sz="2400" i="1" baseline="-2500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→∞</m:t>
                    </m:r>
                    <m:f>
                      <m:fPr>
                        <m:ctrlPr>
                          <a:rPr lang="en-US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𝑓</m:t>
                        </m:r>
                        <m:d>
                          <m:dPr>
                            <m:ctrlPr>
                              <a:rPr lang="en-US" sz="24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sz="24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𝑛</m:t>
                            </m:r>
                          </m:e>
                        </m:d>
                      </m:num>
                      <m:den>
                        <m:r>
                          <a:rPr lang="en-US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𝑔</m:t>
                        </m:r>
                        <m:d>
                          <m:dPr>
                            <m:ctrlPr>
                              <a:rPr lang="en-US" sz="24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sz="24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𝑛</m:t>
                            </m:r>
                          </m:e>
                        </m:d>
                      </m:den>
                    </m:f>
                  </m:oMath>
                </a14:m>
                <a:r>
                  <a:rPr lang="en-US" sz="2400" i="1" dirty="0"/>
                  <a:t> </a:t>
                </a:r>
                <a14:m>
                  <m:oMath xmlns:m="http://schemas.openxmlformats.org/officeDocument/2006/math">
                    <m:r>
                      <a:rPr lang="en-US" sz="2400" i="1" dirty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≤</m:t>
                    </m:r>
                    <m:r>
                      <a:rPr lang="en-US" sz="2400" i="1" dirty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𝑐</m:t>
                    </m:r>
                    <m:r>
                      <a:rPr lang="en-US" sz="2400" i="1" dirty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</m:oMath>
                </a14:m>
                <a:endParaRPr lang="en-US" sz="2400" b="0" i="1" dirty="0">
                  <a:ea typeface="Cambria Math" panose="02040503050406030204" pitchFamily="18" charset="0"/>
                </a:endParaRPr>
              </a:p>
              <a:p>
                <a:r>
                  <a:rPr lang="en-US" sz="2400" i="1" dirty="0">
                    <a:ea typeface="Cambria Math" panose="02040503050406030204" pitchFamily="18" charset="0"/>
                  </a:rPr>
                  <a:t> </a:t>
                </a:r>
              </a:p>
              <a:p>
                <a:r>
                  <a:rPr lang="en-US" sz="2400" i="1" dirty="0">
                    <a:ea typeface="Cambria Math" panose="02040503050406030204" pitchFamily="18" charset="0"/>
                  </a:rPr>
                  <a:t>Now if </a:t>
                </a:r>
                <a:r>
                  <a:rPr lang="en-US" sz="2400" i="1" dirty="0"/>
                  <a:t>lim </a:t>
                </a:r>
                <a:r>
                  <a:rPr lang="en-US" sz="2400" i="1" baseline="-25000" dirty="0"/>
                  <a:t>n</a:t>
                </a:r>
                <a14:m>
                  <m:oMath xmlns:m="http://schemas.openxmlformats.org/officeDocument/2006/math">
                    <m:r>
                      <a:rPr lang="en-US" sz="2400" i="1" baseline="-2500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→∞</m:t>
                    </m:r>
                    <m:f>
                      <m:fPr>
                        <m:ctrlPr>
                          <a:rPr lang="en-US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𝑓</m:t>
                        </m:r>
                        <m:d>
                          <m:dPr>
                            <m:ctrlPr>
                              <a:rPr lang="en-US" sz="24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sz="24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𝑛</m:t>
                            </m:r>
                          </m:e>
                        </m:d>
                      </m:num>
                      <m:den>
                        <m:r>
                          <a:rPr lang="en-US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𝑔</m:t>
                        </m:r>
                        <m:d>
                          <m:dPr>
                            <m:ctrlPr>
                              <a:rPr lang="en-US" sz="24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sz="24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𝑛</m:t>
                            </m:r>
                          </m:e>
                        </m:d>
                      </m:den>
                    </m:f>
                  </m:oMath>
                </a14:m>
                <a:r>
                  <a:rPr lang="en-US" sz="2400" i="1" dirty="0"/>
                  <a:t> </a:t>
                </a:r>
                <a14:m>
                  <m:oMath xmlns:m="http://schemas.openxmlformats.org/officeDocument/2006/math">
                    <m:r>
                      <a:rPr lang="en-US" sz="2400" i="1" dirty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≤</m:t>
                    </m:r>
                    <m:r>
                      <a:rPr lang="en-US" sz="2400" i="1" dirty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𝑐</m:t>
                    </m:r>
                    <m:r>
                      <a:rPr lang="en-US" sz="2400" i="1" dirty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sz="2400" b="0" i="1" dirty="0">
                    <a:ea typeface="Cambria Math" panose="02040503050406030204" pitchFamily="18" charset="0"/>
                  </a:rPr>
                  <a:t> then  f(n) </a:t>
                </a:r>
                <a14:m>
                  <m:oMath xmlns:m="http://schemas.openxmlformats.org/officeDocument/2006/math">
                    <m:r>
                      <a:rPr lang="en-US" sz="2400" i="1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≤</m:t>
                    </m:r>
                    <m:r>
                      <m:rPr>
                        <m:sty m:val="p"/>
                      </m:rPr>
                      <a:rPr lang="en-US" sz="2400" b="0" i="0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max</m:t>
                    </m:r>
                    <m:r>
                      <a:rPr lang="en-US" sz="2400" b="0" i="1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⁡{1, </m:t>
                    </m:r>
                    <m:r>
                      <a:rPr lang="en-US" sz="2400" b="0" i="1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𝑐</m:t>
                    </m:r>
                    <m:r>
                      <a:rPr lang="en-US" sz="2400" b="0" i="1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} </m:t>
                    </m:r>
                  </m:oMath>
                </a14:m>
                <a:r>
                  <a:rPr lang="en-US" sz="2400" b="0" i="1" dirty="0">
                    <a:ea typeface="Cambria Math" panose="02040503050406030204" pitchFamily="18" charset="0"/>
                  </a:rPr>
                  <a:t>g(n)  therefore </a:t>
                </a:r>
                <a:r>
                  <a:rPr lang="en-US" sz="2400" i="1" dirty="0"/>
                  <a:t>f(n)=O(g(n) </a:t>
                </a:r>
                <a:endParaRPr lang="en-US" sz="2400" b="0" i="1" dirty="0">
                  <a:ea typeface="Cambria Math" panose="02040503050406030204" pitchFamily="18" charset="0"/>
                </a:endParaRPr>
              </a:p>
              <a:p>
                <a:endParaRPr lang="en-US" sz="2400" b="0" i="1" dirty="0">
                  <a:ea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43F4FB4B-66F5-4EA7-9237-D93A51B75AA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61121" y="1104668"/>
                <a:ext cx="10515600" cy="4592283"/>
              </a:xfrm>
              <a:prstGeom prst="rect">
                <a:avLst/>
              </a:prstGeom>
              <a:blipFill>
                <a:blip r:embed="rId2"/>
                <a:stretch>
                  <a:fillRect l="-870" r="-110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8275620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30D60E8-E926-B5E4-711B-F9FD4E210B7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75184BB-8A48-F770-9ABA-F747B0FA90F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61122" y="-220895"/>
            <a:ext cx="10515600" cy="1325563"/>
          </a:xfrm>
        </p:spPr>
        <p:txBody>
          <a:bodyPr/>
          <a:lstStyle/>
          <a:p>
            <a:r>
              <a:rPr lang="en-US" b="1" dirty="0"/>
              <a:t>Big Oh Ratio Theorem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1685237-2DEF-E50F-CAD7-33AF2FF5050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Department of I&amp;CT, MIT, Manipal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35D9E0C0-C293-5A7F-78C4-873EB605B016}"/>
                  </a:ext>
                </a:extLst>
              </p:cNvPr>
              <p:cNvSpPr txBox="1"/>
              <p:nvPr/>
            </p:nvSpPr>
            <p:spPr>
              <a:xfrm>
                <a:off x="1315279" y="1104668"/>
                <a:ext cx="8110332" cy="332398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2400" b="1" dirty="0">
                    <a:solidFill>
                      <a:srgbClr val="0070C0"/>
                    </a:solidFill>
                  </a:rPr>
                  <a:t>Check whether 10n</a:t>
                </a:r>
                <a:r>
                  <a:rPr lang="en-US" sz="2400" b="1" baseline="30000" dirty="0">
                    <a:solidFill>
                      <a:srgbClr val="0070C0"/>
                    </a:solidFill>
                  </a:rPr>
                  <a:t>2</a:t>
                </a:r>
                <a:r>
                  <a:rPr lang="en-US" sz="2400" b="1" dirty="0">
                    <a:solidFill>
                      <a:srgbClr val="0070C0"/>
                    </a:solidFill>
                  </a:rPr>
                  <a:t> – 5n + 6 = O(n</a:t>
                </a:r>
                <a:r>
                  <a:rPr lang="en-US" sz="2400" b="1" baseline="30000" dirty="0">
                    <a:solidFill>
                      <a:srgbClr val="0070C0"/>
                    </a:solidFill>
                  </a:rPr>
                  <a:t>2</a:t>
                </a:r>
                <a:r>
                  <a:rPr lang="en-US" sz="2400" b="1" dirty="0">
                    <a:solidFill>
                      <a:srgbClr val="0070C0"/>
                    </a:solidFill>
                  </a:rPr>
                  <a:t>)</a:t>
                </a:r>
              </a:p>
              <a:p>
                <a:r>
                  <a:rPr lang="en-US" sz="2400" b="1" i="1" dirty="0">
                    <a:solidFill>
                      <a:srgbClr val="0070C0"/>
                    </a:solidFill>
                  </a:rPr>
                  <a:t>lim </a:t>
                </a:r>
                <a:r>
                  <a:rPr lang="en-US" sz="2400" b="1" i="1" baseline="-25000" dirty="0">
                    <a:solidFill>
                      <a:srgbClr val="0070C0"/>
                    </a:solidFill>
                  </a:rPr>
                  <a:t>n</a:t>
                </a:r>
                <a14:m>
                  <m:oMath xmlns:m="http://schemas.openxmlformats.org/officeDocument/2006/math">
                    <m:r>
                      <a:rPr lang="en-US" sz="2400" b="1" i="1" baseline="-25000">
                        <a:solidFill>
                          <a:srgbClr val="0070C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→∞ </m:t>
                    </m:r>
                    <m:r>
                      <m:rPr>
                        <m:nor/>
                      </m:rPr>
                      <a:rPr lang="en-US" sz="2400" b="1" i="0" dirty="0" smtClean="0">
                        <a:solidFill>
                          <a:srgbClr val="0070C0"/>
                        </a:solidFill>
                      </a:rPr>
                      <m:t>(1</m:t>
                    </m:r>
                    <m:r>
                      <m:rPr>
                        <m:nor/>
                      </m:rPr>
                      <a:rPr lang="en-US" sz="2400" b="1" dirty="0" smtClean="0">
                        <a:solidFill>
                          <a:srgbClr val="0070C0"/>
                        </a:solidFill>
                      </a:rPr>
                      <m:t>0</m:t>
                    </m:r>
                    <m:r>
                      <m:rPr>
                        <m:nor/>
                      </m:rPr>
                      <a:rPr lang="en-US" sz="2400" b="1" dirty="0" smtClean="0">
                        <a:solidFill>
                          <a:srgbClr val="0070C0"/>
                        </a:solidFill>
                      </a:rPr>
                      <m:t>n</m:t>
                    </m:r>
                    <m:r>
                      <m:rPr>
                        <m:nor/>
                      </m:rPr>
                      <a:rPr lang="en-US" sz="2400" b="1" baseline="30000" dirty="0" smtClean="0">
                        <a:solidFill>
                          <a:srgbClr val="0070C0"/>
                        </a:solidFill>
                      </a:rPr>
                      <m:t>2</m:t>
                    </m:r>
                    <m:r>
                      <m:rPr>
                        <m:nor/>
                      </m:rPr>
                      <a:rPr lang="en-US" sz="2400" b="1" dirty="0" smtClean="0">
                        <a:solidFill>
                          <a:srgbClr val="0070C0"/>
                        </a:solidFill>
                      </a:rPr>
                      <m:t> – 5</m:t>
                    </m:r>
                    <m:r>
                      <m:rPr>
                        <m:nor/>
                      </m:rPr>
                      <a:rPr lang="en-US" sz="2400" b="1" dirty="0" smtClean="0">
                        <a:solidFill>
                          <a:srgbClr val="0070C0"/>
                        </a:solidFill>
                      </a:rPr>
                      <m:t>n</m:t>
                    </m:r>
                    <m:r>
                      <m:rPr>
                        <m:nor/>
                      </m:rPr>
                      <a:rPr lang="en-US" sz="2400" b="1" dirty="0" smtClean="0">
                        <a:solidFill>
                          <a:srgbClr val="0070C0"/>
                        </a:solidFill>
                      </a:rPr>
                      <m:t> + 6)</m:t>
                    </m:r>
                    <m:r>
                      <a:rPr lang="en-US" sz="2400" b="1" i="1">
                        <a:solidFill>
                          <a:srgbClr val="0070C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/</m:t>
                    </m:r>
                    <m:r>
                      <m:rPr>
                        <m:nor/>
                      </m:rPr>
                      <a:rPr lang="en-US" sz="2400" b="1" dirty="0" smtClean="0">
                        <a:solidFill>
                          <a:srgbClr val="0070C0"/>
                        </a:solidFill>
                      </a:rPr>
                      <m:t>n</m:t>
                    </m:r>
                    <m:r>
                      <m:rPr>
                        <m:nor/>
                      </m:rPr>
                      <a:rPr lang="en-US" sz="2400" b="1" baseline="30000" dirty="0" smtClean="0">
                        <a:solidFill>
                          <a:srgbClr val="0070C0"/>
                        </a:solidFill>
                      </a:rPr>
                      <m:t>2</m:t>
                    </m:r>
                  </m:oMath>
                </a14:m>
                <a:r>
                  <a:rPr lang="en-US" sz="2400" b="1" dirty="0">
                    <a:solidFill>
                      <a:srgbClr val="0070C0"/>
                    </a:solidFill>
                  </a:rPr>
                  <a:t> </a:t>
                </a:r>
              </a:p>
              <a:p>
                <a:r>
                  <a:rPr lang="en-US" sz="2400" b="1" dirty="0">
                    <a:solidFill>
                      <a:srgbClr val="0070C0"/>
                    </a:solidFill>
                  </a:rPr>
                  <a:t>= </a:t>
                </a:r>
                <a:r>
                  <a:rPr lang="en-US" sz="2400" b="1" i="1" dirty="0">
                    <a:solidFill>
                      <a:srgbClr val="0070C0"/>
                    </a:solidFill>
                  </a:rPr>
                  <a:t>lim </a:t>
                </a:r>
                <a:r>
                  <a:rPr lang="en-US" sz="2400" b="1" i="1" baseline="-25000" dirty="0">
                    <a:solidFill>
                      <a:srgbClr val="0070C0"/>
                    </a:solidFill>
                  </a:rPr>
                  <a:t>n</a:t>
                </a:r>
                <a14:m>
                  <m:oMath xmlns:m="http://schemas.openxmlformats.org/officeDocument/2006/math">
                    <m:r>
                      <a:rPr lang="en-US" sz="2400" b="1" i="1" baseline="-25000">
                        <a:solidFill>
                          <a:srgbClr val="0070C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→∞ </m:t>
                    </m:r>
                  </m:oMath>
                </a14:m>
                <a:r>
                  <a:rPr lang="en-US" sz="2400" b="1" dirty="0">
                    <a:solidFill>
                      <a:srgbClr val="0070C0"/>
                    </a:solidFill>
                  </a:rPr>
                  <a:t>[ 10 – (5n/</a:t>
                </a:r>
                <a14:m>
                  <m:oMath xmlns:m="http://schemas.openxmlformats.org/officeDocument/2006/math">
                    <m:r>
                      <m:rPr>
                        <m:nor/>
                      </m:rPr>
                      <a:rPr lang="en-US" sz="2400" b="1" dirty="0">
                        <a:solidFill>
                          <a:srgbClr val="0070C0"/>
                        </a:solidFill>
                      </a:rPr>
                      <m:t>n</m:t>
                    </m:r>
                    <m:r>
                      <m:rPr>
                        <m:nor/>
                      </m:rPr>
                      <a:rPr lang="en-US" sz="2400" b="1" baseline="30000" dirty="0">
                        <a:solidFill>
                          <a:srgbClr val="0070C0"/>
                        </a:solidFill>
                      </a:rPr>
                      <m:t>2</m:t>
                    </m:r>
                  </m:oMath>
                </a14:m>
                <a:r>
                  <a:rPr lang="en-US" sz="2400" b="1" dirty="0">
                    <a:solidFill>
                      <a:srgbClr val="0070C0"/>
                    </a:solidFill>
                  </a:rPr>
                  <a:t> ) + (6/ </a:t>
                </a:r>
                <a14:m>
                  <m:oMath xmlns:m="http://schemas.openxmlformats.org/officeDocument/2006/math">
                    <m:r>
                      <m:rPr>
                        <m:nor/>
                      </m:rPr>
                      <a:rPr lang="en-US" sz="2400" b="1" dirty="0">
                        <a:solidFill>
                          <a:srgbClr val="0070C0"/>
                        </a:solidFill>
                      </a:rPr>
                      <m:t>n</m:t>
                    </m:r>
                    <m:r>
                      <m:rPr>
                        <m:nor/>
                      </m:rPr>
                      <a:rPr lang="en-US" sz="2400" b="1" baseline="30000" dirty="0">
                        <a:solidFill>
                          <a:srgbClr val="0070C0"/>
                        </a:solidFill>
                      </a:rPr>
                      <m:t>2</m:t>
                    </m:r>
                  </m:oMath>
                </a14:m>
                <a:r>
                  <a:rPr lang="en-US" sz="2400" b="1" dirty="0">
                    <a:solidFill>
                      <a:srgbClr val="0070C0"/>
                    </a:solidFill>
                  </a:rPr>
                  <a:t> )] </a:t>
                </a:r>
              </a:p>
              <a:p>
                <a:r>
                  <a:rPr lang="en-US" sz="2400" b="1" dirty="0">
                    <a:solidFill>
                      <a:srgbClr val="0070C0"/>
                    </a:solidFill>
                  </a:rPr>
                  <a:t>= </a:t>
                </a:r>
                <a:r>
                  <a:rPr lang="en-US" sz="2400" b="1" i="1" dirty="0">
                    <a:solidFill>
                      <a:srgbClr val="0070C0"/>
                    </a:solidFill>
                  </a:rPr>
                  <a:t>lim </a:t>
                </a:r>
                <a:r>
                  <a:rPr lang="en-US" sz="2400" b="1" i="1" baseline="-25000" dirty="0">
                    <a:solidFill>
                      <a:srgbClr val="0070C0"/>
                    </a:solidFill>
                  </a:rPr>
                  <a:t>n</a:t>
                </a:r>
                <a14:m>
                  <m:oMath xmlns:m="http://schemas.openxmlformats.org/officeDocument/2006/math">
                    <m:r>
                      <a:rPr lang="en-US" sz="2400" b="1" i="1" baseline="-25000">
                        <a:solidFill>
                          <a:srgbClr val="0070C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→∞ </m:t>
                    </m:r>
                  </m:oMath>
                </a14:m>
                <a:r>
                  <a:rPr lang="en-US" sz="2400" b="1" dirty="0">
                    <a:solidFill>
                      <a:srgbClr val="0070C0"/>
                    </a:solidFill>
                  </a:rPr>
                  <a:t>[ 10 – (5/</a:t>
                </a:r>
                <a14:m>
                  <m:oMath xmlns:m="http://schemas.openxmlformats.org/officeDocument/2006/math">
                    <m:r>
                      <m:rPr>
                        <m:nor/>
                      </m:rPr>
                      <a:rPr lang="en-US" sz="2400" b="1" dirty="0">
                        <a:solidFill>
                          <a:srgbClr val="0070C0"/>
                        </a:solidFill>
                      </a:rPr>
                      <m:t>n</m:t>
                    </m:r>
                  </m:oMath>
                </a14:m>
                <a:r>
                  <a:rPr lang="en-US" sz="2400" b="1" dirty="0">
                    <a:solidFill>
                      <a:srgbClr val="0070C0"/>
                    </a:solidFill>
                  </a:rPr>
                  <a:t>) + (6/ </a:t>
                </a:r>
                <a14:m>
                  <m:oMath xmlns:m="http://schemas.openxmlformats.org/officeDocument/2006/math">
                    <m:r>
                      <m:rPr>
                        <m:nor/>
                      </m:rPr>
                      <a:rPr lang="en-US" sz="2400" b="1" dirty="0">
                        <a:solidFill>
                          <a:srgbClr val="0070C0"/>
                        </a:solidFill>
                      </a:rPr>
                      <m:t>n</m:t>
                    </m:r>
                    <m:r>
                      <m:rPr>
                        <m:nor/>
                      </m:rPr>
                      <a:rPr lang="en-US" sz="2400" b="1" baseline="30000" dirty="0">
                        <a:solidFill>
                          <a:srgbClr val="0070C0"/>
                        </a:solidFill>
                      </a:rPr>
                      <m:t>2</m:t>
                    </m:r>
                  </m:oMath>
                </a14:m>
                <a:r>
                  <a:rPr lang="en-US" sz="2400" b="1" dirty="0">
                    <a:solidFill>
                      <a:srgbClr val="0070C0"/>
                    </a:solidFill>
                  </a:rPr>
                  <a:t> )] </a:t>
                </a:r>
              </a:p>
              <a:p>
                <a:r>
                  <a:rPr lang="en-US" sz="2400" b="1" i="1" dirty="0">
                    <a:solidFill>
                      <a:srgbClr val="0070C0"/>
                    </a:solidFill>
                  </a:rPr>
                  <a:t>=</a:t>
                </a:r>
                <a:r>
                  <a:rPr lang="en-US" sz="2400" b="1" i="1" dirty="0" err="1">
                    <a:solidFill>
                      <a:srgbClr val="0070C0"/>
                    </a:solidFill>
                  </a:rPr>
                  <a:t>lim</a:t>
                </a:r>
                <a:r>
                  <a:rPr lang="en-US" sz="2400" b="1" i="1" dirty="0">
                    <a:solidFill>
                      <a:srgbClr val="0070C0"/>
                    </a:solidFill>
                  </a:rPr>
                  <a:t> </a:t>
                </a:r>
                <a:r>
                  <a:rPr lang="en-US" sz="2400" b="1" i="1" baseline="-25000" dirty="0">
                    <a:solidFill>
                      <a:srgbClr val="0070C0"/>
                    </a:solidFill>
                  </a:rPr>
                  <a:t>n</a:t>
                </a:r>
                <a14:m>
                  <m:oMath xmlns:m="http://schemas.openxmlformats.org/officeDocument/2006/math">
                    <m:r>
                      <a:rPr lang="en-US" sz="2400" b="1" i="1" baseline="-25000">
                        <a:solidFill>
                          <a:srgbClr val="0070C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→∞ </m:t>
                    </m:r>
                  </m:oMath>
                </a14:m>
                <a:r>
                  <a:rPr lang="en-US" sz="2400" b="1" dirty="0">
                    <a:solidFill>
                      <a:srgbClr val="0070C0"/>
                    </a:solidFill>
                  </a:rPr>
                  <a:t>[ 10 – (5/</a:t>
                </a:r>
                <a14:m>
                  <m:oMath xmlns:m="http://schemas.openxmlformats.org/officeDocument/2006/math">
                    <m:r>
                      <a:rPr lang="en-US" sz="2400" b="1" i="1" baseline="-25000">
                        <a:solidFill>
                          <a:srgbClr val="0070C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∞</m:t>
                    </m:r>
                  </m:oMath>
                </a14:m>
                <a:r>
                  <a:rPr lang="en-US" sz="2400" b="1" dirty="0">
                    <a:solidFill>
                      <a:srgbClr val="0070C0"/>
                    </a:solidFill>
                  </a:rPr>
                  <a:t>) + (6/</a:t>
                </a:r>
                <a14:m>
                  <m:oMath xmlns:m="http://schemas.openxmlformats.org/officeDocument/2006/math">
                    <m:r>
                      <a:rPr lang="en-US" sz="2400" b="1" i="1" baseline="-25000">
                        <a:solidFill>
                          <a:srgbClr val="0070C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∞</m:t>
                    </m:r>
                  </m:oMath>
                </a14:m>
                <a:r>
                  <a:rPr lang="en-US" sz="2400" b="1" dirty="0">
                    <a:solidFill>
                      <a:srgbClr val="0070C0"/>
                    </a:solidFill>
                  </a:rPr>
                  <a:t>)] </a:t>
                </a:r>
              </a:p>
              <a:p>
                <a:r>
                  <a:rPr lang="en-US" sz="2400" b="1" dirty="0">
                    <a:solidFill>
                      <a:srgbClr val="0070C0"/>
                    </a:solidFill>
                  </a:rPr>
                  <a:t>=[10-0-0]</a:t>
                </a:r>
              </a:p>
              <a:p>
                <a:r>
                  <a:rPr lang="en-US" sz="2400" b="1" dirty="0">
                    <a:solidFill>
                      <a:srgbClr val="0070C0"/>
                    </a:solidFill>
                  </a:rPr>
                  <a:t>= 10</a:t>
                </a:r>
              </a:p>
              <a:p>
                <a:r>
                  <a:rPr lang="en-US" sz="2400" b="1" dirty="0">
                    <a:solidFill>
                      <a:srgbClr val="0070C0"/>
                    </a:solidFill>
                  </a:rPr>
                  <a:t>10   Hence True.</a:t>
                </a:r>
              </a:p>
              <a:p>
                <a:endParaRPr lang="en-US" dirty="0"/>
              </a:p>
            </p:txBody>
          </p:sp>
        </mc:Choice>
        <mc:Fallback xmlns="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35D9E0C0-C293-5A7F-78C4-873EB605B01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315279" y="1104668"/>
                <a:ext cx="8110332" cy="3323987"/>
              </a:xfrm>
              <a:prstGeom prst="rect">
                <a:avLst/>
              </a:prstGeom>
              <a:blipFill>
                <a:blip r:embed="rId2"/>
                <a:stretch>
                  <a:fillRect l="-1203" t="-1468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78419870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1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1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1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1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1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1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1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1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10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10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9" dur="500" fill="hold"/>
                                        <p:tgtEl>
                                          <p:spTgt spid="10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0" dur="500" fill="hold"/>
                                        <p:tgtEl>
                                          <p:spTgt spid="10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500" fill="hold"/>
                                        <p:tgtEl>
                                          <p:spTgt spid="10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500" fill="hold"/>
                                        <p:tgtEl>
                                          <p:spTgt spid="10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1E079E0-A808-D4A8-3721-B881848F089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3A6E737D-3700-3B3F-0332-31992FEA9DF8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 fontScale="77500" lnSpcReduction="20000"/>
              </a:bodyPr>
              <a:lstStyle/>
              <a:p>
                <a:r>
                  <a:rPr lang="en-US" sz="2800" b="1" dirty="0"/>
                  <a:t>Theorem:</a:t>
                </a:r>
                <a:r>
                  <a:rPr lang="en-US" sz="2800" dirty="0"/>
                  <a:t> </a:t>
                </a:r>
                <a:r>
                  <a:rPr lang="en-US" sz="2800" i="1" dirty="0"/>
                  <a:t>If f(n)= a</a:t>
                </a:r>
                <a:r>
                  <a:rPr lang="en-US" sz="2800" i="1" baseline="-25000" dirty="0"/>
                  <a:t>m</a:t>
                </a:r>
                <a:r>
                  <a:rPr lang="en-US" sz="2800" i="1" dirty="0"/>
                  <a:t>n</a:t>
                </a:r>
                <a:r>
                  <a:rPr lang="en-US" sz="2800" i="1" baseline="30000" dirty="0"/>
                  <a:t>m</a:t>
                </a:r>
                <a:r>
                  <a:rPr lang="en-US" sz="2800" i="1" dirty="0"/>
                  <a:t>+ … +a</a:t>
                </a:r>
                <a:r>
                  <a:rPr lang="en-US" sz="2800" i="1" baseline="-25000" dirty="0"/>
                  <a:t>1</a:t>
                </a:r>
                <a:r>
                  <a:rPr lang="en-US" sz="2800" i="1" dirty="0"/>
                  <a:t>n+a</a:t>
                </a:r>
                <a:r>
                  <a:rPr lang="en-US" sz="2800" i="1" baseline="-25000" dirty="0"/>
                  <a:t>o</a:t>
                </a:r>
                <a:r>
                  <a:rPr lang="en-US" sz="2800" i="1" dirty="0"/>
                  <a:t> and a</a:t>
                </a:r>
                <a:r>
                  <a:rPr lang="en-US" sz="2800" i="1" baseline="-25000" dirty="0"/>
                  <a:t>m</a:t>
                </a:r>
                <a:r>
                  <a:rPr lang="en-US" sz="2800" i="1" dirty="0"/>
                  <a:t> &gt; 0, then f(n)=O(n</a:t>
                </a:r>
                <a:r>
                  <a:rPr lang="en-US" sz="2800" i="1" baseline="30000" dirty="0"/>
                  <a:t>m</a:t>
                </a:r>
                <a:r>
                  <a:rPr lang="en-US" sz="2800" i="1" dirty="0"/>
                  <a:t>)</a:t>
                </a:r>
              </a:p>
              <a:p>
                <a:endParaRPr lang="en-US" sz="2800" i="1" dirty="0"/>
              </a:p>
              <a:p>
                <a:r>
                  <a:rPr lang="en-US" sz="2800" i="1" dirty="0"/>
                  <a:t>Proof:  f(n) =  n</a:t>
                </a:r>
                <a:r>
                  <a:rPr lang="en-US" sz="2800" i="1" baseline="30000" dirty="0"/>
                  <a:t>m </a:t>
                </a:r>
                <a:r>
                  <a:rPr lang="en-US" sz="2800" i="1" dirty="0"/>
                  <a:t>(a</a:t>
                </a:r>
                <a:r>
                  <a:rPr lang="en-US" sz="2800" i="1" baseline="-25000" dirty="0"/>
                  <a:t>m</a:t>
                </a:r>
                <a:r>
                  <a:rPr lang="en-US" sz="2800" i="1" dirty="0"/>
                  <a:t>+ … +a</a:t>
                </a:r>
                <a:r>
                  <a:rPr lang="en-US" sz="2800" i="1" baseline="-25000" dirty="0"/>
                  <a:t>1</a:t>
                </a:r>
                <a:r>
                  <a:rPr lang="en-US" sz="2800" i="1" dirty="0"/>
                  <a:t>(n/ n</a:t>
                </a:r>
                <a:r>
                  <a:rPr lang="en-US" sz="2800" i="1" baseline="30000" dirty="0"/>
                  <a:t>m</a:t>
                </a:r>
                <a:r>
                  <a:rPr lang="en-US" sz="2800" i="1" dirty="0"/>
                  <a:t>)+(</a:t>
                </a:r>
                <a:r>
                  <a:rPr lang="en-US" sz="2800" i="1" dirty="0" err="1"/>
                  <a:t>a</a:t>
                </a:r>
                <a:r>
                  <a:rPr lang="en-US" sz="2800" i="1" baseline="-25000" dirty="0" err="1"/>
                  <a:t>o</a:t>
                </a:r>
                <a:r>
                  <a:rPr lang="en-US" sz="2800" i="1" dirty="0"/>
                  <a:t> / n</a:t>
                </a:r>
                <a:r>
                  <a:rPr lang="en-US" sz="2800" i="1" baseline="30000" dirty="0"/>
                  <a:t>m </a:t>
                </a:r>
                <a:r>
                  <a:rPr lang="en-US" sz="2800" i="1" dirty="0"/>
                  <a:t>)) </a:t>
                </a:r>
              </a:p>
              <a:p>
                <a:r>
                  <a:rPr lang="en-US" sz="2800" i="1" dirty="0"/>
                  <a:t> </a:t>
                </a:r>
                <a14:m>
                  <m:oMath xmlns:m="http://schemas.openxmlformats.org/officeDocument/2006/math">
                    <m:r>
                      <a:rPr lang="en-US" sz="2800" b="0" i="1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                   </m:t>
                    </m:r>
                    <m:r>
                      <a:rPr lang="en-US" sz="2800" i="1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≤</m:t>
                    </m:r>
                    <m:r>
                      <a:rPr lang="en-US" sz="2800" b="0" i="1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  <m:r>
                      <m:rPr>
                        <m:nor/>
                      </m:rPr>
                      <a:rPr lang="en-US" sz="2800" i="1" dirty="0" smtClean="0"/>
                      <m:t>n</m:t>
                    </m:r>
                    <m:r>
                      <m:rPr>
                        <m:nor/>
                      </m:rPr>
                      <a:rPr lang="en-US" sz="2800" i="1" baseline="30000" dirty="0" smtClean="0"/>
                      <m:t>m</m:t>
                    </m:r>
                    <m:r>
                      <m:rPr>
                        <m:nor/>
                      </m:rPr>
                      <a:rPr lang="en-US" sz="2800" i="1" baseline="30000" dirty="0" smtClean="0"/>
                      <m:t> </m:t>
                    </m:r>
                    <m:r>
                      <a:rPr lang="en-US" sz="2800" i="1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∑</m:t>
                    </m:r>
                  </m:oMath>
                </a14:m>
                <a:r>
                  <a:rPr lang="en-US" sz="2800" i="1" dirty="0"/>
                  <a:t>| a</a:t>
                </a:r>
                <a:r>
                  <a:rPr lang="en-US" sz="2800" i="1" baseline="-25000" dirty="0"/>
                  <a:t>i </a:t>
                </a:r>
                <a:r>
                  <a:rPr lang="en-US" sz="2800" i="1" dirty="0"/>
                  <a:t>| = O(n</a:t>
                </a:r>
                <a:r>
                  <a:rPr lang="en-US" sz="2800" i="1" baseline="30000" dirty="0"/>
                  <a:t>m</a:t>
                </a:r>
                <a:r>
                  <a:rPr lang="en-US" sz="2800" i="1" dirty="0"/>
                  <a:t>)    for all n &gt; 1</a:t>
                </a:r>
                <a:endParaRPr lang="en-US" sz="2800" dirty="0"/>
              </a:p>
              <a:p>
                <a:endParaRPr lang="en-US" sz="2800" dirty="0"/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en-US" sz="2800" dirty="0"/>
                  <a:t>3n + 5 = O(n)</a:t>
                </a:r>
              </a:p>
              <a:p>
                <a:endParaRPr lang="en-US" sz="2800" dirty="0"/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en-US" sz="2800" dirty="0"/>
                  <a:t>5n</a:t>
                </a:r>
                <a:r>
                  <a:rPr lang="en-US" sz="2800" baseline="30000" dirty="0"/>
                  <a:t>2</a:t>
                </a:r>
                <a:r>
                  <a:rPr lang="en-US" sz="2800" dirty="0"/>
                  <a:t> – 6n + 6 = O(n</a:t>
                </a:r>
                <a:r>
                  <a:rPr lang="en-US" sz="2800" baseline="30000" dirty="0"/>
                  <a:t>2</a:t>
                </a:r>
                <a:r>
                  <a:rPr lang="en-US" sz="2800" dirty="0"/>
                  <a:t>)</a:t>
                </a:r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endParaRPr lang="en-US" sz="2800" dirty="0"/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en-US" sz="2800" dirty="0"/>
                  <a:t>6n</a:t>
                </a:r>
                <a:r>
                  <a:rPr lang="en-US" sz="2800" baseline="30000" dirty="0"/>
                  <a:t>7</a:t>
                </a:r>
                <a:r>
                  <a:rPr lang="en-US" sz="2800" dirty="0"/>
                  <a:t> – 3n</a:t>
                </a:r>
                <a:r>
                  <a:rPr lang="en-US" sz="2800" baseline="30000" dirty="0"/>
                  <a:t>5</a:t>
                </a:r>
                <a:r>
                  <a:rPr lang="en-US" sz="2800" dirty="0"/>
                  <a:t> + 6 = O(n</a:t>
                </a:r>
                <a:r>
                  <a:rPr lang="en-US" sz="2800" baseline="30000" dirty="0"/>
                  <a:t>7</a:t>
                </a:r>
                <a:r>
                  <a:rPr lang="en-US" sz="2800" dirty="0"/>
                  <a:t>)</a:t>
                </a:r>
              </a:p>
              <a:p>
                <a:endParaRPr lang="en-US" sz="2800" dirty="0"/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en-US" sz="2800" dirty="0"/>
                  <a:t>K = O(1), where k is  a constant</a:t>
                </a:r>
              </a:p>
              <a:p>
                <a:endParaRPr lang="en-IN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3A6E737D-3700-3B3F-0332-31992FEA9DF8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696" t="-2801" b="-2241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472549565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Content Placeholder 5">
            <a:extLst>
              <a:ext uri="{FF2B5EF4-FFF2-40B4-BE49-F238E27FC236}">
                <a16:creationId xmlns:a16="http://schemas.microsoft.com/office/drawing/2014/main" id="{5045F62A-64DF-4A46-8926-FE8CA7E4C3E0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556591" y="1366538"/>
            <a:ext cx="5118179" cy="2062462"/>
          </a:xfrm>
        </p:spPr>
      </p:pic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78DF7CF-9C92-4F37-9ACB-DE9698B56B0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Department of I&amp;CT, MIT, Manipal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96E1C7CE-02A4-4FFD-ADE5-19F8C30D6AA2}"/>
              </a:ext>
            </a:extLst>
          </p:cNvPr>
          <p:cNvSpPr txBox="1"/>
          <p:nvPr/>
        </p:nvSpPr>
        <p:spPr>
          <a:xfrm>
            <a:off x="772063" y="501072"/>
            <a:ext cx="703690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/>
              <a:t>Solve the following: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" name="TextBox 1">
                <a:extLst>
                  <a:ext uri="{FF2B5EF4-FFF2-40B4-BE49-F238E27FC236}">
                    <a16:creationId xmlns:a16="http://schemas.microsoft.com/office/drawing/2014/main" id="{1BE97013-1214-432E-B2A7-87A2EC8B230D}"/>
                  </a:ext>
                </a:extLst>
              </p:cNvPr>
              <p:cNvSpPr txBox="1"/>
              <p:nvPr/>
            </p:nvSpPr>
            <p:spPr>
              <a:xfrm>
                <a:off x="1007166" y="3906262"/>
                <a:ext cx="9793356" cy="624273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2400" dirty="0"/>
                  <a:t>d) </a:t>
                </a:r>
                <a:r>
                  <a:rPr lang="en-US" sz="2400" i="1" dirty="0" err="1"/>
                  <a:t>lim</a:t>
                </a:r>
                <a:r>
                  <a:rPr lang="en-US" sz="2400" i="1" dirty="0"/>
                  <a:t> </a:t>
                </a:r>
                <a:r>
                  <a:rPr lang="en-US" sz="2400" i="1" baseline="-25000" dirty="0"/>
                  <a:t>n</a:t>
                </a:r>
                <a14:m>
                  <m:oMath xmlns:m="http://schemas.openxmlformats.org/officeDocument/2006/math">
                    <m:r>
                      <a:rPr lang="en-US" sz="2400" i="1" baseline="-2500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→∞</m:t>
                    </m:r>
                    <m:f>
                      <m:fPr>
                        <m:ctrlPr>
                          <a:rPr lang="en-US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sz="2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15</m:t>
                        </m:r>
                        <m:r>
                          <a:rPr lang="en-US" sz="2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𝑛</m:t>
                        </m:r>
                        <m:r>
                          <a:rPr lang="en-US" sz="2400" b="0" i="1" baseline="3000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3</m:t>
                        </m:r>
                        <m:r>
                          <a:rPr lang="en-US" sz="2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 </m:t>
                        </m:r>
                        <m:r>
                          <a:rPr lang="en-US" sz="2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𝑙𝑜𝑔𝑛</m:t>
                        </m:r>
                        <m:r>
                          <a:rPr lang="en-US" sz="2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+16</m:t>
                        </m:r>
                        <m:r>
                          <a:rPr lang="en-US" sz="2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𝑛</m:t>
                        </m:r>
                        <m:r>
                          <a:rPr lang="en-US" sz="2400" b="0" i="1" baseline="3000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2   </m:t>
                        </m:r>
                      </m:num>
                      <m:den>
                        <m:r>
                          <a:rPr lang="en-US" sz="2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𝑛</m:t>
                        </m:r>
                        <m:r>
                          <a:rPr lang="en-US" sz="2400" b="0" i="1" baseline="3000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3</m:t>
                        </m:r>
                      </m:den>
                    </m:f>
                  </m:oMath>
                </a14:m>
                <a:r>
                  <a:rPr lang="en-US" sz="2400" dirty="0"/>
                  <a:t>  = </a:t>
                </a:r>
                <a:r>
                  <a:rPr lang="en-US" sz="2400" i="1" dirty="0"/>
                  <a:t>lim </a:t>
                </a:r>
                <a:r>
                  <a:rPr lang="en-US" sz="2400" i="1" baseline="-25000" dirty="0"/>
                  <a:t>n</a:t>
                </a:r>
                <a14:m>
                  <m:oMath xmlns:m="http://schemas.openxmlformats.org/officeDocument/2006/math">
                    <m:r>
                      <a:rPr lang="en-US" sz="2400" i="1" baseline="-2500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→∞</m:t>
                    </m:r>
                  </m:oMath>
                </a14:m>
                <a:r>
                  <a:rPr lang="en-US" sz="2400" dirty="0"/>
                  <a:t>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15</m:t>
                        </m:r>
                        <m:r>
                          <a:rPr lang="en-US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𝑛</m:t>
                        </m:r>
                        <m:r>
                          <a:rPr lang="en-US" sz="2400" i="1" baseline="3000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3</m:t>
                        </m:r>
                        <m:r>
                          <a:rPr lang="en-US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 </m:t>
                        </m:r>
                        <m:r>
                          <a:rPr lang="en-US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𝑙𝑜𝑔𝑛</m:t>
                        </m:r>
                        <m:r>
                          <a:rPr lang="en-US" sz="2400" i="1" baseline="3000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  </m:t>
                        </m:r>
                      </m:num>
                      <m:den>
                        <m:r>
                          <a:rPr lang="en-US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𝑛</m:t>
                        </m:r>
                        <m:r>
                          <a:rPr lang="en-US" sz="2400" i="1" baseline="3000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3</m:t>
                        </m:r>
                      </m:den>
                    </m:f>
                  </m:oMath>
                </a14:m>
                <a:r>
                  <a:rPr lang="en-US" sz="2400" dirty="0"/>
                  <a:t> +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16</m:t>
                        </m:r>
                        <m:r>
                          <a:rPr lang="en-US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𝑛</m:t>
                        </m:r>
                        <m:r>
                          <a:rPr lang="en-US" sz="2400" i="1" baseline="3000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2   </m:t>
                        </m:r>
                      </m:num>
                      <m:den>
                        <m:r>
                          <a:rPr lang="en-US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𝑛</m:t>
                        </m:r>
                        <m:r>
                          <a:rPr lang="en-US" sz="2400" i="1" baseline="3000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3</m:t>
                        </m:r>
                      </m:den>
                    </m:f>
                  </m:oMath>
                </a14:m>
                <a:r>
                  <a:rPr lang="en-US" sz="2400" dirty="0"/>
                  <a:t> = </a:t>
                </a:r>
                <a14:m>
                  <m:oMath xmlns:m="http://schemas.openxmlformats.org/officeDocument/2006/math">
                    <m:r>
                      <a:rPr lang="en-US" sz="24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∞</m:t>
                    </m:r>
                  </m:oMath>
                </a14:m>
                <a:r>
                  <a:rPr lang="en-US" sz="2400" dirty="0"/>
                  <a:t>  </a:t>
                </a:r>
              </a:p>
            </p:txBody>
          </p:sp>
        </mc:Choice>
        <mc:Fallback xmlns="">
          <p:sp>
            <p:nvSpPr>
              <p:cNvPr id="2" name="TextBox 1">
                <a:extLst>
                  <a:ext uri="{FF2B5EF4-FFF2-40B4-BE49-F238E27FC236}">
                    <a16:creationId xmlns:a16="http://schemas.microsoft.com/office/drawing/2014/main" id="{1BE97013-1214-432E-B2A7-87A2EC8B230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07166" y="3906262"/>
                <a:ext cx="9793356" cy="624273"/>
              </a:xfrm>
              <a:prstGeom prst="rect">
                <a:avLst/>
              </a:prstGeom>
              <a:blipFill>
                <a:blip r:embed="rId3"/>
                <a:stretch>
                  <a:fillRect l="-933" b="-980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02195475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Content Placeholder 5">
            <a:extLst>
              <a:ext uri="{FF2B5EF4-FFF2-40B4-BE49-F238E27FC236}">
                <a16:creationId xmlns:a16="http://schemas.microsoft.com/office/drawing/2014/main" id="{51C47F1B-5B36-5C68-F089-DB4E0F8DCCF1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643467" y="978677"/>
            <a:ext cx="5291666" cy="4900646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E77C924C-C44E-A175-6926-722C3262382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56865" y="3029722"/>
            <a:ext cx="5291667" cy="79855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05348673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78DF7CF-9C92-4F37-9ACB-DE9698B56B0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Department of I&amp;CT, MIT, Manipal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CC8CC875-8F2A-463E-BDB8-4E7AEECFF72B}"/>
              </a:ext>
            </a:extLst>
          </p:cNvPr>
          <p:cNvSpPr txBox="1"/>
          <p:nvPr/>
        </p:nvSpPr>
        <p:spPr>
          <a:xfrm>
            <a:off x="631196" y="606216"/>
            <a:ext cx="703690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/>
              <a:t>Show that p(n) is asymptotically bigger than q(n)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13EAA561-350C-4A1B-B74A-532B4AD4FA2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01003" y="1366538"/>
            <a:ext cx="5960040" cy="2062462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E0CEBAB9-810D-4E5D-8B83-5E46B9C7AF08}"/>
              </a:ext>
            </a:extLst>
          </p:cNvPr>
          <p:cNvSpPr txBox="1"/>
          <p:nvPr/>
        </p:nvSpPr>
        <p:spPr>
          <a:xfrm>
            <a:off x="401003" y="3727657"/>
            <a:ext cx="9970543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/>
              <a:t>f(n) =O(g(n)) </a:t>
            </a:r>
            <a:r>
              <a:rPr lang="en-US" sz="2400" dirty="0" err="1"/>
              <a:t>iff</a:t>
            </a:r>
            <a:r>
              <a:rPr lang="en-US" sz="2400" dirty="0"/>
              <a:t> f(n) &lt;= c g(n)    g(n) is asymptotically bigger than f(n)</a:t>
            </a:r>
          </a:p>
          <a:p>
            <a:endParaRPr lang="en-US" sz="2400" dirty="0"/>
          </a:p>
          <a:p>
            <a:r>
              <a:rPr lang="en-US" sz="2400" dirty="0"/>
              <a:t>Lim n-&gt; inf  q(n)/p(n) = </a:t>
            </a:r>
            <a:r>
              <a:rPr lang="en-US" sz="2400" dirty="0" err="1"/>
              <a:t>lim</a:t>
            </a:r>
            <a:r>
              <a:rPr lang="en-US" sz="2400" dirty="0"/>
              <a:t> n-&gt; inf  (100 n2^n + 33 n)/(17n^2 2^n) = </a:t>
            </a:r>
            <a:r>
              <a:rPr lang="en-US" sz="2400" dirty="0" err="1"/>
              <a:t>lim</a:t>
            </a:r>
            <a:r>
              <a:rPr lang="en-US" sz="2400" dirty="0"/>
              <a:t> n-&gt; inf 100/n   + 33/17n2^n = 0</a:t>
            </a:r>
          </a:p>
          <a:p>
            <a:r>
              <a:rPr lang="en-US" sz="2400" dirty="0"/>
              <a:t>Using Big Oh Ratio theorem</a:t>
            </a:r>
          </a:p>
          <a:p>
            <a:r>
              <a:rPr lang="en-US" sz="2400" dirty="0"/>
              <a:t>q(n)=O(p(n))</a:t>
            </a:r>
          </a:p>
        </p:txBody>
      </p:sp>
    </p:spTree>
    <p:extLst>
      <p:ext uri="{BB962C8B-B14F-4D97-AF65-F5344CB8AC3E}">
        <p14:creationId xmlns:p14="http://schemas.microsoft.com/office/powerpoint/2010/main" val="3380739434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AFC044-BB1D-4E3C-907C-CE35B426A09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Omega Notation (</a:t>
            </a:r>
            <a:r>
              <a:rPr lang="el-GR" b="1" dirty="0"/>
              <a:t>Ω</a:t>
            </a:r>
            <a:r>
              <a:rPr lang="en-US" b="1" dirty="0"/>
              <a:t>)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6A5659F-5F9A-484C-9B8C-FC24A52B5AE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Department of I&amp;CT, MIT, Manipal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Rectangle 4">
                <a:extLst>
                  <a:ext uri="{FF2B5EF4-FFF2-40B4-BE49-F238E27FC236}">
                    <a16:creationId xmlns:a16="http://schemas.microsoft.com/office/drawing/2014/main" id="{810112F0-0CB9-4310-9460-0B9D063B580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13092" y="2111410"/>
                <a:ext cx="4870450" cy="1803571"/>
              </a:xfrm>
              <a:prstGeom prst="rect">
                <a:avLst/>
              </a:prstGeom>
              <a:solidFill>
                <a:srgbClr val="CCECFF"/>
              </a:solidFill>
              <a:ln w="19050" cap="sq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/>
              <a:p>
                <a:pPr>
                  <a:spcAft>
                    <a:spcPct val="20000"/>
                  </a:spcAft>
                  <a:buClr>
                    <a:srgbClr val="FF6600"/>
                  </a:buClr>
                  <a:buSzPct val="80000"/>
                  <a:buFont typeface="Wingdings" panose="05000000000000000000" pitchFamily="2" charset="2"/>
                  <a:buNone/>
                </a:pPr>
                <a:r>
                  <a:rPr kumimoji="1" lang="en-US" altLang="en-US" sz="2600" b="1" i="1" dirty="0">
                    <a:solidFill>
                      <a:schemeClr val="accent1"/>
                    </a:solidFill>
                    <a:sym typeface="Symbol" panose="05050102010706020507" pitchFamily="18" charset="2"/>
                  </a:rPr>
                  <a:t>f(n)=</a:t>
                </a:r>
                <a:r>
                  <a:rPr lang="el-GR" sz="2800" b="1" dirty="0"/>
                  <a:t> </a:t>
                </a:r>
                <a:r>
                  <a:rPr lang="el-GR" sz="2800" b="1" dirty="0">
                    <a:solidFill>
                      <a:srgbClr val="0070C0"/>
                    </a:solidFill>
                  </a:rPr>
                  <a:t>Ω</a:t>
                </a:r>
                <a:r>
                  <a:rPr kumimoji="1" lang="en-US" altLang="en-US" sz="2600" b="1" dirty="0">
                    <a:solidFill>
                      <a:schemeClr val="accent1"/>
                    </a:solidFill>
                  </a:rPr>
                  <a:t>(</a:t>
                </a:r>
                <a:r>
                  <a:rPr kumimoji="1" lang="en-US" altLang="en-US" sz="2600" b="1" i="1" dirty="0">
                    <a:solidFill>
                      <a:schemeClr val="accent1"/>
                    </a:solidFill>
                  </a:rPr>
                  <a:t>g</a:t>
                </a:r>
                <a:r>
                  <a:rPr kumimoji="1" lang="en-US" altLang="en-US" sz="2600" b="1" dirty="0">
                    <a:solidFill>
                      <a:schemeClr val="accent1"/>
                    </a:solidFill>
                  </a:rPr>
                  <a:t>(</a:t>
                </a:r>
                <a:r>
                  <a:rPr kumimoji="1" lang="en-US" altLang="en-US" sz="2600" b="1" i="1" dirty="0">
                    <a:solidFill>
                      <a:schemeClr val="accent1"/>
                    </a:solidFill>
                  </a:rPr>
                  <a:t>n</a:t>
                </a:r>
                <a:r>
                  <a:rPr kumimoji="1" lang="en-US" altLang="en-US" sz="2600" b="1" dirty="0">
                    <a:solidFill>
                      <a:schemeClr val="accent1"/>
                    </a:solidFill>
                  </a:rPr>
                  <a:t>)) </a:t>
                </a:r>
                <a:r>
                  <a:rPr kumimoji="1" lang="en-US" altLang="en-US" sz="2600" b="1" dirty="0" err="1">
                    <a:solidFill>
                      <a:schemeClr val="accent1"/>
                    </a:solidFill>
                  </a:rPr>
                  <a:t>iff</a:t>
                </a:r>
                <a:br>
                  <a:rPr kumimoji="1" lang="en-US" altLang="en-US" sz="2600" b="1" dirty="0">
                    <a:solidFill>
                      <a:schemeClr val="hlink"/>
                    </a:solidFill>
                  </a:rPr>
                </a:br>
                <a:r>
                  <a:rPr kumimoji="1" lang="en-US" altLang="en-US" sz="2600" b="1" dirty="0">
                    <a:solidFill>
                      <a:srgbClr val="FF3300"/>
                    </a:solidFill>
                    <a:sym typeface="Symbol" panose="05050102010706020507" pitchFamily="18" charset="2"/>
                  </a:rPr>
                  <a:t> </a:t>
                </a:r>
                <a:r>
                  <a:rPr kumimoji="1" lang="en-US" altLang="en-US" sz="2600" b="1" dirty="0">
                    <a:solidFill>
                      <a:srgbClr val="FF3300"/>
                    </a:solidFill>
                  </a:rPr>
                  <a:t>positive constants </a:t>
                </a:r>
                <a:r>
                  <a:rPr kumimoji="1" lang="en-US" altLang="en-US" sz="2600" b="1" i="1" dirty="0">
                    <a:solidFill>
                      <a:srgbClr val="FF3300"/>
                    </a:solidFill>
                  </a:rPr>
                  <a:t>c</a:t>
                </a:r>
                <a:r>
                  <a:rPr kumimoji="1" lang="en-US" altLang="en-US" sz="2600" b="1" dirty="0">
                    <a:solidFill>
                      <a:srgbClr val="FF3300"/>
                    </a:solidFill>
                  </a:rPr>
                  <a:t> and </a:t>
                </a:r>
                <a:r>
                  <a:rPr kumimoji="1" lang="en-US" altLang="en-US" sz="2600" b="1" i="1" dirty="0">
                    <a:solidFill>
                      <a:srgbClr val="FF3300"/>
                    </a:solidFill>
                  </a:rPr>
                  <a:t>n</a:t>
                </a:r>
                <a:r>
                  <a:rPr kumimoji="1" lang="en-US" altLang="en-US" sz="2600" b="1" baseline="-25000" dirty="0">
                    <a:solidFill>
                      <a:srgbClr val="FF3300"/>
                    </a:solidFill>
                  </a:rPr>
                  <a:t>0,</a:t>
                </a:r>
                <a:r>
                  <a:rPr kumimoji="1" lang="en-US" altLang="en-US" sz="2600" b="1" dirty="0">
                    <a:solidFill>
                      <a:schemeClr val="hlink"/>
                    </a:solidFill>
                  </a:rPr>
                  <a:t> </a:t>
                </a:r>
                <a:r>
                  <a:rPr kumimoji="1" lang="en-US" altLang="en-US" sz="2600" b="1" dirty="0">
                    <a:solidFill>
                      <a:srgbClr val="CC0000"/>
                    </a:solidFill>
                  </a:rPr>
                  <a:t>such that </a:t>
                </a:r>
                <a:r>
                  <a:rPr kumimoji="1" lang="en-US" altLang="en-US" b="1" dirty="0">
                    <a:solidFill>
                      <a:srgbClr val="CC0000"/>
                    </a:solidFill>
                    <a:sym typeface="Symbol" panose="05050102010706020507" pitchFamily="18" charset="2"/>
                  </a:rPr>
                  <a:t></a:t>
                </a:r>
                <a:r>
                  <a:rPr kumimoji="1" lang="en-US" altLang="en-US" b="1" i="1" dirty="0">
                    <a:solidFill>
                      <a:srgbClr val="CC0000"/>
                    </a:solidFill>
                  </a:rPr>
                  <a:t>n </a:t>
                </a:r>
                <a:r>
                  <a:rPr kumimoji="1" lang="en-US" altLang="en-US" b="1" dirty="0">
                    <a:solidFill>
                      <a:srgbClr val="CC0000"/>
                    </a:solidFill>
                    <a:sym typeface="Symbol" panose="05050102010706020507" pitchFamily="18" charset="2"/>
                  </a:rPr>
                  <a:t></a:t>
                </a:r>
                <a:r>
                  <a:rPr kumimoji="1" lang="en-US" altLang="en-US" b="1" i="1" dirty="0">
                    <a:solidFill>
                      <a:srgbClr val="CC0000"/>
                    </a:solidFill>
                  </a:rPr>
                  <a:t>  n</a:t>
                </a:r>
                <a:r>
                  <a:rPr kumimoji="1" lang="en-US" altLang="en-US" b="1" baseline="-25000" dirty="0">
                    <a:solidFill>
                      <a:srgbClr val="CC0000"/>
                    </a:solidFill>
                  </a:rPr>
                  <a:t>0</a:t>
                </a:r>
                <a:r>
                  <a:rPr kumimoji="1" lang="en-US" altLang="en-US" dirty="0">
                    <a:solidFill>
                      <a:srgbClr val="CC0000"/>
                    </a:solidFill>
                  </a:rPr>
                  <a:t>,</a:t>
                </a:r>
                <a:endParaRPr kumimoji="1" lang="en-US" altLang="en-US" sz="2600" b="1" dirty="0">
                  <a:solidFill>
                    <a:srgbClr val="CC0000"/>
                  </a:solidFill>
                </a:endParaRPr>
              </a:p>
              <a:p>
                <a:pPr>
                  <a:spcAft>
                    <a:spcPct val="20000"/>
                  </a:spcAft>
                  <a:buClr>
                    <a:srgbClr val="FF6600"/>
                  </a:buClr>
                  <a:buSzPct val="80000"/>
                  <a:buFont typeface="Wingdings" panose="05000000000000000000" pitchFamily="2" charset="2"/>
                  <a:buNone/>
                </a:pPr>
                <a:r>
                  <a:rPr kumimoji="1" lang="en-US" altLang="en-US" sz="2200" b="1" dirty="0">
                    <a:solidFill>
                      <a:schemeClr val="hlink"/>
                    </a:solidFill>
                  </a:rPr>
                  <a:t>such that</a:t>
                </a:r>
                <a:r>
                  <a:rPr kumimoji="1" lang="en-US" altLang="en-US" sz="2600" b="1" dirty="0">
                    <a:solidFill>
                      <a:schemeClr val="hlink"/>
                    </a:solidFill>
                  </a:rPr>
                  <a:t>  </a:t>
                </a:r>
                <a:r>
                  <a:rPr kumimoji="1" lang="en-US" altLang="en-US" sz="2600" b="1" i="1" dirty="0">
                    <a:solidFill>
                      <a:schemeClr val="hlink"/>
                    </a:solidFill>
                  </a:rPr>
                  <a:t>f</a:t>
                </a:r>
                <a:r>
                  <a:rPr kumimoji="1" lang="en-US" altLang="en-US" sz="2600" b="1" dirty="0">
                    <a:solidFill>
                      <a:schemeClr val="hlink"/>
                    </a:solidFill>
                  </a:rPr>
                  <a:t>(</a:t>
                </a:r>
                <a:r>
                  <a:rPr kumimoji="1" lang="en-US" altLang="en-US" sz="2600" b="1" i="1" dirty="0">
                    <a:solidFill>
                      <a:schemeClr val="hlink"/>
                    </a:solidFill>
                  </a:rPr>
                  <a:t>n</a:t>
                </a:r>
                <a:r>
                  <a:rPr kumimoji="1" lang="en-US" altLang="en-US" sz="2600" b="1" dirty="0">
                    <a:solidFill>
                      <a:schemeClr val="hlink"/>
                    </a:solidFill>
                  </a:rPr>
                  <a:t>)</a:t>
                </a:r>
                <a:r>
                  <a:rPr kumimoji="1" lang="en-US" altLang="en-US" sz="2600" b="1" i="1" dirty="0">
                    <a:solidFill>
                      <a:schemeClr val="hlink"/>
                    </a:solidFill>
                  </a:rPr>
                  <a:t> </a:t>
                </a:r>
                <a14:m>
                  <m:oMath xmlns:m="http://schemas.openxmlformats.org/officeDocument/2006/math">
                    <m:r>
                      <a:rPr kumimoji="1" lang="en-US" altLang="en-US" sz="2600" b="1" i="1" smtClean="0">
                        <a:solidFill>
                          <a:schemeClr val="hlink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≥</m:t>
                    </m:r>
                  </m:oMath>
                </a14:m>
                <a:r>
                  <a:rPr kumimoji="1" lang="en-US" altLang="en-US" sz="2600" b="1" dirty="0">
                    <a:solidFill>
                      <a:schemeClr val="hlink"/>
                    </a:solidFill>
                  </a:rPr>
                  <a:t> c</a:t>
                </a:r>
                <a:r>
                  <a:rPr kumimoji="1" lang="en-US" altLang="en-US" sz="2600" b="1" i="1" dirty="0">
                    <a:solidFill>
                      <a:schemeClr val="hlink"/>
                    </a:solidFill>
                  </a:rPr>
                  <a:t>g</a:t>
                </a:r>
                <a:r>
                  <a:rPr kumimoji="1" lang="en-US" altLang="en-US" sz="2600" b="1" dirty="0">
                    <a:solidFill>
                      <a:schemeClr val="hlink"/>
                    </a:solidFill>
                  </a:rPr>
                  <a:t>(</a:t>
                </a:r>
                <a:r>
                  <a:rPr kumimoji="1" lang="en-US" altLang="en-US" sz="2600" b="1" i="1" dirty="0">
                    <a:solidFill>
                      <a:schemeClr val="hlink"/>
                    </a:solidFill>
                  </a:rPr>
                  <a:t>n</a:t>
                </a:r>
                <a:r>
                  <a:rPr kumimoji="1" lang="en-US" altLang="en-US" sz="2600" b="1" dirty="0">
                    <a:solidFill>
                      <a:schemeClr val="hlink"/>
                    </a:solidFill>
                  </a:rPr>
                  <a:t>) </a:t>
                </a:r>
                <a:endParaRPr kumimoji="1" lang="en-US" altLang="en-US" sz="3000" b="1" dirty="0">
                  <a:solidFill>
                    <a:schemeClr val="hlink"/>
                  </a:solidFill>
                </a:endParaRPr>
              </a:p>
            </p:txBody>
          </p:sp>
        </mc:Choice>
        <mc:Fallback xmlns="">
          <p:sp>
            <p:nvSpPr>
              <p:cNvPr id="6" name="Rectangle 4">
                <a:extLst>
                  <a:ext uri="{FF2B5EF4-FFF2-40B4-BE49-F238E27FC236}">
                    <a16:creationId xmlns:a16="http://schemas.microsoft.com/office/drawing/2014/main" id="{810112F0-0CB9-4310-9460-0B9D063B5807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813092" y="2111410"/>
                <a:ext cx="4870450" cy="1803571"/>
              </a:xfrm>
              <a:prstGeom prst="rect">
                <a:avLst/>
              </a:prstGeom>
              <a:blipFill>
                <a:blip r:embed="rId3"/>
                <a:stretch>
                  <a:fillRect l="-2120" t="-2676" r="-2743" b="-7358"/>
                </a:stretch>
              </a:blipFill>
              <a:ln w="19050" cap="sq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7" name="Picture 10">
            <a:extLst>
              <a:ext uri="{FF2B5EF4-FFF2-40B4-BE49-F238E27FC236}">
                <a16:creationId xmlns:a16="http://schemas.microsoft.com/office/drawing/2014/main" id="{4E2A6DCF-83CC-42FA-BFEF-C470826BC32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160453" y="1690688"/>
            <a:ext cx="3800475" cy="40100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29447805-F0F0-4064-87F7-FF5249E38143}"/>
              </a:ext>
            </a:extLst>
          </p:cNvPr>
          <p:cNvSpPr txBox="1"/>
          <p:nvPr/>
        </p:nvSpPr>
        <p:spPr>
          <a:xfrm>
            <a:off x="1034498" y="5473963"/>
            <a:ext cx="609600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kumimoji="1" lang="en-US" altLang="en-US" sz="2400" b="1" i="1" dirty="0"/>
              <a:t>g</a:t>
            </a:r>
            <a:r>
              <a:rPr kumimoji="1" lang="en-US" altLang="en-US" sz="2400" b="1" dirty="0"/>
              <a:t>(</a:t>
            </a:r>
            <a:r>
              <a:rPr kumimoji="1" lang="en-US" altLang="en-US" sz="2400" b="1" i="1" dirty="0"/>
              <a:t>n</a:t>
            </a:r>
            <a:r>
              <a:rPr kumimoji="1" lang="en-US" altLang="en-US" sz="2400" b="1" dirty="0"/>
              <a:t>) is an </a:t>
            </a:r>
            <a:r>
              <a:rPr kumimoji="1" lang="en-US" altLang="en-US" sz="2400" b="1" i="1" dirty="0">
                <a:solidFill>
                  <a:srgbClr val="CC0000"/>
                </a:solidFill>
              </a:rPr>
              <a:t>asymptotic lower bound</a:t>
            </a:r>
            <a:r>
              <a:rPr kumimoji="1" lang="en-US" altLang="en-US" sz="2400" b="1" dirty="0"/>
              <a:t> for </a:t>
            </a:r>
            <a:r>
              <a:rPr kumimoji="1" lang="en-US" altLang="en-US" sz="2400" b="1" i="1" dirty="0"/>
              <a:t>f</a:t>
            </a:r>
            <a:r>
              <a:rPr kumimoji="1" lang="en-US" altLang="en-US" sz="2400" b="1" dirty="0"/>
              <a:t>(</a:t>
            </a:r>
            <a:r>
              <a:rPr kumimoji="1" lang="en-US" altLang="en-US" sz="2400" b="1" i="1" dirty="0"/>
              <a:t>n</a:t>
            </a:r>
            <a:r>
              <a:rPr kumimoji="1" lang="en-US" altLang="en-US" sz="2400" b="1" dirty="0"/>
              <a:t>).</a:t>
            </a:r>
          </a:p>
        </p:txBody>
      </p:sp>
    </p:spTree>
    <p:extLst>
      <p:ext uri="{BB962C8B-B14F-4D97-AF65-F5344CB8AC3E}">
        <p14:creationId xmlns:p14="http://schemas.microsoft.com/office/powerpoint/2010/main" val="52804901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8" grpId="0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622287D-0125-47C7-BA74-83633018371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913" y="-20707"/>
            <a:ext cx="10515600" cy="1325563"/>
          </a:xfrm>
        </p:spPr>
        <p:txBody>
          <a:bodyPr/>
          <a:lstStyle/>
          <a:p>
            <a:r>
              <a:rPr lang="en-US" b="1" dirty="0"/>
              <a:t>Examples 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F5F7282C-099C-4BC1-9187-66E0E45930F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Department of I&amp;CT, MIT, Manipal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Content Placeholder 6">
                <a:extLst>
                  <a:ext uri="{FF2B5EF4-FFF2-40B4-BE49-F238E27FC236}">
                    <a16:creationId xmlns:a16="http://schemas.microsoft.com/office/drawing/2014/main" id="{BC95EA35-1360-4C3D-A36B-98D14F46BB5A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/>
              </a:bodyPr>
              <a:lstStyle/>
              <a:p>
                <a:r>
                  <a:rPr lang="en-US" i="1" dirty="0"/>
                  <a:t>3n + 5 </a:t>
                </a:r>
                <a14:m>
                  <m:oMath xmlns:m="http://schemas.openxmlformats.org/officeDocument/2006/math">
                    <m:r>
                      <a:rPr lang="en-US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≥</m:t>
                    </m:r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3</m:t>
                    </m:r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𝑛</m:t>
                    </m:r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 </m:t>
                    </m:r>
                  </m:oMath>
                </a14:m>
                <a:r>
                  <a:rPr lang="en-US" b="0" i="1" dirty="0">
                    <a:ea typeface="Cambria Math" panose="02040503050406030204" pitchFamily="18" charset="0"/>
                  </a:rPr>
                  <a:t> </a:t>
                </a:r>
                <a:r>
                  <a:rPr lang="en-US" b="0" dirty="0">
                    <a:ea typeface="Cambria Math" panose="02040503050406030204" pitchFamily="18" charset="0"/>
                  </a:rPr>
                  <a:t>for all </a:t>
                </a:r>
                <a:r>
                  <a:rPr lang="en-US" b="0" i="1" dirty="0">
                    <a:ea typeface="Cambria Math" panose="02040503050406030204" pitchFamily="18" charset="0"/>
                  </a:rPr>
                  <a:t>n </a:t>
                </a:r>
                <a14:m>
                  <m:oMath xmlns:m="http://schemas.openxmlformats.org/officeDocument/2006/math">
                    <m:r>
                      <a:rPr lang="en-US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≥</m:t>
                    </m:r>
                  </m:oMath>
                </a14:m>
                <a:r>
                  <a:rPr lang="en-US" b="0" i="1" dirty="0">
                    <a:ea typeface="Cambria Math" panose="02040503050406030204" pitchFamily="18" charset="0"/>
                  </a:rPr>
                  <a:t> 1    therefore, 3n + 5 = </a:t>
                </a:r>
                <a:r>
                  <a:rPr lang="el-GR" b="0" i="1" dirty="0">
                    <a:ea typeface="Cambria Math" panose="02040503050406030204" pitchFamily="18" charset="0"/>
                  </a:rPr>
                  <a:t>Ω</a:t>
                </a:r>
                <a:r>
                  <a:rPr lang="en-US" b="0" i="1" dirty="0">
                    <a:ea typeface="Cambria Math" panose="02040503050406030204" pitchFamily="18" charset="0"/>
                  </a:rPr>
                  <a:t> (n)</a:t>
                </a:r>
              </a:p>
              <a:p>
                <a:pPr marL="0" indent="0">
                  <a:buNone/>
                </a:pPr>
                <a:endParaRPr lang="en-US" i="1" dirty="0">
                  <a:ea typeface="Cambria Math" panose="02040503050406030204" pitchFamily="18" charset="0"/>
                </a:endParaRPr>
              </a:p>
              <a:p>
                <a:pPr marL="0" indent="0">
                  <a:buNone/>
                </a:pPr>
                <a:r>
                  <a:rPr lang="en-US" i="1" dirty="0">
                    <a:ea typeface="Cambria Math" panose="02040503050406030204" pitchFamily="18" charset="0"/>
                  </a:rPr>
                  <a:t>What about 3n – 5 ?</a:t>
                </a:r>
                <a:endParaRPr lang="en-US" b="0" i="1" dirty="0">
                  <a:ea typeface="Cambria Math" panose="02040503050406030204" pitchFamily="18" charset="0"/>
                </a:endParaRPr>
              </a:p>
              <a:p>
                <a:r>
                  <a:rPr lang="en-US" b="0" i="1" dirty="0">
                    <a:ea typeface="Cambria Math" panose="02040503050406030204" pitchFamily="18" charset="0"/>
                  </a:rPr>
                  <a:t>3n – 5 </a:t>
                </a:r>
                <a14:m>
                  <m:oMath xmlns:m="http://schemas.openxmlformats.org/officeDocument/2006/math">
                    <m:r>
                      <a:rPr lang="en-US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≥</m:t>
                    </m:r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3</m:t>
                    </m:r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𝑛</m:t>
                    </m:r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b="0" i="1" dirty="0">
                    <a:ea typeface="Cambria Math" panose="02040503050406030204" pitchFamily="18" charset="0"/>
                  </a:rPr>
                  <a:t>– n for all n </a:t>
                </a:r>
                <a14:m>
                  <m:oMath xmlns:m="http://schemas.openxmlformats.org/officeDocument/2006/math">
                    <m:r>
                      <a:rPr lang="en-US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≥</m:t>
                    </m:r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5  </m:t>
                    </m:r>
                  </m:oMath>
                </a14:m>
                <a:r>
                  <a:rPr lang="en-US" i="1" dirty="0">
                    <a:ea typeface="Cambria Math" panose="02040503050406030204" pitchFamily="18" charset="0"/>
                  </a:rPr>
                  <a:t>therefore, 3n-5 </a:t>
                </a:r>
                <a:r>
                  <a:rPr lang="en-US" b="0" i="1" dirty="0">
                    <a:ea typeface="Cambria Math" panose="02040503050406030204" pitchFamily="18" charset="0"/>
                  </a:rPr>
                  <a:t>= </a:t>
                </a:r>
                <a:r>
                  <a:rPr lang="el-GR" b="0" i="1" dirty="0">
                    <a:ea typeface="Cambria Math" panose="02040503050406030204" pitchFamily="18" charset="0"/>
                  </a:rPr>
                  <a:t>Ω</a:t>
                </a:r>
                <a:r>
                  <a:rPr lang="en-US" b="0" i="1" dirty="0">
                    <a:ea typeface="Cambria Math" panose="02040503050406030204" pitchFamily="18" charset="0"/>
                  </a:rPr>
                  <a:t> (n)</a:t>
                </a:r>
              </a:p>
              <a:p>
                <a:endParaRPr lang="en-US" i="1" dirty="0">
                  <a:ea typeface="Cambria Math" panose="02040503050406030204" pitchFamily="18" charset="0"/>
                </a:endParaRPr>
              </a:p>
              <a:p>
                <a:endParaRPr lang="en-US" b="0" i="1" dirty="0">
                  <a:ea typeface="Cambria Math" panose="02040503050406030204" pitchFamily="18" charset="0"/>
                </a:endParaRPr>
              </a:p>
              <a:p>
                <a:pPr marL="0" indent="0">
                  <a:buNone/>
                </a:pPr>
                <a:r>
                  <a:rPr lang="en-US" b="1" dirty="0"/>
                  <a:t>Theorem:</a:t>
                </a:r>
                <a:r>
                  <a:rPr lang="en-US" dirty="0"/>
                  <a:t> </a:t>
                </a:r>
                <a:r>
                  <a:rPr lang="en-US" i="1" dirty="0"/>
                  <a:t>If f(n)= a</a:t>
                </a:r>
                <a:r>
                  <a:rPr lang="en-US" i="1" baseline="-25000" dirty="0"/>
                  <a:t>m</a:t>
                </a:r>
                <a:r>
                  <a:rPr lang="en-US" i="1" dirty="0"/>
                  <a:t>n</a:t>
                </a:r>
                <a:r>
                  <a:rPr lang="en-US" i="1" baseline="30000" dirty="0"/>
                  <a:t>m</a:t>
                </a:r>
                <a:r>
                  <a:rPr lang="en-US" i="1" dirty="0"/>
                  <a:t>+ … +a</a:t>
                </a:r>
                <a:r>
                  <a:rPr lang="en-US" i="1" baseline="-25000" dirty="0"/>
                  <a:t>1</a:t>
                </a:r>
                <a:r>
                  <a:rPr lang="en-US" i="1" dirty="0"/>
                  <a:t>n+a</a:t>
                </a:r>
                <a:r>
                  <a:rPr lang="en-US" i="1" baseline="-25000" dirty="0"/>
                  <a:t>o</a:t>
                </a:r>
                <a:r>
                  <a:rPr lang="en-US" i="1" dirty="0"/>
                  <a:t> and a</a:t>
                </a:r>
                <a:r>
                  <a:rPr lang="en-US" i="1" baseline="-25000" dirty="0"/>
                  <a:t>m</a:t>
                </a:r>
                <a:r>
                  <a:rPr lang="en-US" i="1" dirty="0"/>
                  <a:t> &gt; 0, then f(n)=</a:t>
                </a:r>
                <a:r>
                  <a:rPr lang="el-GR" b="0" i="1" dirty="0">
                    <a:ea typeface="Cambria Math" panose="02040503050406030204" pitchFamily="18" charset="0"/>
                  </a:rPr>
                  <a:t> Ω</a:t>
                </a:r>
                <a:r>
                  <a:rPr lang="en-US" b="0" i="1" dirty="0">
                    <a:ea typeface="Cambria Math" panose="02040503050406030204" pitchFamily="18" charset="0"/>
                  </a:rPr>
                  <a:t> </a:t>
                </a:r>
                <a:r>
                  <a:rPr lang="en-US" i="1" dirty="0"/>
                  <a:t>(n</a:t>
                </a:r>
                <a:r>
                  <a:rPr lang="en-US" i="1" baseline="30000" dirty="0"/>
                  <a:t>m</a:t>
                </a:r>
                <a:r>
                  <a:rPr lang="en-US" i="1" dirty="0"/>
                  <a:t>)</a:t>
                </a:r>
              </a:p>
              <a:p>
                <a:endParaRPr lang="en-US" i="1" dirty="0"/>
              </a:p>
              <a:p>
                <a:endParaRPr lang="en-US" i="1" dirty="0">
                  <a:ea typeface="Cambria Math" panose="02040503050406030204" pitchFamily="18" charset="0"/>
                </a:endParaRPr>
              </a:p>
              <a:p>
                <a:endParaRPr lang="en-US" b="0" i="1" dirty="0">
                  <a:ea typeface="Cambria Math" panose="02040503050406030204" pitchFamily="18" charset="0"/>
                </a:endParaRPr>
              </a:p>
              <a:p>
                <a:endParaRPr lang="en-US" i="1" dirty="0">
                  <a:ea typeface="Cambria Math" panose="02040503050406030204" pitchFamily="18" charset="0"/>
                </a:endParaRPr>
              </a:p>
              <a:p>
                <a:endParaRPr lang="en-US" b="0" i="1" dirty="0">
                  <a:ea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7" name="Content Placeholder 6">
                <a:extLst>
                  <a:ext uri="{FF2B5EF4-FFF2-40B4-BE49-F238E27FC236}">
                    <a16:creationId xmlns:a16="http://schemas.microsoft.com/office/drawing/2014/main" id="{BC95EA35-1360-4C3D-A36B-98D14F46BB5A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217" t="-2241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61968072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D205480-5638-21DC-1377-294A577FA1C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68036" y="443345"/>
            <a:ext cx="10785764" cy="5733618"/>
          </a:xfrm>
        </p:spPr>
        <p:txBody>
          <a:bodyPr>
            <a:normAutofit/>
          </a:bodyPr>
          <a:lstStyle/>
          <a:p>
            <a:r>
              <a:rPr lang="en-IN" sz="3600" dirty="0"/>
              <a:t>Big Omega (</a:t>
            </a:r>
            <a:r>
              <a:rPr lang="el-GR" sz="3600" dirty="0"/>
              <a:t>Ω) </a:t>
            </a:r>
            <a:r>
              <a:rPr lang="en-IN" sz="3600" dirty="0"/>
              <a:t>notation provides a </a:t>
            </a:r>
            <a:r>
              <a:rPr lang="en-IN" sz="3600" b="1" dirty="0"/>
              <a:t>lower bound</a:t>
            </a:r>
            <a:r>
              <a:rPr lang="en-IN" sz="3600" dirty="0"/>
              <a:t> for a function. Mathematically:</a:t>
            </a:r>
          </a:p>
          <a:p>
            <a:r>
              <a:rPr lang="en-IN" sz="3600" dirty="0"/>
              <a:t>f(n)=</a:t>
            </a:r>
            <a:r>
              <a:rPr lang="el-GR" sz="3600" dirty="0"/>
              <a:t>Ω(</a:t>
            </a:r>
            <a:r>
              <a:rPr lang="en-IN" sz="3600" dirty="0"/>
              <a:t>g(n))if there exist constants c&gt;0 and n0≥1such that f(n)≥</a:t>
            </a:r>
            <a:r>
              <a:rPr lang="en-IN" sz="3600" dirty="0" err="1"/>
              <a:t>c⋅g</a:t>
            </a:r>
            <a:r>
              <a:rPr lang="en-IN" sz="3600" dirty="0"/>
              <a:t>(n) ∀n≥n0.</a:t>
            </a:r>
          </a:p>
          <a:p>
            <a:r>
              <a:rPr lang="en-IN" sz="3600" dirty="0"/>
              <a:t>In this case: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sz="3600" dirty="0"/>
              <a:t>f(n)=3n−5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sz="3600" dirty="0"/>
              <a:t>g(n)=n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sz="3600" dirty="0"/>
              <a:t>We want to prove that 3n−5≥c⋅n for some constant c&gt;0 and sufficiently large n.</a:t>
            </a:r>
          </a:p>
          <a:p>
            <a:pPr marL="0" indent="0">
              <a:buNone/>
            </a:pP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163890785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90909DF-B98F-A5B4-C0FA-3002C588D76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43345" y="249382"/>
            <a:ext cx="10910455" cy="5927581"/>
          </a:xfrm>
        </p:spPr>
        <p:txBody>
          <a:bodyPr/>
          <a:lstStyle/>
          <a:p>
            <a:r>
              <a:rPr lang="en-IN" b="1" dirty="0"/>
              <a:t>Step 1: Choose a form for the inequality</a:t>
            </a:r>
          </a:p>
          <a:p>
            <a:r>
              <a:rPr lang="en-IN" dirty="0"/>
              <a:t>We need to check when:</a:t>
            </a:r>
          </a:p>
          <a:p>
            <a:r>
              <a:rPr lang="en-IN" dirty="0"/>
              <a:t>3n−5≥c⋅n</a:t>
            </a:r>
          </a:p>
          <a:p>
            <a:r>
              <a:rPr lang="en-IN" dirty="0"/>
              <a:t>the inequality:</a:t>
            </a:r>
          </a:p>
          <a:p>
            <a:r>
              <a:rPr lang="en-IN" dirty="0"/>
              <a:t>3n−5≥c⋅n</a:t>
            </a:r>
          </a:p>
          <a:p>
            <a:r>
              <a:rPr lang="en-IN" dirty="0"/>
              <a:t>3n−c⋅n≥5 </a:t>
            </a:r>
          </a:p>
          <a:p>
            <a:r>
              <a:rPr lang="en-IN" dirty="0"/>
              <a:t>(3−c)⋅n≥5</a:t>
            </a:r>
          </a:p>
          <a:p>
            <a:r>
              <a:rPr lang="en-IN" dirty="0"/>
              <a:t>n≥5/(3−c)​</a:t>
            </a:r>
          </a:p>
        </p:txBody>
      </p:sp>
    </p:spTree>
    <p:extLst>
      <p:ext uri="{BB962C8B-B14F-4D97-AF65-F5344CB8AC3E}">
        <p14:creationId xmlns:p14="http://schemas.microsoft.com/office/powerpoint/2010/main" val="3816180984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17F7785-600D-6F30-680E-95372B07F75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81891" y="512618"/>
            <a:ext cx="10771909" cy="5664345"/>
          </a:xfrm>
        </p:spPr>
        <p:txBody>
          <a:bodyPr/>
          <a:lstStyle/>
          <a:p>
            <a:r>
              <a:rPr lang="en-IN" b="1" dirty="0"/>
              <a:t>Step 2: Choosing a constant c</a:t>
            </a:r>
          </a:p>
          <a:p>
            <a:r>
              <a:rPr lang="en-IN" dirty="0"/>
              <a:t>To find a valid constant c such that this holds for sufficiently large n: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dirty="0"/>
              <a:t>If we pick c=2, then the inequality becomes: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dirty="0"/>
              <a:t> n≥5/(3−2)=5.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dirty="0"/>
              <a:t>Thus, for n≥5,3n−5≥2n.</a:t>
            </a:r>
          </a:p>
          <a:p>
            <a:r>
              <a:rPr lang="en-US" b="1" dirty="0"/>
              <a:t>Conclusion</a:t>
            </a:r>
          </a:p>
          <a:p>
            <a:r>
              <a:rPr lang="en-US" dirty="0"/>
              <a:t>We have shown that: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f(n)=3n−5≥2 for all n≥5.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Therefore, 3n−5=Ω(n) with c=2 and n0=5.</a:t>
            </a:r>
          </a:p>
          <a:p>
            <a:pPr marL="0" indent="0">
              <a:buNone/>
            </a:pP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564429519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7A17054-3F51-4683-86F6-BFA4B153228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61122" y="-220895"/>
            <a:ext cx="10515600" cy="1325563"/>
          </a:xfrm>
        </p:spPr>
        <p:txBody>
          <a:bodyPr/>
          <a:lstStyle/>
          <a:p>
            <a:r>
              <a:rPr lang="en-US" b="1" dirty="0"/>
              <a:t>Omega Ratio Theorem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B2BA342-8E69-4EF7-AB16-9BAD4729F04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Department of I&amp;CT, MIT, Manipal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43F4FB4B-66F5-4EA7-9237-D93A51B75AAB}"/>
                  </a:ext>
                </a:extLst>
              </p:cNvPr>
              <p:cNvSpPr txBox="1"/>
              <p:nvPr/>
            </p:nvSpPr>
            <p:spPr>
              <a:xfrm>
                <a:off x="361121" y="1104668"/>
                <a:ext cx="10515600" cy="197752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2400" b="1" dirty="0"/>
                  <a:t>Theorem [Omega Ratio Theorem</a:t>
                </a:r>
                <a:r>
                  <a:rPr lang="en-US" sz="2400" b="1" i="1" dirty="0"/>
                  <a:t>] </a:t>
                </a:r>
                <a:r>
                  <a:rPr lang="en-US" sz="2400" i="1" dirty="0"/>
                  <a:t>Let f(n) and g(n) be such that </a:t>
                </a:r>
                <a:r>
                  <a:rPr lang="en-US" sz="2400" i="1" dirty="0" err="1"/>
                  <a:t>lim</a:t>
                </a:r>
                <a:r>
                  <a:rPr lang="en-US" sz="2400" i="1" dirty="0"/>
                  <a:t> </a:t>
                </a:r>
                <a:r>
                  <a:rPr lang="en-US" sz="2400" i="1" baseline="-25000" dirty="0"/>
                  <a:t>n</a:t>
                </a:r>
                <a14:m>
                  <m:oMath xmlns:m="http://schemas.openxmlformats.org/officeDocument/2006/math">
                    <m:r>
                      <a:rPr lang="en-US" sz="2400" i="1" baseline="-2500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→∞</m:t>
                    </m:r>
                    <m:r>
                      <a:rPr lang="en-US" sz="2400" b="0" i="1" baseline="-2500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  <m:r>
                      <a:rPr lang="en-US" sz="2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𝑔</m:t>
                    </m:r>
                    <m:r>
                      <a:rPr lang="en-US" sz="2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(</m:t>
                    </m:r>
                    <m:r>
                      <a:rPr lang="en-US" sz="2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𝑛</m:t>
                    </m:r>
                    <m:r>
                      <a:rPr lang="en-US" sz="2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)/</m:t>
                    </m:r>
                    <m:r>
                      <a:rPr lang="en-US" sz="2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𝑓</m:t>
                    </m:r>
                    <m:d>
                      <m:dPr>
                        <m:ctrlPr>
                          <a:rPr lang="en-US" sz="2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𝑛</m:t>
                        </m:r>
                      </m:e>
                    </m:d>
                  </m:oMath>
                </a14:m>
                <a:r>
                  <a:rPr lang="en-US" sz="2400" i="1" dirty="0"/>
                  <a:t> exists.  f(n)=</a:t>
                </a:r>
                <a:r>
                  <a:rPr lang="el-GR" sz="2400" i="1" dirty="0"/>
                  <a:t>Ω</a:t>
                </a:r>
                <a:r>
                  <a:rPr lang="en-US" sz="2400" i="1" dirty="0"/>
                  <a:t>(g(n) </a:t>
                </a:r>
                <a:r>
                  <a:rPr lang="en-US" sz="2400" i="1" dirty="0" err="1"/>
                  <a:t>iff</a:t>
                </a:r>
                <a:r>
                  <a:rPr lang="en-US" sz="2400" i="1" dirty="0"/>
                  <a:t> lim </a:t>
                </a:r>
                <a:r>
                  <a:rPr lang="en-US" sz="2400" i="1" baseline="-25000" dirty="0"/>
                  <a:t>n</a:t>
                </a:r>
                <a14:m>
                  <m:oMath xmlns:m="http://schemas.openxmlformats.org/officeDocument/2006/math">
                    <m:r>
                      <a:rPr lang="en-US" sz="2400" i="1" baseline="-2500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→∞</m:t>
                    </m:r>
                    <m:f>
                      <m:fPr>
                        <m:ctrlPr>
                          <a:rPr lang="en-US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sz="2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𝑔</m:t>
                        </m:r>
                        <m:d>
                          <m:dPr>
                            <m:ctrlPr>
                              <a:rPr lang="en-US" sz="24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sz="24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𝑛</m:t>
                            </m:r>
                          </m:e>
                        </m:d>
                      </m:num>
                      <m:den>
                        <m:r>
                          <a:rPr lang="en-US" sz="2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𝑓</m:t>
                        </m:r>
                        <m:d>
                          <m:dPr>
                            <m:ctrlPr>
                              <a:rPr lang="en-US" sz="24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sz="24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𝑛</m:t>
                            </m:r>
                          </m:e>
                        </m:d>
                      </m:den>
                    </m:f>
                    <m:r>
                      <a:rPr lang="en-US" sz="24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  <m:r>
                      <a:rPr lang="en-US" sz="2400" i="1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≤</m:t>
                    </m:r>
                    <m:r>
                      <a:rPr lang="en-US" sz="2400" b="0" i="1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𝑐</m:t>
                    </m:r>
                    <m:r>
                      <a:rPr lang="en-US" sz="2400" b="0" i="1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 </m:t>
                    </m:r>
                  </m:oMath>
                </a14:m>
                <a:r>
                  <a:rPr lang="en-US" sz="2400" b="0" i="1" dirty="0">
                    <a:ea typeface="Cambria Math" panose="02040503050406030204" pitchFamily="18" charset="0"/>
                  </a:rPr>
                  <a:t>for some finite constant c</a:t>
                </a:r>
                <a:r>
                  <a:rPr lang="en-US" b="0" i="1" dirty="0">
                    <a:ea typeface="Cambria Math" panose="02040503050406030204" pitchFamily="18" charset="0"/>
                  </a:rPr>
                  <a:t>.</a:t>
                </a:r>
              </a:p>
              <a:p>
                <a:endParaRPr lang="en-US" i="1" dirty="0">
                  <a:ea typeface="Cambria Math" panose="02040503050406030204" pitchFamily="18" charset="0"/>
                </a:endParaRPr>
              </a:p>
              <a:p>
                <a:endParaRPr lang="en-US" b="0" i="1" dirty="0">
                  <a:ea typeface="Cambria Math" panose="02040503050406030204" pitchFamily="18" charset="0"/>
                </a:endParaRPr>
              </a:p>
              <a:p>
                <a:endParaRPr lang="en-US" sz="2400" b="0" i="1" dirty="0">
                  <a:ea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43F4FB4B-66F5-4EA7-9237-D93A51B75AA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61121" y="1104668"/>
                <a:ext cx="10515600" cy="1977529"/>
              </a:xfrm>
              <a:prstGeom prst="rect">
                <a:avLst/>
              </a:prstGeom>
              <a:blipFill>
                <a:blip r:embed="rId2"/>
                <a:stretch>
                  <a:fillRect l="-870" t="-246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6737C208-4974-4C89-B8A4-4AF7461A29AB}"/>
                  </a:ext>
                </a:extLst>
              </p:cNvPr>
              <p:cNvSpPr txBox="1"/>
              <p:nvPr/>
            </p:nvSpPr>
            <p:spPr>
              <a:xfrm>
                <a:off x="2464902" y="3076561"/>
                <a:ext cx="6427305" cy="332398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2400" b="1" dirty="0">
                    <a:solidFill>
                      <a:srgbClr val="0070C0"/>
                    </a:solidFill>
                  </a:rPr>
                  <a:t>Check whether 10n</a:t>
                </a:r>
                <a:r>
                  <a:rPr lang="en-US" sz="2400" b="1" baseline="30000" dirty="0">
                    <a:solidFill>
                      <a:srgbClr val="0070C0"/>
                    </a:solidFill>
                  </a:rPr>
                  <a:t>2</a:t>
                </a:r>
                <a:r>
                  <a:rPr lang="en-US" sz="2400" b="1" dirty="0">
                    <a:solidFill>
                      <a:srgbClr val="0070C0"/>
                    </a:solidFill>
                  </a:rPr>
                  <a:t> – 5n + 6 = </a:t>
                </a:r>
                <a:r>
                  <a:rPr lang="el-GR" sz="2400" i="1" dirty="0">
                    <a:solidFill>
                      <a:srgbClr val="0070C0"/>
                    </a:solidFill>
                  </a:rPr>
                  <a:t>Ω</a:t>
                </a:r>
                <a:r>
                  <a:rPr lang="en-US" sz="2400" b="1" dirty="0">
                    <a:solidFill>
                      <a:srgbClr val="0070C0"/>
                    </a:solidFill>
                  </a:rPr>
                  <a:t>(n</a:t>
                </a:r>
                <a:r>
                  <a:rPr lang="en-US" sz="2400" b="1" baseline="30000" dirty="0">
                    <a:solidFill>
                      <a:srgbClr val="0070C0"/>
                    </a:solidFill>
                  </a:rPr>
                  <a:t>2</a:t>
                </a:r>
                <a:r>
                  <a:rPr lang="en-US" sz="2400" b="1" dirty="0">
                    <a:solidFill>
                      <a:srgbClr val="0070C0"/>
                    </a:solidFill>
                  </a:rPr>
                  <a:t>)</a:t>
                </a:r>
              </a:p>
              <a:p>
                <a:endParaRPr lang="en-US" sz="2400" b="1" dirty="0">
                  <a:solidFill>
                    <a:srgbClr val="0070C0"/>
                  </a:solidFill>
                </a:endParaRPr>
              </a:p>
              <a:p>
                <a:r>
                  <a:rPr lang="en-US" sz="2400" b="1" i="1" dirty="0">
                    <a:solidFill>
                      <a:srgbClr val="0070C0"/>
                    </a:solidFill>
                  </a:rPr>
                  <a:t>lim </a:t>
                </a:r>
                <a:r>
                  <a:rPr lang="en-US" sz="2400" b="1" i="1" baseline="-25000" dirty="0">
                    <a:solidFill>
                      <a:srgbClr val="0070C0"/>
                    </a:solidFill>
                  </a:rPr>
                  <a:t>n</a:t>
                </a:r>
                <a14:m>
                  <m:oMath xmlns:m="http://schemas.openxmlformats.org/officeDocument/2006/math">
                    <m:r>
                      <a:rPr lang="en-US" sz="2400" b="1" i="1" baseline="-25000">
                        <a:solidFill>
                          <a:srgbClr val="0070C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→∞ </m:t>
                    </m:r>
                    <m:r>
                      <m:rPr>
                        <m:nor/>
                      </m:rPr>
                      <a:rPr lang="en-US" sz="2400" b="1" dirty="0" smtClean="0">
                        <a:solidFill>
                          <a:srgbClr val="0070C0"/>
                        </a:solidFill>
                      </a:rPr>
                      <m:t>n</m:t>
                    </m:r>
                    <m:r>
                      <m:rPr>
                        <m:nor/>
                      </m:rPr>
                      <a:rPr lang="en-US" sz="2400" b="1" baseline="30000" dirty="0" smtClean="0">
                        <a:solidFill>
                          <a:srgbClr val="0070C0"/>
                        </a:solidFill>
                      </a:rPr>
                      <m:t>2</m:t>
                    </m:r>
                    <m:r>
                      <m:rPr>
                        <m:nor/>
                      </m:rPr>
                      <a:rPr lang="en-US" sz="2400" b="1" i="0" dirty="0" smtClean="0">
                        <a:solidFill>
                          <a:srgbClr val="0070C0"/>
                        </a:solidFill>
                      </a:rPr>
                      <m:t>/(1</m:t>
                    </m:r>
                    <m:r>
                      <m:rPr>
                        <m:nor/>
                      </m:rPr>
                      <a:rPr lang="en-US" sz="2400" b="1" dirty="0" smtClean="0">
                        <a:solidFill>
                          <a:srgbClr val="0070C0"/>
                        </a:solidFill>
                      </a:rPr>
                      <m:t>0</m:t>
                    </m:r>
                    <m:r>
                      <m:rPr>
                        <m:nor/>
                      </m:rPr>
                      <a:rPr lang="en-US" sz="2400" b="1" dirty="0" smtClean="0">
                        <a:solidFill>
                          <a:srgbClr val="0070C0"/>
                        </a:solidFill>
                      </a:rPr>
                      <m:t>n</m:t>
                    </m:r>
                    <m:r>
                      <m:rPr>
                        <m:nor/>
                      </m:rPr>
                      <a:rPr lang="en-US" sz="2400" b="1" baseline="30000" dirty="0" smtClean="0">
                        <a:solidFill>
                          <a:srgbClr val="0070C0"/>
                        </a:solidFill>
                      </a:rPr>
                      <m:t>2</m:t>
                    </m:r>
                    <m:r>
                      <m:rPr>
                        <m:nor/>
                      </m:rPr>
                      <a:rPr lang="en-US" sz="2400" b="1" dirty="0" smtClean="0">
                        <a:solidFill>
                          <a:srgbClr val="0070C0"/>
                        </a:solidFill>
                      </a:rPr>
                      <m:t> – 5</m:t>
                    </m:r>
                    <m:r>
                      <m:rPr>
                        <m:nor/>
                      </m:rPr>
                      <a:rPr lang="en-US" sz="2400" b="1" dirty="0" smtClean="0">
                        <a:solidFill>
                          <a:srgbClr val="0070C0"/>
                        </a:solidFill>
                      </a:rPr>
                      <m:t>n</m:t>
                    </m:r>
                    <m:r>
                      <m:rPr>
                        <m:nor/>
                      </m:rPr>
                      <a:rPr lang="en-US" sz="2400" b="1" dirty="0" smtClean="0">
                        <a:solidFill>
                          <a:srgbClr val="0070C0"/>
                        </a:solidFill>
                      </a:rPr>
                      <m:t> + 6)</m:t>
                    </m:r>
                  </m:oMath>
                </a14:m>
                <a:r>
                  <a:rPr lang="en-US" sz="2400" b="1" dirty="0">
                    <a:solidFill>
                      <a:srgbClr val="0070C0"/>
                    </a:solidFill>
                  </a:rPr>
                  <a:t> =</a:t>
                </a:r>
              </a:p>
              <a:p>
                <a:endParaRPr lang="en-US" sz="2400" b="1" dirty="0">
                  <a:solidFill>
                    <a:srgbClr val="0070C0"/>
                  </a:solidFill>
                </a:endParaRPr>
              </a:p>
              <a:p>
                <a:r>
                  <a:rPr lang="en-US" sz="2400" b="1" dirty="0">
                    <a:solidFill>
                      <a:srgbClr val="0070C0"/>
                    </a:solidFill>
                  </a:rPr>
                  <a:t> </a:t>
                </a:r>
                <a:r>
                  <a:rPr lang="en-US" sz="2400" b="1" i="1" dirty="0">
                    <a:solidFill>
                      <a:srgbClr val="0070C0"/>
                    </a:solidFill>
                  </a:rPr>
                  <a:t>lim </a:t>
                </a:r>
                <a:r>
                  <a:rPr lang="en-US" sz="2400" b="1" i="1" baseline="-25000" dirty="0">
                    <a:solidFill>
                      <a:srgbClr val="0070C0"/>
                    </a:solidFill>
                  </a:rPr>
                  <a:t>n</a:t>
                </a:r>
                <a14:m>
                  <m:oMath xmlns:m="http://schemas.openxmlformats.org/officeDocument/2006/math">
                    <m:r>
                      <a:rPr lang="en-US" sz="2400" b="1" i="1" baseline="-25000">
                        <a:solidFill>
                          <a:srgbClr val="0070C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→∞ </m:t>
                    </m:r>
                    <m:r>
                      <m:rPr>
                        <m:nor/>
                      </m:rPr>
                      <a:rPr lang="en-US" sz="2400" b="1" dirty="0" smtClean="0">
                        <a:solidFill>
                          <a:srgbClr val="0070C0"/>
                        </a:solidFill>
                      </a:rPr>
                      <m:t>n</m:t>
                    </m:r>
                    <m:r>
                      <m:rPr>
                        <m:nor/>
                      </m:rPr>
                      <a:rPr lang="en-US" sz="2400" b="1" baseline="30000" dirty="0" smtClean="0">
                        <a:solidFill>
                          <a:srgbClr val="0070C0"/>
                        </a:solidFill>
                      </a:rPr>
                      <m:t>2</m:t>
                    </m:r>
                    <m:r>
                      <m:rPr>
                        <m:nor/>
                      </m:rPr>
                      <a:rPr lang="en-US" sz="2400" b="1" i="0" dirty="0" smtClean="0">
                        <a:solidFill>
                          <a:srgbClr val="0070C0"/>
                        </a:solidFill>
                      </a:rPr>
                      <m:t>/</m:t>
                    </m:r>
                    <m:r>
                      <m:rPr>
                        <m:nor/>
                      </m:rPr>
                      <a:rPr lang="en-US" sz="2400" b="1" dirty="0" smtClean="0">
                        <a:solidFill>
                          <a:srgbClr val="0070C0"/>
                        </a:solidFill>
                      </a:rPr>
                      <m:t>n</m:t>
                    </m:r>
                    <m:r>
                      <m:rPr>
                        <m:nor/>
                      </m:rPr>
                      <a:rPr lang="en-US" sz="2400" b="1" baseline="30000" dirty="0" smtClean="0">
                        <a:solidFill>
                          <a:srgbClr val="0070C0"/>
                        </a:solidFill>
                      </a:rPr>
                      <m:t>2</m:t>
                    </m:r>
                    <m:r>
                      <m:rPr>
                        <m:nor/>
                      </m:rPr>
                      <a:rPr lang="en-US" sz="2400" b="1" i="0" dirty="0" smtClean="0">
                        <a:solidFill>
                          <a:srgbClr val="0070C0"/>
                        </a:solidFill>
                      </a:rPr>
                      <m:t>(1</m:t>
                    </m:r>
                    <m:r>
                      <m:rPr>
                        <m:nor/>
                      </m:rPr>
                      <a:rPr lang="en-US" sz="2400" b="1" dirty="0" smtClean="0">
                        <a:solidFill>
                          <a:srgbClr val="0070C0"/>
                        </a:solidFill>
                      </a:rPr>
                      <m:t>0</m:t>
                    </m:r>
                    <m:r>
                      <m:rPr>
                        <m:nor/>
                      </m:rPr>
                      <a:rPr lang="en-US" sz="2400" b="1" i="0" dirty="0" smtClean="0">
                        <a:solidFill>
                          <a:srgbClr val="0070C0"/>
                        </a:solidFill>
                      </a:rPr>
                      <m:t> </m:t>
                    </m:r>
                    <m:r>
                      <m:rPr>
                        <m:nor/>
                      </m:rPr>
                      <a:rPr lang="en-US" sz="2400" b="1" dirty="0" smtClean="0">
                        <a:solidFill>
                          <a:srgbClr val="0070C0"/>
                        </a:solidFill>
                      </a:rPr>
                      <m:t>– </m:t>
                    </m:r>
                    <m:r>
                      <m:rPr>
                        <m:nor/>
                      </m:rPr>
                      <a:rPr lang="en-US" sz="2400" b="1" i="0" dirty="0" smtClean="0">
                        <a:solidFill>
                          <a:srgbClr val="0070C0"/>
                        </a:solidFill>
                      </a:rPr>
                      <m:t>(</m:t>
                    </m:r>
                    <m:r>
                      <m:rPr>
                        <m:nor/>
                      </m:rPr>
                      <a:rPr lang="en-US" sz="2400" b="1" dirty="0" smtClean="0">
                        <a:solidFill>
                          <a:srgbClr val="0070C0"/>
                        </a:solidFill>
                      </a:rPr>
                      <m:t>5</m:t>
                    </m:r>
                    <m:r>
                      <m:rPr>
                        <m:nor/>
                      </m:rPr>
                      <a:rPr lang="en-US" sz="2400" b="1" i="0" dirty="0" smtClean="0">
                        <a:solidFill>
                          <a:srgbClr val="0070C0"/>
                        </a:solidFill>
                      </a:rPr>
                      <m:t>/</m:t>
                    </m:r>
                    <m:r>
                      <m:rPr>
                        <m:nor/>
                      </m:rPr>
                      <a:rPr lang="en-US" sz="2400" b="1" dirty="0" smtClean="0">
                        <a:solidFill>
                          <a:srgbClr val="0070C0"/>
                        </a:solidFill>
                      </a:rPr>
                      <m:t>n</m:t>
                    </m:r>
                    <m:r>
                      <m:rPr>
                        <m:nor/>
                      </m:rPr>
                      <a:rPr lang="en-US" sz="2400" b="1" i="0" dirty="0" smtClean="0">
                        <a:solidFill>
                          <a:srgbClr val="0070C0"/>
                        </a:solidFill>
                      </a:rPr>
                      <m:t>)</m:t>
                    </m:r>
                    <m:r>
                      <m:rPr>
                        <m:nor/>
                      </m:rPr>
                      <a:rPr lang="en-US" sz="2400" b="1" dirty="0" smtClean="0">
                        <a:solidFill>
                          <a:srgbClr val="0070C0"/>
                        </a:solidFill>
                      </a:rPr>
                      <m:t> + </m:t>
                    </m:r>
                    <m:r>
                      <m:rPr>
                        <m:nor/>
                      </m:rPr>
                      <a:rPr lang="en-US" sz="2400" b="1" i="0" dirty="0" smtClean="0">
                        <a:solidFill>
                          <a:srgbClr val="0070C0"/>
                        </a:solidFill>
                      </a:rPr>
                      <m:t>(</m:t>
                    </m:r>
                    <m:r>
                      <m:rPr>
                        <m:nor/>
                      </m:rPr>
                      <a:rPr lang="en-US" sz="2400" b="1" dirty="0" smtClean="0">
                        <a:solidFill>
                          <a:srgbClr val="0070C0"/>
                        </a:solidFill>
                      </a:rPr>
                      <m:t>6</m:t>
                    </m:r>
                    <m:r>
                      <m:rPr>
                        <m:nor/>
                      </m:rPr>
                      <a:rPr lang="en-US" sz="2400" b="1" i="0" dirty="0" smtClean="0">
                        <a:solidFill>
                          <a:srgbClr val="0070C0"/>
                        </a:solidFill>
                      </a:rPr>
                      <m:t>/</m:t>
                    </m:r>
                    <m:r>
                      <m:rPr>
                        <m:nor/>
                      </m:rPr>
                      <a:rPr lang="en-US" sz="2400" b="1" dirty="0" smtClean="0">
                        <a:solidFill>
                          <a:srgbClr val="0070C0"/>
                        </a:solidFill>
                      </a:rPr>
                      <m:t>n</m:t>
                    </m:r>
                    <m:r>
                      <m:rPr>
                        <m:nor/>
                      </m:rPr>
                      <a:rPr lang="en-US" sz="2400" b="1" baseline="30000" dirty="0" smtClean="0">
                        <a:solidFill>
                          <a:srgbClr val="0070C0"/>
                        </a:solidFill>
                      </a:rPr>
                      <m:t>2</m:t>
                    </m:r>
                    <m:r>
                      <m:rPr>
                        <m:nor/>
                      </m:rPr>
                      <a:rPr lang="en-US" sz="2400" b="1" dirty="0" smtClean="0">
                        <a:solidFill>
                          <a:srgbClr val="0070C0"/>
                        </a:solidFill>
                      </a:rPr>
                      <m:t>)</m:t>
                    </m:r>
                    <m:r>
                      <m:rPr>
                        <m:nor/>
                      </m:rPr>
                      <a:rPr lang="en-US" sz="2400" b="1" i="0" dirty="0" smtClean="0">
                        <a:solidFill>
                          <a:srgbClr val="0070C0"/>
                        </a:solidFill>
                      </a:rPr>
                      <m:t>) = 1/10</m:t>
                    </m:r>
                  </m:oMath>
                </a14:m>
                <a:endParaRPr lang="en-US" sz="2400" b="1" dirty="0">
                  <a:solidFill>
                    <a:srgbClr val="0070C0"/>
                  </a:solidFill>
                </a:endParaRPr>
              </a:p>
              <a:p>
                <a:endParaRPr lang="en-US" sz="2400" b="1" dirty="0">
                  <a:solidFill>
                    <a:srgbClr val="0070C0"/>
                  </a:solidFill>
                </a:endParaRPr>
              </a:p>
              <a:p>
                <a:r>
                  <a:rPr lang="en-US" sz="2400" b="1" dirty="0">
                    <a:solidFill>
                      <a:srgbClr val="0070C0"/>
                    </a:solidFill>
                  </a:rPr>
                  <a:t>Limit exists.  Hence the result. </a:t>
                </a:r>
              </a:p>
              <a:p>
                <a:endParaRPr lang="en-US" sz="2400" b="1" dirty="0">
                  <a:solidFill>
                    <a:srgbClr val="0070C0"/>
                  </a:solidFill>
                </a:endParaRPr>
              </a:p>
              <a:p>
                <a:endParaRPr lang="en-US" dirty="0"/>
              </a:p>
            </p:txBody>
          </p:sp>
        </mc:Choice>
        <mc:Fallback xmlns="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6737C208-4974-4C89-B8A4-4AF7461A29A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464902" y="3076561"/>
                <a:ext cx="6427305" cy="3323987"/>
              </a:xfrm>
              <a:prstGeom prst="rect">
                <a:avLst/>
              </a:prstGeom>
              <a:blipFill>
                <a:blip r:embed="rId3"/>
                <a:stretch>
                  <a:fillRect l="-1422" t="-146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32281107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1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1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1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1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10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10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/>
    </p:bld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AFC044-BB1D-4E3C-907C-CE35B426A09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Theta Notation (</a:t>
            </a:r>
            <a:r>
              <a:rPr lang="el-GR" b="1" dirty="0"/>
              <a:t>θ</a:t>
            </a:r>
            <a:r>
              <a:rPr lang="en-US" b="1" dirty="0"/>
              <a:t>)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6A5659F-5F9A-484C-9B8C-FC24A52B5AE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Department of I&amp;CT, MIT, Manipal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Rectangle 4">
                <a:extLst>
                  <a:ext uri="{FF2B5EF4-FFF2-40B4-BE49-F238E27FC236}">
                    <a16:creationId xmlns:a16="http://schemas.microsoft.com/office/drawing/2014/main" id="{810112F0-0CB9-4310-9460-0B9D063B580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13092" y="2111410"/>
                <a:ext cx="4870450" cy="3163943"/>
              </a:xfrm>
              <a:prstGeom prst="rect">
                <a:avLst/>
              </a:prstGeom>
              <a:solidFill>
                <a:srgbClr val="CCECFF"/>
              </a:solidFill>
              <a:ln w="19050" cap="sq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/>
              <a:p>
                <a:pPr>
                  <a:spcAft>
                    <a:spcPct val="20000"/>
                  </a:spcAft>
                  <a:buClr>
                    <a:srgbClr val="FF6600"/>
                  </a:buClr>
                  <a:buSzPct val="80000"/>
                  <a:buFont typeface="Wingdings" panose="05000000000000000000" pitchFamily="2" charset="2"/>
                  <a:buNone/>
                </a:pPr>
                <a:r>
                  <a:rPr kumimoji="1" lang="en-US" altLang="en-US" sz="2600" b="1" i="1" dirty="0">
                    <a:solidFill>
                      <a:schemeClr val="accent1"/>
                    </a:solidFill>
                    <a:sym typeface="Symbol" panose="05050102010706020507" pitchFamily="18" charset="2"/>
                  </a:rPr>
                  <a:t>f(n)=</a:t>
                </a:r>
                <a:r>
                  <a:rPr lang="el-GR" sz="2800" b="1" dirty="0"/>
                  <a:t> </a:t>
                </a:r>
                <a:r>
                  <a:rPr lang="el-GR" sz="2800" b="1" dirty="0">
                    <a:solidFill>
                      <a:srgbClr val="0070C0"/>
                    </a:solidFill>
                  </a:rPr>
                  <a:t>θ</a:t>
                </a:r>
                <a:r>
                  <a:rPr kumimoji="1" lang="en-US" altLang="en-US" sz="2600" b="1" dirty="0">
                    <a:solidFill>
                      <a:srgbClr val="0070C0"/>
                    </a:solidFill>
                  </a:rPr>
                  <a:t>(</a:t>
                </a:r>
                <a:r>
                  <a:rPr kumimoji="1" lang="en-US" altLang="en-US" sz="2600" b="1" i="1" dirty="0">
                    <a:solidFill>
                      <a:schemeClr val="accent1"/>
                    </a:solidFill>
                  </a:rPr>
                  <a:t>g</a:t>
                </a:r>
                <a:r>
                  <a:rPr kumimoji="1" lang="en-US" altLang="en-US" sz="2600" b="1" dirty="0">
                    <a:solidFill>
                      <a:schemeClr val="accent1"/>
                    </a:solidFill>
                  </a:rPr>
                  <a:t>(</a:t>
                </a:r>
                <a:r>
                  <a:rPr kumimoji="1" lang="en-US" altLang="en-US" sz="2600" b="1" i="1" dirty="0">
                    <a:solidFill>
                      <a:schemeClr val="accent1"/>
                    </a:solidFill>
                  </a:rPr>
                  <a:t>n</a:t>
                </a:r>
                <a:r>
                  <a:rPr kumimoji="1" lang="en-US" altLang="en-US" sz="2600" b="1" dirty="0">
                    <a:solidFill>
                      <a:schemeClr val="accent1"/>
                    </a:solidFill>
                  </a:rPr>
                  <a:t>)) </a:t>
                </a:r>
                <a:r>
                  <a:rPr kumimoji="1" lang="en-US" altLang="en-US" sz="2600" b="1" dirty="0" err="1">
                    <a:solidFill>
                      <a:schemeClr val="accent1"/>
                    </a:solidFill>
                  </a:rPr>
                  <a:t>iff</a:t>
                </a:r>
                <a:br>
                  <a:rPr kumimoji="1" lang="en-US" altLang="en-US" sz="2600" b="1" dirty="0">
                    <a:solidFill>
                      <a:schemeClr val="hlink"/>
                    </a:solidFill>
                  </a:rPr>
                </a:br>
                <a:r>
                  <a:rPr kumimoji="1" lang="en-US" altLang="en-US" sz="2600" b="1" dirty="0">
                    <a:solidFill>
                      <a:srgbClr val="FF3300"/>
                    </a:solidFill>
                    <a:sym typeface="Symbol" panose="05050102010706020507" pitchFamily="18" charset="2"/>
                  </a:rPr>
                  <a:t> </a:t>
                </a:r>
                <a:r>
                  <a:rPr kumimoji="1" lang="en-US" altLang="en-US" sz="2600" b="1" dirty="0">
                    <a:solidFill>
                      <a:srgbClr val="FF3300"/>
                    </a:solidFill>
                  </a:rPr>
                  <a:t>positive constants </a:t>
                </a:r>
                <a:r>
                  <a:rPr kumimoji="1" lang="en-US" altLang="en-US" sz="2600" b="1" i="1" dirty="0">
                    <a:solidFill>
                      <a:srgbClr val="FF3300"/>
                    </a:solidFill>
                  </a:rPr>
                  <a:t>c1 , c2</a:t>
                </a:r>
                <a:r>
                  <a:rPr kumimoji="1" lang="en-US" altLang="en-US" sz="2600" b="1" dirty="0">
                    <a:solidFill>
                      <a:srgbClr val="FF3300"/>
                    </a:solidFill>
                  </a:rPr>
                  <a:t> and </a:t>
                </a:r>
                <a:r>
                  <a:rPr kumimoji="1" lang="en-US" altLang="en-US" sz="2600" b="1" i="1" dirty="0">
                    <a:solidFill>
                      <a:srgbClr val="FF3300"/>
                    </a:solidFill>
                  </a:rPr>
                  <a:t>n</a:t>
                </a:r>
                <a:r>
                  <a:rPr kumimoji="1" lang="en-US" altLang="en-US" sz="2600" b="1" baseline="-25000" dirty="0">
                    <a:solidFill>
                      <a:srgbClr val="FF3300"/>
                    </a:solidFill>
                  </a:rPr>
                  <a:t>0,</a:t>
                </a:r>
                <a:r>
                  <a:rPr kumimoji="1" lang="en-US" altLang="en-US" sz="2600" b="1" dirty="0">
                    <a:solidFill>
                      <a:schemeClr val="hlink"/>
                    </a:solidFill>
                  </a:rPr>
                  <a:t> </a:t>
                </a:r>
                <a:r>
                  <a:rPr kumimoji="1" lang="en-US" altLang="en-US" sz="2600" b="1" dirty="0">
                    <a:solidFill>
                      <a:srgbClr val="CC0000"/>
                    </a:solidFill>
                  </a:rPr>
                  <a:t>such that </a:t>
                </a:r>
                <a:r>
                  <a:rPr kumimoji="1" lang="en-US" altLang="en-US" b="1" dirty="0">
                    <a:solidFill>
                      <a:srgbClr val="CC0000"/>
                    </a:solidFill>
                    <a:sym typeface="Symbol" panose="05050102010706020507" pitchFamily="18" charset="2"/>
                  </a:rPr>
                  <a:t></a:t>
                </a:r>
                <a:r>
                  <a:rPr kumimoji="1" lang="en-US" altLang="en-US" b="1" i="1" dirty="0">
                    <a:solidFill>
                      <a:srgbClr val="CC0000"/>
                    </a:solidFill>
                  </a:rPr>
                  <a:t>n </a:t>
                </a:r>
                <a:r>
                  <a:rPr kumimoji="1" lang="en-US" altLang="en-US" b="1" dirty="0">
                    <a:solidFill>
                      <a:srgbClr val="CC0000"/>
                    </a:solidFill>
                    <a:sym typeface="Symbol" panose="05050102010706020507" pitchFamily="18" charset="2"/>
                  </a:rPr>
                  <a:t></a:t>
                </a:r>
                <a:r>
                  <a:rPr kumimoji="1" lang="en-US" altLang="en-US" b="1" i="1" dirty="0">
                    <a:solidFill>
                      <a:srgbClr val="CC0000"/>
                    </a:solidFill>
                  </a:rPr>
                  <a:t>  n</a:t>
                </a:r>
                <a:r>
                  <a:rPr kumimoji="1" lang="en-US" altLang="en-US" b="1" baseline="-25000" dirty="0">
                    <a:solidFill>
                      <a:srgbClr val="CC0000"/>
                    </a:solidFill>
                  </a:rPr>
                  <a:t>0</a:t>
                </a:r>
                <a:r>
                  <a:rPr kumimoji="1" lang="en-US" altLang="en-US" dirty="0">
                    <a:solidFill>
                      <a:srgbClr val="CC0000"/>
                    </a:solidFill>
                  </a:rPr>
                  <a:t>,</a:t>
                </a:r>
                <a:endParaRPr kumimoji="1" lang="en-US" altLang="en-US" sz="2600" b="1" dirty="0">
                  <a:solidFill>
                    <a:srgbClr val="CC0000"/>
                  </a:solidFill>
                </a:endParaRPr>
              </a:p>
              <a:p>
                <a:pPr>
                  <a:spcAft>
                    <a:spcPct val="20000"/>
                  </a:spcAft>
                  <a:buClr>
                    <a:srgbClr val="FF6600"/>
                  </a:buClr>
                  <a:buSzPct val="80000"/>
                  <a:buFont typeface="Wingdings" panose="05000000000000000000" pitchFamily="2" charset="2"/>
                  <a:buNone/>
                </a:pPr>
                <a:r>
                  <a:rPr kumimoji="1" lang="en-US" altLang="en-US" sz="2200" b="1" i="1" dirty="0">
                    <a:solidFill>
                      <a:schemeClr val="hlink"/>
                    </a:solidFill>
                  </a:rPr>
                  <a:t>such that</a:t>
                </a:r>
                <a:r>
                  <a:rPr kumimoji="1" lang="en-US" altLang="en-US" sz="2600" b="1" i="1" dirty="0">
                    <a:solidFill>
                      <a:schemeClr val="hlink"/>
                    </a:solidFill>
                  </a:rPr>
                  <a:t>  c1.g(n) </a:t>
                </a:r>
                <a14:m>
                  <m:oMath xmlns:m="http://schemas.openxmlformats.org/officeDocument/2006/math">
                    <m:r>
                      <a:rPr kumimoji="1" lang="en-US" altLang="en-US" sz="2600" b="1" i="1" smtClean="0">
                        <a:solidFill>
                          <a:schemeClr val="hlink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≤ </m:t>
                    </m:r>
                  </m:oMath>
                </a14:m>
                <a:r>
                  <a:rPr kumimoji="1" lang="en-US" altLang="en-US" sz="2600" b="1" i="1" dirty="0">
                    <a:solidFill>
                      <a:schemeClr val="hlink"/>
                    </a:solidFill>
                  </a:rPr>
                  <a:t>f(n) </a:t>
                </a:r>
                <a14:m>
                  <m:oMath xmlns:m="http://schemas.openxmlformats.org/officeDocument/2006/math">
                    <m:r>
                      <a:rPr kumimoji="1" lang="en-US" altLang="en-US" sz="2600" b="1" i="1" smtClean="0">
                        <a:solidFill>
                          <a:schemeClr val="hlink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≤</m:t>
                    </m:r>
                    <m:r>
                      <a:rPr kumimoji="1" lang="en-US" altLang="en-US" sz="2600" b="1" i="1" smtClean="0">
                        <a:solidFill>
                          <a:schemeClr val="hlink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𝒄</m:t>
                    </m:r>
                    <m:r>
                      <a:rPr kumimoji="1" lang="en-US" altLang="en-US" sz="2600" b="1" i="1" smtClean="0">
                        <a:solidFill>
                          <a:schemeClr val="hlink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𝟐</m:t>
                    </m:r>
                    <m:r>
                      <a:rPr kumimoji="1" lang="en-US" altLang="en-US" sz="2600" b="1" i="1" smtClean="0">
                        <a:solidFill>
                          <a:schemeClr val="hlink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.</m:t>
                    </m:r>
                    <m:r>
                      <a:rPr kumimoji="1" lang="en-US" altLang="en-US" sz="2600" b="1" i="1" smtClean="0">
                        <a:solidFill>
                          <a:schemeClr val="hlink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𝒈</m:t>
                    </m:r>
                    <m:d>
                      <m:dPr>
                        <m:ctrlPr>
                          <a:rPr kumimoji="1" lang="en-US" altLang="en-US" sz="2600" b="1" i="1" smtClean="0">
                            <a:solidFill>
                              <a:schemeClr val="hlink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a:rPr kumimoji="1" lang="en-US" altLang="en-US" sz="2600" b="1" i="1" smtClean="0">
                            <a:solidFill>
                              <a:schemeClr val="hlink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𝒏</m:t>
                        </m:r>
                      </m:e>
                    </m:d>
                  </m:oMath>
                </a14:m>
                <a:endParaRPr kumimoji="1" lang="en-US" altLang="en-US" sz="2600" b="1" i="1" dirty="0">
                  <a:solidFill>
                    <a:schemeClr val="hlink"/>
                  </a:solidFill>
                  <a:ea typeface="Cambria Math" panose="02040503050406030204" pitchFamily="18" charset="0"/>
                </a:endParaRPr>
              </a:p>
              <a:p>
                <a:pPr>
                  <a:spcAft>
                    <a:spcPct val="20000"/>
                  </a:spcAft>
                  <a:buClr>
                    <a:srgbClr val="FF6600"/>
                  </a:buClr>
                  <a:buSzPct val="80000"/>
                  <a:buFont typeface="Wingdings" panose="05000000000000000000" pitchFamily="2" charset="2"/>
                  <a:buNone/>
                </a:pPr>
                <a:endParaRPr kumimoji="1" lang="en-US" altLang="en-US" sz="2600" b="1" i="1" dirty="0">
                  <a:solidFill>
                    <a:schemeClr val="hlink"/>
                  </a:solidFill>
                </a:endParaRPr>
              </a:p>
              <a:p>
                <a:pPr>
                  <a:spcAft>
                    <a:spcPct val="20000"/>
                  </a:spcAft>
                  <a:buClr>
                    <a:srgbClr val="FF6600"/>
                  </a:buClr>
                  <a:buSzPct val="80000"/>
                  <a:buFont typeface="Wingdings" panose="05000000000000000000" pitchFamily="2" charset="2"/>
                  <a:buNone/>
                </a:pPr>
                <a:r>
                  <a:rPr kumimoji="1" lang="en-US" altLang="en-US" sz="2600" b="1" i="1" dirty="0">
                    <a:solidFill>
                      <a:schemeClr val="hlink"/>
                    </a:solidFill>
                  </a:rPr>
                  <a:t>i.e., </a:t>
                </a:r>
                <a:r>
                  <a:rPr kumimoji="1" lang="en-US" altLang="en-US" sz="2400" b="1" i="1" dirty="0">
                    <a:solidFill>
                      <a:schemeClr val="accent1"/>
                    </a:solidFill>
                    <a:sym typeface="Symbol" panose="05050102010706020507" pitchFamily="18" charset="2"/>
                  </a:rPr>
                  <a:t>f(n)=</a:t>
                </a:r>
                <a:r>
                  <a:rPr lang="el-GR" sz="2400" b="1" dirty="0">
                    <a:solidFill>
                      <a:srgbClr val="0070C0"/>
                    </a:solidFill>
                  </a:rPr>
                  <a:t> θ</a:t>
                </a:r>
                <a:r>
                  <a:rPr kumimoji="1" lang="en-US" altLang="en-US" sz="2400" b="1" i="1" dirty="0">
                    <a:solidFill>
                      <a:srgbClr val="0070C0"/>
                    </a:solidFill>
                  </a:rPr>
                  <a:t>(</a:t>
                </a:r>
                <a:r>
                  <a:rPr kumimoji="1" lang="en-US" altLang="en-US" sz="2400" b="1" i="1" dirty="0">
                    <a:solidFill>
                      <a:schemeClr val="accent1"/>
                    </a:solidFill>
                  </a:rPr>
                  <a:t>g(n)) </a:t>
                </a:r>
                <a:r>
                  <a:rPr kumimoji="1" lang="en-US" altLang="en-US" sz="2400" b="1" i="1" dirty="0" err="1">
                    <a:solidFill>
                      <a:schemeClr val="accent1"/>
                    </a:solidFill>
                  </a:rPr>
                  <a:t>iff</a:t>
                </a:r>
                <a:r>
                  <a:rPr kumimoji="1" lang="en-US" altLang="en-US" sz="2400" b="1" i="1" dirty="0">
                    <a:solidFill>
                      <a:schemeClr val="accent1"/>
                    </a:solidFill>
                  </a:rPr>
                  <a:t> f(n) = O(g(n)) and f(n) = </a:t>
                </a:r>
                <a:r>
                  <a:rPr lang="el-GR" sz="2400" b="1" i="1" dirty="0">
                    <a:solidFill>
                      <a:srgbClr val="0070C0"/>
                    </a:solidFill>
                  </a:rPr>
                  <a:t>Ω</a:t>
                </a:r>
                <a:r>
                  <a:rPr lang="en-US" sz="2400" b="1" i="1" dirty="0">
                    <a:solidFill>
                      <a:srgbClr val="0070C0"/>
                    </a:solidFill>
                  </a:rPr>
                  <a:t>(g(n))</a:t>
                </a:r>
                <a:endParaRPr kumimoji="1" lang="en-US" altLang="en-US" sz="2400" b="1" i="1" dirty="0">
                  <a:solidFill>
                    <a:schemeClr val="hlink"/>
                  </a:solidFill>
                </a:endParaRPr>
              </a:p>
            </p:txBody>
          </p:sp>
        </mc:Choice>
        <mc:Fallback xmlns="">
          <p:sp>
            <p:nvSpPr>
              <p:cNvPr id="6" name="Rectangle 4">
                <a:extLst>
                  <a:ext uri="{FF2B5EF4-FFF2-40B4-BE49-F238E27FC236}">
                    <a16:creationId xmlns:a16="http://schemas.microsoft.com/office/drawing/2014/main" id="{810112F0-0CB9-4310-9460-0B9D063B5807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813092" y="2111410"/>
                <a:ext cx="4870450" cy="3163943"/>
              </a:xfrm>
              <a:prstGeom prst="rect">
                <a:avLst/>
              </a:prstGeom>
              <a:blipFill>
                <a:blip r:embed="rId2"/>
                <a:stretch>
                  <a:fillRect l="-2120" t="-1533" b="-2107"/>
                </a:stretch>
              </a:blipFill>
              <a:ln w="19050" cap="sq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8" name="TextBox 7">
            <a:extLst>
              <a:ext uri="{FF2B5EF4-FFF2-40B4-BE49-F238E27FC236}">
                <a16:creationId xmlns:a16="http://schemas.microsoft.com/office/drawing/2014/main" id="{29447805-F0F0-4064-87F7-FF5249E38143}"/>
              </a:ext>
            </a:extLst>
          </p:cNvPr>
          <p:cNvSpPr txBox="1"/>
          <p:nvPr/>
        </p:nvSpPr>
        <p:spPr>
          <a:xfrm>
            <a:off x="1034498" y="5473963"/>
            <a:ext cx="6096000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kumimoji="1" lang="en-US" altLang="en-US" sz="2400" b="1" i="1" dirty="0"/>
              <a:t>g</a:t>
            </a:r>
            <a:r>
              <a:rPr kumimoji="1" lang="en-US" altLang="en-US" sz="2400" b="1" dirty="0"/>
              <a:t>(</a:t>
            </a:r>
            <a:r>
              <a:rPr kumimoji="1" lang="en-US" altLang="en-US" sz="2400" b="1" i="1" dirty="0"/>
              <a:t>n</a:t>
            </a:r>
            <a:r>
              <a:rPr kumimoji="1" lang="en-US" altLang="en-US" sz="2400" b="1" dirty="0"/>
              <a:t>) is an </a:t>
            </a:r>
            <a:r>
              <a:rPr kumimoji="1" lang="en-US" altLang="en-US" sz="2400" b="1" i="1" dirty="0">
                <a:solidFill>
                  <a:srgbClr val="CC0000"/>
                </a:solidFill>
              </a:rPr>
              <a:t>asymptotic lower and upper bound</a:t>
            </a:r>
            <a:r>
              <a:rPr kumimoji="1" lang="en-US" altLang="en-US" sz="2400" b="1" dirty="0"/>
              <a:t> for </a:t>
            </a:r>
            <a:r>
              <a:rPr kumimoji="1" lang="en-US" altLang="en-US" sz="2400" b="1" i="1" dirty="0"/>
              <a:t>f</a:t>
            </a:r>
            <a:r>
              <a:rPr kumimoji="1" lang="en-US" altLang="en-US" sz="2400" b="1" dirty="0"/>
              <a:t>(</a:t>
            </a:r>
            <a:r>
              <a:rPr kumimoji="1" lang="en-US" altLang="en-US" sz="2400" b="1" i="1" dirty="0"/>
              <a:t>n</a:t>
            </a:r>
            <a:r>
              <a:rPr kumimoji="1" lang="en-US" altLang="en-US" sz="2400" b="1" dirty="0"/>
              <a:t>).</a:t>
            </a:r>
          </a:p>
        </p:txBody>
      </p:sp>
      <p:pic>
        <p:nvPicPr>
          <p:cNvPr id="9" name="Picture 3">
            <a:extLst>
              <a:ext uri="{FF2B5EF4-FFF2-40B4-BE49-F238E27FC236}">
                <a16:creationId xmlns:a16="http://schemas.microsoft.com/office/drawing/2014/main" id="{421AD3E6-64E3-4C8B-9E3A-588E5E95EEE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944278" y="1935162"/>
            <a:ext cx="3100870" cy="349033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62791072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8" grpId="0"/>
    </p:bld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CFC0123B-27CD-4D6E-B149-D09A427B5349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64703" y="1070251"/>
                <a:ext cx="10836965" cy="4351338"/>
              </a:xfrm>
            </p:spPr>
            <p:txBody>
              <a:bodyPr/>
              <a:lstStyle/>
              <a:p>
                <a:pPr marL="0" indent="0">
                  <a:buNone/>
                </a:pPr>
                <a:r>
                  <a:rPr lang="en-US" sz="2800" b="1" dirty="0"/>
                  <a:t>Theorem:</a:t>
                </a:r>
                <a:r>
                  <a:rPr lang="en-US" sz="2800" dirty="0"/>
                  <a:t> </a:t>
                </a:r>
                <a:r>
                  <a:rPr lang="en-US" sz="2800" i="1" dirty="0"/>
                  <a:t>If f(n)= a</a:t>
                </a:r>
                <a:r>
                  <a:rPr lang="en-US" sz="2800" i="1" baseline="-25000" dirty="0"/>
                  <a:t>m</a:t>
                </a:r>
                <a:r>
                  <a:rPr lang="en-US" sz="2800" i="1" dirty="0"/>
                  <a:t>n</a:t>
                </a:r>
                <a:r>
                  <a:rPr lang="en-US" sz="2800" i="1" baseline="30000" dirty="0"/>
                  <a:t>m</a:t>
                </a:r>
                <a:r>
                  <a:rPr lang="en-US" sz="2800" i="1" dirty="0"/>
                  <a:t>+ … +a</a:t>
                </a:r>
                <a:r>
                  <a:rPr lang="en-US" sz="2800" i="1" baseline="-25000" dirty="0"/>
                  <a:t>1</a:t>
                </a:r>
                <a:r>
                  <a:rPr lang="en-US" sz="2800" i="1" dirty="0"/>
                  <a:t>n+a</a:t>
                </a:r>
                <a:r>
                  <a:rPr lang="en-US" sz="2800" i="1" baseline="-25000" dirty="0"/>
                  <a:t>o</a:t>
                </a:r>
                <a:r>
                  <a:rPr lang="en-US" sz="2800" i="1" dirty="0"/>
                  <a:t> and a</a:t>
                </a:r>
                <a:r>
                  <a:rPr lang="en-US" sz="2800" i="1" baseline="-25000" dirty="0"/>
                  <a:t>m</a:t>
                </a:r>
                <a:r>
                  <a:rPr lang="en-US" sz="2800" i="1" dirty="0"/>
                  <a:t> &gt; 0, then f(n)=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l-GR" sz="280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Θ</m:t>
                    </m:r>
                  </m:oMath>
                </a14:m>
                <a:r>
                  <a:rPr lang="en-US" sz="2800" i="1" dirty="0"/>
                  <a:t>(n</a:t>
                </a:r>
                <a:r>
                  <a:rPr lang="en-US" sz="2800" i="1" baseline="30000" dirty="0"/>
                  <a:t>m</a:t>
                </a:r>
                <a:r>
                  <a:rPr lang="en-US" sz="2800" i="1" dirty="0"/>
                  <a:t>)</a:t>
                </a:r>
              </a:p>
              <a:p>
                <a:pPr marL="0" indent="0">
                  <a:buNone/>
                </a:pPr>
                <a:endParaRPr lang="en-US" i="1" dirty="0"/>
              </a:p>
              <a:p>
                <a:pPr marL="0" indent="0">
                  <a:buNone/>
                </a:pPr>
                <a:endParaRPr lang="en-US" i="1" dirty="0"/>
              </a:p>
              <a:p>
                <a:pPr marL="0" indent="0">
                  <a:buNone/>
                </a:pPr>
                <a:endParaRPr lang="en-US" i="1" dirty="0"/>
              </a:p>
              <a:p>
                <a:pPr marL="0" indent="0">
                  <a:buNone/>
                </a:pPr>
                <a:r>
                  <a:rPr lang="en-US" sz="2800" b="1" dirty="0"/>
                  <a:t>Theorem [Theta Ratio Theorem</a:t>
                </a:r>
                <a:r>
                  <a:rPr lang="en-US" sz="2800" b="1" i="1" dirty="0"/>
                  <a:t>] </a:t>
                </a:r>
                <a:r>
                  <a:rPr lang="en-US" sz="2800" i="1" dirty="0"/>
                  <a:t>f(n) =</a:t>
                </a:r>
                <a:r>
                  <a:rPr lang="el-GR" dirty="0">
                    <a:ea typeface="Cambria Math" panose="020405030504060302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l-GR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Θ</m:t>
                    </m:r>
                  </m:oMath>
                </a14:m>
                <a:r>
                  <a:rPr lang="en-US" sz="2800" i="1" dirty="0"/>
                  <a:t>(g(n) </a:t>
                </a:r>
                <a:r>
                  <a:rPr lang="en-US" sz="2800" i="1" dirty="0" err="1"/>
                  <a:t>iff</a:t>
                </a:r>
                <a:r>
                  <a:rPr lang="en-US" sz="2800" i="1" dirty="0"/>
                  <a:t> </a:t>
                </a:r>
                <a:r>
                  <a:rPr lang="en-US" i="1" dirty="0"/>
                  <a:t>lim </a:t>
                </a:r>
                <a:r>
                  <a:rPr lang="en-US" i="1" baseline="-25000" dirty="0"/>
                  <a:t>n</a:t>
                </a:r>
                <a14:m>
                  <m:oMath xmlns:m="http://schemas.openxmlformats.org/officeDocument/2006/math">
                    <m:r>
                      <a:rPr lang="en-US" i="1" baseline="-2500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→∞</m:t>
                    </m:r>
                    <m:f>
                      <m:fPr>
                        <m:ctrlP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𝑓</m:t>
                        </m:r>
                        <m:d>
                          <m:dPr>
                            <m:ctrlPr>
                              <a:rPr lang="en-US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𝑛</m:t>
                            </m:r>
                          </m:e>
                        </m:d>
                      </m:num>
                      <m:den>
                        <m: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𝑔</m:t>
                        </m:r>
                        <m:d>
                          <m:dPr>
                            <m:ctrlPr>
                              <a:rPr lang="en-US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𝑛</m:t>
                            </m:r>
                          </m:e>
                        </m:d>
                      </m:den>
                    </m:f>
                  </m:oMath>
                </a14:m>
                <a:r>
                  <a:rPr lang="en-US" i="1" dirty="0"/>
                  <a:t>  </a:t>
                </a:r>
                <a14:m>
                  <m:oMath xmlns:m="http://schemas.openxmlformats.org/officeDocument/2006/math">
                    <m:r>
                      <a:rPr lang="en-US" i="1" dirty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≤</m:t>
                    </m:r>
                    <m:r>
                      <a:rPr lang="en-US" i="1" dirty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𝑐</m:t>
                    </m:r>
                    <m:r>
                      <a:rPr lang="en-US" b="0" i="1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lang="en-US" b="0" i="1" dirty="0">
                    <a:ea typeface="Cambria Math" panose="02040503050406030204" pitchFamily="18" charset="0"/>
                  </a:rPr>
                  <a:t> and </a:t>
                </a:r>
                <a:r>
                  <a:rPr lang="en-US" i="1" dirty="0"/>
                  <a:t>lim </a:t>
                </a:r>
                <a:r>
                  <a:rPr lang="en-US" i="1" baseline="-25000" dirty="0"/>
                  <a:t>n</a:t>
                </a:r>
                <a14:m>
                  <m:oMath xmlns:m="http://schemas.openxmlformats.org/officeDocument/2006/math">
                    <m:r>
                      <a:rPr lang="en-US" i="1" baseline="-2500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→∞</m:t>
                    </m:r>
                    <m:f>
                      <m:fPr>
                        <m:ctrlP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𝑔</m:t>
                        </m:r>
                        <m:d>
                          <m:dPr>
                            <m:ctrlPr>
                              <a:rPr lang="en-US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𝑛</m:t>
                            </m:r>
                          </m:e>
                        </m:d>
                      </m:num>
                      <m:den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𝑓</m:t>
                        </m:r>
                        <m:d>
                          <m:dPr>
                            <m:ctrlPr>
                              <a:rPr lang="en-US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𝑛</m:t>
                            </m:r>
                          </m:e>
                        </m:d>
                      </m:den>
                    </m:f>
                  </m:oMath>
                </a14:m>
                <a:r>
                  <a:rPr lang="en-US" sz="2800" i="1" dirty="0"/>
                  <a:t> </a:t>
                </a:r>
                <a14:m>
                  <m:oMath xmlns:m="http://schemas.openxmlformats.org/officeDocument/2006/math">
                    <m:r>
                      <a:rPr lang="en-US" sz="2800" i="1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≤</m:t>
                    </m:r>
                    <m:r>
                      <a:rPr lang="en-US" sz="2800" b="0" i="1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𝑐</m:t>
                    </m:r>
                    <m:r>
                      <a:rPr lang="en-US" sz="2800" b="0" i="1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2  </m:t>
                    </m:r>
                  </m:oMath>
                </a14:m>
                <a:r>
                  <a:rPr lang="en-US" sz="2800" b="0" i="1" dirty="0">
                    <a:ea typeface="Cambria Math" panose="02040503050406030204" pitchFamily="18" charset="0"/>
                  </a:rPr>
                  <a:t>for some finite constants c1 and c2</a:t>
                </a:r>
                <a:r>
                  <a:rPr lang="en-US" b="0" i="1" dirty="0">
                    <a:ea typeface="Cambria Math" panose="02040503050406030204" pitchFamily="18" charset="0"/>
                  </a:rPr>
                  <a:t>.</a:t>
                </a:r>
              </a:p>
              <a:p>
                <a:pPr marL="0" indent="0">
                  <a:buNone/>
                </a:pPr>
                <a:endParaRPr lang="en-US" sz="2800" i="1" dirty="0"/>
              </a:p>
              <a:p>
                <a:pPr marL="0" indent="0">
                  <a:buNone/>
                </a:pPr>
                <a:endParaRPr lang="en-US" i="1" dirty="0"/>
              </a:p>
              <a:p>
                <a:pPr marL="0" indent="0">
                  <a:buNone/>
                </a:pPr>
                <a:endParaRPr lang="en-US" sz="2800" i="1" dirty="0"/>
              </a:p>
              <a:p>
                <a:pPr marL="0" indent="0">
                  <a:buNone/>
                </a:pPr>
                <a:endParaRPr lang="en-US" sz="2800" i="1" dirty="0"/>
              </a:p>
              <a:p>
                <a:pPr marL="0" indent="0">
                  <a:buNone/>
                </a:pPr>
                <a:endParaRPr lang="en-US" i="1" dirty="0"/>
              </a:p>
              <a:p>
                <a:pPr marL="0" indent="0">
                  <a:buNone/>
                </a:pPr>
                <a:endParaRPr lang="en-US" sz="2800" i="1" dirty="0"/>
              </a:p>
              <a:p>
                <a:endParaRPr lang="en-US" sz="2800" i="1" dirty="0"/>
              </a:p>
              <a:p>
                <a:endParaRPr lang="en-US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CFC0123B-27CD-4D6E-B149-D09A427B5349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64703" y="1070251"/>
                <a:ext cx="10836965" cy="4351338"/>
              </a:xfrm>
              <a:blipFill>
                <a:blip r:embed="rId2"/>
                <a:stretch>
                  <a:fillRect l="-1181" t="-238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FF703313-300D-47FE-916F-D7EFAE32AA0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Department of I&amp;CT, MIT, Manipal</a:t>
            </a:r>
          </a:p>
        </p:txBody>
      </p:sp>
    </p:spTree>
    <p:extLst>
      <p:ext uri="{BB962C8B-B14F-4D97-AF65-F5344CB8AC3E}">
        <p14:creationId xmlns:p14="http://schemas.microsoft.com/office/powerpoint/2010/main" val="3784853040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1326208-385E-4FEC-8B10-3609C5507D0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4E27963-5B55-429C-AC82-10CB335C4C9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783095"/>
            <a:ext cx="10515600" cy="4351338"/>
          </a:xfrm>
        </p:spPr>
        <p:txBody>
          <a:bodyPr/>
          <a:lstStyle/>
          <a:p>
            <a:endParaRPr lang="en-IN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01D84EAD-C721-4A25-B215-0D52590B063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88029" y="80704"/>
            <a:ext cx="5834743" cy="62371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88697185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03E2735-02A6-4E55-B19A-E938D1266BD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Small Oh (o)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A7DB450A-CFE9-41E3-A8FC-8E61CC090AAE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n-US" i="1" dirty="0"/>
                  <a:t>f(n) = o(g(n))          </a:t>
                </a:r>
                <a:r>
                  <a:rPr lang="en-US" i="1" dirty="0" err="1"/>
                  <a:t>iff</a:t>
                </a:r>
                <a:r>
                  <a:rPr lang="en-US" i="1" dirty="0"/>
                  <a:t>        </a:t>
                </a:r>
                <a:r>
                  <a:rPr lang="en-US" dirty="0"/>
                  <a:t> </a:t>
                </a:r>
                <a:r>
                  <a:rPr lang="en-US" i="1" dirty="0"/>
                  <a:t>f(n)=O(g(n))  </a:t>
                </a:r>
                <a:r>
                  <a:rPr lang="en-US" dirty="0"/>
                  <a:t>but   </a:t>
                </a:r>
                <a:r>
                  <a:rPr lang="en-US" i="1" dirty="0"/>
                  <a:t>f(n) ≠ </a:t>
                </a:r>
                <a:r>
                  <a:rPr lang="el-GR" i="1" dirty="0"/>
                  <a:t>Ω</a:t>
                </a:r>
                <a:r>
                  <a:rPr lang="en-US" i="1" dirty="0"/>
                  <a:t> (g(n)) </a:t>
                </a:r>
              </a:p>
              <a:p>
                <a:endParaRPr lang="en-US" i="1" dirty="0"/>
              </a:p>
              <a:p>
                <a:r>
                  <a:rPr lang="en-US" sz="2800" i="1" dirty="0"/>
                  <a:t>i.e.,   </a:t>
                </a:r>
                <a:r>
                  <a:rPr lang="en-US" sz="2800" i="1" dirty="0" err="1"/>
                  <a:t>lim</a:t>
                </a:r>
                <a:r>
                  <a:rPr lang="en-US" sz="2800" i="1" dirty="0"/>
                  <a:t> </a:t>
                </a:r>
                <a:r>
                  <a:rPr lang="en-US" sz="2800" i="1" baseline="-25000" dirty="0"/>
                  <a:t>n</a:t>
                </a:r>
                <a14:m>
                  <m:oMath xmlns:m="http://schemas.openxmlformats.org/officeDocument/2006/math">
                    <m:r>
                      <a:rPr lang="en-US" sz="2800" i="1" baseline="-2500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→∞</m:t>
                    </m:r>
                    <m:f>
                      <m:fPr>
                        <m:ctrlPr>
                          <a:rPr lang="en-US" sz="28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sz="28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𝑓</m:t>
                        </m:r>
                        <m:d>
                          <m:dPr>
                            <m:ctrlPr>
                              <a:rPr lang="en-US" sz="28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sz="28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𝑛</m:t>
                            </m:r>
                          </m:e>
                        </m:d>
                      </m:num>
                      <m:den>
                        <m:r>
                          <a:rPr lang="en-US" sz="28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𝑔</m:t>
                        </m:r>
                        <m:d>
                          <m:dPr>
                            <m:ctrlPr>
                              <a:rPr lang="en-US" sz="28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sz="28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𝑛</m:t>
                            </m:r>
                          </m:e>
                        </m:d>
                      </m:den>
                    </m:f>
                  </m:oMath>
                </a14:m>
                <a:r>
                  <a:rPr lang="en-US" i="1" dirty="0"/>
                  <a:t> = 0</a:t>
                </a:r>
              </a:p>
              <a:p>
                <a:endParaRPr lang="en-US" i="1" dirty="0"/>
              </a:p>
              <a:p>
                <a:r>
                  <a:rPr lang="en-US" i="1" dirty="0"/>
                  <a:t>Example 3n + 5 = o (n</a:t>
                </a:r>
                <a:r>
                  <a:rPr lang="en-US" i="1" baseline="30000" dirty="0"/>
                  <a:t>2</a:t>
                </a:r>
                <a:r>
                  <a:rPr lang="en-US" i="1" dirty="0"/>
                  <a:t>)  = o(n</a:t>
                </a:r>
                <a:r>
                  <a:rPr lang="en-US" i="1" baseline="30000" dirty="0"/>
                  <a:t>3</a:t>
                </a:r>
                <a:r>
                  <a:rPr lang="en-US" i="1" dirty="0"/>
                  <a:t>)</a:t>
                </a:r>
              </a:p>
              <a:p>
                <a:endParaRPr lang="en-US" i="1" dirty="0"/>
              </a:p>
              <a:p>
                <a:pPr marL="0" indent="0">
                  <a:buNone/>
                </a:pPr>
                <a:endParaRPr lang="en-US" i="1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A7DB450A-CFE9-41E3-A8FC-8E61CC090AAE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043" t="-224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27F9C59-F500-4C33-8A9F-2E75E0C6636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Department of I&amp;CT, MIT, Manipal</a:t>
            </a:r>
          </a:p>
        </p:txBody>
      </p:sp>
    </p:spTree>
    <p:extLst>
      <p:ext uri="{BB962C8B-B14F-4D97-AF65-F5344CB8AC3E}">
        <p14:creationId xmlns:p14="http://schemas.microsoft.com/office/powerpoint/2010/main" val="156554309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03E2735-02A6-4E55-B19A-E938D1266BD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Small Omega (</a:t>
            </a:r>
            <a:r>
              <a:rPr lang="en-US" altLang="en-US" sz="4400" b="1" dirty="0">
                <a:solidFill>
                  <a:srgbClr val="CC0000"/>
                </a:solidFill>
                <a:latin typeface="Symbol" panose="05050102010706020507" pitchFamily="18" charset="2"/>
              </a:rPr>
              <a:t>w</a:t>
            </a:r>
            <a:r>
              <a:rPr lang="en-US" b="1" dirty="0"/>
              <a:t>)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A7DB450A-CFE9-41E3-A8FC-8E61CC090AAE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n-US" i="1" dirty="0"/>
                  <a:t>f(n) = </a:t>
                </a:r>
                <a:r>
                  <a:rPr lang="en-US" altLang="en-US" sz="2800" b="1" dirty="0">
                    <a:latin typeface="Symbol" panose="05050102010706020507" pitchFamily="18" charset="2"/>
                  </a:rPr>
                  <a:t>w</a:t>
                </a:r>
                <a:r>
                  <a:rPr lang="en-US" i="1" dirty="0"/>
                  <a:t>(g(n))          </a:t>
                </a:r>
                <a:r>
                  <a:rPr lang="en-US" i="1" dirty="0" err="1"/>
                  <a:t>iff</a:t>
                </a:r>
                <a:r>
                  <a:rPr lang="en-US" i="1" dirty="0"/>
                  <a:t>        </a:t>
                </a:r>
                <a:r>
                  <a:rPr lang="en-US" dirty="0"/>
                  <a:t> </a:t>
                </a:r>
                <a:r>
                  <a:rPr lang="en-US" i="1" dirty="0"/>
                  <a:t>f(n)= </a:t>
                </a:r>
                <a:r>
                  <a:rPr lang="el-GR" i="1" dirty="0"/>
                  <a:t>Ω</a:t>
                </a:r>
                <a:r>
                  <a:rPr lang="en-US" i="1" dirty="0"/>
                  <a:t> (g(n)) </a:t>
                </a:r>
                <a:r>
                  <a:rPr lang="en-US" dirty="0"/>
                  <a:t>but   </a:t>
                </a:r>
                <a:r>
                  <a:rPr lang="en-US" i="1" dirty="0"/>
                  <a:t>f(n) ≠ O (g(n)) </a:t>
                </a:r>
              </a:p>
              <a:p>
                <a:endParaRPr lang="en-US" i="1" dirty="0"/>
              </a:p>
              <a:p>
                <a:r>
                  <a:rPr lang="en-US" sz="2800" i="1" dirty="0"/>
                  <a:t>i.e.,   </a:t>
                </a:r>
                <a:r>
                  <a:rPr lang="en-US" sz="2800" i="1" dirty="0" err="1"/>
                  <a:t>lim</a:t>
                </a:r>
                <a:r>
                  <a:rPr lang="en-US" sz="2800" i="1" dirty="0"/>
                  <a:t> </a:t>
                </a:r>
                <a:r>
                  <a:rPr lang="en-US" sz="2800" i="1" baseline="-25000" dirty="0"/>
                  <a:t>n</a:t>
                </a:r>
                <a14:m>
                  <m:oMath xmlns:m="http://schemas.openxmlformats.org/officeDocument/2006/math">
                    <m:r>
                      <a:rPr lang="en-US" sz="2800" i="1" baseline="-2500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→∞</m:t>
                    </m:r>
                    <m:f>
                      <m:fPr>
                        <m:ctrlPr>
                          <a:rPr lang="en-US" sz="28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sz="28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𝑔</m:t>
                        </m:r>
                        <m:d>
                          <m:dPr>
                            <m:ctrlPr>
                              <a:rPr lang="en-US" sz="28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sz="28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𝑛</m:t>
                            </m:r>
                          </m:e>
                        </m:d>
                      </m:num>
                      <m:den>
                        <m:r>
                          <a:rPr lang="en-US" sz="28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𝑓</m:t>
                        </m:r>
                        <m:d>
                          <m:dPr>
                            <m:ctrlPr>
                              <a:rPr lang="en-US" sz="28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sz="28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𝑛</m:t>
                            </m:r>
                          </m:e>
                        </m:d>
                      </m:den>
                    </m:f>
                  </m:oMath>
                </a14:m>
                <a:r>
                  <a:rPr lang="en-US" i="1" dirty="0"/>
                  <a:t> = 0</a:t>
                </a:r>
              </a:p>
              <a:p>
                <a:endParaRPr lang="en-US" i="1" dirty="0"/>
              </a:p>
              <a:p>
                <a:endParaRPr lang="en-US" i="1" dirty="0"/>
              </a:p>
              <a:p>
                <a:endParaRPr lang="en-US" i="1" dirty="0"/>
              </a:p>
              <a:p>
                <a:endParaRPr lang="en-US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A7DB450A-CFE9-41E3-A8FC-8E61CC090AAE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3"/>
                <a:stretch>
                  <a:fillRect l="-1043" t="-2661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27F9C59-F500-4C33-8A9F-2E75E0C6636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Department of I&amp;CT, MIT, Manipal</a:t>
            </a:r>
          </a:p>
        </p:txBody>
      </p:sp>
    </p:spTree>
    <p:extLst>
      <p:ext uri="{BB962C8B-B14F-4D97-AF65-F5344CB8AC3E}">
        <p14:creationId xmlns:p14="http://schemas.microsoft.com/office/powerpoint/2010/main" val="124767466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747EA720-EE7A-46AB-AD27-A00759320C74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38200" y="503583"/>
                <a:ext cx="10515600" cy="5673380"/>
              </a:xfrm>
            </p:spPr>
            <p:txBody>
              <a:bodyPr/>
              <a:lstStyle/>
              <a:p>
                <a:pPr marL="0" indent="0">
                  <a:buNone/>
                </a:pPr>
                <a:r>
                  <a:rPr lang="en-US" i="1" dirty="0"/>
                  <a:t>Problem: n</a:t>
                </a:r>
                <a:r>
                  <a:rPr lang="en-US" i="1" baseline="30000" dirty="0"/>
                  <a:t>3</a:t>
                </a:r>
                <a:r>
                  <a:rPr lang="en-US" i="1" dirty="0"/>
                  <a:t>+n</a:t>
                </a:r>
                <a:r>
                  <a:rPr lang="en-US" i="1" baseline="30000" dirty="0"/>
                  <a:t>2</a:t>
                </a:r>
                <a:r>
                  <a:rPr lang="en-US" i="1" dirty="0"/>
                  <a:t> </a:t>
                </a:r>
                <a:r>
                  <a:rPr lang="en-US" i="1" dirty="0" err="1"/>
                  <a:t>logn</a:t>
                </a:r>
                <a:r>
                  <a:rPr lang="en-US" i="1" dirty="0"/>
                  <a:t> = </a:t>
                </a:r>
                <a14:m>
                  <m:oMath xmlns:m="http://schemas.openxmlformats.org/officeDocument/2006/math">
                    <m:r>
                      <a:rPr lang="el-GR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𝛩</m:t>
                    </m:r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(</m:t>
                    </m:r>
                    <m:r>
                      <m:rPr>
                        <m:nor/>
                      </m:rPr>
                      <a:rPr lang="en-US" i="1" dirty="0" smtClean="0"/>
                      <m:t>n</m:t>
                    </m:r>
                    <m:r>
                      <m:rPr>
                        <m:nor/>
                      </m:rPr>
                      <a:rPr lang="en-US" i="1" baseline="30000" dirty="0" smtClean="0"/>
                      <m:t>3</m:t>
                    </m:r>
                  </m:oMath>
                </a14:m>
                <a:r>
                  <a:rPr lang="en-US" i="1" dirty="0"/>
                  <a:t>) ?  </a:t>
                </a:r>
                <a:r>
                  <a:rPr lang="en-US" dirty="0"/>
                  <a:t>Show using substitution method.  Do not use any theorem.</a:t>
                </a:r>
              </a:p>
              <a:p>
                <a:pPr marL="0" indent="0">
                  <a:buNone/>
                </a:pPr>
                <a:r>
                  <a:rPr lang="en-US" dirty="0"/>
                  <a:t>Ans:</a:t>
                </a:r>
              </a:p>
              <a:p>
                <a:pPr marL="0" indent="0">
                  <a:buNone/>
                </a:pPr>
                <a:endParaRPr lang="en-US" dirty="0"/>
              </a:p>
              <a:p>
                <a:pPr marL="0" indent="0">
                  <a:buNone/>
                </a:pPr>
                <a:r>
                  <a:rPr lang="en-US" i="1" dirty="0"/>
                  <a:t>n</a:t>
                </a:r>
                <a:r>
                  <a:rPr lang="en-US" i="1" baseline="30000" dirty="0"/>
                  <a:t>3</a:t>
                </a:r>
                <a:r>
                  <a:rPr lang="en-US" i="1" dirty="0"/>
                  <a:t>+n</a:t>
                </a:r>
                <a:r>
                  <a:rPr lang="en-US" i="1" baseline="30000" dirty="0"/>
                  <a:t>2</a:t>
                </a:r>
                <a:r>
                  <a:rPr lang="en-US" i="1" dirty="0"/>
                  <a:t> </a:t>
                </a:r>
                <a:r>
                  <a:rPr lang="en-US" i="1" dirty="0" err="1"/>
                  <a:t>logn</a:t>
                </a:r>
                <a:r>
                  <a:rPr lang="en-US" i="1" dirty="0"/>
                  <a:t> </a:t>
                </a:r>
                <a14:m>
                  <m:oMath xmlns:m="http://schemas.openxmlformats.org/officeDocument/2006/math">
                    <m:r>
                      <a:rPr lang="en-US" sz="2800" i="1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≤</m:t>
                    </m:r>
                  </m:oMath>
                </a14:m>
                <a:r>
                  <a:rPr lang="en-US" dirty="0"/>
                  <a:t> </a:t>
                </a:r>
                <a:r>
                  <a:rPr lang="en-US" i="1" dirty="0"/>
                  <a:t>n</a:t>
                </a:r>
                <a:r>
                  <a:rPr lang="en-US" i="1" baseline="30000" dirty="0"/>
                  <a:t>3</a:t>
                </a:r>
                <a:r>
                  <a:rPr lang="en-US" dirty="0"/>
                  <a:t> + </a:t>
                </a:r>
                <a:r>
                  <a:rPr lang="en-US" i="1" dirty="0"/>
                  <a:t>n</a:t>
                </a:r>
                <a:r>
                  <a:rPr lang="en-US" i="1" baseline="30000" dirty="0"/>
                  <a:t>3</a:t>
                </a:r>
                <a:r>
                  <a:rPr lang="en-US" dirty="0"/>
                  <a:t>  = 2</a:t>
                </a:r>
                <a:r>
                  <a:rPr lang="en-US" i="1" dirty="0"/>
                  <a:t> n</a:t>
                </a:r>
                <a:r>
                  <a:rPr lang="en-US" i="1" baseline="30000" dirty="0"/>
                  <a:t>3</a:t>
                </a:r>
                <a:r>
                  <a:rPr lang="en-US" i="1" dirty="0"/>
                  <a:t>  for all n </a:t>
                </a:r>
                <a14:m>
                  <m:oMath xmlns:m="http://schemas.openxmlformats.org/officeDocument/2006/math">
                    <m:r>
                      <a:rPr lang="en-US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≥</m:t>
                    </m:r>
                  </m:oMath>
                </a14:m>
                <a:r>
                  <a:rPr lang="en-US" b="0" i="1" dirty="0">
                    <a:ea typeface="Cambria Math" panose="02040503050406030204" pitchFamily="18" charset="0"/>
                  </a:rPr>
                  <a:t> </a:t>
                </a:r>
                <a:r>
                  <a:rPr lang="en-US" i="1" dirty="0">
                    <a:ea typeface="Cambria Math" panose="02040503050406030204" pitchFamily="18" charset="0"/>
                  </a:rPr>
                  <a:t>1 </a:t>
                </a:r>
                <a:r>
                  <a:rPr lang="en-US" i="1" dirty="0"/>
                  <a:t>(since </a:t>
                </a:r>
                <a:r>
                  <a:rPr lang="en-US" i="1" dirty="0" err="1"/>
                  <a:t>logn</a:t>
                </a:r>
                <a:r>
                  <a:rPr lang="en-US" i="1" dirty="0"/>
                  <a:t> </a:t>
                </a:r>
                <a14:m>
                  <m:oMath xmlns:m="http://schemas.openxmlformats.org/officeDocument/2006/math">
                    <m:r>
                      <a:rPr lang="en-US" i="1" dirty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≤</m:t>
                    </m:r>
                  </m:oMath>
                </a14:m>
                <a:r>
                  <a:rPr lang="en-US" dirty="0"/>
                  <a:t> n)</a:t>
                </a:r>
              </a:p>
              <a:p>
                <a:pPr marL="0" indent="0">
                  <a:buNone/>
                </a:pPr>
                <a:r>
                  <a:rPr lang="en-US" i="1" dirty="0"/>
                  <a:t>Therefore n</a:t>
                </a:r>
                <a:r>
                  <a:rPr lang="en-US" i="1" baseline="30000" dirty="0"/>
                  <a:t>3</a:t>
                </a:r>
                <a:r>
                  <a:rPr lang="en-US" i="1" dirty="0"/>
                  <a:t>+n</a:t>
                </a:r>
                <a:r>
                  <a:rPr lang="en-US" i="1" baseline="30000" dirty="0"/>
                  <a:t>2</a:t>
                </a:r>
                <a:r>
                  <a:rPr lang="en-US" i="1" dirty="0"/>
                  <a:t> </a:t>
                </a:r>
                <a:r>
                  <a:rPr lang="en-US" i="1" dirty="0" err="1"/>
                  <a:t>logn</a:t>
                </a:r>
                <a:r>
                  <a:rPr lang="en-US" i="1" dirty="0"/>
                  <a:t> = O(n</a:t>
                </a:r>
                <a:r>
                  <a:rPr lang="en-US" i="1" baseline="30000" dirty="0"/>
                  <a:t>3</a:t>
                </a:r>
                <a:r>
                  <a:rPr lang="en-US" i="1" dirty="0"/>
                  <a:t>)</a:t>
                </a:r>
                <a:endParaRPr lang="en-US" dirty="0"/>
              </a:p>
              <a:p>
                <a:pPr marL="0" indent="0">
                  <a:buNone/>
                </a:pPr>
                <a:endParaRPr lang="en-US" dirty="0"/>
              </a:p>
              <a:p>
                <a:pPr marL="0" indent="0">
                  <a:buNone/>
                </a:pPr>
                <a:r>
                  <a:rPr lang="en-US" dirty="0"/>
                  <a:t>Also, </a:t>
                </a:r>
                <a:r>
                  <a:rPr lang="en-US" i="1" dirty="0"/>
                  <a:t>n</a:t>
                </a:r>
                <a:r>
                  <a:rPr lang="en-US" i="1" baseline="30000" dirty="0"/>
                  <a:t>3</a:t>
                </a:r>
                <a:r>
                  <a:rPr lang="en-US" i="1" dirty="0"/>
                  <a:t>+n</a:t>
                </a:r>
                <a:r>
                  <a:rPr lang="en-US" i="1" baseline="30000" dirty="0"/>
                  <a:t>2</a:t>
                </a:r>
                <a:r>
                  <a:rPr lang="en-US" i="1" dirty="0"/>
                  <a:t> </a:t>
                </a:r>
                <a:r>
                  <a:rPr lang="en-US" i="1" dirty="0" err="1"/>
                  <a:t>logn</a:t>
                </a:r>
                <a:r>
                  <a:rPr lang="en-US" i="1" dirty="0"/>
                  <a:t> </a:t>
                </a:r>
                <a14:m>
                  <m:oMath xmlns:m="http://schemas.openxmlformats.org/officeDocument/2006/math">
                    <m:r>
                      <a:rPr lang="en-US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≥</m:t>
                    </m:r>
                  </m:oMath>
                </a14:m>
                <a:r>
                  <a:rPr lang="en-US" dirty="0"/>
                  <a:t> </a:t>
                </a:r>
                <a:r>
                  <a:rPr lang="en-US" i="1" dirty="0"/>
                  <a:t>n</a:t>
                </a:r>
                <a:r>
                  <a:rPr lang="en-US" i="1" baseline="30000" dirty="0"/>
                  <a:t>3   </a:t>
                </a:r>
                <a:r>
                  <a:rPr lang="en-US" i="1" dirty="0"/>
                  <a:t>for all n </a:t>
                </a:r>
                <a14:m>
                  <m:oMath xmlns:m="http://schemas.openxmlformats.org/officeDocument/2006/math">
                    <m:r>
                      <a:rPr lang="en-US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≥</m:t>
                    </m:r>
                  </m:oMath>
                </a14:m>
                <a:r>
                  <a:rPr lang="en-US" b="0" i="1" dirty="0">
                    <a:ea typeface="Cambria Math" panose="02040503050406030204" pitchFamily="18" charset="0"/>
                  </a:rPr>
                  <a:t> </a:t>
                </a:r>
                <a:r>
                  <a:rPr lang="en-US" i="1" dirty="0">
                    <a:ea typeface="Cambria Math" panose="02040503050406030204" pitchFamily="18" charset="0"/>
                  </a:rPr>
                  <a:t>1 </a:t>
                </a:r>
              </a:p>
              <a:p>
                <a:pPr marL="0" indent="0">
                  <a:buNone/>
                </a:pPr>
                <a:r>
                  <a:rPr lang="en-US" i="1" dirty="0">
                    <a:ea typeface="Cambria Math" panose="02040503050406030204" pitchFamily="18" charset="0"/>
                  </a:rPr>
                  <a:t>Therefore, </a:t>
                </a:r>
                <a:r>
                  <a:rPr lang="en-US" i="1" dirty="0"/>
                  <a:t>n</a:t>
                </a:r>
                <a:r>
                  <a:rPr lang="en-US" i="1" baseline="30000" dirty="0"/>
                  <a:t>3</a:t>
                </a:r>
                <a:r>
                  <a:rPr lang="en-US" i="1" dirty="0"/>
                  <a:t>+n</a:t>
                </a:r>
                <a:r>
                  <a:rPr lang="en-US" i="1" baseline="30000" dirty="0"/>
                  <a:t>2</a:t>
                </a:r>
                <a:r>
                  <a:rPr lang="en-US" i="1" dirty="0"/>
                  <a:t> </a:t>
                </a:r>
                <a:r>
                  <a:rPr lang="en-US" i="1" dirty="0" err="1"/>
                  <a:t>logn</a:t>
                </a:r>
                <a:r>
                  <a:rPr lang="en-US" i="1" dirty="0"/>
                  <a:t> = </a:t>
                </a:r>
                <a:r>
                  <a:rPr lang="el-GR" i="1" dirty="0"/>
                  <a:t>Ω</a:t>
                </a:r>
                <a:r>
                  <a:rPr lang="en-US" i="1" dirty="0"/>
                  <a:t> (n</a:t>
                </a:r>
                <a:r>
                  <a:rPr lang="en-US" i="1" baseline="30000" dirty="0"/>
                  <a:t>3</a:t>
                </a:r>
                <a:r>
                  <a:rPr lang="en-US" i="1" dirty="0"/>
                  <a:t>)</a:t>
                </a:r>
              </a:p>
              <a:p>
                <a:pPr marL="0" indent="0">
                  <a:buNone/>
                </a:pPr>
                <a:endParaRPr lang="en-US" i="1" dirty="0"/>
              </a:p>
              <a:p>
                <a:pPr marL="0" indent="0">
                  <a:buNone/>
                </a:pPr>
                <a:r>
                  <a:rPr lang="en-US" i="1" dirty="0"/>
                  <a:t>Hence n</a:t>
                </a:r>
                <a:r>
                  <a:rPr lang="en-US" i="1" baseline="30000" dirty="0"/>
                  <a:t>3</a:t>
                </a:r>
                <a:r>
                  <a:rPr lang="en-US" i="1" dirty="0"/>
                  <a:t>+n</a:t>
                </a:r>
                <a:r>
                  <a:rPr lang="en-US" i="1" baseline="30000" dirty="0"/>
                  <a:t>2</a:t>
                </a:r>
                <a:r>
                  <a:rPr lang="en-US" i="1" dirty="0"/>
                  <a:t> </a:t>
                </a:r>
                <a:r>
                  <a:rPr lang="en-US" i="1" dirty="0" err="1"/>
                  <a:t>logn</a:t>
                </a:r>
                <a:r>
                  <a:rPr lang="en-US" i="1" dirty="0"/>
                  <a:t> = </a:t>
                </a:r>
                <a14:m>
                  <m:oMath xmlns:m="http://schemas.openxmlformats.org/officeDocument/2006/math">
                    <m:r>
                      <a:rPr lang="en-US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𝜃</m:t>
                    </m:r>
                  </m:oMath>
                </a14:m>
                <a:r>
                  <a:rPr lang="en-US" i="1" dirty="0"/>
                  <a:t>(n</a:t>
                </a:r>
                <a:r>
                  <a:rPr lang="en-US" i="1" baseline="30000" dirty="0"/>
                  <a:t>3</a:t>
                </a:r>
                <a:r>
                  <a:rPr lang="en-US" i="1" dirty="0"/>
                  <a:t>)</a:t>
                </a:r>
              </a:p>
              <a:p>
                <a:pPr marL="0" indent="0">
                  <a:buNone/>
                </a:pPr>
                <a:endParaRPr lang="en-US" dirty="0"/>
              </a:p>
              <a:p>
                <a:pPr marL="0" indent="0">
                  <a:buNone/>
                </a:pPr>
                <a:endParaRPr lang="en-US" dirty="0"/>
              </a:p>
              <a:p>
                <a:pPr marL="0" indent="0">
                  <a:buNone/>
                </a:pPr>
                <a:endParaRPr lang="en-US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747EA720-EE7A-46AB-AD27-A00759320C74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503583"/>
                <a:ext cx="10515600" cy="5673380"/>
              </a:xfrm>
              <a:blipFill>
                <a:blip r:embed="rId2"/>
                <a:stretch>
                  <a:fillRect l="-1217" t="-1828" r="-191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462A8C4-273C-4C40-B3EC-E958A644189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Department of I&amp;CT, MIT, Manipal</a:t>
            </a:r>
          </a:p>
        </p:txBody>
      </p:sp>
    </p:spTree>
    <p:extLst>
      <p:ext uri="{BB962C8B-B14F-4D97-AF65-F5344CB8AC3E}">
        <p14:creationId xmlns:p14="http://schemas.microsoft.com/office/powerpoint/2010/main" val="396037795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1" dur="500" fill="hold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3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09F8947-C17B-8EC7-DB0E-72382369EAA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Space and Time Complexity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303E711-2794-6247-A1F8-9A6ED5DE66B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en-US" dirty="0"/>
              <a:t>To </a:t>
            </a:r>
            <a:r>
              <a:rPr lang="en-US" altLang="en-US" dirty="0">
                <a:solidFill>
                  <a:schemeClr val="tx2"/>
                </a:solidFill>
              </a:rPr>
              <a:t>analyze</a:t>
            </a:r>
            <a:r>
              <a:rPr lang="en-US" altLang="en-US" dirty="0"/>
              <a:t> an algorithm means:</a:t>
            </a:r>
          </a:p>
          <a:p>
            <a:pPr lvl="1"/>
            <a:endParaRPr lang="en-US" altLang="en-US" dirty="0"/>
          </a:p>
          <a:p>
            <a:pPr lvl="1"/>
            <a:r>
              <a:rPr lang="en-US" altLang="en-US" dirty="0"/>
              <a:t>developing a formula for predicting </a:t>
            </a:r>
            <a:r>
              <a:rPr lang="en-US" altLang="en-US" i="1" dirty="0"/>
              <a:t>how fast</a:t>
            </a:r>
            <a:r>
              <a:rPr lang="en-US" altLang="en-US" dirty="0"/>
              <a:t> an algorithm is, based on the size of the input (</a:t>
            </a:r>
            <a:r>
              <a:rPr lang="en-US" altLang="en-US" dirty="0">
                <a:solidFill>
                  <a:schemeClr val="tx2"/>
                </a:solidFill>
              </a:rPr>
              <a:t>time complexity</a:t>
            </a:r>
            <a:r>
              <a:rPr lang="en-US" altLang="en-US" dirty="0"/>
              <a:t>), </a:t>
            </a:r>
          </a:p>
          <a:p>
            <a:pPr marL="457200" lvl="1" indent="0">
              <a:buNone/>
            </a:pPr>
            <a:r>
              <a:rPr lang="en-US" altLang="en-US" dirty="0"/>
              <a:t>					and/or</a:t>
            </a:r>
          </a:p>
          <a:p>
            <a:pPr lvl="1"/>
            <a:r>
              <a:rPr lang="en-US" altLang="en-US" dirty="0"/>
              <a:t>developing a formula for predicting </a:t>
            </a:r>
            <a:r>
              <a:rPr lang="en-US" altLang="en-US" i="1" dirty="0"/>
              <a:t>how much memory</a:t>
            </a:r>
            <a:r>
              <a:rPr lang="en-US" altLang="en-US" dirty="0"/>
              <a:t> an algorithm requires, based on the size of the input (</a:t>
            </a:r>
            <a:r>
              <a:rPr lang="en-US" altLang="en-US" dirty="0">
                <a:solidFill>
                  <a:schemeClr val="tx2"/>
                </a:solidFill>
              </a:rPr>
              <a:t>space complexity).</a:t>
            </a:r>
          </a:p>
          <a:p>
            <a:pPr lvl="1"/>
            <a:endParaRPr lang="en-US" dirty="0">
              <a:solidFill>
                <a:schemeClr val="tx2"/>
              </a:solidFill>
            </a:endParaRPr>
          </a:p>
          <a:p>
            <a:r>
              <a:rPr lang="en-US" altLang="en-US" dirty="0"/>
              <a:t>Usually, time is our biggest concern</a:t>
            </a:r>
          </a:p>
          <a:p>
            <a:pPr lvl="1"/>
            <a:r>
              <a:rPr lang="en-US" altLang="en-US" dirty="0"/>
              <a:t>Most algorithms require a fixed amount of space</a:t>
            </a:r>
          </a:p>
          <a:p>
            <a:pPr marL="0" indent="0">
              <a:buNone/>
            </a:pP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762930120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0BFFB97-5660-46DC-8870-A6288F2057A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Measuring an Input Size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9111CF6-8E8E-4796-BB6E-A26AE087CA8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Almost all algorithms run longer on larger inputs</a:t>
            </a:r>
          </a:p>
          <a:p>
            <a:pPr lvl="1"/>
            <a:r>
              <a:rPr lang="en-US" dirty="0" err="1"/>
              <a:t>Eg</a:t>
            </a:r>
            <a:r>
              <a:rPr lang="en-US" dirty="0"/>
              <a:t>: 1) sort larger arrays 2) Multiply larger matrices</a:t>
            </a:r>
          </a:p>
          <a:p>
            <a:pPr marL="457200" lvl="1" indent="0">
              <a:buNone/>
            </a:pPr>
            <a:endParaRPr lang="en-US" dirty="0"/>
          </a:p>
          <a:p>
            <a:r>
              <a:rPr lang="en-US" dirty="0"/>
              <a:t>It is logical to investigate an algorithm’s efficiency as a function of some parameter </a:t>
            </a:r>
            <a:r>
              <a:rPr lang="en-US" i="1" dirty="0"/>
              <a:t>n </a:t>
            </a:r>
            <a:r>
              <a:rPr lang="en-US" dirty="0"/>
              <a:t>indicating the algorithm’s input size</a:t>
            </a:r>
          </a:p>
          <a:p>
            <a:pPr lvl="1"/>
            <a:endParaRPr lang="en-US" dirty="0"/>
          </a:p>
          <a:p>
            <a:pPr lvl="1"/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821459325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7D4FB57-896A-47BF-94AA-B48CD48008D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31CBA4-1EAF-46A4-9177-6D3F28D7E13E}" type="datetime1">
              <a:rPr lang="en-US" smtClean="0"/>
              <a:t>1/11/2025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7FB227F-266B-4880-A083-65666AA16A4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ICT 2257 Design and Analysis of Algorithms</a:t>
            </a:r>
          </a:p>
        </p:txBody>
      </p:sp>
      <p:sp>
        <p:nvSpPr>
          <p:cNvPr id="6" name="Rectangle 1026">
            <a:extLst>
              <a:ext uri="{FF2B5EF4-FFF2-40B4-BE49-F238E27FC236}">
                <a16:creationId xmlns:a16="http://schemas.microsoft.com/office/drawing/2014/main" id="{6E809DEA-DDC3-4230-A752-B34B8ECA4B60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/>
          <a:lstStyle/>
          <a:p>
            <a:r>
              <a:rPr lang="en-US" altLang="en-US" b="1" dirty="0"/>
              <a:t>Size of the input ?</a:t>
            </a:r>
          </a:p>
        </p:txBody>
      </p:sp>
      <p:graphicFrame>
        <p:nvGraphicFramePr>
          <p:cNvPr id="7" name="Table 7">
            <a:extLst>
              <a:ext uri="{FF2B5EF4-FFF2-40B4-BE49-F238E27FC236}">
                <a16:creationId xmlns:a16="http://schemas.microsoft.com/office/drawing/2014/main" id="{CC5F3617-F156-4797-8061-739DEBB555CA}"/>
              </a:ext>
            </a:extLst>
          </p:cNvPr>
          <p:cNvGraphicFramePr>
            <a:graphicFrameLocks noGrp="1"/>
          </p:cNvGraphicFramePr>
          <p:nvPr/>
        </p:nvGraphicFramePr>
        <p:xfrm>
          <a:off x="1886226" y="2181860"/>
          <a:ext cx="8128000" cy="38404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064000">
                  <a:extLst>
                    <a:ext uri="{9D8B030D-6E8A-4147-A177-3AD203B41FA5}">
                      <a16:colId xmlns:a16="http://schemas.microsoft.com/office/drawing/2014/main" val="3074388209"/>
                    </a:ext>
                  </a:extLst>
                </a:gridCol>
                <a:gridCol w="4064000">
                  <a:extLst>
                    <a:ext uri="{9D8B030D-6E8A-4147-A177-3AD203B41FA5}">
                      <a16:colId xmlns:a16="http://schemas.microsoft.com/office/drawing/2014/main" val="3743413222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400" dirty="0"/>
                        <a:t>Problem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/>
                        <a:t>Size of the Input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10438816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400" dirty="0"/>
                        <a:t>Searching an element in an array of size 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/>
                        <a:t>n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2520691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400" dirty="0"/>
                        <a:t>Sorting n elements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/>
                        <a:t>n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12533077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400" dirty="0"/>
                        <a:t>Merging two arrays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/>
                        <a:t>Sum of size of two array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5082706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400" dirty="0"/>
                        <a:t>Adding two matrices of order m x 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/>
                        <a:t>m and n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5605567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400" dirty="0"/>
                        <a:t>Multiplying two matrices or order m x n and n x p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/>
                        <a:t>m, n and p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335888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89248948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C86E570-0986-48F5-BF98-BD4DA30A15F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Space Complexity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36CCDB1-A001-47A4-B39A-B88523795F6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pPr marL="0" indent="0">
              <a:buNone/>
            </a:pPr>
            <a:r>
              <a:rPr lang="en-US" dirty="0"/>
              <a:t>Depends on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/>
              <a:t>Data Space:</a:t>
            </a:r>
          </a:p>
          <a:p>
            <a:pPr lvl="1"/>
            <a:r>
              <a:rPr lang="en-US" dirty="0"/>
              <a:t>Space needed by the constants and simple variables</a:t>
            </a:r>
          </a:p>
          <a:p>
            <a:pPr lvl="1"/>
            <a:r>
              <a:rPr lang="en-US" dirty="0"/>
              <a:t>Space needed by dynamically allocated objects</a:t>
            </a:r>
          </a:p>
          <a:p>
            <a:pPr lvl="1"/>
            <a:endParaRPr lang="en-US" dirty="0"/>
          </a:p>
          <a:p>
            <a:pPr marL="514350" indent="-514350">
              <a:buFont typeface="+mj-lt"/>
              <a:buAutoNum type="arabicPeriod"/>
            </a:pPr>
            <a:r>
              <a:rPr lang="en-US" dirty="0"/>
              <a:t>Environmental Stack Space: used to save information needed to resume execution of partially completed methods and functions.  </a:t>
            </a:r>
          </a:p>
          <a:p>
            <a:pPr lvl="1"/>
            <a:r>
              <a:rPr lang="en-US" dirty="0"/>
              <a:t>Example:  if function f() invokes function g(), then we must save at least a pointer to the instruction of f() to be executed when g() terminates.</a:t>
            </a:r>
          </a:p>
          <a:p>
            <a:pPr marL="514350" indent="-514350">
              <a:buFont typeface="+mj-lt"/>
              <a:buAutoNum type="arabicPeriod"/>
            </a:pPr>
            <a:endParaRPr lang="en-US" dirty="0"/>
          </a:p>
          <a:p>
            <a:pPr marL="514350" indent="-514350">
              <a:buFont typeface="+mj-lt"/>
              <a:buAutoNum type="arabicPeriod"/>
            </a:pPr>
            <a:r>
              <a:rPr lang="en-US" dirty="0"/>
              <a:t>Instruction Space: Space needed to store the compiled version of the program instruction  </a:t>
            </a:r>
          </a:p>
          <a:p>
            <a:pPr lvl="1"/>
            <a:r>
              <a:rPr lang="en-US" b="1" dirty="0">
                <a:solidFill>
                  <a:srgbClr val="FF0000"/>
                </a:solidFill>
              </a:rPr>
              <a:t>Compiler Dependent </a:t>
            </a:r>
          </a:p>
          <a:p>
            <a:pPr marL="457200" lvl="1" indent="0">
              <a:buNone/>
            </a:pPr>
            <a:endParaRPr lang="en-US" b="1" dirty="0">
              <a:solidFill>
                <a:srgbClr val="FF0000"/>
              </a:solidFill>
            </a:endParaRPr>
          </a:p>
          <a:p>
            <a:pPr lvl="1"/>
            <a:endParaRPr lang="en-US" b="1" dirty="0">
              <a:solidFill>
                <a:srgbClr val="FF0000"/>
              </a:solidFill>
            </a:endParaRP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84B080B-3939-4112-B2C8-A02842A1EDD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31CBA4-1EAF-46A4-9177-6D3F28D7E13E}" type="datetime1">
              <a:rPr lang="en-US" smtClean="0"/>
              <a:t>1/11/2025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19B2A2A-4C1D-4A93-9ED5-943676B7C0C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ICT 2257 Design and Analysis of Algorithms</a:t>
            </a:r>
          </a:p>
        </p:txBody>
      </p:sp>
    </p:spTree>
    <p:extLst>
      <p:ext uri="{BB962C8B-B14F-4D97-AF65-F5344CB8AC3E}">
        <p14:creationId xmlns:p14="http://schemas.microsoft.com/office/powerpoint/2010/main" val="111973823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9B7944D-0916-4107-910B-3731C8CFB61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0"/>
            <a:ext cx="10515600" cy="920336"/>
          </a:xfrm>
        </p:spPr>
        <p:txBody>
          <a:bodyPr/>
          <a:lstStyle/>
          <a:p>
            <a:r>
              <a:rPr lang="en-US" dirty="0"/>
              <a:t>Space Complexity </a:t>
            </a:r>
            <a:r>
              <a:rPr lang="en-US" dirty="0" err="1"/>
              <a:t>Contd</a:t>
            </a:r>
            <a:r>
              <a:rPr lang="en-US" dirty="0"/>
              <a:t>…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7F8F519-CE35-42F5-8802-4E5DF43DE7B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The space requirement of any program P can be written as:</a:t>
            </a:r>
          </a:p>
          <a:p>
            <a:pPr marL="0" indent="0">
              <a:buNone/>
            </a:pPr>
            <a:endParaRPr lang="en-US" dirty="0"/>
          </a:p>
          <a:p>
            <a:pPr lvl="1"/>
            <a:r>
              <a:rPr lang="en-US" dirty="0"/>
              <a:t>S = C + S</a:t>
            </a:r>
            <a:r>
              <a:rPr lang="en-US" baseline="-25000" dirty="0"/>
              <a:t>p</a:t>
            </a:r>
            <a:r>
              <a:rPr lang="en-US" dirty="0"/>
              <a:t>(size of the input), where c denotes fixed part and  S</a:t>
            </a:r>
            <a:r>
              <a:rPr lang="en-US" baseline="-25000" dirty="0"/>
              <a:t>p</a:t>
            </a:r>
            <a:r>
              <a:rPr lang="en-US" dirty="0"/>
              <a:t> denotes the variable component</a:t>
            </a:r>
          </a:p>
          <a:p>
            <a:pPr marL="457200" lvl="1" indent="0">
              <a:buNone/>
            </a:pPr>
            <a:endParaRPr lang="en-US" dirty="0"/>
          </a:p>
          <a:p>
            <a:pPr lvl="1"/>
            <a:r>
              <a:rPr lang="en-US" b="1" dirty="0">
                <a:solidFill>
                  <a:srgbClr val="002060"/>
                </a:solidFill>
              </a:rPr>
              <a:t>We are interested in Variable Component.</a:t>
            </a:r>
          </a:p>
          <a:p>
            <a:pPr marL="457200" lvl="1" indent="0">
              <a:buNone/>
            </a:pP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11684F5-8BE4-41BA-84C5-B23555BA50B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31CBA4-1EAF-46A4-9177-6D3F28D7E13E}" type="datetime1">
              <a:rPr lang="en-US" smtClean="0"/>
              <a:t>1/11/2025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085AB47-8188-49E7-A4DD-7DD2C798A33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ICT 2257 Design and Analysis of Algorithms</a:t>
            </a:r>
          </a:p>
        </p:txBody>
      </p:sp>
    </p:spTree>
    <p:extLst>
      <p:ext uri="{BB962C8B-B14F-4D97-AF65-F5344CB8AC3E}">
        <p14:creationId xmlns:p14="http://schemas.microsoft.com/office/powerpoint/2010/main" val="285920404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633B7BD-07EC-49BF-8764-0365824B030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21892"/>
            <a:ext cx="10515600" cy="493004"/>
          </a:xfrm>
        </p:spPr>
        <p:txBody>
          <a:bodyPr>
            <a:normAutofit fontScale="90000"/>
          </a:bodyPr>
          <a:lstStyle/>
          <a:p>
            <a:r>
              <a:rPr lang="en-US" dirty="0"/>
              <a:t>In C++ data size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5E351F3-9941-4E78-8EFE-394C2BA2115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31CBA4-1EAF-46A4-9177-6D3F28D7E13E}" type="datetime1">
              <a:rPr lang="en-US" smtClean="0"/>
              <a:t>1/11/2025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D7954F3-DECB-47C5-AA90-C237312773B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ICT 2257 Design and Analysis of Algorithms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8F09ACB3-C7A0-41DA-BA9F-8B47E92C8F6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14510" y="751421"/>
            <a:ext cx="9762979" cy="610657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53889146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0C69D9C-A878-440F-91B4-854E42647C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5834" y="136525"/>
            <a:ext cx="10515600" cy="1325563"/>
          </a:xfrm>
        </p:spPr>
        <p:txBody>
          <a:bodyPr>
            <a:normAutofit/>
          </a:bodyPr>
          <a:lstStyle/>
          <a:p>
            <a:r>
              <a:rPr lang="en-US" sz="2800" b="1" dirty="0"/>
              <a:t>Space Complexity Example:  Sequential or Linear Search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8751101-BCAA-4031-ADDA-4E7EE17BF5B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96956" y="1158737"/>
            <a:ext cx="10515600" cy="4351338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US" sz="2400" dirty="0"/>
              <a:t>Int </a:t>
            </a:r>
            <a:r>
              <a:rPr lang="en-US" sz="2400" dirty="0" err="1"/>
              <a:t>SequentialSearch</a:t>
            </a:r>
            <a:r>
              <a:rPr lang="en-US" sz="2400" dirty="0"/>
              <a:t>(int a[], int n, const int&amp; x)            a[0] a[1] ….a[n-1]</a:t>
            </a:r>
          </a:p>
          <a:p>
            <a:pPr marL="0" indent="0">
              <a:buNone/>
            </a:pPr>
            <a:r>
              <a:rPr lang="en-US" sz="2400" dirty="0"/>
              <a:t>   {</a:t>
            </a:r>
          </a:p>
          <a:p>
            <a:pPr marL="0" indent="0">
              <a:buNone/>
            </a:pPr>
            <a:r>
              <a:rPr lang="en-US" sz="2400" dirty="0"/>
              <a:t>	int </a:t>
            </a:r>
            <a:r>
              <a:rPr lang="en-US" sz="2400" dirty="0" err="1"/>
              <a:t>i</a:t>
            </a:r>
            <a:r>
              <a:rPr lang="en-US" sz="2400" dirty="0"/>
              <a:t>;</a:t>
            </a:r>
          </a:p>
          <a:p>
            <a:pPr marL="0" indent="0">
              <a:buNone/>
            </a:pPr>
            <a:r>
              <a:rPr lang="en-US" sz="2400" dirty="0"/>
              <a:t>	for (</a:t>
            </a:r>
            <a:r>
              <a:rPr lang="en-US" sz="2400" dirty="0" err="1"/>
              <a:t>i</a:t>
            </a:r>
            <a:r>
              <a:rPr lang="en-US" sz="2400" dirty="0"/>
              <a:t> = 0; </a:t>
            </a:r>
            <a:r>
              <a:rPr lang="en-US" sz="2400" dirty="0" err="1"/>
              <a:t>i</a:t>
            </a:r>
            <a:r>
              <a:rPr lang="en-US" sz="2400" dirty="0"/>
              <a:t> &lt; n &amp;&amp; a[</a:t>
            </a:r>
            <a:r>
              <a:rPr lang="en-US" sz="2400" dirty="0" err="1"/>
              <a:t>i</a:t>
            </a:r>
            <a:r>
              <a:rPr lang="en-US" sz="2400" dirty="0"/>
              <a:t>] != x; </a:t>
            </a:r>
            <a:r>
              <a:rPr lang="en-US" sz="2400" dirty="0" err="1"/>
              <a:t>i</a:t>
            </a:r>
            <a:r>
              <a:rPr lang="en-US" sz="2400" dirty="0"/>
              <a:t>++);</a:t>
            </a:r>
          </a:p>
          <a:p>
            <a:pPr marL="0" indent="0">
              <a:buNone/>
            </a:pPr>
            <a:r>
              <a:rPr lang="en-US" sz="2400" dirty="0"/>
              <a:t>	if (</a:t>
            </a:r>
            <a:r>
              <a:rPr lang="en-US" sz="2400" dirty="0" err="1"/>
              <a:t>i</a:t>
            </a:r>
            <a:r>
              <a:rPr lang="en-US" sz="2400" dirty="0"/>
              <a:t> == n) return -1;</a:t>
            </a:r>
          </a:p>
          <a:p>
            <a:pPr marL="0" indent="0">
              <a:buNone/>
            </a:pPr>
            <a:r>
              <a:rPr lang="en-US" sz="2400" dirty="0"/>
              <a:t>	else return </a:t>
            </a:r>
            <a:r>
              <a:rPr lang="en-US" sz="2400" dirty="0" err="1"/>
              <a:t>i</a:t>
            </a:r>
            <a:r>
              <a:rPr lang="en-US" sz="2400" dirty="0"/>
              <a:t>;</a:t>
            </a:r>
          </a:p>
          <a:p>
            <a:pPr marL="0" indent="0">
              <a:buNone/>
            </a:pPr>
            <a:r>
              <a:rPr lang="en-US" sz="2400" dirty="0"/>
              <a:t>    }</a:t>
            </a:r>
          </a:p>
          <a:p>
            <a:pPr marL="0" indent="0">
              <a:buNone/>
            </a:pPr>
            <a:r>
              <a:rPr lang="en-US" sz="2400" dirty="0"/>
              <a:t>Space needed by parameters </a:t>
            </a:r>
            <a:r>
              <a:rPr lang="en-US" sz="2400" i="1" dirty="0"/>
              <a:t>a, n </a:t>
            </a:r>
            <a:r>
              <a:rPr lang="en-US" sz="2400" dirty="0"/>
              <a:t>and </a:t>
            </a:r>
            <a:r>
              <a:rPr lang="en-US" sz="2400" i="1" dirty="0"/>
              <a:t>x </a:t>
            </a:r>
            <a:r>
              <a:rPr lang="en-US" sz="2400" dirty="0"/>
              <a:t>= 4 + 4 + 4 = 12 bytes (integer type)</a:t>
            </a:r>
          </a:p>
          <a:p>
            <a:pPr marL="0" indent="0">
              <a:buNone/>
            </a:pPr>
            <a:r>
              <a:rPr lang="en-US" sz="2400" dirty="0"/>
              <a:t>Space needed by variable </a:t>
            </a:r>
            <a:r>
              <a:rPr lang="en-US" sz="2400" dirty="0" err="1"/>
              <a:t>i</a:t>
            </a:r>
            <a:r>
              <a:rPr lang="en-US" sz="2400" dirty="0"/>
              <a:t> = 4 bytes</a:t>
            </a:r>
          </a:p>
          <a:p>
            <a:pPr marL="0" indent="0">
              <a:buNone/>
            </a:pPr>
            <a:r>
              <a:rPr lang="en-US" sz="2400" dirty="0"/>
              <a:t>Space needed by constants 0 and -1 = 4 + 4 = 8 bytes</a:t>
            </a:r>
          </a:p>
          <a:p>
            <a:pPr marL="0" indent="0">
              <a:buNone/>
            </a:pPr>
            <a:r>
              <a:rPr lang="en-US" sz="2400" dirty="0"/>
              <a:t>Total Space needed = 24 bytes (Constant ) therefore, Sp(n)=0   </a:t>
            </a:r>
          </a:p>
          <a:p>
            <a:pPr marL="0" indent="0">
              <a:buNone/>
            </a:pPr>
            <a:r>
              <a:rPr lang="en-US" sz="2400" dirty="0"/>
              <a:t>Complexity = O(1)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0EB9C30-55D1-41B0-82DD-68B9B64EBEF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31CBA4-1EAF-46A4-9177-6D3F28D7E13E}" type="datetime1">
              <a:rPr lang="en-US" smtClean="0"/>
              <a:t>1/11/2025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4D88DC0-8B36-4B02-B783-49826A8B0A5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ICT 2257 Design and Analysis of Algorithms</a:t>
            </a:r>
          </a:p>
        </p:txBody>
      </p:sp>
    </p:spTree>
    <p:extLst>
      <p:ext uri="{BB962C8B-B14F-4D97-AF65-F5344CB8AC3E}">
        <p14:creationId xmlns:p14="http://schemas.microsoft.com/office/powerpoint/2010/main" val="193911735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0C69D9C-A878-440F-91B4-854E42647C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5834" y="136525"/>
            <a:ext cx="10515600" cy="1325563"/>
          </a:xfrm>
        </p:spPr>
        <p:txBody>
          <a:bodyPr>
            <a:normAutofit/>
          </a:bodyPr>
          <a:lstStyle/>
          <a:p>
            <a:r>
              <a:rPr lang="en-US" sz="2800" b="1" dirty="0"/>
              <a:t>Space Complexity Example: Recursive Sequential Search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8751101-BCAA-4031-ADDA-4E7EE17BF5B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96956" y="1158737"/>
            <a:ext cx="6026425" cy="4351338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US" sz="2400" dirty="0"/>
              <a:t>Int </a:t>
            </a:r>
            <a:r>
              <a:rPr lang="en-US" sz="2400" dirty="0" err="1"/>
              <a:t>RSequentialSearch</a:t>
            </a:r>
            <a:r>
              <a:rPr lang="en-US" sz="2400" dirty="0"/>
              <a:t>(int a[], int n, const int&amp; x)</a:t>
            </a:r>
          </a:p>
          <a:p>
            <a:pPr marL="0" indent="0">
              <a:buNone/>
            </a:pPr>
            <a:r>
              <a:rPr lang="en-US" sz="2400" dirty="0"/>
              <a:t>   {</a:t>
            </a:r>
          </a:p>
          <a:p>
            <a:pPr marL="0" indent="0">
              <a:buNone/>
            </a:pPr>
            <a:r>
              <a:rPr lang="en-US" sz="2400" dirty="0"/>
              <a:t>	if ( n &lt; 1) return -1;</a:t>
            </a:r>
          </a:p>
          <a:p>
            <a:pPr marL="0" indent="0">
              <a:buNone/>
            </a:pPr>
            <a:r>
              <a:rPr lang="en-US" sz="2400" dirty="0"/>
              <a:t>	if (a[n-1] == x) return n-1;</a:t>
            </a:r>
          </a:p>
          <a:p>
            <a:pPr marL="0" indent="0">
              <a:buNone/>
            </a:pPr>
            <a:r>
              <a:rPr lang="en-US" sz="2400" dirty="0"/>
              <a:t>	return </a:t>
            </a:r>
            <a:r>
              <a:rPr lang="en-US" sz="2400" dirty="0" err="1"/>
              <a:t>RSquentialSearch</a:t>
            </a:r>
            <a:r>
              <a:rPr lang="en-US" sz="2400" dirty="0"/>
              <a:t>(a n-1, x);</a:t>
            </a:r>
          </a:p>
          <a:p>
            <a:pPr marL="0" indent="0">
              <a:buNone/>
            </a:pPr>
            <a:r>
              <a:rPr lang="en-US" sz="2400" dirty="0"/>
              <a:t>    }</a:t>
            </a:r>
          </a:p>
          <a:p>
            <a:pPr marL="0" indent="0">
              <a:buNone/>
            </a:pPr>
            <a:endParaRPr lang="en-US" sz="2400" dirty="0"/>
          </a:p>
          <a:p>
            <a:pPr marL="0" indent="0">
              <a:buNone/>
            </a:pPr>
            <a:endParaRPr lang="en-US" sz="2400" dirty="0"/>
          </a:p>
          <a:p>
            <a:pPr marL="0" indent="0">
              <a:buNone/>
            </a:pPr>
            <a:r>
              <a:rPr lang="en-US" sz="2400" dirty="0"/>
              <a:t>Ignore the constant space needed and find Environmental stack space.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0EB9C30-55D1-41B0-82DD-68B9B64EBEF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31CBA4-1EAF-46A4-9177-6D3F28D7E13E}" type="datetime1">
              <a:rPr lang="en-US" smtClean="0"/>
              <a:t>1/11/2025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4D88DC0-8B36-4B02-B783-49826A8B0A5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ICT 2257 Design and Analysis of Algorithms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E7B5DAA3-9415-42CE-8A74-E0A52DE90B07}"/>
              </a:ext>
            </a:extLst>
          </p:cNvPr>
          <p:cNvSpPr txBox="1"/>
          <p:nvPr/>
        </p:nvSpPr>
        <p:spPr>
          <a:xfrm>
            <a:off x="6523381" y="1154940"/>
            <a:ext cx="5426766" cy="517064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200" dirty="0"/>
              <a:t>Environment Stack Space:</a:t>
            </a:r>
          </a:p>
          <a:p>
            <a:r>
              <a:rPr lang="en-US" sz="2200" dirty="0" err="1"/>
              <a:t>RSequentialSearch</a:t>
            </a:r>
            <a:r>
              <a:rPr lang="en-US" sz="2200" dirty="0"/>
              <a:t> (a, n, x)</a:t>
            </a:r>
          </a:p>
          <a:p>
            <a:r>
              <a:rPr lang="en-US" sz="2200" dirty="0" err="1"/>
              <a:t>RsequentialSearch</a:t>
            </a:r>
            <a:r>
              <a:rPr lang="en-US" sz="2200" dirty="0"/>
              <a:t> (a, n-1, x)</a:t>
            </a:r>
          </a:p>
          <a:p>
            <a:r>
              <a:rPr lang="en-US" sz="2200" dirty="0"/>
              <a:t>…..</a:t>
            </a:r>
          </a:p>
          <a:p>
            <a:r>
              <a:rPr lang="en-US" sz="2200" dirty="0"/>
              <a:t>……</a:t>
            </a:r>
          </a:p>
          <a:p>
            <a:r>
              <a:rPr lang="en-US" sz="2200" dirty="0" err="1"/>
              <a:t>RSequentialSearch</a:t>
            </a:r>
            <a:r>
              <a:rPr lang="en-US" sz="2200" dirty="0"/>
              <a:t>(a, 1, x)</a:t>
            </a:r>
          </a:p>
          <a:p>
            <a:r>
              <a:rPr lang="en-US" sz="2200" dirty="0" err="1"/>
              <a:t>RSequentialSearch</a:t>
            </a:r>
            <a:r>
              <a:rPr lang="en-US" sz="2200" dirty="0"/>
              <a:t> (a, 0, x)</a:t>
            </a:r>
          </a:p>
          <a:p>
            <a:r>
              <a:rPr lang="en-US" sz="2200" dirty="0"/>
              <a:t>Therefore, depth of recursion:  n + 1</a:t>
            </a:r>
          </a:p>
          <a:p>
            <a:endParaRPr lang="en-US" sz="2200" dirty="0"/>
          </a:p>
          <a:p>
            <a:r>
              <a:rPr lang="en-US" sz="2200" dirty="0"/>
              <a:t>Each time for recursive calls, a, n, x and return address stored in stack.  Since all are integers, 4 * 4 = 16 bytes needed.  </a:t>
            </a:r>
          </a:p>
          <a:p>
            <a:endParaRPr lang="en-US" sz="2200" dirty="0"/>
          </a:p>
          <a:p>
            <a:r>
              <a:rPr lang="en-US" sz="2200" dirty="0"/>
              <a:t>Therefore, total environmental stack space = 16 (n+1) bytes= O(n).</a:t>
            </a:r>
          </a:p>
        </p:txBody>
      </p:sp>
    </p:spTree>
    <p:extLst>
      <p:ext uri="{BB962C8B-B14F-4D97-AF65-F5344CB8AC3E}">
        <p14:creationId xmlns:p14="http://schemas.microsoft.com/office/powerpoint/2010/main" val="240205539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BBDA21C-F73C-41C1-9F9D-ACA8EA5031F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08113" y="513660"/>
            <a:ext cx="10515600" cy="1023592"/>
          </a:xfrm>
        </p:spPr>
        <p:txBody>
          <a:bodyPr/>
          <a:lstStyle/>
          <a:p>
            <a:r>
              <a:rPr lang="en-US" dirty="0"/>
              <a:t>Write a C++ function for finding sum of array elements.  Write both iterative and recursive program and find its space complexity.</a:t>
            </a:r>
          </a:p>
          <a:p>
            <a:pPr marL="0" indent="0">
              <a:buNone/>
            </a:pPr>
            <a:endParaRPr lang="en-US" dirty="0"/>
          </a:p>
          <a:p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5DEE420-D025-44F2-B448-5139CFB1C5B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31CBA4-1EAF-46A4-9177-6D3F28D7E13E}" type="datetime1">
              <a:rPr lang="en-US" smtClean="0"/>
              <a:t>1/11/2025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9BA15DF-C797-44DC-BF0F-BC06A23EA0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ICT 2257 Design and Analysis of Algorithms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A439AA7E-AC30-4459-9145-BE154836ACF2}"/>
              </a:ext>
            </a:extLst>
          </p:cNvPr>
          <p:cNvSpPr txBox="1"/>
          <p:nvPr/>
        </p:nvSpPr>
        <p:spPr>
          <a:xfrm>
            <a:off x="1186974" y="1942892"/>
            <a:ext cx="3313044" cy="267765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/>
              <a:t>int sum (int a[], int n)</a:t>
            </a:r>
          </a:p>
          <a:p>
            <a:r>
              <a:rPr lang="en-US" sz="2400" dirty="0"/>
              <a:t>{</a:t>
            </a:r>
          </a:p>
          <a:p>
            <a:r>
              <a:rPr lang="en-US" sz="2400" dirty="0"/>
              <a:t>    int result;</a:t>
            </a:r>
          </a:p>
          <a:p>
            <a:r>
              <a:rPr lang="en-US" sz="2400" dirty="0"/>
              <a:t>    for(int </a:t>
            </a:r>
            <a:r>
              <a:rPr lang="en-US" sz="2400" dirty="0" err="1"/>
              <a:t>i</a:t>
            </a:r>
            <a:r>
              <a:rPr lang="en-US" sz="2400" dirty="0"/>
              <a:t>=0; </a:t>
            </a:r>
            <a:r>
              <a:rPr lang="en-US" sz="2400" dirty="0" err="1"/>
              <a:t>i</a:t>
            </a:r>
            <a:r>
              <a:rPr lang="en-US" sz="2400" dirty="0"/>
              <a:t>&lt;n; </a:t>
            </a:r>
            <a:r>
              <a:rPr lang="en-US" sz="2400" dirty="0" err="1"/>
              <a:t>i</a:t>
            </a:r>
            <a:r>
              <a:rPr lang="en-US" sz="2400" dirty="0"/>
              <a:t>++)</a:t>
            </a:r>
          </a:p>
          <a:p>
            <a:r>
              <a:rPr lang="en-US" sz="2400" dirty="0"/>
              <a:t>        result= result + a[</a:t>
            </a:r>
            <a:r>
              <a:rPr lang="en-US" sz="2400" dirty="0" err="1"/>
              <a:t>i</a:t>
            </a:r>
            <a:r>
              <a:rPr lang="en-US" sz="2400" dirty="0"/>
              <a:t>];</a:t>
            </a:r>
          </a:p>
          <a:p>
            <a:r>
              <a:rPr lang="en-US" sz="2400" dirty="0"/>
              <a:t>    return result;</a:t>
            </a:r>
          </a:p>
          <a:p>
            <a:r>
              <a:rPr lang="en-US" sz="2400" dirty="0"/>
              <a:t>}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1A8F57E9-7D79-432E-A687-5903CD0008CD}"/>
              </a:ext>
            </a:extLst>
          </p:cNvPr>
          <p:cNvSpPr txBox="1"/>
          <p:nvPr/>
        </p:nvSpPr>
        <p:spPr>
          <a:xfrm>
            <a:off x="6496877" y="2001078"/>
            <a:ext cx="4326835" cy="378565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/>
              <a:t>int </a:t>
            </a:r>
            <a:r>
              <a:rPr lang="en-US" sz="2400" dirty="0" err="1"/>
              <a:t>Rsum</a:t>
            </a:r>
            <a:r>
              <a:rPr lang="en-US" sz="2400" dirty="0"/>
              <a:t> (int a[], int n)</a:t>
            </a:r>
          </a:p>
          <a:p>
            <a:r>
              <a:rPr lang="en-US" sz="2400" dirty="0"/>
              <a:t>{</a:t>
            </a:r>
          </a:p>
          <a:p>
            <a:r>
              <a:rPr lang="en-US" sz="2400" dirty="0"/>
              <a:t>    if (n &gt; 0)</a:t>
            </a:r>
          </a:p>
          <a:p>
            <a:r>
              <a:rPr lang="en-US" sz="2400" dirty="0"/>
              <a:t>        return </a:t>
            </a:r>
            <a:r>
              <a:rPr lang="en-US" sz="2400" dirty="0" err="1"/>
              <a:t>Rsum</a:t>
            </a:r>
            <a:r>
              <a:rPr lang="en-US" sz="2400" dirty="0"/>
              <a:t>(a, n-1) + a[n-1];</a:t>
            </a:r>
          </a:p>
          <a:p>
            <a:r>
              <a:rPr lang="en-US" sz="2400" dirty="0"/>
              <a:t>     </a:t>
            </a:r>
          </a:p>
          <a:p>
            <a:r>
              <a:rPr lang="en-US" sz="2400" dirty="0"/>
              <a:t>     return 0;</a:t>
            </a:r>
          </a:p>
          <a:p>
            <a:r>
              <a:rPr lang="en-US" sz="2400" dirty="0"/>
              <a:t>}</a:t>
            </a:r>
          </a:p>
          <a:p>
            <a:r>
              <a:rPr lang="en-US" sz="2400" dirty="0" err="1"/>
              <a:t>Rsum</a:t>
            </a:r>
            <a:r>
              <a:rPr lang="en-US" sz="2400" dirty="0"/>
              <a:t>(a, n)  </a:t>
            </a:r>
            <a:r>
              <a:rPr lang="en-US" sz="2400" dirty="0" err="1"/>
              <a:t>Rsum</a:t>
            </a:r>
            <a:r>
              <a:rPr lang="en-US" sz="2400" dirty="0"/>
              <a:t>(a, n-1)….</a:t>
            </a:r>
            <a:r>
              <a:rPr lang="en-US" sz="2400" dirty="0" err="1"/>
              <a:t>Rsum</a:t>
            </a:r>
            <a:r>
              <a:rPr lang="en-US" sz="2400" dirty="0"/>
              <a:t>(a,1), </a:t>
            </a:r>
            <a:r>
              <a:rPr lang="en-US" sz="2400" dirty="0" err="1"/>
              <a:t>Rsum</a:t>
            </a:r>
            <a:r>
              <a:rPr lang="en-US" sz="2400" dirty="0"/>
              <a:t>(a, 0)   therefore, depth= n+1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4719E790-1B64-41B2-B911-FFF1EA41298C}"/>
              </a:ext>
            </a:extLst>
          </p:cNvPr>
          <p:cNvSpPr txBox="1"/>
          <p:nvPr/>
        </p:nvSpPr>
        <p:spPr>
          <a:xfrm>
            <a:off x="1245704" y="5512904"/>
            <a:ext cx="3538331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/>
              <a:t>Sp(n) = 0  constant space O(1)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62C8A07C-5A52-4BF6-856D-5F05607384AD}"/>
              </a:ext>
            </a:extLst>
          </p:cNvPr>
          <p:cNvSpPr txBox="1"/>
          <p:nvPr/>
        </p:nvSpPr>
        <p:spPr>
          <a:xfrm>
            <a:off x="7285381" y="5786730"/>
            <a:ext cx="3538331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/>
              <a:t>Sp(n) = 12 (n+1) bytes =O(n)</a:t>
            </a:r>
          </a:p>
        </p:txBody>
      </p:sp>
    </p:spTree>
    <p:extLst>
      <p:ext uri="{BB962C8B-B14F-4D97-AF65-F5344CB8AC3E}">
        <p14:creationId xmlns:p14="http://schemas.microsoft.com/office/powerpoint/2010/main" val="150020350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  <p:bldP spid="7" grpId="0"/>
      <p:bldP spid="8" grpId="0"/>
      <p:bldP spid="9" grpId="0"/>
    </p:bld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4DF7515-8B8D-470D-B4BE-A6A495A0DB2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Data Space Examples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7BCF223-C281-4813-9FB1-AA5D92C19D3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pPr marL="0" indent="0">
              <a:buNone/>
            </a:pPr>
            <a:r>
              <a:rPr lang="en-US" dirty="0" err="1"/>
              <a:t>i</a:t>
            </a:r>
            <a:r>
              <a:rPr lang="en-US" dirty="0"/>
              <a:t>. 	Int *a;</a:t>
            </a:r>
          </a:p>
          <a:p>
            <a:pPr marL="0" indent="0">
              <a:buNone/>
            </a:pPr>
            <a:r>
              <a:rPr lang="en-US" dirty="0"/>
              <a:t>	a = new int [n];     Space needed 4n Bytes (n integers, each need 4 Bytes)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ii. 	Int a[30];    4 x 30 = 120 Bytes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iii. 	int **A;</a:t>
            </a:r>
          </a:p>
          <a:p>
            <a:pPr marL="0" indent="0">
              <a:buNone/>
            </a:pPr>
            <a:r>
              <a:rPr lang="en-US" dirty="0"/>
              <a:t>	A = new int *  [m];</a:t>
            </a:r>
          </a:p>
          <a:p>
            <a:pPr marL="0" indent="0">
              <a:buNone/>
            </a:pPr>
            <a:r>
              <a:rPr lang="en-US" dirty="0"/>
              <a:t>	for(int </a:t>
            </a:r>
            <a:r>
              <a:rPr lang="en-US" dirty="0" err="1"/>
              <a:t>i</a:t>
            </a:r>
            <a:r>
              <a:rPr lang="en-US" dirty="0"/>
              <a:t>=0; </a:t>
            </a:r>
            <a:r>
              <a:rPr lang="en-US" dirty="0" err="1"/>
              <a:t>i</a:t>
            </a:r>
            <a:r>
              <a:rPr lang="en-US" dirty="0"/>
              <a:t>&lt;m; </a:t>
            </a:r>
            <a:r>
              <a:rPr lang="en-US" dirty="0" err="1"/>
              <a:t>i</a:t>
            </a:r>
            <a:r>
              <a:rPr lang="en-US" dirty="0"/>
              <a:t>++)</a:t>
            </a:r>
          </a:p>
          <a:p>
            <a:pPr marL="0" indent="0">
              <a:buNone/>
            </a:pPr>
            <a:r>
              <a:rPr lang="en-US" dirty="0"/>
              <a:t>  	  A[</a:t>
            </a:r>
            <a:r>
              <a:rPr lang="en-US" dirty="0" err="1"/>
              <a:t>i</a:t>
            </a:r>
            <a:r>
              <a:rPr lang="en-US" dirty="0"/>
              <a:t>] = new int [n];</a:t>
            </a:r>
          </a:p>
          <a:p>
            <a:pPr marL="0" indent="0">
              <a:buNone/>
            </a:pPr>
            <a:r>
              <a:rPr lang="en-US" dirty="0"/>
              <a:t>	</a:t>
            </a:r>
          </a:p>
          <a:p>
            <a:pPr marL="0" indent="0">
              <a:buNone/>
            </a:pPr>
            <a:r>
              <a:rPr lang="en-US" dirty="0"/>
              <a:t>	Space allotted for matrix A is 4mn bytes.  O(</a:t>
            </a:r>
            <a:r>
              <a:rPr lang="en-US" dirty="0" err="1"/>
              <a:t>mn</a:t>
            </a:r>
            <a:r>
              <a:rPr lang="en-US" dirty="0"/>
              <a:t>) space complexity.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C906CC5-A92A-468A-BFF7-83D32233455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31CBA4-1EAF-46A4-9177-6D3F28D7E13E}" type="datetime1">
              <a:rPr lang="en-US" smtClean="0"/>
              <a:t>1/11/2025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4CC16FE-087B-4D15-A96E-FD5C4EC1609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ICT 2257 Design and Analysis of Algorithms</a:t>
            </a:r>
          </a:p>
        </p:txBody>
      </p:sp>
    </p:spTree>
    <p:extLst>
      <p:ext uri="{BB962C8B-B14F-4D97-AF65-F5344CB8AC3E}">
        <p14:creationId xmlns:p14="http://schemas.microsoft.com/office/powerpoint/2010/main" val="95180820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1" dur="500" fill="hold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3" dur="500" fill="hold"/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4" dur="500" fill="hold"/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F6B7781-C797-4862-974C-2A4A0AD1651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Tutorial </a:t>
            </a:r>
            <a:br>
              <a:rPr lang="en-US" b="1" dirty="0"/>
            </a:br>
            <a:r>
              <a:rPr lang="en-US" sz="2200" b="1" dirty="0"/>
              <a:t>(Solve and upload in class file section tutorial week1 folder)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BE1CDA1-A2AA-4D1D-B763-CFD881322AC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US" dirty="0"/>
              <a:t>1. Write a C++ function for maximum and minimum element in an array and find its space complexity. [</a:t>
            </a:r>
            <a:r>
              <a:rPr lang="en-US" dirty="0">
                <a:solidFill>
                  <a:srgbClr val="FF0000"/>
                </a:solidFill>
              </a:rPr>
              <a:t>Do not write full program with main() function.  Only function code need to be written.]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2.  </a:t>
            </a:r>
          </a:p>
          <a:p>
            <a:pPr marL="571500" indent="-571500">
              <a:buFont typeface="+mj-lt"/>
              <a:buAutoNum type="romanLcPeriod"/>
            </a:pPr>
            <a:r>
              <a:rPr lang="en-US" dirty="0"/>
              <a:t> Show that p(n) is asymptotically bigger than q(n)</a:t>
            </a:r>
          </a:p>
          <a:p>
            <a:pPr marL="571500" indent="-571500">
              <a:buFont typeface="+mj-lt"/>
              <a:buAutoNum type="romanLcPeriod"/>
            </a:pPr>
            <a:endParaRPr lang="en-US" dirty="0"/>
          </a:p>
          <a:p>
            <a:pPr marL="571500" indent="-571500">
              <a:buFont typeface="+mj-lt"/>
              <a:buAutoNum type="romanLcPeriod"/>
            </a:pPr>
            <a:endParaRPr lang="en-US" dirty="0"/>
          </a:p>
          <a:p>
            <a:pPr marL="571500" indent="-571500">
              <a:buFont typeface="+mj-lt"/>
              <a:buAutoNum type="romanLcPeriod"/>
            </a:pPr>
            <a:r>
              <a:rPr lang="en-US" dirty="0"/>
              <a:t>Show that </a:t>
            </a:r>
          </a:p>
          <a:p>
            <a:endParaRPr lang="en-US" dirty="0"/>
          </a:p>
          <a:p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E5C1627-F648-4EC4-965C-B8B35E3EB01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31CBA4-1EAF-46A4-9177-6D3F28D7E13E}" type="datetime1">
              <a:rPr lang="en-US" smtClean="0"/>
              <a:t>1/11/2025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7F1A6BA-7456-474E-9B0E-64D76577AA2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ICT 2257 Design and Analysis of Algorithms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B154FC07-2C2A-40AA-9EB4-18AE6C72121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07751" y="4768306"/>
            <a:ext cx="5563770" cy="566225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DB7A05B1-6F4C-4E02-B213-F89682D6C1E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139137" y="5685112"/>
            <a:ext cx="4003784" cy="4409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97234745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DB279EA-BE2A-4FB2-ACB9-AF10E3776D0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Time complexity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FAC657C-0E18-495D-9652-61822785D96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Operation Count Method</a:t>
            </a:r>
          </a:p>
          <a:p>
            <a:r>
              <a:rPr lang="en-US" dirty="0"/>
              <a:t>Step Count Method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30F27FC-FC58-4E06-8352-4536C054AD7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31CBA4-1EAF-46A4-9177-6D3F28D7E13E}" type="datetime1">
              <a:rPr lang="en-US" smtClean="0"/>
              <a:t>1/11/2025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9F33C6D-1309-4DC0-9E52-B6C96143FD7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ICT 2257 Design and Analysis of Algorithms</a:t>
            </a:r>
          </a:p>
        </p:txBody>
      </p:sp>
    </p:spTree>
    <p:extLst>
      <p:ext uri="{BB962C8B-B14F-4D97-AF65-F5344CB8AC3E}">
        <p14:creationId xmlns:p14="http://schemas.microsoft.com/office/powerpoint/2010/main" val="2458188352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083B5F9-FE75-4D2A-A777-C1F321D588C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Units for Measuring Running Time 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4EF6147-56AA-444C-8146-773B8A9DDC6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Speed of the Computer </a:t>
            </a:r>
          </a:p>
          <a:p>
            <a:endParaRPr lang="en-US" dirty="0"/>
          </a:p>
          <a:p>
            <a:r>
              <a:rPr lang="en-US" dirty="0"/>
              <a:t>Quality of a program implementing the algorithm</a:t>
            </a:r>
          </a:p>
          <a:p>
            <a:endParaRPr lang="en-US" dirty="0"/>
          </a:p>
          <a:p>
            <a:r>
              <a:rPr lang="en-US" dirty="0"/>
              <a:t>Compiler used in generating the machine code</a:t>
            </a:r>
          </a:p>
          <a:p>
            <a:endParaRPr lang="en-US" dirty="0"/>
          </a:p>
          <a:p>
            <a:r>
              <a:rPr lang="en-US" dirty="0"/>
              <a:t>Number of Inputs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697619523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9B3E4B9-4497-4E5F-B038-99112BB3683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Units for Measuring Running Time 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399837D-BFAB-4E33-83D1-F23E7FCB2AB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To identify the most important operation of the algorithm called the </a:t>
            </a:r>
            <a:r>
              <a:rPr lang="en-US" dirty="0">
                <a:solidFill>
                  <a:srgbClr val="FF0000"/>
                </a:solidFill>
              </a:rPr>
              <a:t>basic operation </a:t>
            </a:r>
            <a:endParaRPr lang="en-US" dirty="0"/>
          </a:p>
          <a:p>
            <a:pPr lvl="1"/>
            <a:r>
              <a:rPr lang="en-IN" dirty="0"/>
              <a:t>The operation contributes </a:t>
            </a:r>
            <a:r>
              <a:rPr lang="en-US" dirty="0"/>
              <a:t>the most to the total running time and computes the number of times the basic </a:t>
            </a:r>
            <a:r>
              <a:rPr lang="en-IN" dirty="0"/>
              <a:t>operation is executed.</a:t>
            </a:r>
          </a:p>
          <a:p>
            <a:pPr lvl="1"/>
            <a:endParaRPr lang="en-IN" dirty="0"/>
          </a:p>
          <a:p>
            <a:pPr lvl="1"/>
            <a:r>
              <a:rPr lang="en-US" dirty="0"/>
              <a:t>It is not difficult to identify the basic operation of an algorithm</a:t>
            </a:r>
          </a:p>
          <a:p>
            <a:pPr lvl="1"/>
            <a:endParaRPr lang="en-US" dirty="0"/>
          </a:p>
          <a:p>
            <a:pPr lvl="1"/>
            <a:r>
              <a:rPr lang="en-US" dirty="0"/>
              <a:t>It is usually the most time-consuming operation in the algorithmic innermost loop</a:t>
            </a:r>
            <a:endParaRPr lang="en-IN" dirty="0"/>
          </a:p>
          <a:p>
            <a:pPr lvl="1"/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440051256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B0F26B8-6F95-4968-98F3-71F1A7DC783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Basic Operations 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516DD7A-1A88-4625-9C15-082E345B890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dirty="0"/>
              <a:t>Comparison e.g.: Searching</a:t>
            </a:r>
          </a:p>
          <a:p>
            <a:endParaRPr lang="en-US" dirty="0"/>
          </a:p>
          <a:p>
            <a:r>
              <a:rPr lang="en-US" dirty="0"/>
              <a:t>Addition</a:t>
            </a:r>
          </a:p>
          <a:p>
            <a:endParaRPr lang="en-US" dirty="0"/>
          </a:p>
          <a:p>
            <a:r>
              <a:rPr lang="en-US" dirty="0"/>
              <a:t>Subtraction</a:t>
            </a:r>
          </a:p>
          <a:p>
            <a:endParaRPr lang="en-US" dirty="0"/>
          </a:p>
          <a:p>
            <a:r>
              <a:rPr lang="en-US" dirty="0"/>
              <a:t>Multiplication</a:t>
            </a:r>
          </a:p>
          <a:p>
            <a:endParaRPr lang="en-US" dirty="0"/>
          </a:p>
          <a:p>
            <a:r>
              <a:rPr lang="en-US" dirty="0"/>
              <a:t>Division – most time consuming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96070179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18BFB2F-EEE6-4A16-9130-D39663DC442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Running time of a Program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E7C830C-C78C-46DF-8CC1-D4E89909174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 algn="ctr">
              <a:buNone/>
            </a:pPr>
            <a:r>
              <a:rPr lang="en-US" sz="4600" dirty="0"/>
              <a:t>T(n) = </a:t>
            </a:r>
            <a:r>
              <a:rPr lang="en-US" sz="4600" dirty="0" err="1"/>
              <a:t>C</a:t>
            </a:r>
            <a:r>
              <a:rPr lang="en-US" sz="4600" baseline="-25000" dirty="0" err="1"/>
              <a:t>op</a:t>
            </a:r>
            <a:r>
              <a:rPr lang="en-US" sz="4600" dirty="0" err="1"/>
              <a:t>C</a:t>
            </a:r>
            <a:r>
              <a:rPr lang="en-US" sz="4600" dirty="0"/>
              <a:t>(n)</a:t>
            </a:r>
          </a:p>
          <a:p>
            <a:pPr marL="0" indent="0">
              <a:buNone/>
            </a:pPr>
            <a:r>
              <a:rPr lang="en-US" dirty="0"/>
              <a:t>Where</a:t>
            </a:r>
          </a:p>
          <a:p>
            <a:r>
              <a:rPr lang="en-US" dirty="0"/>
              <a:t>T(n) - running time of a program</a:t>
            </a:r>
          </a:p>
          <a:p>
            <a:r>
              <a:rPr lang="en-US" i="1" dirty="0"/>
              <a:t>c</a:t>
            </a:r>
            <a:r>
              <a:rPr lang="en-US" i="1" baseline="-25000" dirty="0"/>
              <a:t>op</a:t>
            </a:r>
            <a:r>
              <a:rPr lang="en-US" i="1" dirty="0"/>
              <a:t> </a:t>
            </a:r>
            <a:r>
              <a:rPr lang="en-US" dirty="0"/>
              <a:t>be the execution time of an algorithm’s basic operation on a particular computer</a:t>
            </a:r>
          </a:p>
          <a:p>
            <a:r>
              <a:rPr lang="en-US" i="1" dirty="0"/>
              <a:t>C(n) </a:t>
            </a:r>
            <a:r>
              <a:rPr lang="en-US" dirty="0"/>
              <a:t>be the number of times this operation needs to be executed for this algorithm.</a:t>
            </a:r>
            <a:endParaRPr lang="en-IN" baseline="-25000" dirty="0"/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726565022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C37D506-8AC3-4630-8D7D-F49DB9042C6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3BCAB871-C6C7-4647-9820-F571ABD3B5B6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39054" y="1180468"/>
            <a:ext cx="11113892" cy="4518836"/>
          </a:xfrm>
        </p:spPr>
      </p:pic>
    </p:spTree>
    <p:extLst>
      <p:ext uri="{BB962C8B-B14F-4D97-AF65-F5344CB8AC3E}">
        <p14:creationId xmlns:p14="http://schemas.microsoft.com/office/powerpoint/2010/main" val="1230120141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Content Placeholder 5">
            <a:extLst>
              <a:ext uri="{FF2B5EF4-FFF2-40B4-BE49-F238E27FC236}">
                <a16:creationId xmlns:a16="http://schemas.microsoft.com/office/drawing/2014/main" id="{27905B2E-118A-4B79-A7CF-82D1C8DE9651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3876008" y="754298"/>
            <a:ext cx="3837450" cy="3553887"/>
          </a:xfrm>
        </p:spPr>
      </p:pic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FE695683-844A-47A5-AA91-978AAD2ECF3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Department of I&amp;CT, MIT, Manipal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FD47256A-FB1B-4AFC-A32F-0EE80CB5EF7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76751" y="4549221"/>
            <a:ext cx="6381962" cy="96309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54384404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09B5B54-80C8-4140-8C2D-099CFA9B4CF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Order of Growth</a:t>
            </a:r>
            <a:endParaRPr lang="en-IN" dirty="0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6ACCA4AB-F6A3-481F-A0C3-19610A746A5C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88828" y="1685409"/>
            <a:ext cx="10515599" cy="4768376"/>
          </a:xfrm>
        </p:spPr>
      </p:pic>
    </p:spTree>
    <p:extLst>
      <p:ext uri="{BB962C8B-B14F-4D97-AF65-F5344CB8AC3E}">
        <p14:creationId xmlns:p14="http://schemas.microsoft.com/office/powerpoint/2010/main" val="2510929733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E01C2FD-F554-9AAF-E1BC-EE1B23B528C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dirty="0"/>
              <a:t>Practical Complexities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01BDFC6-6865-FE48-BE7C-DCDF159DABA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en-US" dirty="0"/>
              <a:t>10</a:t>
            </a:r>
            <a:r>
              <a:rPr lang="en-US" altLang="en-US" baseline="30000" dirty="0"/>
              <a:t>9 </a:t>
            </a:r>
            <a:r>
              <a:rPr lang="en-US" altLang="en-US" dirty="0"/>
              <a:t>instructions/second</a:t>
            </a:r>
          </a:p>
          <a:p>
            <a:endParaRPr lang="en-IN" dirty="0"/>
          </a:p>
        </p:txBody>
      </p:sp>
      <p:graphicFrame>
        <p:nvGraphicFramePr>
          <p:cNvPr id="4" name="Object 4">
            <a:extLst>
              <a:ext uri="{FF2B5EF4-FFF2-40B4-BE49-F238E27FC236}">
                <a16:creationId xmlns:a16="http://schemas.microsoft.com/office/drawing/2014/main" id="{B424D6C6-E601-ADE5-15E0-C71753ACD78C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139438880"/>
              </p:ext>
            </p:extLst>
          </p:nvPr>
        </p:nvGraphicFramePr>
        <p:xfrm>
          <a:off x="3732214" y="2441575"/>
          <a:ext cx="6207125" cy="40513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Document" r:id="rId3" imgW="6212160" imgH="4053960" progId="Word.Document.8">
                  <p:embed/>
                </p:oleObj>
              </mc:Choice>
              <mc:Fallback>
                <p:oleObj name="Document" r:id="rId3" imgW="6212160" imgH="4053960" progId="Word.Document.8">
                  <p:embed/>
                  <p:pic>
                    <p:nvPicPr>
                      <p:cNvPr id="23556" name="Object 4">
                        <a:extLst>
                          <a:ext uri="{FF2B5EF4-FFF2-40B4-BE49-F238E27FC236}">
                            <a16:creationId xmlns:a16="http://schemas.microsoft.com/office/drawing/2014/main" id="{0395AA2B-5B25-4D29-B199-7E71AE2F49DF}"/>
                          </a:ext>
                        </a:extLst>
                      </p:cNvPr>
                      <p:cNvPicPr>
                        <a:picLocks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732214" y="2441575"/>
                        <a:ext cx="6207125" cy="40513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341993670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chimes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10F03F7-5FAB-3F46-52B0-6A6F571E047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dirty="0"/>
              <a:t>Impractical Complexities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9CB3DDC-4DEE-E05B-1901-5679C145B9E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en-US" dirty="0"/>
              <a:t>10</a:t>
            </a:r>
            <a:r>
              <a:rPr lang="en-US" altLang="en-US" baseline="30000" dirty="0"/>
              <a:t>9</a:t>
            </a:r>
            <a:r>
              <a:rPr lang="en-US" altLang="en-US" dirty="0"/>
              <a:t> instructions/second</a:t>
            </a:r>
          </a:p>
          <a:p>
            <a:endParaRPr lang="en-IN" dirty="0"/>
          </a:p>
        </p:txBody>
      </p:sp>
      <p:graphicFrame>
        <p:nvGraphicFramePr>
          <p:cNvPr id="4" name="Object 5">
            <a:extLst>
              <a:ext uri="{FF2B5EF4-FFF2-40B4-BE49-F238E27FC236}">
                <a16:creationId xmlns:a16="http://schemas.microsoft.com/office/drawing/2014/main" id="{F8437EDA-DFA5-AC18-0243-8C2E758178FD}"/>
              </a:ext>
            </a:extLst>
          </p:cNvPr>
          <p:cNvGraphicFramePr>
            <a:graphicFrameLocks noChangeAspect="1"/>
          </p:cNvGraphicFramePr>
          <p:nvPr/>
        </p:nvGraphicFramePr>
        <p:xfrm>
          <a:off x="3362325" y="2203450"/>
          <a:ext cx="6218238" cy="3938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Document" r:id="rId3" imgW="6233040" imgH="3945960" progId="Word.Document.8">
                  <p:embed/>
                </p:oleObj>
              </mc:Choice>
              <mc:Fallback>
                <p:oleObj name="Document" r:id="rId3" imgW="6233040" imgH="3945960" progId="Word.Document.8">
                  <p:embed/>
                  <p:pic>
                    <p:nvPicPr>
                      <p:cNvPr id="54277" name="Object 5">
                        <a:extLst>
                          <a:ext uri="{FF2B5EF4-FFF2-40B4-BE49-F238E27FC236}">
                            <a16:creationId xmlns:a16="http://schemas.microsoft.com/office/drawing/2014/main" id="{678746DE-0421-4CDC-BACC-4EE6B305E40D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362325" y="2203450"/>
                        <a:ext cx="6218238" cy="393858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44497191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" presetClass="entr" presetSubtype="3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carbrake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8645E3F-5912-666E-C731-3AA1475CBF7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dirty="0"/>
              <a:t>Faster Computer Vs Better Algorithm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7419D22-C785-A365-DD3B-2B38ABC4838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Font typeface="Monotype Sorts" pitchFamily="2" charset="2"/>
              <a:buNone/>
            </a:pPr>
            <a:r>
              <a:rPr lang="en-US" altLang="en-US" dirty="0"/>
              <a:t>Algorithmic improvement more useful</a:t>
            </a:r>
          </a:p>
          <a:p>
            <a:pPr>
              <a:buFont typeface="Monotype Sorts" pitchFamily="2" charset="2"/>
              <a:buNone/>
            </a:pPr>
            <a:r>
              <a:rPr lang="en-US" altLang="en-US" dirty="0"/>
              <a:t>than hardware improvement.</a:t>
            </a:r>
          </a:p>
          <a:p>
            <a:pPr>
              <a:buFont typeface="Monotype Sorts" pitchFamily="2" charset="2"/>
              <a:buNone/>
            </a:pPr>
            <a:endParaRPr lang="en-US" altLang="en-US" dirty="0"/>
          </a:p>
          <a:p>
            <a:pPr>
              <a:buFont typeface="Monotype Sorts" pitchFamily="2" charset="2"/>
              <a:buNone/>
            </a:pPr>
            <a:r>
              <a:rPr lang="en-US" altLang="en-US" dirty="0"/>
              <a:t>E.g. </a:t>
            </a:r>
            <a:r>
              <a:rPr lang="en-US" altLang="en-US" dirty="0">
                <a:solidFill>
                  <a:srgbClr val="FF0000"/>
                </a:solidFill>
                <a:highlight>
                  <a:srgbClr val="FFFF00"/>
                </a:highlight>
              </a:rPr>
              <a:t>2</a:t>
            </a:r>
            <a:r>
              <a:rPr lang="en-US" altLang="en-US" baseline="30000" dirty="0">
                <a:solidFill>
                  <a:srgbClr val="FF0000"/>
                </a:solidFill>
                <a:highlight>
                  <a:srgbClr val="FFFF00"/>
                </a:highlight>
              </a:rPr>
              <a:t>n</a:t>
            </a:r>
            <a:r>
              <a:rPr lang="en-US" altLang="en-US" dirty="0"/>
              <a:t> to </a:t>
            </a:r>
            <a:r>
              <a:rPr lang="en-US" altLang="en-US" dirty="0">
                <a:highlight>
                  <a:srgbClr val="00FF00"/>
                </a:highlight>
              </a:rPr>
              <a:t>n</a:t>
            </a:r>
            <a:r>
              <a:rPr lang="en-US" altLang="en-US" baseline="30000" dirty="0">
                <a:highlight>
                  <a:srgbClr val="00FF00"/>
                </a:highlight>
              </a:rPr>
              <a:t>3</a:t>
            </a:r>
          </a:p>
          <a:p>
            <a:pPr marL="0" indent="0">
              <a:buNone/>
            </a:pP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019611750"/>
      </p:ext>
    </p:extLst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B4DF30-073D-4F73-ABDB-B18870DC0B2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Operation Count Method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1706C96-2053-4CD4-A9B4-44BD3F07261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2400" dirty="0"/>
              <a:t>Identify one or more key operations in the algorithm/program and count how many times each key operation is performed in the algorithm.</a:t>
            </a:r>
          </a:p>
          <a:p>
            <a:endParaRPr lang="en-US" dirty="0"/>
          </a:p>
          <a:p>
            <a:pPr lvl="1"/>
            <a:r>
              <a:rPr lang="en-US" dirty="0"/>
              <a:t>Examples </a:t>
            </a:r>
          </a:p>
          <a:p>
            <a:pPr lvl="2"/>
            <a:r>
              <a:rPr lang="en-US" sz="2200" dirty="0"/>
              <a:t>Matrix multiplication:</a:t>
            </a:r>
          </a:p>
          <a:p>
            <a:pPr lvl="3"/>
            <a:r>
              <a:rPr lang="en-US" sz="2000" dirty="0"/>
              <a:t> Key operations are addition and multiplications</a:t>
            </a:r>
          </a:p>
          <a:p>
            <a:pPr lvl="2"/>
            <a:r>
              <a:rPr lang="en-US" sz="2200" dirty="0"/>
              <a:t>Sorting: </a:t>
            </a:r>
          </a:p>
          <a:p>
            <a:pPr lvl="3"/>
            <a:r>
              <a:rPr lang="en-US" sz="2000" dirty="0"/>
              <a:t>Key operations are comparison and swapping.</a:t>
            </a:r>
          </a:p>
          <a:p>
            <a:pPr lvl="2"/>
            <a:r>
              <a:rPr lang="en-US" sz="2200" dirty="0"/>
              <a:t>Searching: </a:t>
            </a:r>
          </a:p>
          <a:p>
            <a:pPr lvl="3"/>
            <a:r>
              <a:rPr lang="en-US" sz="2000" dirty="0"/>
              <a:t>Comparison </a:t>
            </a:r>
          </a:p>
          <a:p>
            <a:pPr lvl="1"/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AC8E22E-D914-4285-A6B0-54E022FBC88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31CBA4-1EAF-46A4-9177-6D3F28D7E13E}" type="datetime1">
              <a:rPr lang="en-US" smtClean="0"/>
              <a:t>1/11/2025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AC08809-72AE-4FAE-831E-8334504929A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ICT 2257 Design and Analysis of Algorithms</a:t>
            </a:r>
          </a:p>
        </p:txBody>
      </p:sp>
    </p:spTree>
    <p:extLst>
      <p:ext uri="{BB962C8B-B14F-4D97-AF65-F5344CB8AC3E}">
        <p14:creationId xmlns:p14="http://schemas.microsoft.com/office/powerpoint/2010/main" val="80532134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7F58CF7-EDE1-4E57-871B-EDA320BC577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4678" y="0"/>
            <a:ext cx="10515600" cy="681797"/>
          </a:xfrm>
        </p:spPr>
        <p:txBody>
          <a:bodyPr>
            <a:normAutofit fontScale="90000"/>
          </a:bodyPr>
          <a:lstStyle/>
          <a:p>
            <a:pPr algn="ctr"/>
            <a:r>
              <a:rPr lang="en-US" b="1" dirty="0"/>
              <a:t>Matrix Multiplication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31BB89F-F6ED-427C-9447-6628E6B3CE8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24678" y="1020417"/>
            <a:ext cx="8050696" cy="5701058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fr-FR" sz="2400" dirty="0">
                <a:latin typeface="Calibri (Body)"/>
              </a:rPr>
              <a:t>void </a:t>
            </a:r>
            <a:r>
              <a:rPr lang="fr-FR" sz="2400" dirty="0" err="1">
                <a:latin typeface="Calibri (Body)"/>
              </a:rPr>
              <a:t>matrixMultiply</a:t>
            </a:r>
            <a:r>
              <a:rPr lang="fr-FR" sz="2400" dirty="0">
                <a:latin typeface="Calibri (Body)"/>
              </a:rPr>
              <a:t>(</a:t>
            </a:r>
            <a:r>
              <a:rPr lang="fr-FR" sz="2400" dirty="0" err="1">
                <a:latin typeface="Calibri (Body)"/>
              </a:rPr>
              <a:t>int</a:t>
            </a:r>
            <a:r>
              <a:rPr lang="fr-FR" sz="2400" dirty="0">
                <a:latin typeface="Calibri (Body)"/>
              </a:rPr>
              <a:t> **a, </a:t>
            </a:r>
            <a:r>
              <a:rPr lang="fr-FR" sz="2400" dirty="0" err="1">
                <a:latin typeface="Calibri (Body)"/>
              </a:rPr>
              <a:t>int</a:t>
            </a:r>
            <a:r>
              <a:rPr lang="fr-FR" sz="2400" dirty="0">
                <a:latin typeface="Calibri (Body)"/>
              </a:rPr>
              <a:t> **b, </a:t>
            </a:r>
            <a:r>
              <a:rPr lang="fr-FR" sz="2400" dirty="0" err="1">
                <a:latin typeface="Calibri (Body)"/>
              </a:rPr>
              <a:t>int</a:t>
            </a:r>
            <a:r>
              <a:rPr lang="fr-FR" sz="2400" dirty="0">
                <a:latin typeface="Calibri (Body)"/>
              </a:rPr>
              <a:t> **c, </a:t>
            </a:r>
            <a:r>
              <a:rPr lang="fr-FR" sz="2400" dirty="0" err="1">
                <a:latin typeface="Calibri (Body)"/>
              </a:rPr>
              <a:t>int</a:t>
            </a:r>
            <a:r>
              <a:rPr lang="fr-FR" sz="2400" dirty="0">
                <a:latin typeface="Calibri (Body)"/>
              </a:rPr>
              <a:t> m, </a:t>
            </a:r>
            <a:r>
              <a:rPr lang="fr-FR" sz="2400" dirty="0" err="1">
                <a:latin typeface="Calibri (Body)"/>
              </a:rPr>
              <a:t>int</a:t>
            </a:r>
            <a:r>
              <a:rPr lang="fr-FR" sz="2400" dirty="0">
                <a:latin typeface="Calibri (Body)"/>
              </a:rPr>
              <a:t> n, </a:t>
            </a:r>
            <a:r>
              <a:rPr lang="fr-FR" sz="2400" dirty="0" err="1">
                <a:latin typeface="Calibri (Body)"/>
              </a:rPr>
              <a:t>int</a:t>
            </a:r>
            <a:r>
              <a:rPr lang="fr-FR" sz="2400" dirty="0">
                <a:latin typeface="Calibri (Body)"/>
              </a:rPr>
              <a:t> p)</a:t>
            </a:r>
          </a:p>
          <a:p>
            <a:pPr marL="0" indent="0">
              <a:buNone/>
            </a:pPr>
            <a:r>
              <a:rPr lang="en-US" sz="2400" dirty="0">
                <a:latin typeface="Calibri (Body)"/>
              </a:rPr>
              <a:t>{</a:t>
            </a:r>
          </a:p>
          <a:p>
            <a:pPr marL="0" indent="0">
              <a:buNone/>
            </a:pPr>
            <a:r>
              <a:rPr lang="en-US" sz="2400" dirty="0">
                <a:latin typeface="Calibri (Body)"/>
              </a:rPr>
              <a:t>// Multiply the m x n matrix a and the n x p matrix b to get c.</a:t>
            </a:r>
          </a:p>
          <a:p>
            <a:pPr marL="0" indent="0">
              <a:buNone/>
            </a:pPr>
            <a:r>
              <a:rPr lang="nn-NO" sz="2400" dirty="0">
                <a:latin typeface="Calibri (Body)"/>
              </a:rPr>
              <a:t>   for (int i = 0; i &lt; m; i++)</a:t>
            </a:r>
          </a:p>
          <a:p>
            <a:pPr marL="0" indent="0">
              <a:buNone/>
            </a:pPr>
            <a:r>
              <a:rPr lang="nb-NO" sz="2400" dirty="0">
                <a:latin typeface="Calibri (Body)"/>
              </a:rPr>
              <a:t>      for (int j = 0; j &lt; p; j++)</a:t>
            </a:r>
          </a:p>
          <a:p>
            <a:pPr marL="0" indent="0">
              <a:buNone/>
            </a:pPr>
            <a:r>
              <a:rPr lang="en-US" sz="2400" dirty="0">
                <a:latin typeface="Calibri (Body)"/>
              </a:rPr>
              <a:t>      {</a:t>
            </a:r>
          </a:p>
          <a:p>
            <a:pPr marL="0" indent="0">
              <a:buNone/>
            </a:pPr>
            <a:r>
              <a:rPr lang="en-US" sz="2400" dirty="0">
                <a:latin typeface="Calibri (Body)"/>
              </a:rPr>
              <a:t>         int sum = 0;</a:t>
            </a:r>
          </a:p>
          <a:p>
            <a:pPr marL="0" indent="0">
              <a:buNone/>
            </a:pPr>
            <a:r>
              <a:rPr lang="en-US" sz="2400" dirty="0">
                <a:latin typeface="Calibri (Body)"/>
              </a:rPr>
              <a:t>         for (int k = 0; k &lt; n; k++)</a:t>
            </a:r>
          </a:p>
          <a:p>
            <a:pPr marL="0" indent="0">
              <a:buNone/>
            </a:pPr>
            <a:r>
              <a:rPr lang="pl-PL" sz="2400" dirty="0">
                <a:latin typeface="Calibri (Body)"/>
              </a:rPr>
              <a:t>            sum += a[i][k] * b[k][j];</a:t>
            </a:r>
          </a:p>
          <a:p>
            <a:pPr marL="0" indent="0">
              <a:buNone/>
            </a:pPr>
            <a:r>
              <a:rPr lang="en-US" sz="2400" dirty="0">
                <a:latin typeface="Calibri (Body)"/>
              </a:rPr>
              <a:t>         c[</a:t>
            </a:r>
            <a:r>
              <a:rPr lang="en-US" sz="2400" dirty="0" err="1">
                <a:latin typeface="Calibri (Body)"/>
              </a:rPr>
              <a:t>i</a:t>
            </a:r>
            <a:r>
              <a:rPr lang="en-US" sz="2400" dirty="0">
                <a:latin typeface="Calibri (Body)"/>
              </a:rPr>
              <a:t>][j] = sum;</a:t>
            </a:r>
          </a:p>
          <a:p>
            <a:pPr marL="0" indent="0">
              <a:buNone/>
            </a:pPr>
            <a:r>
              <a:rPr lang="en-US" sz="2400" dirty="0">
                <a:latin typeface="Calibri (Body)"/>
              </a:rPr>
              <a:t>      }</a:t>
            </a:r>
          </a:p>
          <a:p>
            <a:pPr marL="0" indent="0">
              <a:buNone/>
            </a:pPr>
            <a:r>
              <a:rPr lang="en-US" sz="2400" dirty="0">
                <a:latin typeface="Calibri (Body)"/>
              </a:rPr>
              <a:t>}</a:t>
            </a:r>
          </a:p>
          <a:p>
            <a:pPr marL="0" indent="0">
              <a:buNone/>
            </a:pPr>
            <a:endParaRPr lang="en-US" sz="2400" dirty="0">
              <a:latin typeface="Courier New" panose="02070309020205020404" pitchFamily="49" charset="0"/>
            </a:endParaRPr>
          </a:p>
          <a:p>
            <a:endParaRPr lang="en-US" sz="2400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ED2197D-541F-4F17-8F93-3F0DDD3148C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31CBA4-1EAF-46A4-9177-6D3F28D7E13E}" type="datetime1">
              <a:rPr lang="en-US" smtClean="0"/>
              <a:t>1/11/2025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F92B933-E4C3-4B79-8C51-76C802CC787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ICT 2257 Design and Analysis of Algorithms</a:t>
            </a:r>
          </a:p>
        </p:txBody>
      </p:sp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464C450F-0BBB-4D66-9A9C-38A0672DEB2F}"/>
              </a:ext>
            </a:extLst>
          </p:cNvPr>
          <p:cNvSpPr txBox="1">
            <a:spLocks/>
          </p:cNvSpPr>
          <p:nvPr/>
        </p:nvSpPr>
        <p:spPr>
          <a:xfrm>
            <a:off x="6348701" y="3618480"/>
            <a:ext cx="4491577" cy="241565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148450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7F58CF7-EDE1-4E57-871B-EDA320BC577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4678" y="0"/>
            <a:ext cx="10515600" cy="681797"/>
          </a:xfrm>
        </p:spPr>
        <p:txBody>
          <a:bodyPr>
            <a:normAutofit fontScale="90000"/>
          </a:bodyPr>
          <a:lstStyle/>
          <a:p>
            <a:pPr algn="ctr"/>
            <a:r>
              <a:rPr lang="en-US" b="1" dirty="0"/>
              <a:t>Matrix Multiplication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31BB89F-F6ED-427C-9447-6628E6B3CE8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24678" y="1020417"/>
            <a:ext cx="8050696" cy="5701058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fr-FR" sz="2400" dirty="0">
                <a:latin typeface="Calibri (Body)"/>
              </a:rPr>
              <a:t>void </a:t>
            </a:r>
            <a:r>
              <a:rPr lang="fr-FR" sz="2400" dirty="0" err="1">
                <a:latin typeface="Calibri (Body)"/>
              </a:rPr>
              <a:t>matrixMultiply</a:t>
            </a:r>
            <a:r>
              <a:rPr lang="fr-FR" sz="2400" dirty="0">
                <a:latin typeface="Calibri (Body)"/>
              </a:rPr>
              <a:t>(</a:t>
            </a:r>
            <a:r>
              <a:rPr lang="fr-FR" sz="2400" dirty="0" err="1">
                <a:latin typeface="Calibri (Body)"/>
              </a:rPr>
              <a:t>int</a:t>
            </a:r>
            <a:r>
              <a:rPr lang="fr-FR" sz="2400" dirty="0">
                <a:latin typeface="Calibri (Body)"/>
              </a:rPr>
              <a:t> **a, </a:t>
            </a:r>
            <a:r>
              <a:rPr lang="fr-FR" sz="2400" dirty="0" err="1">
                <a:latin typeface="Calibri (Body)"/>
              </a:rPr>
              <a:t>int</a:t>
            </a:r>
            <a:r>
              <a:rPr lang="fr-FR" sz="2400" dirty="0">
                <a:latin typeface="Calibri (Body)"/>
              </a:rPr>
              <a:t> **b, </a:t>
            </a:r>
            <a:r>
              <a:rPr lang="fr-FR" sz="2400" dirty="0" err="1">
                <a:latin typeface="Calibri (Body)"/>
              </a:rPr>
              <a:t>int</a:t>
            </a:r>
            <a:r>
              <a:rPr lang="fr-FR" sz="2400" dirty="0">
                <a:latin typeface="Calibri (Body)"/>
              </a:rPr>
              <a:t> **c, </a:t>
            </a:r>
            <a:r>
              <a:rPr lang="fr-FR" sz="2400" dirty="0" err="1">
                <a:latin typeface="Calibri (Body)"/>
              </a:rPr>
              <a:t>int</a:t>
            </a:r>
            <a:r>
              <a:rPr lang="fr-FR" sz="2400" dirty="0">
                <a:latin typeface="Calibri (Body)"/>
              </a:rPr>
              <a:t> m, </a:t>
            </a:r>
            <a:r>
              <a:rPr lang="fr-FR" sz="2400" dirty="0" err="1">
                <a:latin typeface="Calibri (Body)"/>
              </a:rPr>
              <a:t>int</a:t>
            </a:r>
            <a:r>
              <a:rPr lang="fr-FR" sz="2400" dirty="0">
                <a:latin typeface="Calibri (Body)"/>
              </a:rPr>
              <a:t> n, </a:t>
            </a:r>
            <a:r>
              <a:rPr lang="fr-FR" sz="2400" dirty="0" err="1">
                <a:latin typeface="Calibri (Body)"/>
              </a:rPr>
              <a:t>int</a:t>
            </a:r>
            <a:r>
              <a:rPr lang="fr-FR" sz="2400" dirty="0">
                <a:latin typeface="Calibri (Body)"/>
              </a:rPr>
              <a:t> p)</a:t>
            </a:r>
          </a:p>
          <a:p>
            <a:pPr marL="0" indent="0">
              <a:buNone/>
            </a:pPr>
            <a:r>
              <a:rPr lang="en-US" sz="2400" dirty="0">
                <a:latin typeface="Calibri (Body)"/>
              </a:rPr>
              <a:t>{</a:t>
            </a:r>
          </a:p>
          <a:p>
            <a:pPr marL="0" indent="0">
              <a:buNone/>
            </a:pPr>
            <a:r>
              <a:rPr lang="en-US" sz="2400" dirty="0">
                <a:latin typeface="Calibri (Body)"/>
              </a:rPr>
              <a:t>// Multiply the m x n matrix a and the n x p matrix b to get c.</a:t>
            </a:r>
          </a:p>
          <a:p>
            <a:pPr marL="0" indent="0">
              <a:buNone/>
            </a:pPr>
            <a:r>
              <a:rPr lang="nn-NO" sz="2400" dirty="0">
                <a:latin typeface="Calibri (Body)"/>
              </a:rPr>
              <a:t>   for (int i = 0; i &lt; m; i++)</a:t>
            </a:r>
          </a:p>
          <a:p>
            <a:pPr marL="0" indent="0">
              <a:buNone/>
            </a:pPr>
            <a:r>
              <a:rPr lang="nb-NO" sz="2400" dirty="0">
                <a:latin typeface="Calibri (Body)"/>
              </a:rPr>
              <a:t>      for (int j = 0; j &lt; p; j++)</a:t>
            </a:r>
          </a:p>
          <a:p>
            <a:pPr marL="0" indent="0">
              <a:buNone/>
            </a:pPr>
            <a:r>
              <a:rPr lang="en-US" sz="2400" dirty="0">
                <a:latin typeface="Calibri (Body)"/>
              </a:rPr>
              <a:t>      {</a:t>
            </a:r>
          </a:p>
          <a:p>
            <a:pPr marL="0" indent="0">
              <a:buNone/>
            </a:pPr>
            <a:r>
              <a:rPr lang="en-US" sz="2400" dirty="0">
                <a:latin typeface="Calibri (Body)"/>
              </a:rPr>
              <a:t>         int sum = 0;</a:t>
            </a:r>
          </a:p>
          <a:p>
            <a:pPr marL="0" indent="0">
              <a:buNone/>
            </a:pPr>
            <a:r>
              <a:rPr lang="en-US" sz="2400" dirty="0">
                <a:latin typeface="Calibri (Body)"/>
              </a:rPr>
              <a:t>         for (int k = 0; k &lt; n; k++)</a:t>
            </a:r>
          </a:p>
          <a:p>
            <a:pPr marL="0" indent="0">
              <a:buNone/>
            </a:pPr>
            <a:r>
              <a:rPr lang="pl-PL" sz="2400" dirty="0">
                <a:latin typeface="Calibri (Body)"/>
              </a:rPr>
              <a:t>            sum += a[i][k] * b[k][j];</a:t>
            </a:r>
          </a:p>
          <a:p>
            <a:pPr marL="0" indent="0">
              <a:buNone/>
            </a:pPr>
            <a:r>
              <a:rPr lang="en-US" sz="2400" dirty="0">
                <a:latin typeface="Calibri (Body)"/>
              </a:rPr>
              <a:t>         c[</a:t>
            </a:r>
            <a:r>
              <a:rPr lang="en-US" sz="2400" dirty="0" err="1">
                <a:latin typeface="Calibri (Body)"/>
              </a:rPr>
              <a:t>i</a:t>
            </a:r>
            <a:r>
              <a:rPr lang="en-US" sz="2400" dirty="0">
                <a:latin typeface="Calibri (Body)"/>
              </a:rPr>
              <a:t>][j] = sum;</a:t>
            </a:r>
          </a:p>
          <a:p>
            <a:pPr marL="0" indent="0">
              <a:buNone/>
            </a:pPr>
            <a:r>
              <a:rPr lang="en-US" sz="2400" dirty="0">
                <a:latin typeface="Calibri (Body)"/>
              </a:rPr>
              <a:t>      }</a:t>
            </a:r>
          </a:p>
          <a:p>
            <a:pPr marL="0" indent="0">
              <a:buNone/>
            </a:pPr>
            <a:r>
              <a:rPr lang="en-US" sz="2400" dirty="0">
                <a:latin typeface="Calibri (Body)"/>
              </a:rPr>
              <a:t>}</a:t>
            </a:r>
          </a:p>
          <a:p>
            <a:pPr marL="0" indent="0">
              <a:buNone/>
            </a:pPr>
            <a:endParaRPr lang="en-US" sz="2400" dirty="0">
              <a:latin typeface="Courier New" panose="02070309020205020404" pitchFamily="49" charset="0"/>
            </a:endParaRPr>
          </a:p>
          <a:p>
            <a:endParaRPr lang="en-US" sz="2400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ED2197D-541F-4F17-8F93-3F0DDD3148C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31CBA4-1EAF-46A4-9177-6D3F28D7E13E}" type="datetime1">
              <a:rPr lang="en-US" smtClean="0"/>
              <a:t>1/11/2025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F92B933-E4C3-4B79-8C51-76C802CC787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ICT 2257 Design and Analysis of Algorithms</a:t>
            </a:r>
          </a:p>
        </p:txBody>
      </p:sp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464C450F-0BBB-4D66-9A9C-38A0672DEB2F}"/>
              </a:ext>
            </a:extLst>
          </p:cNvPr>
          <p:cNvSpPr txBox="1">
            <a:spLocks/>
          </p:cNvSpPr>
          <p:nvPr/>
        </p:nvSpPr>
        <p:spPr>
          <a:xfrm>
            <a:off x="6348701" y="3618480"/>
            <a:ext cx="4491577" cy="241565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/>
              <a:t>Key operations are addition and multiplications</a:t>
            </a:r>
          </a:p>
          <a:p>
            <a:r>
              <a:rPr lang="en-US" dirty="0"/>
              <a:t>Additions </a:t>
            </a:r>
            <a:r>
              <a:rPr lang="en-US" dirty="0" err="1"/>
              <a:t>mnp</a:t>
            </a:r>
            <a:r>
              <a:rPr lang="en-US" dirty="0"/>
              <a:t> times</a:t>
            </a:r>
          </a:p>
          <a:p>
            <a:r>
              <a:rPr lang="en-US" dirty="0"/>
              <a:t>Multiplications </a:t>
            </a:r>
            <a:r>
              <a:rPr lang="en-US" dirty="0" err="1"/>
              <a:t>mnp</a:t>
            </a:r>
            <a:r>
              <a:rPr lang="en-US" dirty="0"/>
              <a:t> times</a:t>
            </a:r>
          </a:p>
          <a:p>
            <a:r>
              <a:rPr lang="en-US" dirty="0"/>
              <a:t>Complexity O(</a:t>
            </a:r>
            <a:r>
              <a:rPr lang="en-US" dirty="0" err="1"/>
              <a:t>mnp</a:t>
            </a:r>
            <a:r>
              <a:rPr lang="en-US" dirty="0"/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15756482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66F4632-DCEB-4B85-8D8F-2ED2216FAAF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2278" y="43416"/>
            <a:ext cx="11847444" cy="1291742"/>
          </a:xfrm>
        </p:spPr>
        <p:txBody>
          <a:bodyPr>
            <a:normAutofit fontScale="90000"/>
          </a:bodyPr>
          <a:lstStyle/>
          <a:p>
            <a:r>
              <a:rPr lang="en-US" b="1" dirty="0"/>
              <a:t>Polynomial Evaluation: p(x)=c</a:t>
            </a:r>
            <a:r>
              <a:rPr lang="en-US" b="1" baseline="-25000" dirty="0"/>
              <a:t>n</a:t>
            </a:r>
            <a:r>
              <a:rPr lang="en-US" b="1" dirty="0"/>
              <a:t>x</a:t>
            </a:r>
            <a:r>
              <a:rPr lang="en-US" b="1" baseline="30000" dirty="0"/>
              <a:t>n</a:t>
            </a:r>
            <a:r>
              <a:rPr lang="en-US" b="1" dirty="0"/>
              <a:t>+ c</a:t>
            </a:r>
            <a:r>
              <a:rPr lang="en-US" b="1" baseline="-25000" dirty="0"/>
              <a:t>n-1</a:t>
            </a:r>
            <a:r>
              <a:rPr lang="en-US" b="1" dirty="0"/>
              <a:t>x</a:t>
            </a:r>
            <a:r>
              <a:rPr lang="en-US" b="1" baseline="30000" dirty="0"/>
              <a:t>n-1</a:t>
            </a:r>
            <a:r>
              <a:rPr lang="en-US" b="1" dirty="0"/>
              <a:t> + . . . + c</a:t>
            </a:r>
            <a:r>
              <a:rPr lang="en-US" b="1" baseline="-25000" dirty="0"/>
              <a:t>1</a:t>
            </a:r>
            <a:r>
              <a:rPr lang="en-US" b="1" dirty="0"/>
              <a:t> x + c</a:t>
            </a:r>
            <a:r>
              <a:rPr lang="en-US" b="1" baseline="-25000" dirty="0"/>
              <a:t>0</a:t>
            </a:r>
            <a:br>
              <a:rPr lang="en-US" b="1" dirty="0"/>
            </a:br>
            <a:endParaRPr lang="en-US" b="1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5BF0698-7D67-4481-8793-A9456D2A316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30087" y="1563757"/>
            <a:ext cx="7089913" cy="4929118"/>
          </a:xfr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>
            <a:normAutofit fontScale="92500" lnSpcReduction="10000"/>
          </a:bodyPr>
          <a:lstStyle/>
          <a:p>
            <a:pPr marL="0" indent="0">
              <a:buNone/>
            </a:pPr>
            <a:r>
              <a:rPr lang="fr-FR" sz="2600" dirty="0">
                <a:latin typeface="Calibri (Body)"/>
              </a:rPr>
              <a:t>double </a:t>
            </a:r>
            <a:r>
              <a:rPr lang="fr-FR" sz="2600" dirty="0" err="1">
                <a:latin typeface="Calibri (Body)"/>
              </a:rPr>
              <a:t>polyEval</a:t>
            </a:r>
            <a:r>
              <a:rPr lang="fr-FR" sz="2600" dirty="0">
                <a:latin typeface="Calibri (Body)"/>
              </a:rPr>
              <a:t>(double c[], </a:t>
            </a:r>
            <a:r>
              <a:rPr lang="fr-FR" sz="2600" dirty="0" err="1">
                <a:latin typeface="Calibri (Body)"/>
              </a:rPr>
              <a:t>int</a:t>
            </a:r>
            <a:r>
              <a:rPr lang="fr-FR" sz="2600" dirty="0">
                <a:latin typeface="Calibri (Body)"/>
              </a:rPr>
              <a:t> n, </a:t>
            </a:r>
            <a:r>
              <a:rPr lang="fr-FR" sz="2600" dirty="0" err="1">
                <a:latin typeface="Calibri (Body)"/>
              </a:rPr>
              <a:t>const</a:t>
            </a:r>
            <a:r>
              <a:rPr lang="fr-FR" sz="2600" dirty="0">
                <a:latin typeface="Calibri (Body)"/>
              </a:rPr>
              <a:t> double&amp; x)</a:t>
            </a:r>
          </a:p>
          <a:p>
            <a:pPr marL="0" indent="0">
              <a:buNone/>
            </a:pPr>
            <a:r>
              <a:rPr lang="en-US" sz="2600" dirty="0">
                <a:latin typeface="Calibri (Body)"/>
              </a:rPr>
              <a:t>{// Evaluate the degree n polynomial with</a:t>
            </a:r>
          </a:p>
          <a:p>
            <a:pPr marL="0" indent="0">
              <a:buNone/>
            </a:pPr>
            <a:r>
              <a:rPr lang="en-US" sz="2600" dirty="0">
                <a:latin typeface="Calibri (Body)"/>
              </a:rPr>
              <a:t> // coefficients </a:t>
            </a:r>
            <a:r>
              <a:rPr lang="en-US" sz="2600" dirty="0" err="1">
                <a:latin typeface="Calibri (Body)"/>
              </a:rPr>
              <a:t>coeff</a:t>
            </a:r>
            <a:r>
              <a:rPr lang="en-US" sz="2600" dirty="0">
                <a:latin typeface="Calibri (Body)"/>
              </a:rPr>
              <a:t>[0:n] at the point x.</a:t>
            </a:r>
          </a:p>
          <a:p>
            <a:pPr marL="0" indent="0">
              <a:buNone/>
            </a:pPr>
            <a:r>
              <a:rPr lang="fr-FR" sz="2600" dirty="0">
                <a:latin typeface="Calibri (Body)"/>
              </a:rPr>
              <a:t>   double y = 1, value = c[0];</a:t>
            </a:r>
          </a:p>
          <a:p>
            <a:pPr marL="0" indent="0">
              <a:buNone/>
            </a:pPr>
            <a:r>
              <a:rPr lang="nn-NO" sz="2600" dirty="0">
                <a:latin typeface="Calibri (Body)"/>
              </a:rPr>
              <a:t>   for (int i = 1; i &lt;= n; i++)</a:t>
            </a:r>
          </a:p>
          <a:p>
            <a:pPr marL="0" indent="0">
              <a:buNone/>
            </a:pPr>
            <a:r>
              <a:rPr lang="en-US" sz="2600" dirty="0">
                <a:latin typeface="Calibri (Body)"/>
              </a:rPr>
              <a:t>   {// add in next term</a:t>
            </a:r>
          </a:p>
          <a:p>
            <a:pPr marL="0" indent="0">
              <a:buNone/>
            </a:pPr>
            <a:r>
              <a:rPr lang="en-US" sz="2600" dirty="0">
                <a:latin typeface="Calibri (Body)"/>
              </a:rPr>
              <a:t>      y *= x;</a:t>
            </a:r>
          </a:p>
          <a:p>
            <a:pPr marL="0" indent="0">
              <a:buNone/>
            </a:pPr>
            <a:r>
              <a:rPr lang="en-US" sz="2600" dirty="0">
                <a:latin typeface="Calibri (Body)"/>
              </a:rPr>
              <a:t>      value += y * c[</a:t>
            </a:r>
            <a:r>
              <a:rPr lang="en-US" sz="2600" dirty="0" err="1">
                <a:latin typeface="Calibri (Body)"/>
              </a:rPr>
              <a:t>i</a:t>
            </a:r>
            <a:r>
              <a:rPr lang="en-US" sz="2600" dirty="0">
                <a:latin typeface="Calibri (Body)"/>
              </a:rPr>
              <a:t>];</a:t>
            </a:r>
          </a:p>
          <a:p>
            <a:pPr marL="0" indent="0">
              <a:buNone/>
            </a:pPr>
            <a:r>
              <a:rPr lang="en-US" sz="2600" dirty="0">
                <a:latin typeface="Calibri (Body)"/>
              </a:rPr>
              <a:t>   }</a:t>
            </a:r>
          </a:p>
          <a:p>
            <a:pPr marL="0" indent="0">
              <a:buNone/>
            </a:pPr>
            <a:r>
              <a:rPr lang="en-US" sz="2600" dirty="0">
                <a:latin typeface="Calibri (Body)"/>
              </a:rPr>
              <a:t>   return value;</a:t>
            </a:r>
          </a:p>
          <a:p>
            <a:pPr marL="0" indent="0">
              <a:buNone/>
            </a:pPr>
            <a:r>
              <a:rPr lang="en-US" sz="2600" dirty="0">
                <a:latin typeface="Calibri (Body)"/>
              </a:rPr>
              <a:t>}</a:t>
            </a:r>
          </a:p>
          <a:p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C87CD56-5F10-41FE-8DBC-B2C532FB4FB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31CBA4-1EAF-46A4-9177-6D3F28D7E13E}" type="datetime1">
              <a:rPr lang="en-US" smtClean="0"/>
              <a:t>1/11/2025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66E1137-BE5E-4614-957B-C646941D450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ICT 2257 Design and Analysis of Algorithms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52245A65-AADC-486D-B124-25D3EC0BE0F1}"/>
              </a:ext>
            </a:extLst>
          </p:cNvPr>
          <p:cNvSpPr txBox="1"/>
          <p:nvPr/>
        </p:nvSpPr>
        <p:spPr>
          <a:xfrm>
            <a:off x="7951304" y="1510748"/>
            <a:ext cx="3859696" cy="461665"/>
          </a:xfrm>
          <a:prstGeom prst="rect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endParaRPr lang="en-US" sz="2400" dirty="0"/>
          </a:p>
        </p:txBody>
      </p:sp>
    </p:spTree>
    <p:extLst>
      <p:ext uri="{BB962C8B-B14F-4D97-AF65-F5344CB8AC3E}">
        <p14:creationId xmlns:p14="http://schemas.microsoft.com/office/powerpoint/2010/main" val="2553912926"/>
      </p:ext>
    </p:extLst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66F4632-DCEB-4B85-8D8F-2ED2216FAAF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2278" y="43416"/>
            <a:ext cx="11847444" cy="1291742"/>
          </a:xfrm>
        </p:spPr>
        <p:txBody>
          <a:bodyPr>
            <a:normAutofit fontScale="90000"/>
          </a:bodyPr>
          <a:lstStyle/>
          <a:p>
            <a:r>
              <a:rPr lang="en-US" b="1" dirty="0"/>
              <a:t>Polynomial Evaluation: p(x)=c</a:t>
            </a:r>
            <a:r>
              <a:rPr lang="en-US" b="1" baseline="-25000" dirty="0"/>
              <a:t>n</a:t>
            </a:r>
            <a:r>
              <a:rPr lang="en-US" b="1" dirty="0"/>
              <a:t>x</a:t>
            </a:r>
            <a:r>
              <a:rPr lang="en-US" b="1" baseline="30000" dirty="0"/>
              <a:t>n</a:t>
            </a:r>
            <a:r>
              <a:rPr lang="en-US" b="1" dirty="0"/>
              <a:t>+ c</a:t>
            </a:r>
            <a:r>
              <a:rPr lang="en-US" b="1" baseline="-25000" dirty="0"/>
              <a:t>n-1</a:t>
            </a:r>
            <a:r>
              <a:rPr lang="en-US" b="1" dirty="0"/>
              <a:t>x</a:t>
            </a:r>
            <a:r>
              <a:rPr lang="en-US" b="1" baseline="30000" dirty="0"/>
              <a:t>n-1</a:t>
            </a:r>
            <a:r>
              <a:rPr lang="en-US" b="1" dirty="0"/>
              <a:t> + . . . + c</a:t>
            </a:r>
            <a:r>
              <a:rPr lang="en-US" b="1" baseline="-25000" dirty="0"/>
              <a:t>1</a:t>
            </a:r>
            <a:r>
              <a:rPr lang="en-US" b="1" dirty="0"/>
              <a:t> x + c</a:t>
            </a:r>
            <a:r>
              <a:rPr lang="en-US" b="1" baseline="-25000" dirty="0"/>
              <a:t>0</a:t>
            </a:r>
            <a:br>
              <a:rPr lang="en-US" b="1" dirty="0"/>
            </a:br>
            <a:endParaRPr lang="en-US" b="1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5BF0698-7D67-4481-8793-A9456D2A316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30087" y="1563757"/>
            <a:ext cx="7089913" cy="4929118"/>
          </a:xfr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>
            <a:normAutofit fontScale="92500" lnSpcReduction="10000"/>
          </a:bodyPr>
          <a:lstStyle/>
          <a:p>
            <a:pPr marL="0" indent="0">
              <a:buNone/>
            </a:pPr>
            <a:r>
              <a:rPr lang="fr-FR" sz="2600" dirty="0">
                <a:latin typeface="Calibri (Body)"/>
              </a:rPr>
              <a:t>double </a:t>
            </a:r>
            <a:r>
              <a:rPr lang="fr-FR" sz="2600" dirty="0" err="1">
                <a:latin typeface="Calibri (Body)"/>
              </a:rPr>
              <a:t>polyEval</a:t>
            </a:r>
            <a:r>
              <a:rPr lang="fr-FR" sz="2600" dirty="0">
                <a:latin typeface="Calibri (Body)"/>
              </a:rPr>
              <a:t>(double c[], </a:t>
            </a:r>
            <a:r>
              <a:rPr lang="fr-FR" sz="2600" dirty="0" err="1">
                <a:latin typeface="Calibri (Body)"/>
              </a:rPr>
              <a:t>int</a:t>
            </a:r>
            <a:r>
              <a:rPr lang="fr-FR" sz="2600" dirty="0">
                <a:latin typeface="Calibri (Body)"/>
              </a:rPr>
              <a:t> n, </a:t>
            </a:r>
            <a:r>
              <a:rPr lang="fr-FR" sz="2600" dirty="0" err="1">
                <a:latin typeface="Calibri (Body)"/>
              </a:rPr>
              <a:t>const</a:t>
            </a:r>
            <a:r>
              <a:rPr lang="fr-FR" sz="2600" dirty="0">
                <a:latin typeface="Calibri (Body)"/>
              </a:rPr>
              <a:t> double&amp; x)</a:t>
            </a:r>
          </a:p>
          <a:p>
            <a:pPr marL="0" indent="0">
              <a:buNone/>
            </a:pPr>
            <a:r>
              <a:rPr lang="en-US" sz="2600" dirty="0">
                <a:latin typeface="Calibri (Body)"/>
              </a:rPr>
              <a:t>{// Evaluate the degree n polynomial with</a:t>
            </a:r>
          </a:p>
          <a:p>
            <a:pPr marL="0" indent="0">
              <a:buNone/>
            </a:pPr>
            <a:r>
              <a:rPr lang="en-US" sz="2600" dirty="0">
                <a:latin typeface="Calibri (Body)"/>
              </a:rPr>
              <a:t> // coefficients </a:t>
            </a:r>
            <a:r>
              <a:rPr lang="en-US" sz="2600" dirty="0" err="1">
                <a:latin typeface="Calibri (Body)"/>
              </a:rPr>
              <a:t>coeff</a:t>
            </a:r>
            <a:r>
              <a:rPr lang="en-US" sz="2600" dirty="0">
                <a:latin typeface="Calibri (Body)"/>
              </a:rPr>
              <a:t>[0:n] at the point x.</a:t>
            </a:r>
          </a:p>
          <a:p>
            <a:pPr marL="0" indent="0">
              <a:buNone/>
            </a:pPr>
            <a:r>
              <a:rPr lang="fr-FR" sz="2600" dirty="0">
                <a:latin typeface="Calibri (Body)"/>
              </a:rPr>
              <a:t>   double y = 1, value = c[0];</a:t>
            </a:r>
          </a:p>
          <a:p>
            <a:pPr marL="0" indent="0">
              <a:buNone/>
            </a:pPr>
            <a:r>
              <a:rPr lang="nn-NO" sz="2600" dirty="0">
                <a:latin typeface="Calibri (Body)"/>
              </a:rPr>
              <a:t>   for (int i = 1; i &lt;= n; i++)</a:t>
            </a:r>
          </a:p>
          <a:p>
            <a:pPr marL="0" indent="0">
              <a:buNone/>
            </a:pPr>
            <a:r>
              <a:rPr lang="en-US" sz="2600" dirty="0">
                <a:latin typeface="Calibri (Body)"/>
              </a:rPr>
              <a:t>   {// add in next term</a:t>
            </a:r>
          </a:p>
          <a:p>
            <a:pPr marL="0" indent="0">
              <a:buNone/>
            </a:pPr>
            <a:r>
              <a:rPr lang="en-US" sz="2600" dirty="0">
                <a:latin typeface="Calibri (Body)"/>
              </a:rPr>
              <a:t>      y *= x;</a:t>
            </a:r>
          </a:p>
          <a:p>
            <a:pPr marL="0" indent="0">
              <a:buNone/>
            </a:pPr>
            <a:r>
              <a:rPr lang="en-US" sz="2600" dirty="0">
                <a:latin typeface="Calibri (Body)"/>
              </a:rPr>
              <a:t>      value += y * c[</a:t>
            </a:r>
            <a:r>
              <a:rPr lang="en-US" sz="2600" dirty="0" err="1">
                <a:latin typeface="Calibri (Body)"/>
              </a:rPr>
              <a:t>i</a:t>
            </a:r>
            <a:r>
              <a:rPr lang="en-US" sz="2600" dirty="0">
                <a:latin typeface="Calibri (Body)"/>
              </a:rPr>
              <a:t>];</a:t>
            </a:r>
          </a:p>
          <a:p>
            <a:pPr marL="0" indent="0">
              <a:buNone/>
            </a:pPr>
            <a:r>
              <a:rPr lang="en-US" sz="2600" dirty="0">
                <a:latin typeface="Calibri (Body)"/>
              </a:rPr>
              <a:t>   }</a:t>
            </a:r>
          </a:p>
          <a:p>
            <a:pPr marL="0" indent="0">
              <a:buNone/>
            </a:pPr>
            <a:r>
              <a:rPr lang="en-US" sz="2600" dirty="0">
                <a:latin typeface="Calibri (Body)"/>
              </a:rPr>
              <a:t>   return value;</a:t>
            </a:r>
          </a:p>
          <a:p>
            <a:pPr marL="0" indent="0">
              <a:buNone/>
            </a:pPr>
            <a:r>
              <a:rPr lang="en-US" sz="2600" dirty="0">
                <a:latin typeface="Calibri (Body)"/>
              </a:rPr>
              <a:t>}</a:t>
            </a:r>
          </a:p>
          <a:p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C87CD56-5F10-41FE-8DBC-B2C532FB4FB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31CBA4-1EAF-46A4-9177-6D3F28D7E13E}" type="datetime1">
              <a:rPr lang="en-US" smtClean="0"/>
              <a:t>1/11/2025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66E1137-BE5E-4614-957B-C646941D450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ICT 2257 Design and Analysis of Algorithms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52245A65-AADC-486D-B124-25D3EC0BE0F1}"/>
              </a:ext>
            </a:extLst>
          </p:cNvPr>
          <p:cNvSpPr txBox="1"/>
          <p:nvPr/>
        </p:nvSpPr>
        <p:spPr>
          <a:xfrm>
            <a:off x="7951304" y="1510748"/>
            <a:ext cx="3859696" cy="2308324"/>
          </a:xfrm>
          <a:prstGeom prst="rect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endParaRPr lang="en-US" sz="24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/>
              <a:t>No. of additions =  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24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/>
              <a:t>No. of Multiplications = 2n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24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/>
              <a:t>Complexity = O(n)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7297FF9D-974B-43E8-8B49-4BFA863CFA4D}"/>
              </a:ext>
            </a:extLst>
          </p:cNvPr>
          <p:cNvSpPr txBox="1"/>
          <p:nvPr/>
        </p:nvSpPr>
        <p:spPr>
          <a:xfrm>
            <a:off x="8153400" y="4147930"/>
            <a:ext cx="3031435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4x^3 + 5x + 3</a:t>
            </a:r>
          </a:p>
          <a:p>
            <a:endParaRPr lang="en-US" dirty="0"/>
          </a:p>
          <a:p>
            <a:r>
              <a:rPr lang="en-US" dirty="0"/>
              <a:t>C3 = 4</a:t>
            </a:r>
          </a:p>
          <a:p>
            <a:r>
              <a:rPr lang="en-US" dirty="0"/>
              <a:t>C2=0</a:t>
            </a:r>
          </a:p>
          <a:p>
            <a:r>
              <a:rPr lang="en-US" dirty="0"/>
              <a:t>C1=5</a:t>
            </a:r>
          </a:p>
          <a:p>
            <a:r>
              <a:rPr lang="en-US" dirty="0"/>
              <a:t>C0=3</a:t>
            </a:r>
          </a:p>
        </p:txBody>
      </p:sp>
    </p:spTree>
    <p:extLst>
      <p:ext uri="{BB962C8B-B14F-4D97-AF65-F5344CB8AC3E}">
        <p14:creationId xmlns:p14="http://schemas.microsoft.com/office/powerpoint/2010/main" val="54725239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9D0C319-BCC7-48A5-9A0A-46B259DBF48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31CBA4-1EAF-46A4-9177-6D3F28D7E13E}" type="datetime1">
              <a:rPr lang="en-US" smtClean="0"/>
              <a:t>1/11/2025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B70AF75-DFA2-43A5-B877-58227B9A7E5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ICT 2257 Design and Analysis of Algorithms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EC90CF5F-B46F-4E07-BD24-53FA770C326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2203036"/>
          </a:xfrm>
        </p:spPr>
        <p:txBody>
          <a:bodyPr/>
          <a:lstStyle/>
          <a:p>
            <a:r>
              <a:rPr lang="en-US" dirty="0"/>
              <a:t>The rank of an element in a sequence is the number of smaller elements in the sequence plus the number of equal elements that appears to its left. </a:t>
            </a:r>
          </a:p>
          <a:p>
            <a:pPr lvl="1"/>
            <a:r>
              <a:rPr lang="en-US" dirty="0"/>
              <a:t>example: a = [4, 3, 9, 3, 7]       </a:t>
            </a:r>
          </a:p>
          <a:p>
            <a:pPr marL="457200" lvl="1" indent="0">
              <a:buNone/>
            </a:pPr>
            <a:r>
              <a:rPr lang="en-US" dirty="0"/>
              <a:t>           Rank r = [2, 0, 4, 1, 3] </a:t>
            </a:r>
          </a:p>
          <a:p>
            <a:pPr marL="457200" lvl="1" indent="0">
              <a:buNone/>
            </a:pPr>
            <a:endParaRPr lang="en-US" dirty="0"/>
          </a:p>
          <a:p>
            <a:pPr marL="457200" lvl="1" indent="0">
              <a:buNone/>
            </a:pPr>
            <a:endParaRPr lang="en-US" dirty="0"/>
          </a:p>
          <a:p>
            <a:pPr marL="457200" lvl="1" indent="0">
              <a:buNone/>
            </a:pPr>
            <a:endParaRPr lang="en-US" dirty="0"/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C0A714C7-F965-45DF-B63C-C9FF002062B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51873"/>
            <a:ext cx="10515600" cy="1325563"/>
          </a:xfrm>
        </p:spPr>
        <p:txBody>
          <a:bodyPr/>
          <a:lstStyle/>
          <a:p>
            <a:r>
              <a:rPr lang="en-US" b="1" dirty="0"/>
              <a:t>Rank of an Element in a Sequence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9D7ADF88-7DDD-42B3-A892-E7C6604769CA}"/>
              </a:ext>
            </a:extLst>
          </p:cNvPr>
          <p:cNvSpPr txBox="1"/>
          <p:nvPr/>
        </p:nvSpPr>
        <p:spPr>
          <a:xfrm>
            <a:off x="692426" y="4961673"/>
            <a:ext cx="896840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/>
              <a:t>Rank Sort:  Sorting elements in an array based on their ranks</a:t>
            </a:r>
          </a:p>
        </p:txBody>
      </p:sp>
    </p:spTree>
    <p:extLst>
      <p:ext uri="{BB962C8B-B14F-4D97-AF65-F5344CB8AC3E}">
        <p14:creationId xmlns:p14="http://schemas.microsoft.com/office/powerpoint/2010/main" val="179465528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1778342-4D07-4BF1-87B2-28D8EBD3AB4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63826" y="1355865"/>
            <a:ext cx="5314121" cy="4964871"/>
          </a:xfr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>
            <a:normAutofit fontScale="85000" lnSpcReduction="20000"/>
          </a:bodyPr>
          <a:lstStyle/>
          <a:p>
            <a:pPr marL="0" indent="0">
              <a:buNone/>
            </a:pPr>
            <a:r>
              <a:rPr lang="en-US" dirty="0">
                <a:latin typeface="Calibri (Body)"/>
              </a:rPr>
              <a:t>void rank(int a[], int n, int r[])</a:t>
            </a:r>
          </a:p>
          <a:p>
            <a:pPr marL="0" indent="0">
              <a:buNone/>
            </a:pPr>
            <a:r>
              <a:rPr lang="en-US" dirty="0">
                <a:latin typeface="Calibri (Body)"/>
              </a:rPr>
              <a:t>{// Rank the n elements a[0:n-1].</a:t>
            </a:r>
          </a:p>
          <a:p>
            <a:pPr marL="0" indent="0">
              <a:buNone/>
            </a:pPr>
            <a:r>
              <a:rPr lang="en-US" dirty="0">
                <a:latin typeface="Calibri (Body)"/>
              </a:rPr>
              <a:t> // Element ranks returned in r[0:n-1]</a:t>
            </a:r>
          </a:p>
          <a:p>
            <a:pPr marL="0" indent="0">
              <a:buNone/>
            </a:pPr>
            <a:r>
              <a:rPr lang="nn-NO" dirty="0">
                <a:latin typeface="Calibri (Body)"/>
              </a:rPr>
              <a:t>   for (int i = 0; i &lt; n; i++)</a:t>
            </a:r>
          </a:p>
          <a:p>
            <a:pPr marL="0" indent="0">
              <a:buNone/>
            </a:pPr>
            <a:r>
              <a:rPr lang="en-US" dirty="0">
                <a:latin typeface="Calibri (Body)"/>
              </a:rPr>
              <a:t>      r[</a:t>
            </a:r>
            <a:r>
              <a:rPr lang="en-US" dirty="0" err="1">
                <a:latin typeface="Calibri (Body)"/>
              </a:rPr>
              <a:t>i</a:t>
            </a:r>
            <a:r>
              <a:rPr lang="en-US" dirty="0">
                <a:latin typeface="Calibri (Body)"/>
              </a:rPr>
              <a:t>] = 0;  // initialize</a:t>
            </a:r>
          </a:p>
          <a:p>
            <a:pPr marL="0" indent="0">
              <a:buNone/>
            </a:pPr>
            <a:endParaRPr lang="en-US" dirty="0">
              <a:latin typeface="Calibri (Body)"/>
            </a:endParaRPr>
          </a:p>
          <a:p>
            <a:pPr marL="0" indent="0">
              <a:buNone/>
            </a:pPr>
            <a:r>
              <a:rPr lang="en-US" dirty="0">
                <a:latin typeface="Calibri (Body)"/>
              </a:rPr>
              <a:t>   // compare all element pairs</a:t>
            </a:r>
          </a:p>
          <a:p>
            <a:pPr marL="0" indent="0">
              <a:buNone/>
            </a:pPr>
            <a:r>
              <a:rPr lang="nn-NO" dirty="0">
                <a:latin typeface="Calibri (Body)"/>
              </a:rPr>
              <a:t>   for (int i = 1; i &lt; n; i++)</a:t>
            </a:r>
          </a:p>
          <a:p>
            <a:pPr marL="0" indent="0">
              <a:buNone/>
            </a:pPr>
            <a:r>
              <a:rPr lang="nb-NO" dirty="0">
                <a:latin typeface="Calibri (Body)"/>
              </a:rPr>
              <a:t>      for (int j = 0; j &lt; i; j++)</a:t>
            </a:r>
          </a:p>
          <a:p>
            <a:pPr marL="0" indent="0">
              <a:buNone/>
            </a:pPr>
            <a:r>
              <a:rPr lang="pt-BR" dirty="0">
                <a:latin typeface="Calibri (Body)"/>
              </a:rPr>
              <a:t>         if (a[j] &lt;= a[i]) r[i]++;</a:t>
            </a:r>
          </a:p>
          <a:p>
            <a:pPr marL="0" indent="0">
              <a:buNone/>
            </a:pPr>
            <a:r>
              <a:rPr lang="en-US" dirty="0">
                <a:latin typeface="Calibri (Body)"/>
              </a:rPr>
              <a:t>         else r[j]++;</a:t>
            </a:r>
          </a:p>
          <a:p>
            <a:pPr marL="0" indent="0">
              <a:buNone/>
            </a:pPr>
            <a:r>
              <a:rPr lang="en-US" dirty="0">
                <a:latin typeface="Calibri (Body)"/>
              </a:rPr>
              <a:t>}</a:t>
            </a:r>
          </a:p>
          <a:p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4ECBD43-467A-4022-8FAD-CE81BD08C5D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31CBA4-1EAF-46A4-9177-6D3F28D7E13E}" type="datetime1">
              <a:rPr lang="en-US" smtClean="0"/>
              <a:t>1/11/2025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1BCD64D-FA06-489F-8EF4-3796D786AB3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ICT 2257 Design and Analysis of Algorithms</a:t>
            </a:r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E4744C6F-982D-4560-BCE4-910BDBC486C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73156" y="-161130"/>
            <a:ext cx="10515600" cy="982766"/>
          </a:xfrm>
        </p:spPr>
        <p:txBody>
          <a:bodyPr/>
          <a:lstStyle/>
          <a:p>
            <a:r>
              <a:rPr lang="en-US" b="1" dirty="0"/>
              <a:t>Rank of an Element in a Sequence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3CD6B7D7-3EE0-4693-851A-5E3C9B1E032A}"/>
              </a:ext>
            </a:extLst>
          </p:cNvPr>
          <p:cNvSpPr txBox="1"/>
          <p:nvPr/>
        </p:nvSpPr>
        <p:spPr>
          <a:xfrm>
            <a:off x="5777946" y="767736"/>
            <a:ext cx="6414053" cy="5632311"/>
          </a:xfrm>
          <a:prstGeom prst="rect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sz="2400" dirty="0"/>
              <a:t>Key Operation: Comparison</a:t>
            </a:r>
          </a:p>
          <a:p>
            <a:endParaRPr lang="en-US" sz="2400" dirty="0"/>
          </a:p>
          <a:p>
            <a:r>
              <a:rPr lang="en-US" sz="2400" dirty="0"/>
              <a:t>Number of times a[j] &lt;= a[</a:t>
            </a:r>
            <a:r>
              <a:rPr lang="en-US" sz="2400" dirty="0" err="1"/>
              <a:t>i</a:t>
            </a:r>
            <a:r>
              <a:rPr lang="en-US" sz="2400" dirty="0"/>
              <a:t>] occurs is</a:t>
            </a:r>
          </a:p>
          <a:p>
            <a:endParaRPr lang="en-US" sz="2400" dirty="0"/>
          </a:p>
          <a:p>
            <a:r>
              <a:rPr lang="en-US" sz="2400" dirty="0" err="1"/>
              <a:t>i</a:t>
            </a:r>
            <a:r>
              <a:rPr lang="en-US" sz="2400" dirty="0"/>
              <a:t>=1    j takes the value 0        </a:t>
            </a:r>
          </a:p>
          <a:p>
            <a:r>
              <a:rPr lang="en-US" sz="2400" dirty="0"/>
              <a:t>1 comparison</a:t>
            </a:r>
          </a:p>
          <a:p>
            <a:endParaRPr lang="en-US" sz="2400" dirty="0"/>
          </a:p>
          <a:p>
            <a:r>
              <a:rPr lang="en-US" sz="2400" dirty="0" err="1"/>
              <a:t>i</a:t>
            </a:r>
            <a:r>
              <a:rPr lang="en-US" sz="2400" dirty="0"/>
              <a:t>=2    j takes the value 0, 1</a:t>
            </a:r>
          </a:p>
          <a:p>
            <a:r>
              <a:rPr lang="en-US" sz="2400" dirty="0"/>
              <a:t>2 comparison</a:t>
            </a:r>
          </a:p>
          <a:p>
            <a:r>
              <a:rPr lang="en-US" sz="2400" dirty="0"/>
              <a:t>….</a:t>
            </a:r>
          </a:p>
          <a:p>
            <a:r>
              <a:rPr lang="en-US" sz="2400" dirty="0" err="1"/>
              <a:t>i</a:t>
            </a:r>
            <a:r>
              <a:rPr lang="en-US" sz="2400" dirty="0"/>
              <a:t>=n-1 j takes the value 0, 1, …, n-2</a:t>
            </a:r>
          </a:p>
          <a:p>
            <a:r>
              <a:rPr lang="en-US" sz="2400" dirty="0"/>
              <a:t>n-1 comparison</a:t>
            </a:r>
          </a:p>
          <a:p>
            <a:endParaRPr lang="en-US" sz="2400" dirty="0"/>
          </a:p>
          <a:p>
            <a:r>
              <a:rPr lang="en-US" sz="2400" dirty="0"/>
              <a:t>Total Comparisons = 1 + 2 + … + n-1= n (n – 1 )/2  </a:t>
            </a:r>
          </a:p>
          <a:p>
            <a:r>
              <a:rPr lang="en-US" sz="2400" dirty="0"/>
              <a:t>                                  = O(n</a:t>
            </a:r>
            <a:r>
              <a:rPr lang="en-US" sz="2400" baseline="30000" dirty="0"/>
              <a:t>2</a:t>
            </a:r>
            <a:r>
              <a:rPr lang="en-US" sz="2400" dirty="0"/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256149174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9" dur="500" fill="hold"/>
                                        <p:tgtEl>
                                          <p:spTgt spid="7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0" dur="500" fill="hold"/>
                                        <p:tgtEl>
                                          <p:spTgt spid="7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500" fill="hold"/>
                                        <p:tgtEl>
                                          <p:spTgt spid="7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500" fill="hold"/>
                                        <p:tgtEl>
                                          <p:spTgt spid="7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1" dur="500" fill="hold"/>
                                        <p:tgtEl>
                                          <p:spTgt spid="7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2" dur="500" fill="hold"/>
                                        <p:tgtEl>
                                          <p:spTgt spid="7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3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5" dur="500" fill="hold"/>
                                        <p:tgtEl>
                                          <p:spTgt spid="7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6" dur="500" fill="hold"/>
                                        <p:tgtEl>
                                          <p:spTgt spid="7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7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9" dur="500" fill="hold"/>
                                        <p:tgtEl>
                                          <p:spTgt spid="7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0" dur="500" fill="hold"/>
                                        <p:tgtEl>
                                          <p:spTgt spid="7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1" fill="hold">
                      <p:stCondLst>
                        <p:cond delay="indefinite"/>
                      </p:stCondLst>
                      <p:childTnLst>
                        <p:par>
                          <p:cTn id="72" fill="hold">
                            <p:stCondLst>
                              <p:cond delay="0"/>
                            </p:stCondLst>
                            <p:childTnLst>
                              <p:par>
                                <p:cTn id="7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5" dur="500" fill="hold"/>
                                        <p:tgtEl>
                                          <p:spTgt spid="7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6" dur="500" fill="hold"/>
                                        <p:tgtEl>
                                          <p:spTgt spid="7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7" fill="hold">
                      <p:stCondLst>
                        <p:cond delay="indefinite"/>
                      </p:stCondLst>
                      <p:childTnLst>
                        <p:par>
                          <p:cTn id="78" fill="hold">
                            <p:stCondLst>
                              <p:cond delay="0"/>
                            </p:stCondLst>
                            <p:childTnLst>
                              <p:par>
                                <p:cTn id="79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1" dur="500" fill="hold"/>
                                        <p:tgtEl>
                                          <p:spTgt spid="7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2" dur="500" fill="hold"/>
                                        <p:tgtEl>
                                          <p:spTgt spid="7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21D2F32-C7BF-4C2F-BC89-50058304353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67508" y="136525"/>
            <a:ext cx="10515600" cy="647749"/>
          </a:xfrm>
        </p:spPr>
        <p:txBody>
          <a:bodyPr>
            <a:normAutofit fontScale="90000"/>
          </a:bodyPr>
          <a:lstStyle/>
          <a:p>
            <a:r>
              <a:rPr lang="en-US" b="1" dirty="0"/>
              <a:t>Rank Sort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E275FBC-C300-4D4A-A0BD-60AE589BF18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95423" y="998806"/>
            <a:ext cx="6701725" cy="5343476"/>
          </a:xfrm>
        </p:spPr>
        <p:txBody>
          <a:bodyPr>
            <a:normAutofit fontScale="85000" lnSpcReduction="20000"/>
          </a:bodyPr>
          <a:lstStyle/>
          <a:p>
            <a:pPr marL="0" indent="0">
              <a:buNone/>
            </a:pPr>
            <a:r>
              <a:rPr lang="en-US" dirty="0">
                <a:latin typeface="Calibri (Body)"/>
              </a:rPr>
              <a:t>void rearrange(T a[], int n, int r[])</a:t>
            </a:r>
          </a:p>
          <a:p>
            <a:pPr marL="0" indent="0">
              <a:buNone/>
            </a:pPr>
            <a:r>
              <a:rPr lang="en-US" dirty="0">
                <a:latin typeface="Calibri (Body)"/>
              </a:rPr>
              <a:t>{</a:t>
            </a:r>
          </a:p>
          <a:p>
            <a:pPr marL="0" indent="0">
              <a:buNone/>
            </a:pPr>
            <a:r>
              <a:rPr lang="en-US" dirty="0">
                <a:latin typeface="Calibri (Body)"/>
              </a:rPr>
              <a:t>    int *u = new int [n]; // create additional array</a:t>
            </a:r>
          </a:p>
          <a:p>
            <a:pPr marL="0" indent="0">
              <a:buNone/>
            </a:pPr>
            <a:endParaRPr lang="en-US" dirty="0">
              <a:latin typeface="Calibri (Body)"/>
            </a:endParaRPr>
          </a:p>
          <a:p>
            <a:pPr marL="0" indent="0">
              <a:buNone/>
            </a:pPr>
            <a:r>
              <a:rPr lang="en-US" dirty="0">
                <a:latin typeface="Calibri (Body)"/>
              </a:rPr>
              <a:t>   // move to correct place in u                 </a:t>
            </a:r>
          </a:p>
          <a:p>
            <a:pPr marL="0" indent="0">
              <a:buNone/>
            </a:pPr>
            <a:r>
              <a:rPr lang="nn-NO" dirty="0">
                <a:latin typeface="Calibri (Body)"/>
              </a:rPr>
              <a:t>   for (int i = 0; i &lt; n; i++)</a:t>
            </a:r>
          </a:p>
          <a:p>
            <a:pPr marL="0" indent="0">
              <a:buNone/>
            </a:pPr>
            <a:r>
              <a:rPr lang="en-US" dirty="0">
                <a:latin typeface="Calibri (Body)"/>
              </a:rPr>
              <a:t>      u[r[</a:t>
            </a:r>
            <a:r>
              <a:rPr lang="en-US" dirty="0" err="1">
                <a:latin typeface="Calibri (Body)"/>
              </a:rPr>
              <a:t>i</a:t>
            </a:r>
            <a:r>
              <a:rPr lang="en-US" dirty="0">
                <a:latin typeface="Calibri (Body)"/>
              </a:rPr>
              <a:t>]] = a[</a:t>
            </a:r>
            <a:r>
              <a:rPr lang="en-US" dirty="0" err="1">
                <a:latin typeface="Calibri (Body)"/>
              </a:rPr>
              <a:t>i</a:t>
            </a:r>
            <a:r>
              <a:rPr lang="en-US" dirty="0">
                <a:latin typeface="Calibri (Body)"/>
              </a:rPr>
              <a:t>];</a:t>
            </a:r>
          </a:p>
          <a:p>
            <a:pPr marL="0" indent="0">
              <a:buNone/>
            </a:pPr>
            <a:endParaRPr lang="en-US" dirty="0">
              <a:latin typeface="Calibri (Body)"/>
            </a:endParaRPr>
          </a:p>
          <a:p>
            <a:pPr marL="0" indent="0">
              <a:buNone/>
            </a:pPr>
            <a:r>
              <a:rPr lang="en-US" dirty="0">
                <a:latin typeface="Calibri (Body)"/>
              </a:rPr>
              <a:t>   // move back to a</a:t>
            </a:r>
          </a:p>
          <a:p>
            <a:pPr marL="0" indent="0">
              <a:buNone/>
            </a:pPr>
            <a:r>
              <a:rPr lang="nn-NO" dirty="0">
                <a:latin typeface="Calibri (Body)"/>
              </a:rPr>
              <a:t>   for (i = 0; i &lt; n; i++)</a:t>
            </a:r>
          </a:p>
          <a:p>
            <a:pPr marL="0" indent="0">
              <a:buNone/>
            </a:pPr>
            <a:r>
              <a:rPr lang="en-US" dirty="0">
                <a:latin typeface="Calibri (Body)"/>
              </a:rPr>
              <a:t>      a[</a:t>
            </a:r>
            <a:r>
              <a:rPr lang="en-US" dirty="0" err="1">
                <a:latin typeface="Calibri (Body)"/>
              </a:rPr>
              <a:t>i</a:t>
            </a:r>
            <a:r>
              <a:rPr lang="en-US" dirty="0">
                <a:latin typeface="Calibri (Body)"/>
              </a:rPr>
              <a:t>] = u[</a:t>
            </a:r>
            <a:r>
              <a:rPr lang="en-US" dirty="0" err="1">
                <a:latin typeface="Calibri (Body)"/>
              </a:rPr>
              <a:t>i</a:t>
            </a:r>
            <a:r>
              <a:rPr lang="en-US" dirty="0">
                <a:latin typeface="Calibri (Body)"/>
              </a:rPr>
              <a:t>];</a:t>
            </a:r>
          </a:p>
          <a:p>
            <a:pPr marL="0" indent="0">
              <a:buNone/>
            </a:pPr>
            <a:endParaRPr lang="en-US" dirty="0">
              <a:latin typeface="Calibri (Body)"/>
            </a:endParaRPr>
          </a:p>
          <a:p>
            <a:pPr marL="0" indent="0">
              <a:buNone/>
            </a:pPr>
            <a:r>
              <a:rPr lang="en-US" dirty="0">
                <a:latin typeface="Calibri (Body)"/>
              </a:rPr>
              <a:t>   delete [] u;</a:t>
            </a:r>
          </a:p>
          <a:p>
            <a:pPr marL="0" indent="0">
              <a:buNone/>
            </a:pPr>
            <a:r>
              <a:rPr lang="en-US" dirty="0">
                <a:latin typeface="Calibri (Body)"/>
              </a:rPr>
              <a:t>}</a:t>
            </a:r>
          </a:p>
          <a:p>
            <a:pPr marL="0" indent="0">
              <a:buNone/>
            </a:pPr>
            <a:endParaRPr lang="en-US" sz="1800" dirty="0">
              <a:latin typeface="Courier New" panose="02070309020205020404" pitchFamily="49" charset="0"/>
            </a:endParaRPr>
          </a:p>
          <a:p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85699D8-7153-406E-A7F8-3B40DB1F155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31CBA4-1EAF-46A4-9177-6D3F28D7E13E}" type="datetime1">
              <a:rPr lang="en-US" smtClean="0"/>
              <a:t>1/11/2025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56FD1E6-1CDD-40D1-901D-438A70D7D2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ICT 2257 Design and Analysis of Algorithms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37CB4D54-333F-44AA-8999-25FC75059B93}"/>
              </a:ext>
            </a:extLst>
          </p:cNvPr>
          <p:cNvSpPr txBox="1"/>
          <p:nvPr/>
        </p:nvSpPr>
        <p:spPr>
          <a:xfrm>
            <a:off x="6337905" y="4305312"/>
            <a:ext cx="5045203" cy="1569660"/>
          </a:xfrm>
          <a:prstGeom prst="rect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sz="2400" dirty="0"/>
              <a:t>Finding Rank : O(n</a:t>
            </a:r>
            <a:r>
              <a:rPr lang="en-US" sz="2400" baseline="30000" dirty="0"/>
              <a:t>2</a:t>
            </a:r>
            <a:r>
              <a:rPr lang="en-US" sz="2400" dirty="0"/>
              <a:t>)</a:t>
            </a:r>
          </a:p>
          <a:p>
            <a:r>
              <a:rPr lang="en-US" sz="2400" dirty="0"/>
              <a:t>Rearrangement takes O(n) time</a:t>
            </a:r>
          </a:p>
          <a:p>
            <a:endParaRPr lang="en-US" sz="2400" dirty="0"/>
          </a:p>
          <a:p>
            <a:r>
              <a:rPr lang="en-US" sz="2400" dirty="0"/>
              <a:t>Total Complexity of Rank Sort = O(n</a:t>
            </a:r>
            <a:r>
              <a:rPr lang="en-US" sz="2400" baseline="30000" dirty="0"/>
              <a:t>2</a:t>
            </a:r>
            <a:r>
              <a:rPr lang="en-US" sz="2400" dirty="0"/>
              <a:t>)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FCABDC19-A2A6-46B4-9220-5ADAA07CF9CE}"/>
              </a:ext>
            </a:extLst>
          </p:cNvPr>
          <p:cNvSpPr txBox="1"/>
          <p:nvPr/>
        </p:nvSpPr>
        <p:spPr>
          <a:xfrm>
            <a:off x="5414075" y="2591456"/>
            <a:ext cx="6701725" cy="11079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1"/>
            <a:r>
              <a:rPr lang="en-US" sz="2200" dirty="0"/>
              <a:t>Example: a = [4, 3, 9, 3, 7]      Rank r = [2, 0, 4, 1, 3]</a:t>
            </a:r>
          </a:p>
          <a:p>
            <a:pPr lvl="1"/>
            <a:r>
              <a:rPr lang="en-US" sz="2200" dirty="0"/>
              <a:t>U[2]=4 ,  u[0]=3,  u[4]=9, u[1]=3, u[3]=7</a:t>
            </a:r>
          </a:p>
          <a:p>
            <a:pPr lvl="1"/>
            <a:r>
              <a:rPr lang="en-US" sz="2200" dirty="0"/>
              <a:t>a = u = [3, 3, 4, 7, 9]</a:t>
            </a:r>
          </a:p>
        </p:txBody>
      </p:sp>
    </p:spTree>
    <p:extLst>
      <p:ext uri="{BB962C8B-B14F-4D97-AF65-F5344CB8AC3E}">
        <p14:creationId xmlns:p14="http://schemas.microsoft.com/office/powerpoint/2010/main" val="99207275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8" grpId="0"/>
    </p:bldLst>
  </p:timing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406CFB2-EB9C-E802-0C33-83681D2F19C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Insertion sort</a:t>
            </a:r>
          </a:p>
        </p:txBody>
      </p:sp>
      <p:pic>
        <p:nvPicPr>
          <p:cNvPr id="1026" name="Picture 2" descr="insertion-sort">
            <a:extLst>
              <a:ext uri="{FF2B5EF4-FFF2-40B4-BE49-F238E27FC236}">
                <a16:creationId xmlns:a16="http://schemas.microsoft.com/office/drawing/2014/main" id="{A826940F-854C-4508-A3A2-F7E7035B005F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47097" y="1825625"/>
            <a:ext cx="4297806" cy="435133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275001784"/>
      </p:ext>
    </p:extLst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65F7DAA-09D3-456F-97A3-7763E647383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35147" y="136525"/>
            <a:ext cx="10515600" cy="732155"/>
          </a:xfrm>
        </p:spPr>
        <p:txBody>
          <a:bodyPr/>
          <a:lstStyle/>
          <a:p>
            <a:r>
              <a:rPr lang="en-US" dirty="0"/>
              <a:t>Insertion Sort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65E8902-4145-4AEC-8587-DFE02D5C40E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31CBA4-1EAF-46A4-9177-6D3F28D7E13E}" type="datetime1">
              <a:rPr lang="en-US" smtClean="0"/>
              <a:t>1/11/2025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99FFDFE-9ABE-4BE5-8C36-DE8E99FBEBB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ICT 2257 Design and Analysis of Algorithms</a:t>
            </a:r>
          </a:p>
        </p:txBody>
      </p:sp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8EC51E87-6ED2-43F8-BD59-41F39FC9F3AB}"/>
              </a:ext>
            </a:extLst>
          </p:cNvPr>
          <p:cNvSpPr txBox="1">
            <a:spLocks/>
          </p:cNvSpPr>
          <p:nvPr/>
        </p:nvSpPr>
        <p:spPr>
          <a:xfrm>
            <a:off x="0" y="1233806"/>
            <a:ext cx="6147582" cy="548766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42900" indent="-3429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3399"/>
              </a:buClr>
              <a:buSzPct val="75000"/>
              <a:buNone/>
              <a:defRPr/>
            </a:pPr>
            <a:r>
              <a:rPr lang="fr-FR" sz="2400" dirty="0" err="1">
                <a:solidFill>
                  <a:srgbClr val="FF0000"/>
                </a:solidFill>
                <a:latin typeface="Calibri (Body)"/>
              </a:rPr>
              <a:t>void</a:t>
            </a:r>
            <a:r>
              <a:rPr lang="fr-FR" sz="2400" dirty="0">
                <a:solidFill>
                  <a:srgbClr val="FF0000"/>
                </a:solidFill>
                <a:latin typeface="Calibri (Body)"/>
              </a:rPr>
              <a:t> </a:t>
            </a:r>
            <a:r>
              <a:rPr lang="fr-FR" sz="2400" dirty="0" err="1">
                <a:solidFill>
                  <a:srgbClr val="FF0000"/>
                </a:solidFill>
                <a:latin typeface="Calibri (Body)"/>
              </a:rPr>
              <a:t>insertionSort</a:t>
            </a:r>
            <a:r>
              <a:rPr lang="fr-FR" sz="2400" dirty="0">
                <a:solidFill>
                  <a:srgbClr val="FF0000"/>
                </a:solidFill>
                <a:latin typeface="Calibri (Body)"/>
              </a:rPr>
              <a:t>(</a:t>
            </a:r>
            <a:r>
              <a:rPr lang="fr-FR" sz="2400" dirty="0" err="1">
                <a:solidFill>
                  <a:srgbClr val="FF0000"/>
                </a:solidFill>
                <a:latin typeface="Calibri (Body)"/>
              </a:rPr>
              <a:t>int</a:t>
            </a:r>
            <a:r>
              <a:rPr lang="fr-FR" sz="2400" dirty="0">
                <a:solidFill>
                  <a:srgbClr val="FF0000"/>
                </a:solidFill>
                <a:latin typeface="Calibri (Body)"/>
              </a:rPr>
              <a:t> a[], </a:t>
            </a:r>
            <a:r>
              <a:rPr lang="fr-FR" sz="2400" dirty="0" err="1">
                <a:solidFill>
                  <a:srgbClr val="FF0000"/>
                </a:solidFill>
                <a:latin typeface="Calibri (Body)"/>
              </a:rPr>
              <a:t>int</a:t>
            </a:r>
            <a:r>
              <a:rPr lang="fr-FR" sz="2400" dirty="0">
                <a:solidFill>
                  <a:srgbClr val="FF0000"/>
                </a:solidFill>
                <a:latin typeface="Calibri (Body)"/>
              </a:rPr>
              <a:t> n)</a:t>
            </a:r>
          </a:p>
          <a:p>
            <a:pPr marL="342900" marR="0" lvl="0" indent="-342900" algn="l" defTabSz="914400" rtl="0" eaLnBrk="0" fontAlgn="base" latinLnBrk="0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rgbClr val="003399"/>
              </a:buClr>
              <a:buSzPct val="75000"/>
              <a:buFont typeface="Monotype Sorts" pitchFamily="2" charset="2"/>
              <a:buNone/>
              <a:tabLst/>
              <a:defRPr/>
            </a:pPr>
            <a:r>
              <a:rPr kumimoji="0" lang="en-US" alt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{</a:t>
            </a:r>
          </a:p>
          <a:p>
            <a:pPr marL="342900" marR="0" lvl="0" indent="-342900" algn="l" defTabSz="914400" rtl="0" eaLnBrk="0" fontAlgn="base" latinLnBrk="0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rgbClr val="003399"/>
              </a:buClr>
              <a:buSzPct val="75000"/>
              <a:buFont typeface="Monotype Sorts" pitchFamily="2" charset="2"/>
              <a:buNone/>
              <a:tabLst/>
              <a:defRPr/>
            </a:pPr>
            <a:r>
              <a:rPr kumimoji="0" lang="en-US" alt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	</a:t>
            </a:r>
          </a:p>
          <a:p>
            <a:pPr marL="342900" marR="0" lvl="0" indent="-342900" algn="l" defTabSz="914400" rtl="0" eaLnBrk="0" fontAlgn="base" latinLnBrk="0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rgbClr val="003399"/>
              </a:buClr>
              <a:buSzPct val="75000"/>
              <a:buFont typeface="Monotype Sorts" pitchFamily="2" charset="2"/>
              <a:buNone/>
              <a:tabLst/>
              <a:defRPr/>
            </a:pPr>
            <a:r>
              <a:rPr lang="en-US" altLang="en-US" sz="2400" dirty="0">
                <a:solidFill>
                  <a:srgbClr val="000000"/>
                </a:solidFill>
                <a:latin typeface="Arial"/>
              </a:rPr>
              <a:t>}</a:t>
            </a:r>
            <a:endParaRPr kumimoji="0" lang="en-US" altLang="en-US" sz="24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  <a:p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1ACA9978-9F54-4730-96D9-CBECE2212E9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440557" y="1801972"/>
            <a:ext cx="5870714" cy="3986212"/>
          </a:xfrm>
        </p:spPr>
        <p:txBody>
          <a:bodyPr>
            <a:normAutofit/>
          </a:bodyPr>
          <a:lstStyle/>
          <a:p>
            <a:pPr marL="0" indent="0">
              <a:buNone/>
            </a:pPr>
            <a:endParaRPr lang="en-US" sz="2200" dirty="0"/>
          </a:p>
        </p:txBody>
      </p:sp>
    </p:spTree>
    <p:extLst>
      <p:ext uri="{BB962C8B-B14F-4D97-AF65-F5344CB8AC3E}">
        <p14:creationId xmlns:p14="http://schemas.microsoft.com/office/powerpoint/2010/main" val="175931989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65F7DAA-09D3-456F-97A3-7763E647383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35147" y="136525"/>
            <a:ext cx="10515600" cy="732155"/>
          </a:xfrm>
        </p:spPr>
        <p:txBody>
          <a:bodyPr/>
          <a:lstStyle/>
          <a:p>
            <a:r>
              <a:rPr lang="en-US" dirty="0"/>
              <a:t>Insertion Sort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65E8902-4145-4AEC-8587-DFE02D5C40E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31CBA4-1EAF-46A4-9177-6D3F28D7E13E}" type="datetime1">
              <a:rPr lang="en-US" smtClean="0"/>
              <a:t>1/11/2025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99FFDFE-9ABE-4BE5-8C36-DE8E99FBEBB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ICT 2257 Design and Analysis of Algorithms</a:t>
            </a:r>
          </a:p>
        </p:txBody>
      </p:sp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8EC51E87-6ED2-43F8-BD59-41F39FC9F3AB}"/>
              </a:ext>
            </a:extLst>
          </p:cNvPr>
          <p:cNvSpPr txBox="1">
            <a:spLocks/>
          </p:cNvSpPr>
          <p:nvPr/>
        </p:nvSpPr>
        <p:spPr>
          <a:xfrm>
            <a:off x="0" y="1233806"/>
            <a:ext cx="6147582" cy="548766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42900" indent="-3429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3399"/>
              </a:buClr>
              <a:buSzPct val="75000"/>
              <a:buNone/>
              <a:defRPr/>
            </a:pPr>
            <a:r>
              <a:rPr lang="fr-FR" sz="2400" dirty="0" err="1">
                <a:latin typeface="Calibri (Body)"/>
              </a:rPr>
              <a:t>void</a:t>
            </a:r>
            <a:r>
              <a:rPr lang="fr-FR" sz="2400" dirty="0">
                <a:latin typeface="Calibri (Body)"/>
              </a:rPr>
              <a:t> </a:t>
            </a:r>
            <a:r>
              <a:rPr lang="fr-FR" sz="2400" dirty="0" err="1">
                <a:latin typeface="Calibri (Body)"/>
              </a:rPr>
              <a:t>insertionSort</a:t>
            </a:r>
            <a:r>
              <a:rPr lang="fr-FR" sz="2400" dirty="0">
                <a:latin typeface="Calibri (Body)"/>
              </a:rPr>
              <a:t>(</a:t>
            </a:r>
            <a:r>
              <a:rPr lang="fr-FR" sz="2400" dirty="0" err="1">
                <a:latin typeface="Calibri (Body)"/>
              </a:rPr>
              <a:t>int</a:t>
            </a:r>
            <a:r>
              <a:rPr lang="fr-FR" sz="2400" dirty="0">
                <a:latin typeface="Calibri (Body)"/>
              </a:rPr>
              <a:t> a[], </a:t>
            </a:r>
            <a:r>
              <a:rPr lang="fr-FR" sz="2400" dirty="0" err="1">
                <a:latin typeface="Calibri (Body)"/>
              </a:rPr>
              <a:t>int</a:t>
            </a:r>
            <a:r>
              <a:rPr lang="fr-FR" sz="2400" dirty="0">
                <a:latin typeface="Calibri (Body)"/>
              </a:rPr>
              <a:t> n)</a:t>
            </a:r>
          </a:p>
          <a:p>
            <a:pPr marL="342900" marR="0" lvl="0" indent="-342900" algn="l" defTabSz="914400" rtl="0" eaLnBrk="0" fontAlgn="base" latinLnBrk="0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rgbClr val="003399"/>
              </a:buClr>
              <a:buSzPct val="75000"/>
              <a:buFont typeface="Monotype Sorts" pitchFamily="2" charset="2"/>
              <a:buNone/>
              <a:tabLst/>
              <a:defRPr/>
            </a:pPr>
            <a:r>
              <a:rPr kumimoji="0" lang="en-US" alt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{</a:t>
            </a:r>
          </a:p>
          <a:p>
            <a:pPr marL="342900" marR="0" lvl="0" indent="-342900" algn="l" defTabSz="914400" rtl="0" eaLnBrk="0" fontAlgn="base" latinLnBrk="0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rgbClr val="003399"/>
              </a:buClr>
              <a:buSzPct val="75000"/>
              <a:buFont typeface="Monotype Sorts" pitchFamily="2" charset="2"/>
              <a:buNone/>
              <a:tabLst/>
              <a:defRPr/>
            </a:pPr>
            <a:r>
              <a:rPr kumimoji="0" lang="en-US" alt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	</a:t>
            </a:r>
            <a:r>
              <a:rPr kumimoji="0" lang="en-US" alt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for (int </a:t>
            </a:r>
            <a:r>
              <a:rPr kumimoji="0" lang="en-US" altLang="en-US" sz="2400" b="0" i="0" u="none" strike="noStrike" kern="1200" cap="none" spc="0" normalizeH="0" baseline="0" noProof="0" dirty="0" err="1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i</a:t>
            </a:r>
            <a:r>
              <a:rPr kumimoji="0" lang="en-US" alt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 = 1; </a:t>
            </a:r>
            <a:r>
              <a:rPr kumimoji="0" lang="en-US" altLang="en-US" sz="2400" b="0" i="0" u="none" strike="noStrike" kern="1200" cap="none" spc="0" normalizeH="0" baseline="0" noProof="0" dirty="0" err="1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i</a:t>
            </a:r>
            <a:r>
              <a:rPr kumimoji="0" lang="en-US" alt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 &lt; n; </a:t>
            </a:r>
            <a:r>
              <a:rPr kumimoji="0" lang="en-US" altLang="en-US" sz="2400" b="0" i="0" u="none" strike="noStrike" kern="1200" cap="none" spc="0" normalizeH="0" baseline="0" noProof="0" dirty="0" err="1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i</a:t>
            </a:r>
            <a:r>
              <a:rPr kumimoji="0" lang="en-US" alt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++)</a:t>
            </a:r>
          </a:p>
          <a:p>
            <a:pPr marL="342900" marR="0" lvl="0" indent="-342900" algn="l" defTabSz="914400" rtl="0" eaLnBrk="0" fontAlgn="base" latinLnBrk="0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rgbClr val="003399"/>
              </a:buClr>
              <a:buSzPct val="75000"/>
              <a:buFont typeface="Monotype Sorts" pitchFamily="2" charset="2"/>
              <a:buNone/>
              <a:tabLst/>
              <a:defRPr/>
            </a:pPr>
            <a:r>
              <a:rPr kumimoji="0" lang="en-US" alt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	{</a:t>
            </a:r>
          </a:p>
          <a:p>
            <a:pPr marL="342900" marR="0" lvl="0" indent="-342900" algn="l" defTabSz="914400" rtl="0" eaLnBrk="0" fontAlgn="base" latinLnBrk="0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rgbClr val="003399"/>
              </a:buClr>
              <a:buSzPct val="75000"/>
              <a:buFont typeface="Monotype Sorts" pitchFamily="2" charset="2"/>
              <a:buNone/>
              <a:tabLst/>
              <a:defRPr/>
            </a:pPr>
            <a:r>
              <a:rPr kumimoji="0" lang="en-US" alt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	}</a:t>
            </a:r>
          </a:p>
          <a:p>
            <a:pPr marL="342900" marR="0" lvl="0" indent="-342900" algn="l" defTabSz="914400" rtl="0" eaLnBrk="0" fontAlgn="base" latinLnBrk="0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rgbClr val="003399"/>
              </a:buClr>
              <a:buSzPct val="75000"/>
              <a:buFont typeface="Monotype Sorts" pitchFamily="2" charset="2"/>
              <a:buNone/>
              <a:tabLst/>
              <a:defRPr/>
            </a:pPr>
            <a:r>
              <a:rPr lang="en-US" altLang="en-US" sz="2400" dirty="0">
                <a:solidFill>
                  <a:srgbClr val="000000"/>
                </a:solidFill>
                <a:latin typeface="Arial"/>
              </a:rPr>
              <a:t>}</a:t>
            </a:r>
            <a:endParaRPr kumimoji="0" lang="en-US" altLang="en-US" sz="24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  <a:p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1ACA9978-9F54-4730-96D9-CBECE2212E9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440557" y="1801972"/>
            <a:ext cx="5870714" cy="3986212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2200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319633085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65F7DAA-09D3-456F-97A3-7763E647383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35147" y="136525"/>
            <a:ext cx="10515600" cy="732155"/>
          </a:xfrm>
        </p:spPr>
        <p:txBody>
          <a:bodyPr/>
          <a:lstStyle/>
          <a:p>
            <a:r>
              <a:rPr lang="en-US" dirty="0"/>
              <a:t>Insertion Sort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65E8902-4145-4AEC-8587-DFE02D5C40E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31CBA4-1EAF-46A4-9177-6D3F28D7E13E}" type="datetime1">
              <a:rPr lang="en-US" smtClean="0"/>
              <a:t>1/11/2025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99FFDFE-9ABE-4BE5-8C36-DE8E99FBEBB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ICT 2257 Design and Analysis of Algorithms</a:t>
            </a:r>
          </a:p>
        </p:txBody>
      </p:sp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8EC51E87-6ED2-43F8-BD59-41F39FC9F3AB}"/>
              </a:ext>
            </a:extLst>
          </p:cNvPr>
          <p:cNvSpPr txBox="1">
            <a:spLocks/>
          </p:cNvSpPr>
          <p:nvPr/>
        </p:nvSpPr>
        <p:spPr>
          <a:xfrm>
            <a:off x="0" y="1233806"/>
            <a:ext cx="6147582" cy="548766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42900" indent="-3429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3399"/>
              </a:buClr>
              <a:buSzPct val="75000"/>
              <a:buNone/>
              <a:defRPr/>
            </a:pPr>
            <a:r>
              <a:rPr lang="fr-FR" sz="2400" dirty="0" err="1">
                <a:latin typeface="Calibri (Body)"/>
              </a:rPr>
              <a:t>void</a:t>
            </a:r>
            <a:r>
              <a:rPr lang="fr-FR" sz="2400" dirty="0">
                <a:latin typeface="Calibri (Body)"/>
              </a:rPr>
              <a:t> </a:t>
            </a:r>
            <a:r>
              <a:rPr lang="fr-FR" sz="2400" dirty="0" err="1">
                <a:latin typeface="Calibri (Body)"/>
              </a:rPr>
              <a:t>insertionSort</a:t>
            </a:r>
            <a:r>
              <a:rPr lang="fr-FR" sz="2400" dirty="0">
                <a:latin typeface="Calibri (Body)"/>
              </a:rPr>
              <a:t>(</a:t>
            </a:r>
            <a:r>
              <a:rPr lang="fr-FR" sz="2400" dirty="0" err="1">
                <a:latin typeface="Calibri (Body)"/>
              </a:rPr>
              <a:t>int</a:t>
            </a:r>
            <a:r>
              <a:rPr lang="fr-FR" sz="2400" dirty="0">
                <a:latin typeface="Calibri (Body)"/>
              </a:rPr>
              <a:t> a[], </a:t>
            </a:r>
            <a:r>
              <a:rPr lang="fr-FR" sz="2400" dirty="0" err="1">
                <a:latin typeface="Calibri (Body)"/>
              </a:rPr>
              <a:t>int</a:t>
            </a:r>
            <a:r>
              <a:rPr lang="fr-FR" sz="2400" dirty="0">
                <a:latin typeface="Calibri (Body)"/>
              </a:rPr>
              <a:t> n)</a:t>
            </a:r>
          </a:p>
          <a:p>
            <a:pPr marL="342900" marR="0" lvl="0" indent="-342900" algn="l" defTabSz="914400" rtl="0" eaLnBrk="0" fontAlgn="base" latinLnBrk="0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rgbClr val="003399"/>
              </a:buClr>
              <a:buSzPct val="75000"/>
              <a:buFont typeface="Monotype Sorts" pitchFamily="2" charset="2"/>
              <a:buNone/>
              <a:tabLst/>
              <a:defRPr/>
            </a:pPr>
            <a:r>
              <a:rPr kumimoji="0" lang="en-US" alt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{</a:t>
            </a:r>
          </a:p>
          <a:p>
            <a:pPr marL="342900" marR="0" lvl="0" indent="-342900" algn="l" defTabSz="914400" rtl="0" eaLnBrk="0" fontAlgn="base" latinLnBrk="0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rgbClr val="003399"/>
              </a:buClr>
              <a:buSzPct val="75000"/>
              <a:buFont typeface="Monotype Sorts" pitchFamily="2" charset="2"/>
              <a:buNone/>
              <a:tabLst/>
              <a:defRPr/>
            </a:pPr>
            <a:r>
              <a:rPr kumimoji="0" lang="en-US" alt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	for (int </a:t>
            </a:r>
            <a:r>
              <a:rPr kumimoji="0" lang="en-US" altLang="en-US" sz="2400" b="0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i</a:t>
            </a:r>
            <a:r>
              <a:rPr kumimoji="0" lang="en-US" alt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 = 1; </a:t>
            </a:r>
            <a:r>
              <a:rPr kumimoji="0" lang="en-US" altLang="en-US" sz="2400" b="0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i</a:t>
            </a:r>
            <a:r>
              <a:rPr kumimoji="0" lang="en-US" alt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 &lt; n; </a:t>
            </a:r>
            <a:r>
              <a:rPr kumimoji="0" lang="en-US" altLang="en-US" sz="2400" b="0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i</a:t>
            </a:r>
            <a:r>
              <a:rPr kumimoji="0" lang="en-US" alt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++)</a:t>
            </a:r>
          </a:p>
          <a:p>
            <a:pPr marL="342900" marR="0" lvl="0" indent="-342900" algn="l" defTabSz="914400" rtl="0" eaLnBrk="0" fontAlgn="base" latinLnBrk="0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rgbClr val="003399"/>
              </a:buClr>
              <a:buSzPct val="75000"/>
              <a:buFont typeface="Monotype Sorts" pitchFamily="2" charset="2"/>
              <a:buNone/>
              <a:tabLst/>
              <a:defRPr/>
            </a:pPr>
            <a:r>
              <a:rPr kumimoji="0" lang="en-US" alt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	{</a:t>
            </a:r>
          </a:p>
          <a:p>
            <a:pPr marL="342900" marR="0" lvl="0" indent="-342900" algn="l" defTabSz="914400" rtl="0" eaLnBrk="0" fontAlgn="base" latinLnBrk="0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rgbClr val="003399"/>
              </a:buClr>
              <a:buSzPct val="75000"/>
              <a:buFont typeface="Monotype Sorts" pitchFamily="2" charset="2"/>
              <a:buNone/>
              <a:tabLst/>
              <a:defRPr/>
            </a:pPr>
            <a:r>
              <a:rPr kumimoji="0" lang="en-US" alt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   		</a:t>
            </a:r>
            <a:r>
              <a:rPr kumimoji="0" lang="en-US" alt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int t = a[</a:t>
            </a:r>
            <a:r>
              <a:rPr kumimoji="0" lang="en-US" altLang="en-US" sz="2400" b="0" i="0" u="none" strike="noStrike" kern="1200" cap="none" spc="0" normalizeH="0" baseline="0" noProof="0" dirty="0" err="1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i</a:t>
            </a:r>
            <a:r>
              <a:rPr kumimoji="0" lang="en-US" alt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];</a:t>
            </a:r>
          </a:p>
          <a:p>
            <a:pPr marL="342900" marR="0" lvl="0" indent="-342900" algn="l" defTabSz="914400" rtl="0" eaLnBrk="0" fontAlgn="base" latinLnBrk="0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rgbClr val="003399"/>
              </a:buClr>
              <a:buSzPct val="75000"/>
              <a:buFont typeface="Monotype Sorts" pitchFamily="2" charset="2"/>
              <a:buNone/>
              <a:tabLst/>
              <a:defRPr/>
            </a:pPr>
            <a:r>
              <a:rPr kumimoji="0" lang="en-US" alt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003399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   		</a:t>
            </a:r>
          </a:p>
          <a:p>
            <a:pPr marL="342900" marR="0" lvl="0" indent="-342900" algn="l" defTabSz="914400" rtl="0" eaLnBrk="0" fontAlgn="base" latinLnBrk="0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rgbClr val="003399"/>
              </a:buClr>
              <a:buSzPct val="75000"/>
              <a:buFont typeface="Monotype Sorts" pitchFamily="2" charset="2"/>
              <a:buNone/>
              <a:tabLst/>
              <a:defRPr/>
            </a:pPr>
            <a:r>
              <a:rPr kumimoji="0" lang="en-US" alt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003399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   		</a:t>
            </a:r>
          </a:p>
          <a:p>
            <a:pPr marL="342900" marR="0" lvl="0" indent="-342900" algn="l" defTabSz="914400" rtl="0" eaLnBrk="0" fontAlgn="base" latinLnBrk="0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rgbClr val="003399"/>
              </a:buClr>
              <a:buSzPct val="75000"/>
              <a:buFont typeface="Monotype Sorts" pitchFamily="2" charset="2"/>
              <a:buNone/>
              <a:tabLst/>
              <a:defRPr/>
            </a:pPr>
            <a:r>
              <a:rPr kumimoji="0" lang="en-US" alt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	}</a:t>
            </a:r>
          </a:p>
          <a:p>
            <a:pPr marL="342900" marR="0" lvl="0" indent="-342900" algn="l" defTabSz="914400" rtl="0" eaLnBrk="0" fontAlgn="base" latinLnBrk="0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rgbClr val="003399"/>
              </a:buClr>
              <a:buSzPct val="75000"/>
              <a:buFont typeface="Monotype Sorts" pitchFamily="2" charset="2"/>
              <a:buNone/>
              <a:tabLst/>
              <a:defRPr/>
            </a:pPr>
            <a:r>
              <a:rPr lang="en-US" altLang="en-US" sz="2400" dirty="0">
                <a:solidFill>
                  <a:srgbClr val="000000"/>
                </a:solidFill>
                <a:latin typeface="Arial"/>
              </a:rPr>
              <a:t>}</a:t>
            </a:r>
            <a:endParaRPr kumimoji="0" lang="en-US" altLang="en-US" sz="24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  <a:p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1ACA9978-9F54-4730-96D9-CBECE2212E9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440557" y="1801972"/>
            <a:ext cx="5870714" cy="3986212"/>
          </a:xfrm>
        </p:spPr>
        <p:txBody>
          <a:bodyPr>
            <a:normAutofit/>
          </a:bodyPr>
          <a:lstStyle/>
          <a:p>
            <a:pPr marL="0" indent="0">
              <a:buNone/>
            </a:pPr>
            <a:endParaRPr lang="en-US" sz="2200" dirty="0"/>
          </a:p>
        </p:txBody>
      </p:sp>
    </p:spTree>
    <p:extLst>
      <p:ext uri="{BB962C8B-B14F-4D97-AF65-F5344CB8AC3E}">
        <p14:creationId xmlns:p14="http://schemas.microsoft.com/office/powerpoint/2010/main" val="131759236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65F7DAA-09D3-456F-97A3-7763E647383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35147" y="136525"/>
            <a:ext cx="10515600" cy="732155"/>
          </a:xfrm>
        </p:spPr>
        <p:txBody>
          <a:bodyPr/>
          <a:lstStyle/>
          <a:p>
            <a:r>
              <a:rPr lang="en-US" dirty="0"/>
              <a:t>Insertion Sort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65E8902-4145-4AEC-8587-DFE02D5C40E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31CBA4-1EAF-46A4-9177-6D3F28D7E13E}" type="datetime1">
              <a:rPr lang="en-US" smtClean="0"/>
              <a:t>1/11/2025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99FFDFE-9ABE-4BE5-8C36-DE8E99FBEBB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ICT 2257 Design and Analysis of Algorithms</a:t>
            </a:r>
          </a:p>
        </p:txBody>
      </p:sp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8EC51E87-6ED2-43F8-BD59-41F39FC9F3AB}"/>
              </a:ext>
            </a:extLst>
          </p:cNvPr>
          <p:cNvSpPr txBox="1">
            <a:spLocks/>
          </p:cNvSpPr>
          <p:nvPr/>
        </p:nvSpPr>
        <p:spPr>
          <a:xfrm>
            <a:off x="0" y="1233806"/>
            <a:ext cx="6147582" cy="548766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42900" indent="-3429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3399"/>
              </a:buClr>
              <a:buSzPct val="75000"/>
              <a:buNone/>
              <a:defRPr/>
            </a:pPr>
            <a:r>
              <a:rPr lang="fr-FR" sz="2400" dirty="0" err="1">
                <a:latin typeface="Calibri (Body)"/>
              </a:rPr>
              <a:t>void</a:t>
            </a:r>
            <a:r>
              <a:rPr lang="fr-FR" sz="2400" dirty="0">
                <a:latin typeface="Calibri (Body)"/>
              </a:rPr>
              <a:t> </a:t>
            </a:r>
            <a:r>
              <a:rPr lang="fr-FR" sz="2400" dirty="0" err="1">
                <a:latin typeface="Calibri (Body)"/>
              </a:rPr>
              <a:t>insertionSort</a:t>
            </a:r>
            <a:r>
              <a:rPr lang="fr-FR" sz="2400" dirty="0">
                <a:latin typeface="Calibri (Body)"/>
              </a:rPr>
              <a:t>(</a:t>
            </a:r>
            <a:r>
              <a:rPr lang="fr-FR" sz="2400" dirty="0" err="1">
                <a:latin typeface="Calibri (Body)"/>
              </a:rPr>
              <a:t>int</a:t>
            </a:r>
            <a:r>
              <a:rPr lang="fr-FR" sz="2400" dirty="0">
                <a:latin typeface="Calibri (Body)"/>
              </a:rPr>
              <a:t> a[], </a:t>
            </a:r>
            <a:r>
              <a:rPr lang="fr-FR" sz="2400" dirty="0" err="1">
                <a:latin typeface="Calibri (Body)"/>
              </a:rPr>
              <a:t>int</a:t>
            </a:r>
            <a:r>
              <a:rPr lang="fr-FR" sz="2400" dirty="0">
                <a:latin typeface="Calibri (Body)"/>
              </a:rPr>
              <a:t> n)</a:t>
            </a:r>
          </a:p>
          <a:p>
            <a:pPr marL="342900" marR="0" lvl="0" indent="-342900" algn="l" defTabSz="914400" rtl="0" eaLnBrk="0" fontAlgn="base" latinLnBrk="0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rgbClr val="003399"/>
              </a:buClr>
              <a:buSzPct val="75000"/>
              <a:buFont typeface="Monotype Sorts" pitchFamily="2" charset="2"/>
              <a:buNone/>
              <a:tabLst/>
              <a:defRPr/>
            </a:pPr>
            <a:r>
              <a:rPr kumimoji="0" lang="en-US" alt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{</a:t>
            </a:r>
          </a:p>
          <a:p>
            <a:pPr marL="342900" marR="0" lvl="0" indent="-342900" algn="l" defTabSz="914400" rtl="0" eaLnBrk="0" fontAlgn="base" latinLnBrk="0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rgbClr val="003399"/>
              </a:buClr>
              <a:buSzPct val="75000"/>
              <a:buFont typeface="Monotype Sorts" pitchFamily="2" charset="2"/>
              <a:buNone/>
              <a:tabLst/>
              <a:defRPr/>
            </a:pPr>
            <a:r>
              <a:rPr kumimoji="0" lang="en-US" alt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	for (int </a:t>
            </a:r>
            <a:r>
              <a:rPr kumimoji="0" lang="en-US" altLang="en-US" sz="2400" b="0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i</a:t>
            </a:r>
            <a:r>
              <a:rPr kumimoji="0" lang="en-US" alt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 = 1; </a:t>
            </a:r>
            <a:r>
              <a:rPr kumimoji="0" lang="en-US" altLang="en-US" sz="2400" b="0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i</a:t>
            </a:r>
            <a:r>
              <a:rPr kumimoji="0" lang="en-US" alt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 &lt; n; </a:t>
            </a:r>
            <a:r>
              <a:rPr kumimoji="0" lang="en-US" altLang="en-US" sz="2400" b="0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i</a:t>
            </a:r>
            <a:r>
              <a:rPr kumimoji="0" lang="en-US" alt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++)</a:t>
            </a:r>
          </a:p>
          <a:p>
            <a:pPr marL="342900" marR="0" lvl="0" indent="-342900" algn="l" defTabSz="914400" rtl="0" eaLnBrk="0" fontAlgn="base" latinLnBrk="0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rgbClr val="003399"/>
              </a:buClr>
              <a:buSzPct val="75000"/>
              <a:buFont typeface="Monotype Sorts" pitchFamily="2" charset="2"/>
              <a:buNone/>
              <a:tabLst/>
              <a:defRPr/>
            </a:pPr>
            <a:r>
              <a:rPr kumimoji="0" lang="en-US" alt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	{// insert a[</a:t>
            </a:r>
            <a:r>
              <a:rPr kumimoji="0" lang="en-US" altLang="en-US" sz="2400" b="0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i</a:t>
            </a:r>
            <a:r>
              <a:rPr kumimoji="0" lang="en-US" alt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] into a[0:i-1]</a:t>
            </a:r>
          </a:p>
          <a:p>
            <a:pPr marL="342900" marR="0" lvl="0" indent="-342900" algn="l" defTabSz="914400" rtl="0" eaLnBrk="0" fontAlgn="base" latinLnBrk="0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rgbClr val="003399"/>
              </a:buClr>
              <a:buSzPct val="75000"/>
              <a:buFont typeface="Monotype Sorts" pitchFamily="2" charset="2"/>
              <a:buNone/>
              <a:tabLst/>
              <a:defRPr/>
            </a:pPr>
            <a:r>
              <a:rPr kumimoji="0" lang="en-US" alt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   		</a:t>
            </a:r>
            <a:r>
              <a:rPr kumimoji="0" lang="en-US" alt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003399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int t = a[</a:t>
            </a:r>
            <a:r>
              <a:rPr kumimoji="0" lang="en-US" altLang="en-US" sz="2400" b="0" i="0" u="none" strike="noStrike" kern="1200" cap="none" spc="0" normalizeH="0" baseline="0" noProof="0" dirty="0" err="1">
                <a:ln>
                  <a:noFill/>
                </a:ln>
                <a:solidFill>
                  <a:srgbClr val="003399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i</a:t>
            </a:r>
            <a:r>
              <a:rPr kumimoji="0" lang="en-US" alt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003399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];</a:t>
            </a:r>
          </a:p>
          <a:p>
            <a:pPr marL="342900" marR="0" lvl="0" indent="-342900" algn="l" defTabSz="914400" rtl="0" eaLnBrk="0" fontAlgn="base" latinLnBrk="0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rgbClr val="003399"/>
              </a:buClr>
              <a:buSzPct val="75000"/>
              <a:buFont typeface="Monotype Sorts" pitchFamily="2" charset="2"/>
              <a:buNone/>
              <a:tabLst/>
              <a:defRPr/>
            </a:pPr>
            <a:r>
              <a:rPr kumimoji="0" lang="en-US" alt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003399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   		</a:t>
            </a:r>
          </a:p>
          <a:p>
            <a:pPr marL="342900" marR="0" lvl="0" indent="-342900" algn="l" defTabSz="914400" rtl="0" eaLnBrk="0" fontAlgn="base" latinLnBrk="0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rgbClr val="003399"/>
              </a:buClr>
              <a:buSzPct val="75000"/>
              <a:buFont typeface="Monotype Sorts" pitchFamily="2" charset="2"/>
              <a:buNone/>
              <a:tabLst/>
              <a:defRPr/>
            </a:pPr>
            <a:r>
              <a:rPr kumimoji="0" lang="en-US" alt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003399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   		</a:t>
            </a:r>
            <a:r>
              <a:rPr kumimoji="0" lang="en-US" alt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for (int j = </a:t>
            </a:r>
            <a:r>
              <a:rPr kumimoji="0" lang="en-US" altLang="en-US" sz="2400" b="0" i="0" u="none" strike="noStrike" kern="1200" cap="none" spc="0" normalizeH="0" baseline="0" noProof="0" dirty="0" err="1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i</a:t>
            </a:r>
            <a:r>
              <a:rPr kumimoji="0" lang="en-US" alt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 - 1; j &gt;= 0 &amp;&amp; t &lt; a[j]; j--)</a:t>
            </a:r>
          </a:p>
          <a:p>
            <a:pPr marL="342900" marR="0" lvl="0" indent="-342900" algn="l" defTabSz="914400" rtl="0" eaLnBrk="0" fontAlgn="base" latinLnBrk="0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rgbClr val="003399"/>
              </a:buClr>
              <a:buSzPct val="75000"/>
              <a:buFont typeface="Monotype Sorts" pitchFamily="2" charset="2"/>
              <a:buNone/>
              <a:tabLst/>
              <a:defRPr/>
            </a:pPr>
            <a:r>
              <a:rPr kumimoji="0" lang="en-US" alt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003399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       		</a:t>
            </a:r>
          </a:p>
          <a:p>
            <a:pPr marL="342900" marR="0" lvl="0" indent="-342900" algn="l" defTabSz="914400" rtl="0" eaLnBrk="0" fontAlgn="base" latinLnBrk="0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rgbClr val="003399"/>
              </a:buClr>
              <a:buSzPct val="75000"/>
              <a:buFont typeface="Monotype Sorts" pitchFamily="2" charset="2"/>
              <a:buNone/>
              <a:tabLst/>
              <a:defRPr/>
            </a:pPr>
            <a:r>
              <a:rPr kumimoji="0" lang="en-US" alt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	}</a:t>
            </a:r>
          </a:p>
          <a:p>
            <a:pPr marL="342900" marR="0" lvl="0" indent="-342900" algn="l" defTabSz="914400" rtl="0" eaLnBrk="0" fontAlgn="base" latinLnBrk="0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rgbClr val="003399"/>
              </a:buClr>
              <a:buSzPct val="75000"/>
              <a:buFont typeface="Monotype Sorts" pitchFamily="2" charset="2"/>
              <a:buNone/>
              <a:tabLst/>
              <a:defRPr/>
            </a:pPr>
            <a:r>
              <a:rPr lang="en-US" altLang="en-US" sz="2400" dirty="0">
                <a:solidFill>
                  <a:srgbClr val="000000"/>
                </a:solidFill>
                <a:latin typeface="Arial"/>
              </a:rPr>
              <a:t>}</a:t>
            </a:r>
            <a:endParaRPr kumimoji="0" lang="en-US" altLang="en-US" sz="24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  <a:p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1ACA9978-9F54-4730-96D9-CBECE2212E9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440557" y="1801972"/>
            <a:ext cx="5870714" cy="3986212"/>
          </a:xfrm>
        </p:spPr>
        <p:txBody>
          <a:bodyPr>
            <a:normAutofit/>
          </a:bodyPr>
          <a:lstStyle/>
          <a:p>
            <a:pPr marL="0" indent="0">
              <a:buNone/>
            </a:pPr>
            <a:endParaRPr lang="en-US" sz="2200" dirty="0"/>
          </a:p>
        </p:txBody>
      </p:sp>
    </p:spTree>
    <p:extLst>
      <p:ext uri="{BB962C8B-B14F-4D97-AF65-F5344CB8AC3E}">
        <p14:creationId xmlns:p14="http://schemas.microsoft.com/office/powerpoint/2010/main" val="23639365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65F7DAA-09D3-456F-97A3-7763E647383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35147" y="136525"/>
            <a:ext cx="10515600" cy="732155"/>
          </a:xfrm>
        </p:spPr>
        <p:txBody>
          <a:bodyPr/>
          <a:lstStyle/>
          <a:p>
            <a:r>
              <a:rPr lang="en-US" dirty="0"/>
              <a:t>Insertion Sort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65E8902-4145-4AEC-8587-DFE02D5C40E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31CBA4-1EAF-46A4-9177-6D3F28D7E13E}" type="datetime1">
              <a:rPr lang="en-US" smtClean="0"/>
              <a:t>1/11/2025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99FFDFE-9ABE-4BE5-8C36-DE8E99FBEBB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ICT 2257 Design and Analysis of Algorithms</a:t>
            </a:r>
          </a:p>
        </p:txBody>
      </p:sp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8EC51E87-6ED2-43F8-BD59-41F39FC9F3AB}"/>
              </a:ext>
            </a:extLst>
          </p:cNvPr>
          <p:cNvSpPr txBox="1">
            <a:spLocks/>
          </p:cNvSpPr>
          <p:nvPr/>
        </p:nvSpPr>
        <p:spPr>
          <a:xfrm>
            <a:off x="0" y="1233806"/>
            <a:ext cx="6147582" cy="548766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42900" indent="-3429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3399"/>
              </a:buClr>
              <a:buSzPct val="75000"/>
              <a:buNone/>
              <a:defRPr/>
            </a:pPr>
            <a:r>
              <a:rPr lang="fr-FR" sz="2400" dirty="0" err="1">
                <a:latin typeface="Calibri (Body)"/>
              </a:rPr>
              <a:t>void</a:t>
            </a:r>
            <a:r>
              <a:rPr lang="fr-FR" sz="2400" dirty="0">
                <a:latin typeface="Calibri (Body)"/>
              </a:rPr>
              <a:t> </a:t>
            </a:r>
            <a:r>
              <a:rPr lang="fr-FR" sz="2400" dirty="0" err="1">
                <a:latin typeface="Calibri (Body)"/>
              </a:rPr>
              <a:t>insertionSort</a:t>
            </a:r>
            <a:r>
              <a:rPr lang="fr-FR" sz="2400" dirty="0">
                <a:latin typeface="Calibri (Body)"/>
              </a:rPr>
              <a:t>(</a:t>
            </a:r>
            <a:r>
              <a:rPr lang="fr-FR" sz="2400" dirty="0" err="1">
                <a:latin typeface="Calibri (Body)"/>
              </a:rPr>
              <a:t>int</a:t>
            </a:r>
            <a:r>
              <a:rPr lang="fr-FR" sz="2400" dirty="0">
                <a:latin typeface="Calibri (Body)"/>
              </a:rPr>
              <a:t> a[], </a:t>
            </a:r>
            <a:r>
              <a:rPr lang="fr-FR" sz="2400" dirty="0" err="1">
                <a:latin typeface="Calibri (Body)"/>
              </a:rPr>
              <a:t>int</a:t>
            </a:r>
            <a:r>
              <a:rPr lang="fr-FR" sz="2400" dirty="0">
                <a:latin typeface="Calibri (Body)"/>
              </a:rPr>
              <a:t> n)</a:t>
            </a:r>
          </a:p>
          <a:p>
            <a:pPr marL="342900" marR="0" lvl="0" indent="-342900" algn="l" defTabSz="914400" rtl="0" eaLnBrk="0" fontAlgn="base" latinLnBrk="0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rgbClr val="003399"/>
              </a:buClr>
              <a:buSzPct val="75000"/>
              <a:buFont typeface="Monotype Sorts" pitchFamily="2" charset="2"/>
              <a:buNone/>
              <a:tabLst/>
              <a:defRPr/>
            </a:pPr>
            <a:r>
              <a:rPr kumimoji="0" lang="en-US" alt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{</a:t>
            </a:r>
          </a:p>
          <a:p>
            <a:pPr marL="342900" marR="0" lvl="0" indent="-342900" algn="l" defTabSz="914400" rtl="0" eaLnBrk="0" fontAlgn="base" latinLnBrk="0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rgbClr val="003399"/>
              </a:buClr>
              <a:buSzPct val="75000"/>
              <a:buFont typeface="Monotype Sorts" pitchFamily="2" charset="2"/>
              <a:buNone/>
              <a:tabLst/>
              <a:defRPr/>
            </a:pPr>
            <a:r>
              <a:rPr kumimoji="0" lang="en-US" alt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	for (int </a:t>
            </a:r>
            <a:r>
              <a:rPr kumimoji="0" lang="en-US" altLang="en-US" sz="2400" b="0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i</a:t>
            </a:r>
            <a:r>
              <a:rPr kumimoji="0" lang="en-US" alt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 = 1; </a:t>
            </a:r>
            <a:r>
              <a:rPr kumimoji="0" lang="en-US" altLang="en-US" sz="2400" b="0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i</a:t>
            </a:r>
            <a:r>
              <a:rPr kumimoji="0" lang="en-US" alt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 &lt; n; </a:t>
            </a:r>
            <a:r>
              <a:rPr kumimoji="0" lang="en-US" altLang="en-US" sz="2400" b="0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i</a:t>
            </a:r>
            <a:r>
              <a:rPr kumimoji="0" lang="en-US" alt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++)</a:t>
            </a:r>
          </a:p>
          <a:p>
            <a:pPr marL="342900" marR="0" lvl="0" indent="-342900" algn="l" defTabSz="914400" rtl="0" eaLnBrk="0" fontAlgn="base" latinLnBrk="0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rgbClr val="003399"/>
              </a:buClr>
              <a:buSzPct val="75000"/>
              <a:buFont typeface="Monotype Sorts" pitchFamily="2" charset="2"/>
              <a:buNone/>
              <a:tabLst/>
              <a:defRPr/>
            </a:pPr>
            <a:r>
              <a:rPr kumimoji="0" lang="en-US" alt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	{// insert a[</a:t>
            </a:r>
            <a:r>
              <a:rPr kumimoji="0" lang="en-US" altLang="en-US" sz="2400" b="0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i</a:t>
            </a:r>
            <a:r>
              <a:rPr kumimoji="0" lang="en-US" alt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] into a[0:i-1]</a:t>
            </a:r>
          </a:p>
          <a:p>
            <a:pPr marL="342900" marR="0" lvl="0" indent="-342900" algn="l" defTabSz="914400" rtl="0" eaLnBrk="0" fontAlgn="base" latinLnBrk="0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rgbClr val="003399"/>
              </a:buClr>
              <a:buSzPct val="75000"/>
              <a:buFont typeface="Monotype Sorts" pitchFamily="2" charset="2"/>
              <a:buNone/>
              <a:tabLst/>
              <a:defRPr/>
            </a:pPr>
            <a:r>
              <a:rPr kumimoji="0" lang="en-US" alt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   		</a:t>
            </a:r>
            <a:r>
              <a:rPr kumimoji="0" lang="en-US" alt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003399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int t = a[</a:t>
            </a:r>
            <a:r>
              <a:rPr kumimoji="0" lang="en-US" altLang="en-US" sz="2400" b="0" i="0" u="none" strike="noStrike" kern="1200" cap="none" spc="0" normalizeH="0" baseline="0" noProof="0" dirty="0" err="1">
                <a:ln>
                  <a:noFill/>
                </a:ln>
                <a:solidFill>
                  <a:srgbClr val="003399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i</a:t>
            </a:r>
            <a:r>
              <a:rPr kumimoji="0" lang="en-US" alt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003399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];</a:t>
            </a:r>
          </a:p>
          <a:p>
            <a:pPr marL="342900" marR="0" lvl="0" indent="-342900" algn="l" defTabSz="914400" rtl="0" eaLnBrk="0" fontAlgn="base" latinLnBrk="0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rgbClr val="003399"/>
              </a:buClr>
              <a:buSzPct val="75000"/>
              <a:buFont typeface="Monotype Sorts" pitchFamily="2" charset="2"/>
              <a:buNone/>
              <a:tabLst/>
              <a:defRPr/>
            </a:pPr>
            <a:r>
              <a:rPr kumimoji="0" lang="en-US" alt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003399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   		</a:t>
            </a:r>
          </a:p>
          <a:p>
            <a:pPr marL="342900" marR="0" lvl="0" indent="-342900" algn="l" defTabSz="914400" rtl="0" eaLnBrk="0" fontAlgn="base" latinLnBrk="0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rgbClr val="003399"/>
              </a:buClr>
              <a:buSzPct val="75000"/>
              <a:buFont typeface="Monotype Sorts" pitchFamily="2" charset="2"/>
              <a:buNone/>
              <a:tabLst/>
              <a:defRPr/>
            </a:pPr>
            <a:r>
              <a:rPr kumimoji="0" lang="en-US" alt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003399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   		for (int j = </a:t>
            </a:r>
            <a:r>
              <a:rPr kumimoji="0" lang="en-US" altLang="en-US" sz="2400" b="0" i="0" u="none" strike="noStrike" kern="1200" cap="none" spc="0" normalizeH="0" baseline="0" noProof="0" dirty="0" err="1">
                <a:ln>
                  <a:noFill/>
                </a:ln>
                <a:solidFill>
                  <a:srgbClr val="003399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i</a:t>
            </a:r>
            <a:r>
              <a:rPr kumimoji="0" lang="en-US" alt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003399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 - 1; j &gt;= 0 &amp;&amp; t &lt; a[j]; j--)</a:t>
            </a:r>
          </a:p>
          <a:p>
            <a:pPr marL="342900" marR="0" lvl="0" indent="-342900" algn="l" defTabSz="914400" rtl="0" eaLnBrk="0" fontAlgn="base" latinLnBrk="0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rgbClr val="003399"/>
              </a:buClr>
              <a:buSzPct val="75000"/>
              <a:buFont typeface="Monotype Sorts" pitchFamily="2" charset="2"/>
              <a:buNone/>
              <a:tabLst/>
              <a:defRPr/>
            </a:pPr>
            <a:r>
              <a:rPr kumimoji="0" lang="en-US" alt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003399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       		</a:t>
            </a:r>
            <a:r>
              <a:rPr kumimoji="0" lang="en-US" alt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a[j + 1] = a[j];</a:t>
            </a:r>
          </a:p>
          <a:p>
            <a:pPr marL="342900" marR="0" lvl="0" indent="-342900" algn="l" defTabSz="914400" rtl="0" eaLnBrk="0" fontAlgn="base" latinLnBrk="0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rgbClr val="003399"/>
              </a:buClr>
              <a:buSzPct val="75000"/>
              <a:buFont typeface="Monotype Sorts" pitchFamily="2" charset="2"/>
              <a:buNone/>
              <a:tabLst/>
              <a:defRPr/>
            </a:pPr>
            <a:r>
              <a:rPr kumimoji="0" lang="en-US" alt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003399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   		</a:t>
            </a:r>
          </a:p>
          <a:p>
            <a:pPr marL="342900" marR="0" lvl="0" indent="-342900" algn="l" defTabSz="914400" rtl="0" eaLnBrk="0" fontAlgn="base" latinLnBrk="0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rgbClr val="003399"/>
              </a:buClr>
              <a:buSzPct val="75000"/>
              <a:buFont typeface="Monotype Sorts" pitchFamily="2" charset="2"/>
              <a:buNone/>
              <a:tabLst/>
              <a:defRPr/>
            </a:pPr>
            <a:r>
              <a:rPr kumimoji="0" lang="en-US" alt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	}</a:t>
            </a:r>
          </a:p>
          <a:p>
            <a:pPr marL="342900" marR="0" lvl="0" indent="-342900" algn="l" defTabSz="914400" rtl="0" eaLnBrk="0" fontAlgn="base" latinLnBrk="0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rgbClr val="003399"/>
              </a:buClr>
              <a:buSzPct val="75000"/>
              <a:buFont typeface="Monotype Sorts" pitchFamily="2" charset="2"/>
              <a:buNone/>
              <a:tabLst/>
              <a:defRPr/>
            </a:pPr>
            <a:r>
              <a:rPr lang="en-US" altLang="en-US" sz="2400" dirty="0">
                <a:solidFill>
                  <a:srgbClr val="000000"/>
                </a:solidFill>
                <a:latin typeface="Arial"/>
              </a:rPr>
              <a:t>}</a:t>
            </a:r>
            <a:endParaRPr kumimoji="0" lang="en-US" altLang="en-US" sz="24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  <a:p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1ACA9978-9F54-4730-96D9-CBECE2212E9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440557" y="1801972"/>
            <a:ext cx="5870714" cy="3986212"/>
          </a:xfrm>
        </p:spPr>
        <p:txBody>
          <a:bodyPr>
            <a:normAutofit/>
          </a:bodyPr>
          <a:lstStyle/>
          <a:p>
            <a:pPr marL="0" indent="0">
              <a:buNone/>
            </a:pPr>
            <a:endParaRPr lang="en-US" sz="2200" dirty="0"/>
          </a:p>
        </p:txBody>
      </p:sp>
    </p:spTree>
    <p:extLst>
      <p:ext uri="{BB962C8B-B14F-4D97-AF65-F5344CB8AC3E}">
        <p14:creationId xmlns:p14="http://schemas.microsoft.com/office/powerpoint/2010/main" val="106115788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65F7DAA-09D3-456F-97A3-7763E647383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35147" y="136525"/>
            <a:ext cx="10515600" cy="732155"/>
          </a:xfrm>
        </p:spPr>
        <p:txBody>
          <a:bodyPr/>
          <a:lstStyle/>
          <a:p>
            <a:r>
              <a:rPr lang="en-US" dirty="0"/>
              <a:t>Insertion Sort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65E8902-4145-4AEC-8587-DFE02D5C40E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31CBA4-1EAF-46A4-9177-6D3F28D7E13E}" type="datetime1">
              <a:rPr lang="en-US" smtClean="0"/>
              <a:t>1/11/2025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99FFDFE-9ABE-4BE5-8C36-DE8E99FBEBB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ICT 2257 Design and Analysis of Algorithms</a:t>
            </a:r>
          </a:p>
        </p:txBody>
      </p:sp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8EC51E87-6ED2-43F8-BD59-41F39FC9F3AB}"/>
              </a:ext>
            </a:extLst>
          </p:cNvPr>
          <p:cNvSpPr txBox="1">
            <a:spLocks/>
          </p:cNvSpPr>
          <p:nvPr/>
        </p:nvSpPr>
        <p:spPr>
          <a:xfrm>
            <a:off x="0" y="1233806"/>
            <a:ext cx="6147582" cy="548766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42900" indent="-3429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3399"/>
              </a:buClr>
              <a:buSzPct val="75000"/>
              <a:buNone/>
              <a:defRPr/>
            </a:pPr>
            <a:r>
              <a:rPr lang="fr-FR" sz="2400" dirty="0" err="1">
                <a:latin typeface="Calibri (Body)"/>
              </a:rPr>
              <a:t>void</a:t>
            </a:r>
            <a:r>
              <a:rPr lang="fr-FR" sz="2400" dirty="0">
                <a:latin typeface="Calibri (Body)"/>
              </a:rPr>
              <a:t> </a:t>
            </a:r>
            <a:r>
              <a:rPr lang="fr-FR" sz="2400" dirty="0" err="1">
                <a:latin typeface="Calibri (Body)"/>
              </a:rPr>
              <a:t>insertionSort</a:t>
            </a:r>
            <a:r>
              <a:rPr lang="fr-FR" sz="2400" dirty="0">
                <a:latin typeface="Calibri (Body)"/>
              </a:rPr>
              <a:t>(</a:t>
            </a:r>
            <a:r>
              <a:rPr lang="fr-FR" sz="2400" dirty="0" err="1">
                <a:latin typeface="Calibri (Body)"/>
              </a:rPr>
              <a:t>int</a:t>
            </a:r>
            <a:r>
              <a:rPr lang="fr-FR" sz="2400" dirty="0">
                <a:latin typeface="Calibri (Body)"/>
              </a:rPr>
              <a:t> a[], </a:t>
            </a:r>
            <a:r>
              <a:rPr lang="fr-FR" sz="2400" dirty="0" err="1">
                <a:latin typeface="Calibri (Body)"/>
              </a:rPr>
              <a:t>int</a:t>
            </a:r>
            <a:r>
              <a:rPr lang="fr-FR" sz="2400" dirty="0">
                <a:latin typeface="Calibri (Body)"/>
              </a:rPr>
              <a:t> n)</a:t>
            </a:r>
          </a:p>
          <a:p>
            <a:pPr marL="342900" marR="0" lvl="0" indent="-342900" algn="l" defTabSz="914400" rtl="0" eaLnBrk="0" fontAlgn="base" latinLnBrk="0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rgbClr val="003399"/>
              </a:buClr>
              <a:buSzPct val="75000"/>
              <a:buFont typeface="Monotype Sorts" pitchFamily="2" charset="2"/>
              <a:buNone/>
              <a:tabLst/>
              <a:defRPr/>
            </a:pPr>
            <a:r>
              <a:rPr kumimoji="0" lang="en-US" alt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{</a:t>
            </a:r>
          </a:p>
          <a:p>
            <a:pPr marL="342900" marR="0" lvl="0" indent="-342900" algn="l" defTabSz="914400" rtl="0" eaLnBrk="0" fontAlgn="base" latinLnBrk="0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rgbClr val="003399"/>
              </a:buClr>
              <a:buSzPct val="75000"/>
              <a:buFont typeface="Monotype Sorts" pitchFamily="2" charset="2"/>
              <a:buNone/>
              <a:tabLst/>
              <a:defRPr/>
            </a:pPr>
            <a:r>
              <a:rPr kumimoji="0" lang="en-US" alt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	for (int </a:t>
            </a:r>
            <a:r>
              <a:rPr kumimoji="0" lang="en-US" altLang="en-US" sz="2400" b="0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i</a:t>
            </a:r>
            <a:r>
              <a:rPr kumimoji="0" lang="en-US" alt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 = 1; </a:t>
            </a:r>
            <a:r>
              <a:rPr kumimoji="0" lang="en-US" altLang="en-US" sz="2400" b="0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i</a:t>
            </a:r>
            <a:r>
              <a:rPr kumimoji="0" lang="en-US" alt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 &lt; n; </a:t>
            </a:r>
            <a:r>
              <a:rPr kumimoji="0" lang="en-US" altLang="en-US" sz="2400" b="0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i</a:t>
            </a:r>
            <a:r>
              <a:rPr kumimoji="0" lang="en-US" alt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++)</a:t>
            </a:r>
          </a:p>
          <a:p>
            <a:pPr marL="342900" marR="0" lvl="0" indent="-342900" algn="l" defTabSz="914400" rtl="0" eaLnBrk="0" fontAlgn="base" latinLnBrk="0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rgbClr val="003399"/>
              </a:buClr>
              <a:buSzPct val="75000"/>
              <a:buFont typeface="Monotype Sorts" pitchFamily="2" charset="2"/>
              <a:buNone/>
              <a:tabLst/>
              <a:defRPr/>
            </a:pPr>
            <a:r>
              <a:rPr kumimoji="0" lang="en-US" alt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	{// insert a[</a:t>
            </a:r>
            <a:r>
              <a:rPr kumimoji="0" lang="en-US" altLang="en-US" sz="2400" b="0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i</a:t>
            </a:r>
            <a:r>
              <a:rPr kumimoji="0" lang="en-US" alt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] into a[0:i-1]</a:t>
            </a:r>
          </a:p>
          <a:p>
            <a:pPr marL="342900" marR="0" lvl="0" indent="-342900" algn="l" defTabSz="914400" rtl="0" eaLnBrk="0" fontAlgn="base" latinLnBrk="0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rgbClr val="003399"/>
              </a:buClr>
              <a:buSzPct val="75000"/>
              <a:buFont typeface="Monotype Sorts" pitchFamily="2" charset="2"/>
              <a:buNone/>
              <a:tabLst/>
              <a:defRPr/>
            </a:pPr>
            <a:r>
              <a:rPr kumimoji="0" lang="en-US" alt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   		</a:t>
            </a:r>
            <a:r>
              <a:rPr kumimoji="0" lang="en-US" alt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003399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int t = a[</a:t>
            </a:r>
            <a:r>
              <a:rPr kumimoji="0" lang="en-US" altLang="en-US" sz="2400" b="0" i="0" u="none" strike="noStrike" kern="1200" cap="none" spc="0" normalizeH="0" baseline="0" noProof="0" dirty="0" err="1">
                <a:ln>
                  <a:noFill/>
                </a:ln>
                <a:solidFill>
                  <a:srgbClr val="003399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i</a:t>
            </a:r>
            <a:r>
              <a:rPr kumimoji="0" lang="en-US" alt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003399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];</a:t>
            </a:r>
          </a:p>
          <a:p>
            <a:pPr marL="342900" marR="0" lvl="0" indent="-342900" algn="l" defTabSz="914400" rtl="0" eaLnBrk="0" fontAlgn="base" latinLnBrk="0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rgbClr val="003399"/>
              </a:buClr>
              <a:buSzPct val="75000"/>
              <a:buFont typeface="Monotype Sorts" pitchFamily="2" charset="2"/>
              <a:buNone/>
              <a:tabLst/>
              <a:defRPr/>
            </a:pPr>
            <a:r>
              <a:rPr kumimoji="0" lang="en-US" alt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003399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   		</a:t>
            </a:r>
          </a:p>
          <a:p>
            <a:pPr marL="342900" marR="0" lvl="0" indent="-342900" algn="l" defTabSz="914400" rtl="0" eaLnBrk="0" fontAlgn="base" latinLnBrk="0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rgbClr val="003399"/>
              </a:buClr>
              <a:buSzPct val="75000"/>
              <a:buFont typeface="Monotype Sorts" pitchFamily="2" charset="2"/>
              <a:buNone/>
              <a:tabLst/>
              <a:defRPr/>
            </a:pPr>
            <a:r>
              <a:rPr kumimoji="0" lang="en-US" alt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003399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   		for (int j = </a:t>
            </a:r>
            <a:r>
              <a:rPr kumimoji="0" lang="en-US" altLang="en-US" sz="2400" b="0" i="0" u="none" strike="noStrike" kern="1200" cap="none" spc="0" normalizeH="0" baseline="0" noProof="0" dirty="0" err="1">
                <a:ln>
                  <a:noFill/>
                </a:ln>
                <a:solidFill>
                  <a:srgbClr val="003399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i</a:t>
            </a:r>
            <a:r>
              <a:rPr kumimoji="0" lang="en-US" alt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003399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 - 1; j &gt;= 0 &amp;&amp; t &lt; a[j]; j--)</a:t>
            </a:r>
          </a:p>
          <a:p>
            <a:pPr marL="342900" marR="0" lvl="0" indent="-342900" algn="l" defTabSz="914400" rtl="0" eaLnBrk="0" fontAlgn="base" latinLnBrk="0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rgbClr val="003399"/>
              </a:buClr>
              <a:buSzPct val="75000"/>
              <a:buFont typeface="Monotype Sorts" pitchFamily="2" charset="2"/>
              <a:buNone/>
              <a:tabLst/>
              <a:defRPr/>
            </a:pPr>
            <a:r>
              <a:rPr kumimoji="0" lang="en-US" alt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003399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       		a[j + 1] = a[j];</a:t>
            </a:r>
          </a:p>
          <a:p>
            <a:pPr marL="342900" marR="0" lvl="0" indent="-342900" algn="l" defTabSz="914400" rtl="0" eaLnBrk="0" fontAlgn="base" latinLnBrk="0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rgbClr val="003399"/>
              </a:buClr>
              <a:buSzPct val="75000"/>
              <a:buFont typeface="Monotype Sorts" pitchFamily="2" charset="2"/>
              <a:buNone/>
              <a:tabLst/>
              <a:defRPr/>
            </a:pPr>
            <a:r>
              <a:rPr kumimoji="0" lang="en-US" alt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003399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   		</a:t>
            </a:r>
            <a:r>
              <a:rPr kumimoji="0" lang="en-US" alt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a[j + 1] = t;</a:t>
            </a:r>
          </a:p>
          <a:p>
            <a:pPr marL="342900" marR="0" lvl="0" indent="-342900" algn="l" defTabSz="914400" rtl="0" eaLnBrk="0" fontAlgn="base" latinLnBrk="0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rgbClr val="003399"/>
              </a:buClr>
              <a:buSzPct val="75000"/>
              <a:buFont typeface="Monotype Sorts" pitchFamily="2" charset="2"/>
              <a:buNone/>
              <a:tabLst/>
              <a:defRPr/>
            </a:pPr>
            <a:r>
              <a:rPr kumimoji="0" lang="en-US" alt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	}</a:t>
            </a:r>
          </a:p>
          <a:p>
            <a:pPr marL="342900" marR="0" lvl="0" indent="-342900" algn="l" defTabSz="914400" rtl="0" eaLnBrk="0" fontAlgn="base" latinLnBrk="0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rgbClr val="003399"/>
              </a:buClr>
              <a:buSzPct val="75000"/>
              <a:buFont typeface="Monotype Sorts" pitchFamily="2" charset="2"/>
              <a:buNone/>
              <a:tabLst/>
              <a:defRPr/>
            </a:pPr>
            <a:r>
              <a:rPr lang="en-US" altLang="en-US" sz="2400" dirty="0">
                <a:solidFill>
                  <a:srgbClr val="000000"/>
                </a:solidFill>
                <a:latin typeface="Arial"/>
              </a:rPr>
              <a:t>}</a:t>
            </a:r>
            <a:endParaRPr kumimoji="0" lang="en-US" altLang="en-US" sz="24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  <a:p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1ACA9978-9F54-4730-96D9-CBECE2212E9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440557" y="1801972"/>
            <a:ext cx="5870714" cy="3986212"/>
          </a:xfrm>
        </p:spPr>
        <p:txBody>
          <a:bodyPr>
            <a:normAutofit/>
          </a:bodyPr>
          <a:lstStyle/>
          <a:p>
            <a:pPr marL="0" indent="0">
              <a:buNone/>
            </a:pPr>
            <a:endParaRPr lang="en-US" sz="2200" dirty="0"/>
          </a:p>
        </p:txBody>
      </p:sp>
    </p:spTree>
    <p:extLst>
      <p:ext uri="{BB962C8B-B14F-4D97-AF65-F5344CB8AC3E}">
        <p14:creationId xmlns:p14="http://schemas.microsoft.com/office/powerpoint/2010/main" val="32726076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65F7DAA-09D3-456F-97A3-7763E647383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35147" y="136525"/>
            <a:ext cx="10515600" cy="732155"/>
          </a:xfrm>
        </p:spPr>
        <p:txBody>
          <a:bodyPr/>
          <a:lstStyle/>
          <a:p>
            <a:r>
              <a:rPr lang="en-US" dirty="0"/>
              <a:t>Insertion Sort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65E8902-4145-4AEC-8587-DFE02D5C40E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31CBA4-1EAF-46A4-9177-6D3F28D7E13E}" type="datetime1">
              <a:rPr lang="en-US" smtClean="0"/>
              <a:t>1/11/2025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99FFDFE-9ABE-4BE5-8C36-DE8E99FBEBB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ICT 2257 Design and Analysis of Algorithms</a:t>
            </a:r>
          </a:p>
        </p:txBody>
      </p:sp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8EC51E87-6ED2-43F8-BD59-41F39FC9F3AB}"/>
              </a:ext>
            </a:extLst>
          </p:cNvPr>
          <p:cNvSpPr txBox="1">
            <a:spLocks/>
          </p:cNvSpPr>
          <p:nvPr/>
        </p:nvSpPr>
        <p:spPr>
          <a:xfrm>
            <a:off x="0" y="1233806"/>
            <a:ext cx="6147582" cy="548766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42900" indent="-3429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3399"/>
              </a:buClr>
              <a:buSzPct val="75000"/>
              <a:buNone/>
              <a:defRPr/>
            </a:pPr>
            <a:r>
              <a:rPr lang="fr-FR" sz="2400" dirty="0" err="1">
                <a:latin typeface="Calibri (Body)"/>
              </a:rPr>
              <a:t>void</a:t>
            </a:r>
            <a:r>
              <a:rPr lang="fr-FR" sz="2400" dirty="0">
                <a:latin typeface="Calibri (Body)"/>
              </a:rPr>
              <a:t> </a:t>
            </a:r>
            <a:r>
              <a:rPr lang="fr-FR" sz="2400" dirty="0" err="1">
                <a:latin typeface="Calibri (Body)"/>
              </a:rPr>
              <a:t>insertionSort</a:t>
            </a:r>
            <a:r>
              <a:rPr lang="fr-FR" sz="2400" dirty="0">
                <a:latin typeface="Calibri (Body)"/>
              </a:rPr>
              <a:t>(</a:t>
            </a:r>
            <a:r>
              <a:rPr lang="fr-FR" sz="2400" dirty="0" err="1">
                <a:latin typeface="Calibri (Body)"/>
              </a:rPr>
              <a:t>int</a:t>
            </a:r>
            <a:r>
              <a:rPr lang="fr-FR" sz="2400" dirty="0">
                <a:latin typeface="Calibri (Body)"/>
              </a:rPr>
              <a:t> a[], </a:t>
            </a:r>
            <a:r>
              <a:rPr lang="fr-FR" sz="2400" dirty="0" err="1">
                <a:latin typeface="Calibri (Body)"/>
              </a:rPr>
              <a:t>int</a:t>
            </a:r>
            <a:r>
              <a:rPr lang="fr-FR" sz="2400" dirty="0">
                <a:latin typeface="Calibri (Body)"/>
              </a:rPr>
              <a:t> n)</a:t>
            </a:r>
          </a:p>
          <a:p>
            <a:pPr marL="342900" marR="0" lvl="0" indent="-342900" algn="l" defTabSz="914400" rtl="0" eaLnBrk="0" fontAlgn="base" latinLnBrk="0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rgbClr val="003399"/>
              </a:buClr>
              <a:buSzPct val="75000"/>
              <a:buFont typeface="Monotype Sorts" pitchFamily="2" charset="2"/>
              <a:buNone/>
              <a:tabLst/>
              <a:defRPr/>
            </a:pPr>
            <a:r>
              <a:rPr kumimoji="0" lang="en-US" alt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{</a:t>
            </a:r>
          </a:p>
          <a:p>
            <a:pPr marL="342900" marR="0" lvl="0" indent="-342900" algn="l" defTabSz="914400" rtl="0" eaLnBrk="0" fontAlgn="base" latinLnBrk="0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rgbClr val="003399"/>
              </a:buClr>
              <a:buSzPct val="75000"/>
              <a:buFont typeface="Monotype Sorts" pitchFamily="2" charset="2"/>
              <a:buNone/>
              <a:tabLst/>
              <a:defRPr/>
            </a:pPr>
            <a:r>
              <a:rPr kumimoji="0" lang="en-US" alt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	for (int </a:t>
            </a:r>
            <a:r>
              <a:rPr kumimoji="0" lang="en-US" altLang="en-US" sz="2400" b="0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i</a:t>
            </a:r>
            <a:r>
              <a:rPr kumimoji="0" lang="en-US" alt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 = 1; </a:t>
            </a:r>
            <a:r>
              <a:rPr kumimoji="0" lang="en-US" altLang="en-US" sz="2400" b="0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i</a:t>
            </a:r>
            <a:r>
              <a:rPr kumimoji="0" lang="en-US" alt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 &lt; n; </a:t>
            </a:r>
            <a:r>
              <a:rPr kumimoji="0" lang="en-US" altLang="en-US" sz="2400" b="0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i</a:t>
            </a:r>
            <a:r>
              <a:rPr kumimoji="0" lang="en-US" alt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++)</a:t>
            </a:r>
          </a:p>
          <a:p>
            <a:pPr marL="342900" marR="0" lvl="0" indent="-342900" algn="l" defTabSz="914400" rtl="0" eaLnBrk="0" fontAlgn="base" latinLnBrk="0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rgbClr val="003399"/>
              </a:buClr>
              <a:buSzPct val="75000"/>
              <a:buFont typeface="Monotype Sorts" pitchFamily="2" charset="2"/>
              <a:buNone/>
              <a:tabLst/>
              <a:defRPr/>
            </a:pPr>
            <a:r>
              <a:rPr kumimoji="0" lang="en-US" alt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	{// insert a[</a:t>
            </a:r>
            <a:r>
              <a:rPr kumimoji="0" lang="en-US" altLang="en-US" sz="2400" b="0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i</a:t>
            </a:r>
            <a:r>
              <a:rPr kumimoji="0" lang="en-US" alt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] into a[0:i-1]</a:t>
            </a:r>
          </a:p>
          <a:p>
            <a:pPr marL="342900" marR="0" lvl="0" indent="-342900" algn="l" defTabSz="914400" rtl="0" eaLnBrk="0" fontAlgn="base" latinLnBrk="0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rgbClr val="003399"/>
              </a:buClr>
              <a:buSzPct val="75000"/>
              <a:buFont typeface="Monotype Sorts" pitchFamily="2" charset="2"/>
              <a:buNone/>
              <a:tabLst/>
              <a:defRPr/>
            </a:pPr>
            <a:r>
              <a:rPr kumimoji="0" lang="en-US" alt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   		</a:t>
            </a:r>
            <a:r>
              <a:rPr kumimoji="0" lang="en-US" alt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003399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int t = a[</a:t>
            </a:r>
            <a:r>
              <a:rPr kumimoji="0" lang="en-US" altLang="en-US" sz="2400" b="0" i="0" u="none" strike="noStrike" kern="1200" cap="none" spc="0" normalizeH="0" baseline="0" noProof="0" dirty="0" err="1">
                <a:ln>
                  <a:noFill/>
                </a:ln>
                <a:solidFill>
                  <a:srgbClr val="003399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i</a:t>
            </a:r>
            <a:r>
              <a:rPr kumimoji="0" lang="en-US" alt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003399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];</a:t>
            </a:r>
          </a:p>
          <a:p>
            <a:pPr marL="342900" marR="0" lvl="0" indent="-342900" algn="l" defTabSz="914400" rtl="0" eaLnBrk="0" fontAlgn="base" latinLnBrk="0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rgbClr val="003399"/>
              </a:buClr>
              <a:buSzPct val="75000"/>
              <a:buFont typeface="Monotype Sorts" pitchFamily="2" charset="2"/>
              <a:buNone/>
              <a:tabLst/>
              <a:defRPr/>
            </a:pPr>
            <a:r>
              <a:rPr kumimoji="0" lang="en-US" alt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003399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   		</a:t>
            </a:r>
          </a:p>
          <a:p>
            <a:pPr marL="342900" marR="0" lvl="0" indent="-342900" algn="l" defTabSz="914400" rtl="0" eaLnBrk="0" fontAlgn="base" latinLnBrk="0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rgbClr val="003399"/>
              </a:buClr>
              <a:buSzPct val="75000"/>
              <a:buFont typeface="Monotype Sorts" pitchFamily="2" charset="2"/>
              <a:buNone/>
              <a:tabLst/>
              <a:defRPr/>
            </a:pPr>
            <a:r>
              <a:rPr kumimoji="0" lang="en-US" alt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003399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   		for (int j = </a:t>
            </a:r>
            <a:r>
              <a:rPr kumimoji="0" lang="en-US" altLang="en-US" sz="2400" b="0" i="0" u="none" strike="noStrike" kern="1200" cap="none" spc="0" normalizeH="0" baseline="0" noProof="0" dirty="0" err="1">
                <a:ln>
                  <a:noFill/>
                </a:ln>
                <a:solidFill>
                  <a:srgbClr val="003399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i</a:t>
            </a:r>
            <a:r>
              <a:rPr kumimoji="0" lang="en-US" alt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003399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 - 1; j &gt;= 0 &amp;&amp; t &lt; a[j]; j--)</a:t>
            </a:r>
          </a:p>
          <a:p>
            <a:pPr marL="342900" marR="0" lvl="0" indent="-342900" algn="l" defTabSz="914400" rtl="0" eaLnBrk="0" fontAlgn="base" latinLnBrk="0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rgbClr val="003399"/>
              </a:buClr>
              <a:buSzPct val="75000"/>
              <a:buFont typeface="Monotype Sorts" pitchFamily="2" charset="2"/>
              <a:buNone/>
              <a:tabLst/>
              <a:defRPr/>
            </a:pPr>
            <a:r>
              <a:rPr kumimoji="0" lang="en-US" alt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003399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       		a[j + 1] = a[j];</a:t>
            </a:r>
          </a:p>
          <a:p>
            <a:pPr marL="342900" marR="0" lvl="0" indent="-342900" algn="l" defTabSz="914400" rtl="0" eaLnBrk="0" fontAlgn="base" latinLnBrk="0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rgbClr val="003399"/>
              </a:buClr>
              <a:buSzPct val="75000"/>
              <a:buFont typeface="Monotype Sorts" pitchFamily="2" charset="2"/>
              <a:buNone/>
              <a:tabLst/>
              <a:defRPr/>
            </a:pPr>
            <a:r>
              <a:rPr kumimoji="0" lang="en-US" alt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003399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   		a[j + 1] = t;</a:t>
            </a:r>
          </a:p>
          <a:p>
            <a:pPr marL="342900" marR="0" lvl="0" indent="-342900" algn="l" defTabSz="914400" rtl="0" eaLnBrk="0" fontAlgn="base" latinLnBrk="0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rgbClr val="003399"/>
              </a:buClr>
              <a:buSzPct val="75000"/>
              <a:buFont typeface="Monotype Sorts" pitchFamily="2" charset="2"/>
              <a:buNone/>
              <a:tabLst/>
              <a:defRPr/>
            </a:pPr>
            <a:r>
              <a:rPr kumimoji="0" lang="en-US" alt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	}</a:t>
            </a:r>
          </a:p>
          <a:p>
            <a:pPr marL="342900" marR="0" lvl="0" indent="-342900" algn="l" defTabSz="914400" rtl="0" eaLnBrk="0" fontAlgn="base" latinLnBrk="0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rgbClr val="003399"/>
              </a:buClr>
              <a:buSzPct val="75000"/>
              <a:buFont typeface="Monotype Sorts" pitchFamily="2" charset="2"/>
              <a:buNone/>
              <a:tabLst/>
              <a:defRPr/>
            </a:pPr>
            <a:r>
              <a:rPr lang="en-US" altLang="en-US" sz="2400" dirty="0">
                <a:solidFill>
                  <a:srgbClr val="000000"/>
                </a:solidFill>
                <a:latin typeface="Arial"/>
              </a:rPr>
              <a:t>}</a:t>
            </a:r>
            <a:endParaRPr kumimoji="0" lang="en-US" altLang="en-US" sz="24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  <a:p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1ACA9978-9F54-4730-96D9-CBECE2212E9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440557" y="1801972"/>
            <a:ext cx="5870714" cy="3986212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2200" dirty="0" err="1"/>
              <a:t>i</a:t>
            </a:r>
            <a:r>
              <a:rPr lang="en-US" sz="2200" dirty="0"/>
              <a:t> =1,  j=0,  		1 comparison</a:t>
            </a:r>
          </a:p>
          <a:p>
            <a:pPr marL="0" indent="0">
              <a:buNone/>
            </a:pPr>
            <a:r>
              <a:rPr lang="en-US" sz="2200" dirty="0" err="1"/>
              <a:t>i</a:t>
            </a:r>
            <a:r>
              <a:rPr lang="en-US" sz="2200" dirty="0"/>
              <a:t>=2, j = 0, 1 	              2 comparisons</a:t>
            </a:r>
          </a:p>
          <a:p>
            <a:pPr marL="0" indent="0">
              <a:buNone/>
            </a:pPr>
            <a:r>
              <a:rPr lang="en-US" sz="2200" dirty="0"/>
              <a:t> ….</a:t>
            </a:r>
          </a:p>
          <a:p>
            <a:pPr marL="0" indent="0">
              <a:buNone/>
            </a:pPr>
            <a:r>
              <a:rPr lang="en-US" sz="2200" dirty="0"/>
              <a:t>…..</a:t>
            </a:r>
          </a:p>
          <a:p>
            <a:pPr marL="0" indent="0">
              <a:buNone/>
            </a:pPr>
            <a:r>
              <a:rPr lang="en-US" sz="2200" dirty="0" err="1"/>
              <a:t>i</a:t>
            </a:r>
            <a:r>
              <a:rPr lang="en-US" sz="2200" dirty="0"/>
              <a:t> = n-1,  j= 0, 1,…, n-2     n-1 comparisons </a:t>
            </a:r>
          </a:p>
          <a:p>
            <a:endParaRPr lang="en-US" sz="2200" dirty="0"/>
          </a:p>
          <a:p>
            <a:pPr marL="0" indent="0">
              <a:buNone/>
            </a:pPr>
            <a:r>
              <a:rPr lang="en-US" sz="2200" dirty="0"/>
              <a:t>Total Comparisons = 1 + 2 + …. + (n-1)</a:t>
            </a:r>
          </a:p>
          <a:p>
            <a:pPr marL="1828800" lvl="4" indent="0">
              <a:buNone/>
            </a:pPr>
            <a:r>
              <a:rPr lang="en-US" sz="2200" dirty="0"/>
              <a:t>                      = n(n-1)/2 = O(n</a:t>
            </a:r>
            <a:r>
              <a:rPr lang="en-US" sz="2200" baseline="30000" dirty="0"/>
              <a:t>2</a:t>
            </a:r>
            <a:r>
              <a:rPr lang="en-US" sz="2200" dirty="0"/>
              <a:t>) </a:t>
            </a:r>
          </a:p>
        </p:txBody>
      </p:sp>
    </p:spTree>
    <p:extLst>
      <p:ext uri="{BB962C8B-B14F-4D97-AF65-F5344CB8AC3E}">
        <p14:creationId xmlns:p14="http://schemas.microsoft.com/office/powerpoint/2010/main" val="3748639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8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8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8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8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65F7DAA-09D3-456F-97A3-7763E647383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35147" y="136525"/>
            <a:ext cx="10515600" cy="732155"/>
          </a:xfrm>
        </p:spPr>
        <p:txBody>
          <a:bodyPr/>
          <a:lstStyle/>
          <a:p>
            <a:r>
              <a:rPr lang="en-US" dirty="0"/>
              <a:t>Insertion Sort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65E8902-4145-4AEC-8587-DFE02D5C40E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31CBA4-1EAF-46A4-9177-6D3F28D7E13E}" type="datetime1">
              <a:rPr lang="en-US" smtClean="0"/>
              <a:t>1/11/2025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99FFDFE-9ABE-4BE5-8C36-DE8E99FBEBB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ICT 2257 Design and Analysis of Algorithms</a:t>
            </a:r>
          </a:p>
        </p:txBody>
      </p:sp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8EC51E87-6ED2-43F8-BD59-41F39FC9F3AB}"/>
              </a:ext>
            </a:extLst>
          </p:cNvPr>
          <p:cNvSpPr txBox="1">
            <a:spLocks/>
          </p:cNvSpPr>
          <p:nvPr/>
        </p:nvSpPr>
        <p:spPr>
          <a:xfrm>
            <a:off x="0" y="1233806"/>
            <a:ext cx="6147582" cy="548766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42900" indent="-3429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3399"/>
              </a:buClr>
              <a:buSzPct val="75000"/>
              <a:buNone/>
              <a:defRPr/>
            </a:pPr>
            <a:r>
              <a:rPr lang="fr-FR" sz="2400" dirty="0" err="1">
                <a:latin typeface="Calibri (Body)"/>
              </a:rPr>
              <a:t>void</a:t>
            </a:r>
            <a:r>
              <a:rPr lang="fr-FR" sz="2400" dirty="0">
                <a:latin typeface="Calibri (Body)"/>
              </a:rPr>
              <a:t> </a:t>
            </a:r>
            <a:r>
              <a:rPr lang="fr-FR" sz="2400" dirty="0" err="1">
                <a:latin typeface="Calibri (Body)"/>
              </a:rPr>
              <a:t>insertionSort</a:t>
            </a:r>
            <a:r>
              <a:rPr lang="fr-FR" sz="2400" dirty="0">
                <a:latin typeface="Calibri (Body)"/>
              </a:rPr>
              <a:t>(</a:t>
            </a:r>
            <a:r>
              <a:rPr lang="fr-FR" sz="2400" dirty="0" err="1">
                <a:latin typeface="Calibri (Body)"/>
              </a:rPr>
              <a:t>int</a:t>
            </a:r>
            <a:r>
              <a:rPr lang="fr-FR" sz="2400" dirty="0">
                <a:latin typeface="Calibri (Body)"/>
              </a:rPr>
              <a:t> a[], </a:t>
            </a:r>
            <a:r>
              <a:rPr lang="fr-FR" sz="2400" dirty="0" err="1">
                <a:latin typeface="Calibri (Body)"/>
              </a:rPr>
              <a:t>int</a:t>
            </a:r>
            <a:r>
              <a:rPr lang="fr-FR" sz="2400" dirty="0">
                <a:latin typeface="Calibri (Body)"/>
              </a:rPr>
              <a:t> n)</a:t>
            </a:r>
          </a:p>
          <a:p>
            <a:pPr marL="342900" marR="0" lvl="0" indent="-342900" algn="l" defTabSz="914400" rtl="0" eaLnBrk="0" fontAlgn="base" latinLnBrk="0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rgbClr val="003399"/>
              </a:buClr>
              <a:buSzPct val="75000"/>
              <a:buFont typeface="Monotype Sorts" pitchFamily="2" charset="2"/>
              <a:buNone/>
              <a:tabLst/>
              <a:defRPr/>
            </a:pPr>
            <a:r>
              <a:rPr kumimoji="0" lang="en-US" alt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{</a:t>
            </a:r>
          </a:p>
          <a:p>
            <a:pPr marL="342900" marR="0" lvl="0" indent="-342900" algn="l" defTabSz="914400" rtl="0" eaLnBrk="0" fontAlgn="base" latinLnBrk="0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rgbClr val="003399"/>
              </a:buClr>
              <a:buSzPct val="75000"/>
              <a:buFont typeface="Monotype Sorts" pitchFamily="2" charset="2"/>
              <a:buNone/>
              <a:tabLst/>
              <a:defRPr/>
            </a:pPr>
            <a:r>
              <a:rPr kumimoji="0" lang="en-US" alt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	for (int </a:t>
            </a:r>
            <a:r>
              <a:rPr kumimoji="0" lang="en-US" altLang="en-US" sz="2400" b="0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i</a:t>
            </a:r>
            <a:r>
              <a:rPr kumimoji="0" lang="en-US" alt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 = 1; </a:t>
            </a:r>
            <a:r>
              <a:rPr kumimoji="0" lang="en-US" altLang="en-US" sz="2400" b="0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i</a:t>
            </a:r>
            <a:r>
              <a:rPr kumimoji="0" lang="en-US" alt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 &lt; n; </a:t>
            </a:r>
            <a:r>
              <a:rPr kumimoji="0" lang="en-US" altLang="en-US" sz="2400" b="0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i</a:t>
            </a:r>
            <a:r>
              <a:rPr kumimoji="0" lang="en-US" alt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++)</a:t>
            </a:r>
          </a:p>
          <a:p>
            <a:pPr marL="342900" marR="0" lvl="0" indent="-342900" algn="l" defTabSz="914400" rtl="0" eaLnBrk="0" fontAlgn="base" latinLnBrk="0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rgbClr val="003399"/>
              </a:buClr>
              <a:buSzPct val="75000"/>
              <a:buFont typeface="Monotype Sorts" pitchFamily="2" charset="2"/>
              <a:buNone/>
              <a:tabLst/>
              <a:defRPr/>
            </a:pPr>
            <a:r>
              <a:rPr kumimoji="0" lang="en-US" alt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	{// insert a[</a:t>
            </a:r>
            <a:r>
              <a:rPr kumimoji="0" lang="en-US" altLang="en-US" sz="2400" b="0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i</a:t>
            </a:r>
            <a:r>
              <a:rPr kumimoji="0" lang="en-US" alt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] into a[0:i-1]</a:t>
            </a:r>
          </a:p>
          <a:p>
            <a:pPr marL="342900" marR="0" lvl="0" indent="-342900" algn="l" defTabSz="914400" rtl="0" eaLnBrk="0" fontAlgn="base" latinLnBrk="0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rgbClr val="003399"/>
              </a:buClr>
              <a:buSzPct val="75000"/>
              <a:buFont typeface="Monotype Sorts" pitchFamily="2" charset="2"/>
              <a:buNone/>
              <a:tabLst/>
              <a:defRPr/>
            </a:pPr>
            <a:r>
              <a:rPr kumimoji="0" lang="en-US" alt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   		</a:t>
            </a:r>
            <a:r>
              <a:rPr kumimoji="0" lang="en-US" alt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003399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int t = a[</a:t>
            </a:r>
            <a:r>
              <a:rPr kumimoji="0" lang="en-US" altLang="en-US" sz="2400" b="0" i="0" u="none" strike="noStrike" kern="1200" cap="none" spc="0" normalizeH="0" baseline="0" noProof="0" dirty="0" err="1">
                <a:ln>
                  <a:noFill/>
                </a:ln>
                <a:solidFill>
                  <a:srgbClr val="003399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i</a:t>
            </a:r>
            <a:r>
              <a:rPr kumimoji="0" lang="en-US" alt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003399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];</a:t>
            </a:r>
          </a:p>
          <a:p>
            <a:pPr marL="342900" marR="0" lvl="0" indent="-342900" algn="l" defTabSz="914400" rtl="0" eaLnBrk="0" fontAlgn="base" latinLnBrk="0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rgbClr val="003399"/>
              </a:buClr>
              <a:buSzPct val="75000"/>
              <a:buFont typeface="Monotype Sorts" pitchFamily="2" charset="2"/>
              <a:buNone/>
              <a:tabLst/>
              <a:defRPr/>
            </a:pPr>
            <a:r>
              <a:rPr kumimoji="0" lang="en-US" alt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003399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   		</a:t>
            </a:r>
          </a:p>
          <a:p>
            <a:pPr marL="342900" marR="0" lvl="0" indent="-342900" algn="l" defTabSz="914400" rtl="0" eaLnBrk="0" fontAlgn="base" latinLnBrk="0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rgbClr val="003399"/>
              </a:buClr>
              <a:buSzPct val="75000"/>
              <a:buFont typeface="Monotype Sorts" pitchFamily="2" charset="2"/>
              <a:buNone/>
              <a:tabLst/>
              <a:defRPr/>
            </a:pPr>
            <a:r>
              <a:rPr kumimoji="0" lang="en-US" alt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003399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   		for (int j = </a:t>
            </a:r>
            <a:r>
              <a:rPr kumimoji="0" lang="en-US" altLang="en-US" sz="2400" b="0" i="0" u="none" strike="noStrike" kern="1200" cap="none" spc="0" normalizeH="0" baseline="0" noProof="0" dirty="0" err="1">
                <a:ln>
                  <a:noFill/>
                </a:ln>
                <a:solidFill>
                  <a:srgbClr val="003399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i</a:t>
            </a:r>
            <a:r>
              <a:rPr kumimoji="0" lang="en-US" alt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003399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 - 1; j &gt;= 0 &amp;&amp; t &lt; a[j]; j--)</a:t>
            </a:r>
          </a:p>
          <a:p>
            <a:pPr marL="342900" marR="0" lvl="0" indent="-342900" algn="l" defTabSz="914400" rtl="0" eaLnBrk="0" fontAlgn="base" latinLnBrk="0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rgbClr val="003399"/>
              </a:buClr>
              <a:buSzPct val="75000"/>
              <a:buFont typeface="Monotype Sorts" pitchFamily="2" charset="2"/>
              <a:buNone/>
              <a:tabLst/>
              <a:defRPr/>
            </a:pPr>
            <a:r>
              <a:rPr kumimoji="0" lang="en-US" alt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003399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       		a[j + 1] = a[j];</a:t>
            </a:r>
          </a:p>
          <a:p>
            <a:pPr marL="342900" marR="0" lvl="0" indent="-342900" algn="l" defTabSz="914400" rtl="0" eaLnBrk="0" fontAlgn="base" latinLnBrk="0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rgbClr val="003399"/>
              </a:buClr>
              <a:buSzPct val="75000"/>
              <a:buFont typeface="Monotype Sorts" pitchFamily="2" charset="2"/>
              <a:buNone/>
              <a:tabLst/>
              <a:defRPr/>
            </a:pPr>
            <a:r>
              <a:rPr kumimoji="0" lang="en-US" alt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003399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   		a[j + 1] = t;</a:t>
            </a:r>
          </a:p>
          <a:p>
            <a:pPr marL="342900" marR="0" lvl="0" indent="-342900" algn="l" defTabSz="914400" rtl="0" eaLnBrk="0" fontAlgn="base" latinLnBrk="0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rgbClr val="003399"/>
              </a:buClr>
              <a:buSzPct val="75000"/>
              <a:buFont typeface="Monotype Sorts" pitchFamily="2" charset="2"/>
              <a:buNone/>
              <a:tabLst/>
              <a:defRPr/>
            </a:pPr>
            <a:r>
              <a:rPr kumimoji="0" lang="en-US" alt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	}</a:t>
            </a:r>
          </a:p>
          <a:p>
            <a:pPr marL="342900" marR="0" lvl="0" indent="-342900" algn="l" defTabSz="914400" rtl="0" eaLnBrk="0" fontAlgn="base" latinLnBrk="0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rgbClr val="003399"/>
              </a:buClr>
              <a:buSzPct val="75000"/>
              <a:buFont typeface="Monotype Sorts" pitchFamily="2" charset="2"/>
              <a:buNone/>
              <a:tabLst/>
              <a:defRPr/>
            </a:pPr>
            <a:r>
              <a:rPr lang="en-US" altLang="en-US" sz="2400" dirty="0">
                <a:solidFill>
                  <a:srgbClr val="000000"/>
                </a:solidFill>
                <a:latin typeface="Arial"/>
              </a:rPr>
              <a:t>}</a:t>
            </a:r>
            <a:endParaRPr kumimoji="0" lang="en-US" altLang="en-US" sz="24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  <a:p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1ACA9978-9F54-4730-96D9-CBECE2212E9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96000" y="1233806"/>
            <a:ext cx="5870714" cy="3986212"/>
          </a:xfrm>
        </p:spPr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en-US" dirty="0" err="1"/>
              <a:t>i</a:t>
            </a:r>
            <a:r>
              <a:rPr lang="en-US" dirty="0"/>
              <a:t> =1,  j=0,  		1 comparison</a:t>
            </a:r>
          </a:p>
          <a:p>
            <a:pPr marL="0" indent="0">
              <a:buNone/>
            </a:pPr>
            <a:r>
              <a:rPr lang="en-US" dirty="0" err="1"/>
              <a:t>i</a:t>
            </a:r>
            <a:r>
              <a:rPr lang="en-US" dirty="0"/>
              <a:t>=2, j = 0, 1 	2 comparisons</a:t>
            </a:r>
          </a:p>
          <a:p>
            <a:pPr marL="0" indent="0">
              <a:buNone/>
            </a:pPr>
            <a:r>
              <a:rPr lang="en-US" dirty="0"/>
              <a:t> ….</a:t>
            </a:r>
          </a:p>
          <a:p>
            <a:pPr marL="0" indent="0">
              <a:buNone/>
            </a:pPr>
            <a:r>
              <a:rPr lang="en-US" dirty="0"/>
              <a:t>…..</a:t>
            </a:r>
          </a:p>
          <a:p>
            <a:pPr marL="0" indent="0">
              <a:buNone/>
            </a:pPr>
            <a:r>
              <a:rPr lang="en-US" dirty="0" err="1"/>
              <a:t>i</a:t>
            </a:r>
            <a:r>
              <a:rPr lang="en-US" dirty="0"/>
              <a:t> = n-1,  j= 0, 1,…, n-2     n-1 comparisons </a:t>
            </a:r>
          </a:p>
          <a:p>
            <a:endParaRPr lang="en-US" dirty="0"/>
          </a:p>
          <a:p>
            <a:pPr marL="0" indent="0">
              <a:buNone/>
            </a:pPr>
            <a:r>
              <a:rPr lang="en-US" dirty="0"/>
              <a:t>Total Comparisons = 1 + 2 + …. + (n-1)</a:t>
            </a:r>
          </a:p>
          <a:p>
            <a:pPr marL="1828800" lvl="4" indent="0">
              <a:buNone/>
            </a:pPr>
            <a:r>
              <a:rPr lang="en-US" dirty="0"/>
              <a:t>                      </a:t>
            </a:r>
            <a:r>
              <a:rPr lang="en-US" sz="2400" dirty="0"/>
              <a:t>= n(n-1)/2 = O(n</a:t>
            </a:r>
            <a:r>
              <a:rPr lang="en-US" sz="2400" baseline="30000" dirty="0"/>
              <a:t>2</a:t>
            </a:r>
            <a:r>
              <a:rPr lang="en-US" sz="2400" dirty="0"/>
              <a:t>) </a:t>
            </a:r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2">
            <p14:nvContentPartPr>
              <p14:cNvPr id="3" name="Ink 2">
                <a:extLst>
                  <a:ext uri="{FF2B5EF4-FFF2-40B4-BE49-F238E27FC236}">
                    <a16:creationId xmlns:a16="http://schemas.microsoft.com/office/drawing/2014/main" id="{8B08B8C8-EA3A-48E5-BFDD-C1DC2E2D0958}"/>
                  </a:ext>
                </a:extLst>
              </p14:cNvPr>
              <p14:cNvContentPartPr/>
              <p14:nvPr/>
            </p14:nvContentPartPr>
            <p14:xfrm>
              <a:off x="2312640" y="1726920"/>
              <a:ext cx="8935920" cy="4562280"/>
            </p14:xfrm>
          </p:contentPart>
        </mc:Choice>
        <mc:Fallback xmlns="">
          <p:pic>
            <p:nvPicPr>
              <p:cNvPr id="3" name="Ink 2">
                <a:extLst>
                  <a:ext uri="{FF2B5EF4-FFF2-40B4-BE49-F238E27FC236}">
                    <a16:creationId xmlns:a16="http://schemas.microsoft.com/office/drawing/2014/main" id="{8B08B8C8-EA3A-48E5-BFDD-C1DC2E2D0958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2303280" y="1717560"/>
                <a:ext cx="8954640" cy="458100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127147370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8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8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8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8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3086C22-3EE2-7D60-56B4-389B2282EE2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sz="2800" b="1" dirty="0"/>
              <a:t>Time complexity using step count method:  Recursive and Non Recursive method</a:t>
            </a:r>
            <a:br>
              <a:rPr lang="en-US" sz="2800" b="1" dirty="0"/>
            </a:br>
            <a:br>
              <a:rPr lang="en-US" sz="2800" b="1" dirty="0"/>
            </a:br>
            <a:r>
              <a:rPr lang="en-US" sz="2800" b="1" dirty="0"/>
              <a:t>Best, Worst and Average case time complexity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96696032"/>
      </p:ext>
    </p:extLst>
  </p:cSld>
  <p:clrMapOvr>
    <a:masterClrMapping/>
  </p:clrMapOvr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FB3195E-EAE5-4FFB-9CAE-194E4528472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Time Complexity : Step Count Method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BADDD85-E52C-4F32-9C8A-8163CC5F682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537252"/>
            <a:ext cx="10515600" cy="4639711"/>
          </a:xfrm>
        </p:spPr>
        <p:txBody>
          <a:bodyPr>
            <a:normAutofit lnSpcReduction="10000"/>
          </a:bodyPr>
          <a:lstStyle/>
          <a:p>
            <a:r>
              <a:rPr lang="en-US" dirty="0"/>
              <a:t>A step is a meaningful instruction of the program</a:t>
            </a:r>
          </a:p>
          <a:p>
            <a:pPr marL="0" indent="0">
              <a:buNone/>
            </a:pPr>
            <a:endParaRPr lang="en-US" dirty="0"/>
          </a:p>
          <a:p>
            <a:r>
              <a:rPr lang="en-US" dirty="0"/>
              <a:t>A step is an amount of computing that does not depend on the instance characteristic (input size)</a:t>
            </a:r>
          </a:p>
          <a:p>
            <a:endParaRPr lang="en-US" dirty="0"/>
          </a:p>
          <a:p>
            <a:r>
              <a:rPr lang="en-US" dirty="0"/>
              <a:t>10 adds, 100 subtracts, 1000 multiplies can all be counted as a single step</a:t>
            </a:r>
          </a:p>
          <a:p>
            <a:endParaRPr lang="en-US" dirty="0"/>
          </a:p>
          <a:p>
            <a:r>
              <a:rPr lang="en-US" dirty="0"/>
              <a:t>n adds or n/2 adds,  </a:t>
            </a:r>
            <a:r>
              <a:rPr lang="en-US" dirty="0" err="1"/>
              <a:t>p+q</a:t>
            </a:r>
            <a:r>
              <a:rPr lang="en-US" dirty="0"/>
              <a:t> addition, p-q additions cannot be counted as 1 step</a:t>
            </a:r>
          </a:p>
          <a:p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206B385-2E9C-4621-8150-EDEB3191877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31CBA4-1EAF-46A4-9177-6D3F28D7E13E}" type="datetime1">
              <a:rPr lang="en-US" smtClean="0"/>
              <a:t>1/11/2025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79195AD-8122-44E4-A3B7-A60D9E30D10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ICT 2257 Design and Analysis of Algorithms</a:t>
            </a:r>
          </a:p>
        </p:txBody>
      </p:sp>
    </p:spTree>
    <p:extLst>
      <p:ext uri="{BB962C8B-B14F-4D97-AF65-F5344CB8AC3E}">
        <p14:creationId xmlns:p14="http://schemas.microsoft.com/office/powerpoint/2010/main" val="181833212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1312376-98EB-C392-80AC-540077B1A13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C2072C18-9D4F-2425-187B-5ABC453DCD21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061073" y="1175658"/>
            <a:ext cx="10321995" cy="4376056"/>
          </a:xfrm>
        </p:spPr>
      </p:pic>
    </p:spTree>
    <p:extLst>
      <p:ext uri="{BB962C8B-B14F-4D97-AF65-F5344CB8AC3E}">
        <p14:creationId xmlns:p14="http://schemas.microsoft.com/office/powerpoint/2010/main" val="1520005259"/>
      </p:ext>
    </p:extLst>
  </p:cSld>
  <p:clrMapOvr>
    <a:masterClrMapping/>
  </p:clrMapOvr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38665E8-BF2A-0541-290C-6E1712B90EC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Calculate the total steps for </a:t>
            </a:r>
            <a:endParaRPr lang="en-IN" dirty="0"/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D35833DA-A091-D8D7-EDF6-B338CB3DBDA7}"/>
              </a:ext>
            </a:extLst>
          </p:cNvPr>
          <p:cNvSpPr txBox="1">
            <a:spLocks/>
          </p:cNvSpPr>
          <p:nvPr/>
        </p:nvSpPr>
        <p:spPr>
          <a:xfrm>
            <a:off x="990600" y="19780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IN"/>
              <a:t>Calculate the  Total steps for</a:t>
            </a:r>
          </a:p>
          <a:p>
            <a:endParaRPr lang="en-IN" dirty="0"/>
          </a:p>
        </p:txBody>
      </p:sp>
      <p:sp>
        <p:nvSpPr>
          <p:cNvPr id="5" name="Google Shape;2160;p28">
            <a:extLst>
              <a:ext uri="{FF2B5EF4-FFF2-40B4-BE49-F238E27FC236}">
                <a16:creationId xmlns:a16="http://schemas.microsoft.com/office/drawing/2014/main" id="{5633F338-E65C-BC51-A1A8-854715D7B61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blipFill rotWithShape="1">
            <a:blip r:embed="rId2">
              <a:alphaModFix/>
            </a:blip>
            <a:stretch>
              <a:fillRect/>
            </a:stretch>
          </a:blip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717673717"/>
      </p:ext>
    </p:extLst>
  </p:cSld>
  <p:clrMapOvr>
    <a:masterClrMapping/>
  </p:clrMapOvr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9DC2AEBA-BBE1-AB2F-C15E-AE0A86AF6210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643467" y="1098042"/>
            <a:ext cx="10905066" cy="466191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11711809"/>
      </p:ext>
    </p:extLst>
  </p:cSld>
  <p:clrMapOvr>
    <a:masterClrMapping/>
  </p:clrMapOvr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Content Placeholder 6" descr="Text&#10;&#10;Description automatically generated with medium confidence">
            <a:extLst>
              <a:ext uri="{FF2B5EF4-FFF2-40B4-BE49-F238E27FC236}">
                <a16:creationId xmlns:a16="http://schemas.microsoft.com/office/drawing/2014/main" id="{B97E4342-A2DA-2B44-D4D0-778E9DAE3EA0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91995" y="643466"/>
            <a:ext cx="8808010" cy="55710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24032118"/>
      </p:ext>
    </p:extLst>
  </p:cSld>
  <p:clrMapOvr>
    <a:masterClrMapping/>
  </p:clrMapOvr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Content Placeholder 6">
            <a:extLst>
              <a:ext uri="{FF2B5EF4-FFF2-40B4-BE49-F238E27FC236}">
                <a16:creationId xmlns:a16="http://schemas.microsoft.com/office/drawing/2014/main" id="{464411DB-69F8-8603-9452-168FD8217F99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810563" y="643466"/>
            <a:ext cx="8570873" cy="55710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79225724"/>
      </p:ext>
    </p:extLst>
  </p:cSld>
  <p:clrMapOvr>
    <a:masterClrMapping/>
  </p:clrMapOvr>
</p:sld>
</file>

<file path=ppt/slides/slide7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5557F1F-D68D-475B-8381-1DB9EF7CDCD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192696" y="2129527"/>
            <a:ext cx="10071652" cy="2387600"/>
          </a:xfrm>
        </p:spPr>
        <p:txBody>
          <a:bodyPr>
            <a:noAutofit/>
          </a:bodyPr>
          <a:lstStyle/>
          <a:p>
            <a:r>
              <a:rPr lang="en-US" sz="4200" b="1" dirty="0"/>
              <a:t>Time complexity: Recursive and Non Recursive method Examples for  </a:t>
            </a:r>
            <a:br>
              <a:rPr lang="en-US" sz="4200" b="1" dirty="0"/>
            </a:br>
            <a:r>
              <a:rPr lang="en-US" sz="4200" b="1" dirty="0"/>
              <a:t>Best, Worst and Average case time complexity</a:t>
            </a:r>
          </a:p>
        </p:txBody>
      </p:sp>
    </p:spTree>
    <p:extLst>
      <p:ext uri="{BB962C8B-B14F-4D97-AF65-F5344CB8AC3E}">
        <p14:creationId xmlns:p14="http://schemas.microsoft.com/office/powerpoint/2010/main" val="2062393029"/>
      </p:ext>
    </p:extLst>
  </p:cSld>
  <p:clrMapOvr>
    <a:masterClrMapping/>
  </p:clrMapOvr>
</p:sld>
</file>

<file path=ppt/slides/slide7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E7AE59F-46FA-46D8-9DEB-BBC2C1DE47F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9904" y="136525"/>
            <a:ext cx="10515600" cy="602284"/>
          </a:xfrm>
        </p:spPr>
        <p:txBody>
          <a:bodyPr>
            <a:normAutofit/>
          </a:bodyPr>
          <a:lstStyle/>
          <a:p>
            <a:r>
              <a:rPr lang="en-US" sz="3200" b="1" dirty="0"/>
              <a:t>Step Count Method: Few more examples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4CDBB59-2CBA-4396-8044-77F07A6C3C1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205948"/>
            <a:ext cx="10515600" cy="4971015"/>
          </a:xfrm>
        </p:spPr>
        <p:txBody>
          <a:bodyPr>
            <a:normAutofit fontScale="92500"/>
          </a:bodyPr>
          <a:lstStyle/>
          <a:p>
            <a:pPr marL="514350" indent="-514350">
              <a:buFont typeface="+mj-lt"/>
              <a:buAutoNum type="arabicPeriod"/>
            </a:pPr>
            <a:r>
              <a:rPr lang="en-US" dirty="0"/>
              <a:t>int n; \\ assume n as power of 2</a:t>
            </a:r>
          </a:p>
          <a:p>
            <a:pPr marL="0" indent="0">
              <a:buNone/>
            </a:pPr>
            <a:r>
              <a:rPr lang="en-US" dirty="0"/>
              <a:t>      while (n&gt;1)</a:t>
            </a:r>
          </a:p>
          <a:p>
            <a:pPr marL="0" indent="0">
              <a:buNone/>
            </a:pPr>
            <a:r>
              <a:rPr lang="en-US" dirty="0"/>
              <a:t>          n=n/2;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2.  int x=0;</a:t>
            </a:r>
          </a:p>
          <a:p>
            <a:pPr marL="0" indent="0">
              <a:buNone/>
            </a:pPr>
            <a:r>
              <a:rPr lang="en-US" dirty="0"/>
              <a:t>     for(int </a:t>
            </a:r>
            <a:r>
              <a:rPr lang="en-US" dirty="0" err="1"/>
              <a:t>i</a:t>
            </a:r>
            <a:r>
              <a:rPr lang="en-US" dirty="0"/>
              <a:t>=0; </a:t>
            </a:r>
            <a:r>
              <a:rPr lang="en-US" dirty="0" err="1"/>
              <a:t>i</a:t>
            </a:r>
            <a:r>
              <a:rPr lang="en-US" dirty="0"/>
              <a:t>&lt;m; </a:t>
            </a:r>
            <a:r>
              <a:rPr lang="en-US" dirty="0" err="1"/>
              <a:t>i</a:t>
            </a:r>
            <a:r>
              <a:rPr lang="en-US" dirty="0"/>
              <a:t>++)</a:t>
            </a:r>
          </a:p>
          <a:p>
            <a:pPr marL="0" indent="0">
              <a:buNone/>
            </a:pPr>
            <a:r>
              <a:rPr lang="en-US" dirty="0"/>
              <a:t>      for (int j=0; j&lt;n; </a:t>
            </a:r>
            <a:r>
              <a:rPr lang="en-US" dirty="0" err="1"/>
              <a:t>j++</a:t>
            </a:r>
            <a:r>
              <a:rPr lang="en-US" dirty="0"/>
              <a:t>)</a:t>
            </a:r>
          </a:p>
          <a:p>
            <a:pPr marL="0" indent="0">
              <a:buNone/>
            </a:pPr>
            <a:r>
              <a:rPr lang="en-US" dirty="0"/>
              <a:t>        for(int k=0; k&lt;p; k++)</a:t>
            </a:r>
          </a:p>
          <a:p>
            <a:pPr marL="0" indent="0">
              <a:buNone/>
            </a:pPr>
            <a:r>
              <a:rPr lang="en-US" dirty="0"/>
              <a:t>               x = x+1;</a:t>
            </a:r>
          </a:p>
          <a:p>
            <a:pPr marL="0" indent="0">
              <a:buNone/>
            </a:pPr>
            <a:r>
              <a:rPr lang="en-US" dirty="0"/>
              <a:t>What is the final value of x? how many times for loop for k will execute?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E620AB9-A957-48E6-A69B-FC4A731B44C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31CBA4-1EAF-46A4-9177-6D3F28D7E13E}" type="datetime1">
              <a:rPr lang="en-US" smtClean="0"/>
              <a:t>1/11/2025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95D95E3-B8F8-42EC-AAE2-91E803AACEC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ICT 2257 Design and Analysis of Algorithms</a:t>
            </a:r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2">
            <p14:nvContentPartPr>
              <p14:cNvPr id="6" name="Ink 5">
                <a:extLst>
                  <a:ext uri="{FF2B5EF4-FFF2-40B4-BE49-F238E27FC236}">
                    <a16:creationId xmlns:a16="http://schemas.microsoft.com/office/drawing/2014/main" id="{47BE4A20-5DE7-49BD-A8F6-4473B2DF2292}"/>
                  </a:ext>
                </a:extLst>
              </p14:cNvPr>
              <p14:cNvContentPartPr/>
              <p14:nvPr/>
            </p14:nvContentPartPr>
            <p14:xfrm>
              <a:off x="3517639" y="828261"/>
              <a:ext cx="8759020" cy="3756991"/>
            </p14:xfrm>
          </p:contentPart>
        </mc:Choice>
        <mc:Fallback xmlns="">
          <p:pic>
            <p:nvPicPr>
              <p:cNvPr id="6" name="Ink 5">
                <a:extLst>
                  <a:ext uri="{FF2B5EF4-FFF2-40B4-BE49-F238E27FC236}">
                    <a16:creationId xmlns:a16="http://schemas.microsoft.com/office/drawing/2014/main" id="{47BE4A20-5DE7-49BD-A8F6-4473B2DF2292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3508279" y="818901"/>
                <a:ext cx="8777740" cy="3775711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64866920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E7AE59F-46FA-46D8-9DEB-BBC2C1DE47F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9904" y="136525"/>
            <a:ext cx="10515600" cy="602284"/>
          </a:xfrm>
        </p:spPr>
        <p:txBody>
          <a:bodyPr>
            <a:normAutofit/>
          </a:bodyPr>
          <a:lstStyle/>
          <a:p>
            <a:r>
              <a:rPr lang="en-US" sz="3200" b="1" dirty="0"/>
              <a:t>Step Count Method: Few more examples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4CDBB59-2CBA-4396-8044-77F07A6C3C1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205948"/>
            <a:ext cx="10515600" cy="4971015"/>
          </a:xfrm>
        </p:spPr>
        <p:txBody>
          <a:bodyPr>
            <a:normAutofit lnSpcReduction="10000"/>
          </a:bodyPr>
          <a:lstStyle/>
          <a:p>
            <a:pPr marL="514350" indent="-514350">
              <a:buFont typeface="+mj-lt"/>
              <a:buAutoNum type="arabicPeriod"/>
            </a:pPr>
            <a:r>
              <a:rPr lang="en-US" dirty="0"/>
              <a:t>double n; \\ assume n =2</a:t>
            </a:r>
            <a:r>
              <a:rPr lang="en-US" baseline="30000" dirty="0"/>
              <a:t>k</a:t>
            </a:r>
            <a:r>
              <a:rPr lang="en-US" dirty="0"/>
              <a:t> and k as power of 2</a:t>
            </a:r>
          </a:p>
          <a:p>
            <a:pPr marL="0" indent="0">
              <a:buNone/>
            </a:pPr>
            <a:r>
              <a:rPr lang="en-US" dirty="0"/>
              <a:t>      while (n&gt;=2)</a:t>
            </a:r>
          </a:p>
          <a:p>
            <a:pPr marL="0" indent="0">
              <a:buNone/>
            </a:pPr>
            <a:r>
              <a:rPr lang="en-US" dirty="0"/>
              <a:t>          n=sqrt(n);</a:t>
            </a:r>
          </a:p>
          <a:p>
            <a:pPr marL="0" indent="0">
              <a:buNone/>
            </a:pPr>
            <a:endParaRPr lang="en-US" dirty="0"/>
          </a:p>
          <a:p>
            <a:pPr marL="571500" indent="-571500">
              <a:buFont typeface="+mj-lt"/>
              <a:buAutoNum type="romanLcPeriod"/>
            </a:pPr>
            <a:r>
              <a:rPr lang="en-US" dirty="0"/>
              <a:t>  </a:t>
            </a:r>
            <a:r>
              <a:rPr lang="pt-BR" dirty="0"/>
              <a:t>int a = 0; </a:t>
            </a:r>
          </a:p>
          <a:p>
            <a:pPr marL="0" indent="0">
              <a:buNone/>
            </a:pPr>
            <a:r>
              <a:rPr lang="pt-BR" dirty="0"/>
              <a:t>         for (i = 0; i &lt; N; i++) { </a:t>
            </a:r>
          </a:p>
          <a:p>
            <a:pPr marL="0" indent="0">
              <a:buNone/>
            </a:pPr>
            <a:r>
              <a:rPr lang="pt-BR" dirty="0"/>
              <a:t>	for (j = N; j &gt; i; j--) { </a:t>
            </a:r>
          </a:p>
          <a:p>
            <a:pPr marL="0" indent="0">
              <a:buNone/>
            </a:pPr>
            <a:r>
              <a:rPr lang="pt-BR" dirty="0"/>
              <a:t>		a = a + i + j; </a:t>
            </a:r>
          </a:p>
          <a:p>
            <a:pPr marL="0" indent="0">
              <a:buNone/>
            </a:pPr>
            <a:r>
              <a:rPr lang="pt-BR" dirty="0"/>
              <a:t>	} </a:t>
            </a:r>
          </a:p>
          <a:p>
            <a:pPr marL="0" indent="0">
              <a:buNone/>
            </a:pPr>
            <a:r>
              <a:rPr lang="pt-BR" dirty="0"/>
              <a:t>           } 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E620AB9-A957-48E6-A69B-FC4A731B44C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31CBA4-1EAF-46A4-9177-6D3F28D7E13E}" type="datetime1">
              <a:rPr lang="en-US" smtClean="0"/>
              <a:t>1/11/2025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95D95E3-B8F8-42EC-AAE2-91E803AACEC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ICT 2257 Design and Analysis of Algorithms</a:t>
            </a:r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2">
            <p14:nvContentPartPr>
              <p14:cNvPr id="6" name="Ink 5">
                <a:extLst>
                  <a:ext uri="{FF2B5EF4-FFF2-40B4-BE49-F238E27FC236}">
                    <a16:creationId xmlns:a16="http://schemas.microsoft.com/office/drawing/2014/main" id="{C59D5648-8116-47AB-847D-63E05F235630}"/>
                  </a:ext>
                </a:extLst>
              </p14:cNvPr>
              <p14:cNvContentPartPr/>
              <p14:nvPr/>
            </p14:nvContentPartPr>
            <p14:xfrm>
              <a:off x="655560" y="1137240"/>
              <a:ext cx="11100600" cy="4205880"/>
            </p14:xfrm>
          </p:contentPart>
        </mc:Choice>
        <mc:Fallback xmlns="">
          <p:pic>
            <p:nvPicPr>
              <p:cNvPr id="6" name="Ink 5">
                <a:extLst>
                  <a:ext uri="{FF2B5EF4-FFF2-40B4-BE49-F238E27FC236}">
                    <a16:creationId xmlns:a16="http://schemas.microsoft.com/office/drawing/2014/main" id="{C59D5648-8116-47AB-847D-63E05F235630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646200" y="1127880"/>
                <a:ext cx="11119320" cy="422460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104323391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E85AE16-4C2B-40CE-B2AD-B9A7781C2ED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39716"/>
            <a:ext cx="10515600" cy="1325563"/>
          </a:xfrm>
        </p:spPr>
        <p:txBody>
          <a:bodyPr/>
          <a:lstStyle/>
          <a:p>
            <a:r>
              <a:rPr lang="en-US" dirty="0"/>
              <a:t>Recursive Algorithms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A436F34-3588-4997-ABBC-55024726858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31CBA4-1EAF-46A4-9177-6D3F28D7E13E}" type="datetime1">
              <a:rPr lang="en-US" smtClean="0"/>
              <a:t>1/11/2025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D94D36B-544F-4C21-A961-85D0B1DC628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ICT 2257 Design and Analysis of Algorithms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C56F61D1-3ED8-4E31-A9B2-402A40E764CD}"/>
              </a:ext>
            </a:extLst>
          </p:cNvPr>
          <p:cNvSpPr txBox="1"/>
          <p:nvPr/>
        </p:nvSpPr>
        <p:spPr>
          <a:xfrm>
            <a:off x="838200" y="1570118"/>
            <a:ext cx="4326835" cy="267765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/>
              <a:t>int </a:t>
            </a:r>
            <a:r>
              <a:rPr lang="en-US" sz="2400" dirty="0" err="1"/>
              <a:t>rSum</a:t>
            </a:r>
            <a:r>
              <a:rPr lang="en-US" sz="2400" dirty="0"/>
              <a:t> (int a[], int n)</a:t>
            </a:r>
          </a:p>
          <a:p>
            <a:r>
              <a:rPr lang="en-US" sz="2400" dirty="0"/>
              <a:t>{</a:t>
            </a:r>
          </a:p>
          <a:p>
            <a:r>
              <a:rPr lang="en-US" sz="2400" dirty="0"/>
              <a:t>    if (n &gt; 0)</a:t>
            </a:r>
          </a:p>
          <a:p>
            <a:r>
              <a:rPr lang="en-US" sz="2400" dirty="0"/>
              <a:t>        return </a:t>
            </a:r>
            <a:r>
              <a:rPr lang="en-US" sz="2400" dirty="0" err="1"/>
              <a:t>Rsum</a:t>
            </a:r>
            <a:r>
              <a:rPr lang="en-US" sz="2400" dirty="0"/>
              <a:t>(a, n-1) + a[n-1];</a:t>
            </a:r>
          </a:p>
          <a:p>
            <a:r>
              <a:rPr lang="en-US" sz="2400" dirty="0"/>
              <a:t>     </a:t>
            </a:r>
          </a:p>
          <a:p>
            <a:r>
              <a:rPr lang="en-US" sz="2400" dirty="0"/>
              <a:t>     return 0;</a:t>
            </a:r>
          </a:p>
          <a:p>
            <a:r>
              <a:rPr lang="en-US" sz="2400" dirty="0"/>
              <a:t>}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3EC8764A-0175-4495-AE69-F7347807F601}"/>
              </a:ext>
            </a:extLst>
          </p:cNvPr>
          <p:cNvSpPr txBox="1"/>
          <p:nvPr/>
        </p:nvSpPr>
        <p:spPr>
          <a:xfrm>
            <a:off x="344558" y="4638261"/>
            <a:ext cx="7182678" cy="184665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/>
              <a:t>Let t</a:t>
            </a:r>
            <a:r>
              <a:rPr lang="en-US" sz="2400" baseline="-25000" dirty="0"/>
              <a:t>rSum</a:t>
            </a:r>
            <a:r>
              <a:rPr lang="en-US" sz="2400" dirty="0"/>
              <a:t>(n) denote total step count of finding </a:t>
            </a:r>
            <a:r>
              <a:rPr lang="en-US" sz="2400" dirty="0" err="1"/>
              <a:t>rSum</a:t>
            </a:r>
            <a:r>
              <a:rPr lang="en-US" sz="2400" dirty="0"/>
              <a:t>(a, n).  Then   t</a:t>
            </a:r>
            <a:r>
              <a:rPr lang="en-US" sz="2400" baseline="-25000" dirty="0"/>
              <a:t>rSum</a:t>
            </a:r>
            <a:r>
              <a:rPr lang="en-US" sz="2400" dirty="0"/>
              <a:t>(n) = t</a:t>
            </a:r>
            <a:r>
              <a:rPr lang="en-US" sz="2400" baseline="-25000" dirty="0"/>
              <a:t>rSum</a:t>
            </a:r>
            <a:r>
              <a:rPr lang="en-US" sz="2400" dirty="0"/>
              <a:t>(n-1)  + 2   </a:t>
            </a:r>
          </a:p>
          <a:p>
            <a:r>
              <a:rPr lang="en-US" sz="2400" dirty="0"/>
              <a:t>and </a:t>
            </a:r>
          </a:p>
          <a:p>
            <a:r>
              <a:rPr lang="en-US" sz="2400" dirty="0"/>
              <a:t>Base case is  t</a:t>
            </a:r>
            <a:r>
              <a:rPr lang="en-US" sz="2400" baseline="-25000" dirty="0"/>
              <a:t>rSum</a:t>
            </a:r>
            <a:r>
              <a:rPr lang="en-US" sz="2400" dirty="0"/>
              <a:t>(0) = 2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4543125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  <p:bldP spid="8" grpId="0"/>
    </p:bldLst>
  </p:timing>
</p:sld>
</file>

<file path=ppt/slides/slide8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E85AE16-4C2B-40CE-B2AD-B9A7781C2ED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39716"/>
            <a:ext cx="10515600" cy="1325563"/>
          </a:xfrm>
        </p:spPr>
        <p:txBody>
          <a:bodyPr/>
          <a:lstStyle/>
          <a:p>
            <a:r>
              <a:rPr lang="en-US" dirty="0"/>
              <a:t>Recursive Algorithms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A436F34-3588-4997-ABBC-55024726858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31CBA4-1EAF-46A4-9177-6D3F28D7E13E}" type="datetime1">
              <a:rPr lang="en-US" smtClean="0"/>
              <a:t>1/11/2025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D94D36B-544F-4C21-A961-85D0B1DC628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ICT 2257 Design and Analysis of Algorithms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C56F61D1-3ED8-4E31-A9B2-402A40E764CD}"/>
              </a:ext>
            </a:extLst>
          </p:cNvPr>
          <p:cNvSpPr txBox="1"/>
          <p:nvPr/>
        </p:nvSpPr>
        <p:spPr>
          <a:xfrm>
            <a:off x="838200" y="1570118"/>
            <a:ext cx="4326835" cy="267765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/>
              <a:t>int </a:t>
            </a:r>
            <a:r>
              <a:rPr lang="en-US" sz="2400" dirty="0" err="1"/>
              <a:t>rSum</a:t>
            </a:r>
            <a:r>
              <a:rPr lang="en-US" sz="2400" dirty="0"/>
              <a:t> (int a[], int n)</a:t>
            </a:r>
          </a:p>
          <a:p>
            <a:r>
              <a:rPr lang="en-US" sz="2400" dirty="0"/>
              <a:t>{</a:t>
            </a:r>
          </a:p>
          <a:p>
            <a:r>
              <a:rPr lang="en-US" sz="2400" dirty="0"/>
              <a:t>    if (n &gt; 0)</a:t>
            </a:r>
          </a:p>
          <a:p>
            <a:r>
              <a:rPr lang="en-US" sz="2400" dirty="0"/>
              <a:t>        return </a:t>
            </a:r>
            <a:r>
              <a:rPr lang="en-US" sz="2400" dirty="0" err="1"/>
              <a:t>Rsum</a:t>
            </a:r>
            <a:r>
              <a:rPr lang="en-US" sz="2400" dirty="0"/>
              <a:t>(a, n-1) + a[n-1];</a:t>
            </a:r>
          </a:p>
          <a:p>
            <a:r>
              <a:rPr lang="en-US" sz="2400" dirty="0"/>
              <a:t>     </a:t>
            </a:r>
          </a:p>
          <a:p>
            <a:r>
              <a:rPr lang="en-US" sz="2400" dirty="0"/>
              <a:t>     return 0;</a:t>
            </a:r>
          </a:p>
          <a:p>
            <a:r>
              <a:rPr lang="en-US" sz="2400" dirty="0"/>
              <a:t>}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7F5597DF-7EA0-4787-9E5D-3C9FAA27C17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12180" y="1275249"/>
            <a:ext cx="5335262" cy="3363012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3EC8764A-0175-4495-AE69-F7347807F601}"/>
              </a:ext>
            </a:extLst>
          </p:cNvPr>
          <p:cNvSpPr txBox="1"/>
          <p:nvPr/>
        </p:nvSpPr>
        <p:spPr>
          <a:xfrm>
            <a:off x="344558" y="4638261"/>
            <a:ext cx="7182678" cy="184665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/>
              <a:t>Let t</a:t>
            </a:r>
            <a:r>
              <a:rPr lang="en-US" sz="2400" baseline="-25000" dirty="0"/>
              <a:t>rSum</a:t>
            </a:r>
            <a:r>
              <a:rPr lang="en-US" sz="2400" dirty="0"/>
              <a:t>(n) denote total step count of finding </a:t>
            </a:r>
            <a:r>
              <a:rPr lang="en-US" sz="2400" dirty="0" err="1"/>
              <a:t>rSum</a:t>
            </a:r>
            <a:r>
              <a:rPr lang="en-US" sz="2400" dirty="0"/>
              <a:t>(a, n).  Then   t</a:t>
            </a:r>
            <a:r>
              <a:rPr lang="en-US" sz="2400" baseline="-25000" dirty="0"/>
              <a:t>rSum</a:t>
            </a:r>
            <a:r>
              <a:rPr lang="en-US" sz="2400" dirty="0"/>
              <a:t>(n) = t</a:t>
            </a:r>
            <a:r>
              <a:rPr lang="en-US" sz="2400" baseline="-25000" dirty="0"/>
              <a:t>rSum</a:t>
            </a:r>
            <a:r>
              <a:rPr lang="en-US" sz="2400" dirty="0"/>
              <a:t>(n-1)  + 2   </a:t>
            </a:r>
          </a:p>
          <a:p>
            <a:r>
              <a:rPr lang="en-US" sz="2400" dirty="0"/>
              <a:t>and </a:t>
            </a:r>
          </a:p>
          <a:p>
            <a:r>
              <a:rPr lang="en-US" sz="2400" dirty="0"/>
              <a:t>Base case is  t</a:t>
            </a:r>
            <a:r>
              <a:rPr lang="en-US" sz="2400" baseline="-25000" dirty="0"/>
              <a:t>rSum</a:t>
            </a:r>
            <a:r>
              <a:rPr lang="en-US" sz="2400" dirty="0"/>
              <a:t>(0) = 2</a:t>
            </a:r>
          </a:p>
          <a:p>
            <a:endParaRPr lang="en-US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9B4310DC-E470-4B03-8A8C-D689D7C56D0D}"/>
              </a:ext>
            </a:extLst>
          </p:cNvPr>
          <p:cNvSpPr txBox="1"/>
          <p:nvPr/>
        </p:nvSpPr>
        <p:spPr>
          <a:xfrm>
            <a:off x="8153400" y="4929809"/>
            <a:ext cx="369404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Therefore, time complexity = O(n)</a:t>
            </a:r>
          </a:p>
        </p:txBody>
      </p:sp>
    </p:spTree>
    <p:extLst>
      <p:ext uri="{BB962C8B-B14F-4D97-AF65-F5344CB8AC3E}">
        <p14:creationId xmlns:p14="http://schemas.microsoft.com/office/powerpoint/2010/main" val="316110737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  <p:bldP spid="8" grpId="0"/>
    </p:bldLst>
  </p:timing>
</p:sld>
</file>

<file path=ppt/slides/slide8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82DC9B0-2CE7-B0C6-72CC-C1EBA9FCF0D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Find the time complexity: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3B85CF1-B572-3399-3246-CA5A07DDD2D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199" y="1825625"/>
            <a:ext cx="5645727" cy="4270375"/>
          </a:xfrm>
        </p:spPr>
        <p:txBody>
          <a:bodyPr>
            <a:normAutofit fontScale="92500" lnSpcReduction="10000"/>
          </a:bodyPr>
          <a:lstStyle/>
          <a:p>
            <a:pPr marL="0" indent="0">
              <a:buNone/>
            </a:pPr>
            <a:r>
              <a:rPr lang="en-US" dirty="0"/>
              <a:t>Void Test(int n)</a:t>
            </a:r>
          </a:p>
          <a:p>
            <a:pPr marL="0" indent="0">
              <a:buNone/>
            </a:pPr>
            <a:r>
              <a:rPr lang="en-US" dirty="0"/>
              <a:t>{</a:t>
            </a:r>
          </a:p>
          <a:p>
            <a:pPr marL="0" indent="0">
              <a:buNone/>
            </a:pPr>
            <a:r>
              <a:rPr lang="en-US" dirty="0"/>
              <a:t>	if (n &gt; 0)</a:t>
            </a:r>
          </a:p>
          <a:p>
            <a:pPr marL="0" indent="0">
              <a:buNone/>
            </a:pPr>
            <a:r>
              <a:rPr lang="en-US" dirty="0"/>
              <a:t>	{</a:t>
            </a:r>
          </a:p>
          <a:p>
            <a:pPr marL="0" indent="0">
              <a:buNone/>
            </a:pPr>
            <a:r>
              <a:rPr lang="en-US" dirty="0"/>
              <a:t>		for (int </a:t>
            </a:r>
            <a:r>
              <a:rPr lang="en-US" dirty="0" err="1"/>
              <a:t>i</a:t>
            </a:r>
            <a:r>
              <a:rPr lang="en-US" dirty="0"/>
              <a:t>=0; </a:t>
            </a:r>
            <a:r>
              <a:rPr lang="en-US" dirty="0" err="1"/>
              <a:t>i</a:t>
            </a:r>
            <a:r>
              <a:rPr lang="en-US" dirty="0"/>
              <a:t>&lt;n; </a:t>
            </a:r>
            <a:r>
              <a:rPr lang="en-US" dirty="0" err="1"/>
              <a:t>i</a:t>
            </a:r>
            <a:r>
              <a:rPr lang="en-US" dirty="0"/>
              <a:t>++)</a:t>
            </a:r>
          </a:p>
          <a:p>
            <a:pPr marL="0" indent="0">
              <a:buNone/>
            </a:pPr>
            <a:r>
              <a:rPr lang="en-US" dirty="0"/>
              <a:t>			</a:t>
            </a:r>
            <a:r>
              <a:rPr lang="en-US" dirty="0" err="1"/>
              <a:t>printf</a:t>
            </a:r>
            <a:r>
              <a:rPr lang="en-US" dirty="0"/>
              <a:t>(“%d”, n);</a:t>
            </a:r>
          </a:p>
          <a:p>
            <a:pPr marL="0" indent="0">
              <a:buNone/>
            </a:pPr>
            <a:r>
              <a:rPr lang="en-US" dirty="0"/>
              <a:t>		Test(n-1);</a:t>
            </a:r>
          </a:p>
          <a:p>
            <a:pPr marL="0" indent="0">
              <a:buNone/>
            </a:pPr>
            <a:r>
              <a:rPr lang="en-US" dirty="0"/>
              <a:t>	}</a:t>
            </a:r>
          </a:p>
          <a:p>
            <a:pPr marL="0" indent="0">
              <a:buNone/>
            </a:pPr>
            <a:r>
              <a:rPr lang="en-US" dirty="0"/>
              <a:t>}</a:t>
            </a:r>
            <a:endParaRPr lang="en-IN" dirty="0"/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A7DAC673-A7F1-701A-C6F4-49886B3044B4}"/>
              </a:ext>
            </a:extLst>
          </p:cNvPr>
          <p:cNvSpPr txBox="1">
            <a:spLocks/>
          </p:cNvSpPr>
          <p:nvPr/>
        </p:nvSpPr>
        <p:spPr>
          <a:xfrm>
            <a:off x="6816436" y="365125"/>
            <a:ext cx="4128655" cy="6257347"/>
          </a:xfrm>
          <a:prstGeom prst="rect">
            <a:avLst/>
          </a:prstGeom>
        </p:spPr>
        <p:txBody>
          <a:bodyPr vert="horz" lIns="91440" tIns="45720" rIns="91440" bIns="45720" rtlCol="0">
            <a:normAutofit fontScale="85000" lnSpcReduction="2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2800" dirty="0"/>
              <a:t>T(n) = T(n-1) + </a:t>
            </a:r>
            <a:r>
              <a:rPr lang="en-US" sz="2800" dirty="0" err="1"/>
              <a:t>cn</a:t>
            </a:r>
            <a:r>
              <a:rPr lang="en-US" sz="2800" dirty="0"/>
              <a:t>, where c is some constant and T(0)=1</a:t>
            </a:r>
          </a:p>
          <a:p>
            <a:endParaRPr lang="en-US" sz="2800" dirty="0"/>
          </a:p>
          <a:p>
            <a:r>
              <a:rPr lang="en-US" sz="2800" dirty="0"/>
              <a:t>For simplification take T(n) = T(n-1) + n and solve</a:t>
            </a:r>
          </a:p>
          <a:p>
            <a:endParaRPr lang="en-US" sz="2800" dirty="0"/>
          </a:p>
          <a:p>
            <a:r>
              <a:rPr lang="en-US" sz="2800" dirty="0"/>
              <a:t>T(n) 	= T(n-1) + n</a:t>
            </a:r>
          </a:p>
          <a:p>
            <a:r>
              <a:rPr lang="en-US" sz="2800" dirty="0"/>
              <a:t>	= T(n-2) + 2n</a:t>
            </a:r>
          </a:p>
          <a:p>
            <a:r>
              <a:rPr lang="en-US" sz="2800" dirty="0"/>
              <a:t>	= T(n -3) + 3n</a:t>
            </a:r>
          </a:p>
          <a:p>
            <a:endParaRPr lang="en-US" sz="2800" dirty="0"/>
          </a:p>
          <a:p>
            <a:r>
              <a:rPr lang="en-US" sz="2800" dirty="0"/>
              <a:t>------------------------------------</a:t>
            </a:r>
          </a:p>
          <a:p>
            <a:r>
              <a:rPr lang="en-US" sz="2800" dirty="0"/>
              <a:t>--------------------------------------</a:t>
            </a:r>
          </a:p>
          <a:p>
            <a:endParaRPr lang="en-US" sz="2800" dirty="0"/>
          </a:p>
          <a:p>
            <a:r>
              <a:rPr lang="en-US" sz="2800" dirty="0"/>
              <a:t>	= T(n-n) + n</a:t>
            </a:r>
            <a:r>
              <a:rPr lang="en-US" sz="2800" baseline="30000" dirty="0"/>
              <a:t>2</a:t>
            </a:r>
          </a:p>
          <a:p>
            <a:r>
              <a:rPr lang="en-US" sz="2800" dirty="0"/>
              <a:t>	=T(0) + n</a:t>
            </a:r>
            <a:r>
              <a:rPr lang="en-US" sz="2800" baseline="30000" dirty="0"/>
              <a:t>2</a:t>
            </a:r>
            <a:endParaRPr lang="en-US" sz="2800" dirty="0"/>
          </a:p>
          <a:p>
            <a:r>
              <a:rPr lang="en-US" sz="2800" dirty="0"/>
              <a:t>	 = O (n</a:t>
            </a:r>
            <a:r>
              <a:rPr lang="en-US" sz="2800" baseline="30000" dirty="0"/>
              <a:t>2</a:t>
            </a:r>
            <a:r>
              <a:rPr lang="en-US" sz="2800" dirty="0"/>
              <a:t>)  since T(0) = 1</a:t>
            </a:r>
          </a:p>
          <a:p>
            <a:pPr marL="0" indent="0">
              <a:buFont typeface="Arial" panose="020B0604020202020204" pitchFamily="34" charset="0"/>
              <a:buNone/>
            </a:pP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400980944"/>
      </p:ext>
    </p:extLst>
  </p:cSld>
  <p:clrMapOvr>
    <a:masterClrMapping/>
  </p:clrMapOvr>
</p:sld>
</file>

<file path=ppt/slides/slide8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23A4602-FAAA-2FF5-A493-CDBCB8713FB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545D7DD-50AC-1F36-8AD6-4ED4AC7F2D1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Find the time complexity: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4F91583-CD58-0A8E-E64F-5F7DE104B8A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199" y="1825625"/>
            <a:ext cx="5645727" cy="4270375"/>
          </a:xfrm>
        </p:spPr>
        <p:txBody>
          <a:bodyPr>
            <a:normAutofit fontScale="92500" lnSpcReduction="10000"/>
          </a:bodyPr>
          <a:lstStyle/>
          <a:p>
            <a:pPr marL="0" indent="0">
              <a:buNone/>
            </a:pPr>
            <a:r>
              <a:rPr lang="en-US" dirty="0"/>
              <a:t>Void Test(int n)</a:t>
            </a:r>
          </a:p>
          <a:p>
            <a:pPr marL="0" indent="0">
              <a:buNone/>
            </a:pPr>
            <a:r>
              <a:rPr lang="en-US" dirty="0"/>
              <a:t>{</a:t>
            </a:r>
          </a:p>
          <a:p>
            <a:pPr marL="0" indent="0">
              <a:buNone/>
            </a:pPr>
            <a:r>
              <a:rPr lang="en-US" dirty="0"/>
              <a:t>	if (n &gt; 0)</a:t>
            </a:r>
          </a:p>
          <a:p>
            <a:pPr marL="0" indent="0">
              <a:buNone/>
            </a:pPr>
            <a:r>
              <a:rPr lang="en-US" dirty="0"/>
              <a:t>	{</a:t>
            </a:r>
          </a:p>
          <a:p>
            <a:pPr marL="0" indent="0">
              <a:buNone/>
            </a:pPr>
            <a:r>
              <a:rPr lang="en-US" dirty="0"/>
              <a:t>		for (int </a:t>
            </a:r>
            <a:r>
              <a:rPr lang="en-US" dirty="0" err="1"/>
              <a:t>i</a:t>
            </a:r>
            <a:r>
              <a:rPr lang="en-US" dirty="0"/>
              <a:t>=1; </a:t>
            </a:r>
            <a:r>
              <a:rPr lang="en-US" dirty="0" err="1"/>
              <a:t>i</a:t>
            </a:r>
            <a:r>
              <a:rPr lang="en-US" dirty="0"/>
              <a:t>&lt;n; </a:t>
            </a:r>
            <a:r>
              <a:rPr lang="en-US" dirty="0" err="1"/>
              <a:t>i</a:t>
            </a:r>
            <a:r>
              <a:rPr lang="en-US" dirty="0"/>
              <a:t>*2)</a:t>
            </a:r>
          </a:p>
          <a:p>
            <a:pPr marL="0" indent="0">
              <a:buNone/>
            </a:pPr>
            <a:r>
              <a:rPr lang="en-US" dirty="0"/>
              <a:t>			</a:t>
            </a:r>
            <a:r>
              <a:rPr lang="en-US" dirty="0" err="1"/>
              <a:t>printf</a:t>
            </a:r>
            <a:r>
              <a:rPr lang="en-US" dirty="0"/>
              <a:t>(“%d”, n);</a:t>
            </a:r>
          </a:p>
          <a:p>
            <a:pPr marL="0" indent="0">
              <a:buNone/>
            </a:pPr>
            <a:r>
              <a:rPr lang="en-US" dirty="0"/>
              <a:t>		Test(n-1);</a:t>
            </a:r>
          </a:p>
          <a:p>
            <a:pPr marL="0" indent="0">
              <a:buNone/>
            </a:pPr>
            <a:r>
              <a:rPr lang="en-US" dirty="0"/>
              <a:t>	}</a:t>
            </a:r>
          </a:p>
          <a:p>
            <a:pPr marL="0" indent="0">
              <a:buNone/>
            </a:pPr>
            <a:r>
              <a:rPr lang="en-US" dirty="0"/>
              <a:t>}</a:t>
            </a:r>
            <a:endParaRPr lang="en-IN" dirty="0"/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156AD130-F599-9E69-3CF8-6D54296F29E0}"/>
              </a:ext>
            </a:extLst>
          </p:cNvPr>
          <p:cNvSpPr txBox="1">
            <a:spLocks/>
          </p:cNvSpPr>
          <p:nvPr/>
        </p:nvSpPr>
        <p:spPr>
          <a:xfrm>
            <a:off x="6816436" y="365125"/>
            <a:ext cx="5237019" cy="6492875"/>
          </a:xfrm>
          <a:prstGeom prst="rect">
            <a:avLst/>
          </a:prstGeom>
        </p:spPr>
        <p:txBody>
          <a:bodyPr vert="horz" lIns="91440" tIns="45720" rIns="91440" bIns="45720" rtlCol="0">
            <a:normAutofit fontScale="85000" lnSpcReduction="2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2800" dirty="0"/>
              <a:t>T(n) = T(n-1) + c </a:t>
            </a:r>
            <a:r>
              <a:rPr lang="en-US" sz="2800" dirty="0" err="1"/>
              <a:t>logn</a:t>
            </a:r>
            <a:r>
              <a:rPr lang="en-US" sz="2800" dirty="0"/>
              <a:t>, where c is some constant and T(0)=1</a:t>
            </a:r>
          </a:p>
          <a:p>
            <a:endParaRPr lang="en-US" sz="2800" dirty="0"/>
          </a:p>
          <a:p>
            <a:r>
              <a:rPr lang="en-US" sz="2800" dirty="0"/>
              <a:t>For simplification take T(n) = T(n-1) + </a:t>
            </a:r>
            <a:r>
              <a:rPr lang="en-US" sz="2800" dirty="0" err="1"/>
              <a:t>logn</a:t>
            </a:r>
            <a:r>
              <a:rPr lang="en-US" sz="2800" dirty="0"/>
              <a:t> and solve</a:t>
            </a:r>
          </a:p>
          <a:p>
            <a:endParaRPr lang="en-US" sz="2800" dirty="0"/>
          </a:p>
          <a:p>
            <a:r>
              <a:rPr lang="en-US" sz="2800" dirty="0"/>
              <a:t>T(n) 	= T(n-1) + </a:t>
            </a:r>
            <a:r>
              <a:rPr lang="en-US" sz="2800" dirty="0" err="1"/>
              <a:t>logn</a:t>
            </a:r>
            <a:endParaRPr lang="en-US" sz="2800" dirty="0"/>
          </a:p>
          <a:p>
            <a:r>
              <a:rPr lang="en-US" sz="2800" dirty="0"/>
              <a:t>	= T(n-2) + </a:t>
            </a:r>
            <a:r>
              <a:rPr lang="en-US" sz="2800" dirty="0" err="1"/>
              <a:t>logn</a:t>
            </a:r>
            <a:r>
              <a:rPr lang="en-US" sz="2800" dirty="0"/>
              <a:t> + log (n-1)</a:t>
            </a:r>
          </a:p>
          <a:p>
            <a:r>
              <a:rPr lang="en-US" sz="2800" dirty="0"/>
              <a:t>	= T(n -3) + </a:t>
            </a:r>
            <a:r>
              <a:rPr lang="en-US" sz="2800" dirty="0" err="1"/>
              <a:t>logn</a:t>
            </a:r>
            <a:r>
              <a:rPr lang="en-US" sz="2800" dirty="0"/>
              <a:t> + log (n-1) + log (n-2)</a:t>
            </a:r>
          </a:p>
          <a:p>
            <a:endParaRPr lang="en-US" sz="2800" dirty="0"/>
          </a:p>
          <a:p>
            <a:r>
              <a:rPr lang="en-US" sz="2800" dirty="0"/>
              <a:t>	------------------------------------</a:t>
            </a:r>
          </a:p>
          <a:p>
            <a:r>
              <a:rPr lang="en-US" sz="2800" dirty="0"/>
              <a:t>	--------------------------------------</a:t>
            </a:r>
          </a:p>
          <a:p>
            <a:endParaRPr lang="en-US" sz="2800" dirty="0"/>
          </a:p>
          <a:p>
            <a:r>
              <a:rPr lang="en-US" sz="2800" dirty="0"/>
              <a:t>	= T(n-n) + </a:t>
            </a:r>
            <a:r>
              <a:rPr lang="en-US" sz="2800" dirty="0" err="1"/>
              <a:t>logn</a:t>
            </a:r>
            <a:r>
              <a:rPr lang="en-US" sz="2800" dirty="0"/>
              <a:t> + log (n-1) +… + log 1</a:t>
            </a:r>
            <a:endParaRPr lang="en-US" sz="2800" baseline="30000" dirty="0"/>
          </a:p>
          <a:p>
            <a:r>
              <a:rPr lang="en-US" sz="2800" dirty="0"/>
              <a:t>	=T(0) + log </a:t>
            </a:r>
            <a:r>
              <a:rPr lang="en-US" sz="2800" dirty="0" err="1"/>
              <a:t>n</a:t>
            </a:r>
            <a:r>
              <a:rPr lang="en-US" sz="2800" baseline="30000" dirty="0" err="1"/>
              <a:t>n</a:t>
            </a:r>
            <a:endParaRPr lang="en-US" sz="2800" dirty="0"/>
          </a:p>
          <a:p>
            <a:r>
              <a:rPr lang="en-US" sz="2800" dirty="0"/>
              <a:t>	 = O (</a:t>
            </a:r>
            <a:r>
              <a:rPr lang="en-US" sz="2800" dirty="0" err="1"/>
              <a:t>nlog</a:t>
            </a:r>
            <a:r>
              <a:rPr lang="en-US" sz="2800" dirty="0"/>
              <a:t> n)  since T(0) = 1</a:t>
            </a:r>
          </a:p>
          <a:p>
            <a:pPr marL="0" indent="0">
              <a:buFont typeface="Arial" panose="020B0604020202020204" pitchFamily="34" charset="0"/>
              <a:buNone/>
            </a:pP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258893370"/>
      </p:ext>
    </p:extLst>
  </p:cSld>
  <p:clrMapOvr>
    <a:masterClrMapping/>
  </p:clrMapOvr>
</p:sld>
</file>

<file path=ppt/slides/slide8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3152303-2461-2366-9A15-8E3DB90F100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22397E6-CEE8-C51B-7A5F-FEAEEB57D7B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en-US" b="1" dirty="0">
                <a:solidFill>
                  <a:srgbClr val="FF0000"/>
                </a:solidFill>
              </a:rPr>
              <a:t>Problems: (Homework)</a:t>
            </a:r>
          </a:p>
          <a:p>
            <a:pPr marL="514350" indent="-514350">
              <a:buAutoNum type="arabicPeriod"/>
            </a:pPr>
            <a:r>
              <a:rPr lang="en-US" dirty="0"/>
              <a:t>T(n) = T(n – 1) + 1 </a:t>
            </a:r>
          </a:p>
          <a:p>
            <a:pPr marL="514350" indent="-514350">
              <a:buAutoNum type="arabicPeriod"/>
            </a:pPr>
            <a:r>
              <a:rPr lang="en-US" dirty="0"/>
              <a:t>T(n) = T(n – 1) + n   (solved in the previous slides)</a:t>
            </a:r>
          </a:p>
          <a:p>
            <a:pPr marL="514350" indent="-514350">
              <a:buAutoNum type="arabicPeriod"/>
            </a:pPr>
            <a:r>
              <a:rPr lang="en-US" dirty="0"/>
              <a:t>T(n) = T(n – 1) + </a:t>
            </a:r>
            <a:r>
              <a:rPr lang="en-US" dirty="0" err="1"/>
              <a:t>logn</a:t>
            </a:r>
            <a:r>
              <a:rPr lang="en-US" dirty="0"/>
              <a:t> (solved in the previous slides)</a:t>
            </a:r>
          </a:p>
          <a:p>
            <a:pPr marL="514350" indent="-514350">
              <a:buFont typeface="Arial" panose="020B0604020202020204" pitchFamily="34" charset="0"/>
              <a:buAutoNum type="arabicPeriod"/>
            </a:pPr>
            <a:r>
              <a:rPr lang="en-US" dirty="0"/>
              <a:t>T(n) = T(n – 1) + n</a:t>
            </a:r>
            <a:r>
              <a:rPr lang="en-US" baseline="30000" dirty="0"/>
              <a:t>2</a:t>
            </a:r>
          </a:p>
          <a:p>
            <a:pPr marL="0" indent="0">
              <a:buNone/>
            </a:pPr>
            <a:r>
              <a:rPr lang="en-US" dirty="0"/>
              <a:t>In all the above problem take T(0) = 1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5. Problem: What is the time complexity of recursive function for finding n factorial?</a:t>
            </a:r>
          </a:p>
          <a:p>
            <a:pPr marL="0" indent="0">
              <a:buNone/>
            </a:pP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83692396"/>
      </p:ext>
    </p:extLst>
  </p:cSld>
  <p:clrMapOvr>
    <a:masterClrMapping/>
  </p:clrMapOvr>
</p:sld>
</file>

<file path=ppt/slides/slide8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26E6B67-9522-4D6D-B501-93E917A3CA9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Recursive Algorithm Contd.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A431A9E-88CC-4F39-B2B1-F053092178D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31CBA4-1EAF-46A4-9177-6D3F28D7E13E}" type="datetime1">
              <a:rPr lang="en-US" smtClean="0"/>
              <a:t>1/11/2025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7BBE9C7-D57D-407D-8753-89BAAA5856F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ICT 2257 Design and Analysis of Algorithms</a:t>
            </a:r>
          </a:p>
        </p:txBody>
      </p:sp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B2769993-C0D8-4F01-8CFB-A5A8541671F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68187" y="1847850"/>
            <a:ext cx="7104822" cy="4351338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US" sz="2400" dirty="0"/>
              <a:t>Int </a:t>
            </a:r>
            <a:r>
              <a:rPr lang="en-US" sz="2400" dirty="0" err="1"/>
              <a:t>RSequentialSearch</a:t>
            </a:r>
            <a:r>
              <a:rPr lang="en-US" sz="2400" dirty="0"/>
              <a:t>(int a[], int n, const int&amp; x)</a:t>
            </a:r>
          </a:p>
          <a:p>
            <a:pPr marL="0" indent="0">
              <a:buNone/>
            </a:pPr>
            <a:r>
              <a:rPr lang="en-US" sz="2400" dirty="0"/>
              <a:t>   {</a:t>
            </a:r>
          </a:p>
          <a:p>
            <a:pPr marL="0" indent="0">
              <a:buNone/>
            </a:pPr>
            <a:r>
              <a:rPr lang="en-US" sz="2400" dirty="0"/>
              <a:t>	if ( n &lt; 1) return -1;</a:t>
            </a:r>
          </a:p>
          <a:p>
            <a:pPr marL="0" indent="0">
              <a:buNone/>
            </a:pPr>
            <a:r>
              <a:rPr lang="en-US" sz="2400" dirty="0"/>
              <a:t>	if (a[n-1] == x) return n-1;</a:t>
            </a:r>
          </a:p>
          <a:p>
            <a:pPr marL="0" indent="0">
              <a:buNone/>
            </a:pPr>
            <a:r>
              <a:rPr lang="en-US" sz="2400" dirty="0"/>
              <a:t>	return </a:t>
            </a:r>
            <a:r>
              <a:rPr lang="en-US" sz="2400" dirty="0" err="1"/>
              <a:t>RSquentialSearch</a:t>
            </a:r>
            <a:r>
              <a:rPr lang="en-US" sz="2400" dirty="0"/>
              <a:t>(a n-1, x);</a:t>
            </a:r>
          </a:p>
          <a:p>
            <a:pPr marL="0" indent="0">
              <a:buNone/>
            </a:pPr>
            <a:r>
              <a:rPr lang="en-US" sz="2400" dirty="0"/>
              <a:t>    }</a:t>
            </a:r>
          </a:p>
          <a:p>
            <a:r>
              <a:rPr lang="en-US" sz="2400" dirty="0"/>
              <a:t>Let </a:t>
            </a:r>
            <a:r>
              <a:rPr lang="en-US" sz="2400" dirty="0" err="1"/>
              <a:t>t</a:t>
            </a:r>
            <a:r>
              <a:rPr lang="en-US" sz="2400" baseline="-25000" dirty="0" err="1"/>
              <a:t>RSequentialSearch</a:t>
            </a:r>
            <a:r>
              <a:rPr lang="en-US" sz="2400" dirty="0"/>
              <a:t>(n) = </a:t>
            </a:r>
            <a:r>
              <a:rPr lang="en-US" sz="2400" dirty="0" err="1"/>
              <a:t>t</a:t>
            </a:r>
            <a:r>
              <a:rPr lang="en-US" sz="2400" baseline="-25000" dirty="0" err="1"/>
              <a:t>RSequentialSearch</a:t>
            </a:r>
            <a:r>
              <a:rPr lang="en-US" sz="2400" dirty="0"/>
              <a:t>(n-1) + 3 and</a:t>
            </a:r>
          </a:p>
          <a:p>
            <a:r>
              <a:rPr lang="en-US" sz="2400" dirty="0"/>
              <a:t>Base case is </a:t>
            </a:r>
            <a:r>
              <a:rPr lang="en-US" sz="2400" dirty="0" err="1"/>
              <a:t>t</a:t>
            </a:r>
            <a:r>
              <a:rPr lang="en-US" sz="2400" baseline="-25000" dirty="0" err="1"/>
              <a:t>RSequentialSearch</a:t>
            </a:r>
            <a:r>
              <a:rPr lang="en-US" sz="2400" dirty="0"/>
              <a:t>(0) = 2 </a:t>
            </a:r>
          </a:p>
          <a:p>
            <a:pPr marL="0" indent="0">
              <a:buNone/>
            </a:pPr>
            <a:endParaRPr lang="en-US" sz="2400" dirty="0"/>
          </a:p>
          <a:p>
            <a:pPr marL="0" indent="0">
              <a:buNone/>
            </a:pPr>
            <a:endParaRPr lang="en-US" sz="2400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54B77525-FA84-44F1-9D4E-1AC3306DA33B}"/>
              </a:ext>
            </a:extLst>
          </p:cNvPr>
          <p:cNvSpPr txBox="1"/>
          <p:nvPr/>
        </p:nvSpPr>
        <p:spPr>
          <a:xfrm>
            <a:off x="7885043" y="2146852"/>
            <a:ext cx="3644348" cy="29546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/>
              <a:t>T(n) = t(n-1)+3</a:t>
            </a:r>
          </a:p>
          <a:p>
            <a:r>
              <a:rPr lang="en-US" sz="2400" dirty="0"/>
              <a:t>         = [t(n-2)+3] + 3</a:t>
            </a:r>
          </a:p>
          <a:p>
            <a:r>
              <a:rPr lang="en-US" sz="2400" dirty="0"/>
              <a:t>	…..</a:t>
            </a:r>
          </a:p>
          <a:p>
            <a:r>
              <a:rPr lang="en-US" sz="2400" dirty="0"/>
              <a:t>	…..</a:t>
            </a:r>
          </a:p>
          <a:p>
            <a:r>
              <a:rPr lang="en-US" sz="2400" dirty="0"/>
              <a:t>           = t(n-n) + 3n</a:t>
            </a:r>
          </a:p>
          <a:p>
            <a:r>
              <a:rPr lang="en-US" sz="2400" dirty="0"/>
              <a:t>           = 2 + 3n = O(n)</a:t>
            </a:r>
          </a:p>
          <a:p>
            <a:endParaRPr lang="en-US" sz="2400" dirty="0"/>
          </a:p>
          <a:p>
            <a:r>
              <a:rPr lang="en-US" dirty="0"/>
              <a:t>  </a:t>
            </a:r>
          </a:p>
        </p:txBody>
      </p:sp>
    </p:spTree>
    <p:extLst>
      <p:ext uri="{BB962C8B-B14F-4D97-AF65-F5344CB8AC3E}">
        <p14:creationId xmlns:p14="http://schemas.microsoft.com/office/powerpoint/2010/main" val="10635576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6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6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6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6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</p:bldLst>
  </p:timing>
</p:sld>
</file>

<file path=ppt/slides/slide8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487C43F-FD51-4F57-A22B-DE81CE103BC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600" b="1" dirty="0"/>
              <a:t>Worst-Case, Best-Case, and Average-Case Efficiencies</a:t>
            </a:r>
            <a:endParaRPr lang="en-IN" sz="3600" dirty="0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2696A8C4-BCB5-45AA-83E9-BDD7628BE3B7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07900" y="1690688"/>
            <a:ext cx="10192491" cy="4539395"/>
          </a:xfrm>
        </p:spPr>
      </p:pic>
    </p:spTree>
    <p:extLst>
      <p:ext uri="{BB962C8B-B14F-4D97-AF65-F5344CB8AC3E}">
        <p14:creationId xmlns:p14="http://schemas.microsoft.com/office/powerpoint/2010/main" val="2551333929"/>
      </p:ext>
    </p:extLst>
  </p:cSld>
  <p:clrMapOvr>
    <a:masterClrMapping/>
  </p:clrMapOvr>
</p:sld>
</file>

<file path=ppt/slides/slide8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898FC5B-F53F-4ED6-BFF9-B64D569AE3F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4200" b="1" dirty="0"/>
              <a:t>Best case for sequential search: Element found at first place.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CBE47EA-5D49-4204-8BE9-5A532093AB9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sz="2800" dirty="0"/>
              <a:t>Int </a:t>
            </a:r>
            <a:r>
              <a:rPr lang="en-US" sz="2800" dirty="0" err="1"/>
              <a:t>SequentialSearch</a:t>
            </a:r>
            <a:r>
              <a:rPr lang="en-US" sz="2800" dirty="0"/>
              <a:t>(int a[], int n, const int&amp; x)     </a:t>
            </a:r>
          </a:p>
          <a:p>
            <a:pPr marL="0" indent="0">
              <a:buNone/>
            </a:pPr>
            <a:r>
              <a:rPr lang="en-US" sz="2800" dirty="0"/>
              <a:t>   {</a:t>
            </a:r>
          </a:p>
          <a:p>
            <a:pPr marL="0" indent="0">
              <a:buNone/>
            </a:pPr>
            <a:r>
              <a:rPr lang="en-US" sz="2800" dirty="0"/>
              <a:t>	int </a:t>
            </a:r>
            <a:r>
              <a:rPr lang="en-US" sz="2800" dirty="0" err="1"/>
              <a:t>i</a:t>
            </a:r>
            <a:r>
              <a:rPr lang="en-US" sz="2800" dirty="0"/>
              <a:t>;                             				   </a:t>
            </a:r>
          </a:p>
          <a:p>
            <a:pPr marL="0" indent="0">
              <a:buNone/>
            </a:pPr>
            <a:r>
              <a:rPr lang="en-US" sz="2800" dirty="0"/>
              <a:t>	for (</a:t>
            </a:r>
            <a:r>
              <a:rPr lang="en-US" sz="2800" dirty="0" err="1"/>
              <a:t>i</a:t>
            </a:r>
            <a:r>
              <a:rPr lang="en-US" sz="2800" dirty="0"/>
              <a:t> = 0; </a:t>
            </a:r>
            <a:r>
              <a:rPr lang="en-US" sz="2800" dirty="0" err="1"/>
              <a:t>i</a:t>
            </a:r>
            <a:r>
              <a:rPr lang="en-US" sz="2800" dirty="0"/>
              <a:t> &lt; n &amp;&amp; a[</a:t>
            </a:r>
            <a:r>
              <a:rPr lang="en-US" sz="2800" dirty="0" err="1"/>
              <a:t>i</a:t>
            </a:r>
            <a:r>
              <a:rPr lang="en-US" sz="2800" dirty="0"/>
              <a:t>] != x; </a:t>
            </a:r>
            <a:r>
              <a:rPr lang="en-US" sz="2800" dirty="0" err="1"/>
              <a:t>i</a:t>
            </a:r>
            <a:r>
              <a:rPr lang="en-US" sz="2800" dirty="0"/>
              <a:t>++);</a:t>
            </a:r>
          </a:p>
          <a:p>
            <a:pPr marL="0" indent="0">
              <a:buNone/>
            </a:pPr>
            <a:r>
              <a:rPr lang="en-US" sz="2800" dirty="0"/>
              <a:t>	if (</a:t>
            </a:r>
            <a:r>
              <a:rPr lang="en-US" sz="2800" dirty="0" err="1"/>
              <a:t>i</a:t>
            </a:r>
            <a:r>
              <a:rPr lang="en-US" sz="2800" dirty="0"/>
              <a:t> == n) return -1;</a:t>
            </a:r>
          </a:p>
          <a:p>
            <a:pPr marL="0" indent="0">
              <a:buNone/>
            </a:pPr>
            <a:r>
              <a:rPr lang="en-US" sz="2800" dirty="0"/>
              <a:t>	else return </a:t>
            </a:r>
            <a:r>
              <a:rPr lang="en-US" sz="2800" dirty="0" err="1"/>
              <a:t>i</a:t>
            </a:r>
            <a:r>
              <a:rPr lang="en-US" sz="2800" dirty="0"/>
              <a:t>;</a:t>
            </a:r>
          </a:p>
          <a:p>
            <a:pPr marL="0" indent="0">
              <a:buNone/>
            </a:pPr>
            <a:r>
              <a:rPr lang="en-US" sz="2800" dirty="0"/>
              <a:t>    }</a:t>
            </a:r>
          </a:p>
          <a:p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9C9C043-A7A4-4826-BC8D-127926AC580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31CBA4-1EAF-46A4-9177-6D3F28D7E13E}" type="datetime1">
              <a:rPr lang="en-US" smtClean="0"/>
              <a:t>1/11/2025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C2D4578-9D4B-4A9B-B192-819A84F56FD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ICT 2257 Design and Analysis of Algorithms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58A01E01-FB7A-4124-878C-3038A7230545}"/>
              </a:ext>
            </a:extLst>
          </p:cNvPr>
          <p:cNvSpPr txBox="1"/>
          <p:nvPr/>
        </p:nvSpPr>
        <p:spPr>
          <a:xfrm>
            <a:off x="7928113" y="2296340"/>
            <a:ext cx="2915479" cy="264687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/>
              <a:t>No. of steps</a:t>
            </a:r>
          </a:p>
          <a:p>
            <a:endParaRPr lang="en-US" sz="2800" dirty="0"/>
          </a:p>
          <a:p>
            <a:endParaRPr lang="en-US" sz="2200" dirty="0"/>
          </a:p>
          <a:p>
            <a:endParaRPr lang="en-US" sz="2200" dirty="0"/>
          </a:p>
          <a:p>
            <a:endParaRPr lang="en-US" sz="2200" dirty="0"/>
          </a:p>
          <a:p>
            <a:endParaRPr lang="en-US" sz="2200" dirty="0"/>
          </a:p>
          <a:p>
            <a:endParaRPr lang="en-US" sz="2200" dirty="0"/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3">
            <p14:nvContentPartPr>
              <p14:cNvPr id="7" name="Ink 6">
                <a:extLst>
                  <a:ext uri="{FF2B5EF4-FFF2-40B4-BE49-F238E27FC236}">
                    <a16:creationId xmlns:a16="http://schemas.microsoft.com/office/drawing/2014/main" id="{7277053A-2175-4ED0-A688-1D1B67D716F3}"/>
                  </a:ext>
                </a:extLst>
              </p14:cNvPr>
              <p14:cNvContentPartPr/>
              <p14:nvPr/>
            </p14:nvContentPartPr>
            <p14:xfrm>
              <a:off x="6831360" y="3040200"/>
              <a:ext cx="4196160" cy="2493720"/>
            </p14:xfrm>
          </p:contentPart>
        </mc:Choice>
        <mc:Fallback xmlns="">
          <p:pic>
            <p:nvPicPr>
              <p:cNvPr id="7" name="Ink 6">
                <a:extLst>
                  <a:ext uri="{FF2B5EF4-FFF2-40B4-BE49-F238E27FC236}">
                    <a16:creationId xmlns:a16="http://schemas.microsoft.com/office/drawing/2014/main" id="{7277053A-2175-4ED0-A688-1D1B67D716F3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6822000" y="3030840"/>
                <a:ext cx="4214880" cy="251244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2474849892"/>
      </p:ext>
    </p:extLst>
  </p:cSld>
  <p:clrMapOvr>
    <a:masterClrMapping/>
  </p:clrMapOvr>
</p:sld>
</file>

<file path=ppt/slides/slide8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898FC5B-F53F-4ED6-BFF9-B64D569AE3F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4200" b="1" dirty="0"/>
              <a:t>Worst case for sequential search: Element not found/element found at last place.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CBE47EA-5D49-4204-8BE9-5A532093AB9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sz="2800" dirty="0"/>
              <a:t>Int </a:t>
            </a:r>
            <a:r>
              <a:rPr lang="en-US" sz="2800" dirty="0" err="1"/>
              <a:t>SequentialSearch</a:t>
            </a:r>
            <a:r>
              <a:rPr lang="en-US" sz="2800" dirty="0"/>
              <a:t>(int a[], int n, const int&amp; x)</a:t>
            </a:r>
          </a:p>
          <a:p>
            <a:pPr marL="0" indent="0">
              <a:buNone/>
            </a:pPr>
            <a:r>
              <a:rPr lang="en-US" sz="2800" dirty="0"/>
              <a:t>   {</a:t>
            </a:r>
          </a:p>
          <a:p>
            <a:pPr marL="0" indent="0">
              <a:buNone/>
            </a:pPr>
            <a:r>
              <a:rPr lang="en-US" sz="2800" dirty="0"/>
              <a:t>	int </a:t>
            </a:r>
            <a:r>
              <a:rPr lang="en-US" sz="2800" dirty="0" err="1"/>
              <a:t>i</a:t>
            </a:r>
            <a:r>
              <a:rPr lang="en-US" sz="2800" dirty="0"/>
              <a:t>;</a:t>
            </a:r>
          </a:p>
          <a:p>
            <a:pPr marL="0" indent="0">
              <a:buNone/>
            </a:pPr>
            <a:r>
              <a:rPr lang="en-US" sz="2800" dirty="0"/>
              <a:t>	for (</a:t>
            </a:r>
            <a:r>
              <a:rPr lang="en-US" sz="2800" dirty="0" err="1"/>
              <a:t>i</a:t>
            </a:r>
            <a:r>
              <a:rPr lang="en-US" sz="2800" dirty="0"/>
              <a:t> = 0; </a:t>
            </a:r>
            <a:r>
              <a:rPr lang="en-US" sz="2800" dirty="0" err="1"/>
              <a:t>i</a:t>
            </a:r>
            <a:r>
              <a:rPr lang="en-US" sz="2800" dirty="0"/>
              <a:t> &lt; n &amp;&amp; a[</a:t>
            </a:r>
            <a:r>
              <a:rPr lang="en-US" sz="2800" dirty="0" err="1"/>
              <a:t>i</a:t>
            </a:r>
            <a:r>
              <a:rPr lang="en-US" sz="2800" dirty="0"/>
              <a:t>] != x; </a:t>
            </a:r>
            <a:r>
              <a:rPr lang="en-US" sz="2800" dirty="0" err="1"/>
              <a:t>i</a:t>
            </a:r>
            <a:r>
              <a:rPr lang="en-US" sz="2800" dirty="0"/>
              <a:t>++);</a:t>
            </a:r>
          </a:p>
          <a:p>
            <a:pPr marL="0" indent="0">
              <a:buNone/>
            </a:pPr>
            <a:r>
              <a:rPr lang="en-US" sz="2800" dirty="0"/>
              <a:t>	if (</a:t>
            </a:r>
            <a:r>
              <a:rPr lang="en-US" sz="2800" dirty="0" err="1"/>
              <a:t>i</a:t>
            </a:r>
            <a:r>
              <a:rPr lang="en-US" sz="2800" dirty="0"/>
              <a:t> == n) return -1;</a:t>
            </a:r>
          </a:p>
          <a:p>
            <a:pPr marL="0" indent="0">
              <a:buNone/>
            </a:pPr>
            <a:r>
              <a:rPr lang="en-US" sz="2800" dirty="0"/>
              <a:t>	else return </a:t>
            </a:r>
            <a:r>
              <a:rPr lang="en-US" sz="2800" dirty="0" err="1"/>
              <a:t>i</a:t>
            </a:r>
            <a:r>
              <a:rPr lang="en-US" sz="2800" dirty="0"/>
              <a:t>;</a:t>
            </a:r>
          </a:p>
          <a:p>
            <a:pPr marL="0" indent="0">
              <a:buNone/>
            </a:pPr>
            <a:r>
              <a:rPr lang="en-US" sz="2800" dirty="0"/>
              <a:t>    }</a:t>
            </a:r>
          </a:p>
          <a:p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9C9C043-A7A4-4826-BC8D-127926AC580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31CBA4-1EAF-46A4-9177-6D3F28D7E13E}" type="datetime1">
              <a:rPr lang="en-US" smtClean="0"/>
              <a:t>1/11/2025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C2D4578-9D4B-4A9B-B192-819A84F56FD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ICT 2257 Design and Analysis of Algorithms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BF45C8D9-C2C7-46A0-BA0B-F26C969D4951}"/>
              </a:ext>
            </a:extLst>
          </p:cNvPr>
          <p:cNvSpPr txBox="1"/>
          <p:nvPr/>
        </p:nvSpPr>
        <p:spPr>
          <a:xfrm>
            <a:off x="8020879" y="2296340"/>
            <a:ext cx="2915479" cy="264687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/>
              <a:t>No. of steps</a:t>
            </a:r>
          </a:p>
          <a:p>
            <a:endParaRPr lang="en-US" sz="2800" dirty="0"/>
          </a:p>
          <a:p>
            <a:endParaRPr lang="en-US" sz="2200" dirty="0"/>
          </a:p>
          <a:p>
            <a:endParaRPr lang="en-US" sz="2200" dirty="0"/>
          </a:p>
          <a:p>
            <a:endParaRPr lang="en-US" sz="2200" dirty="0"/>
          </a:p>
          <a:p>
            <a:endParaRPr lang="en-US" sz="2200" dirty="0"/>
          </a:p>
          <a:p>
            <a:endParaRPr lang="en-US" sz="2200" dirty="0"/>
          </a:p>
        </p:txBody>
      </p:sp>
    </p:spTree>
    <p:extLst>
      <p:ext uri="{BB962C8B-B14F-4D97-AF65-F5344CB8AC3E}">
        <p14:creationId xmlns:p14="http://schemas.microsoft.com/office/powerpoint/2010/main" val="3542267808"/>
      </p:ext>
    </p:extLst>
  </p:cSld>
  <p:clrMapOvr>
    <a:masterClrMapping/>
  </p:clrMapOvr>
</p:sld>
</file>

<file path=ppt/slides/slide8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898FC5B-F53F-4ED6-BFF9-B64D569AE3F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4200" b="1" dirty="0"/>
              <a:t>Worst case for sequential search: element found at last place.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CBE47EA-5D49-4204-8BE9-5A532093AB9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sz="2800" dirty="0"/>
              <a:t>Int </a:t>
            </a:r>
            <a:r>
              <a:rPr lang="en-US" sz="2800" dirty="0" err="1"/>
              <a:t>SequentialSearch</a:t>
            </a:r>
            <a:r>
              <a:rPr lang="en-US" sz="2800" dirty="0"/>
              <a:t>(int a[], int n, const int&amp; x)</a:t>
            </a:r>
          </a:p>
          <a:p>
            <a:pPr marL="0" indent="0">
              <a:buNone/>
            </a:pPr>
            <a:r>
              <a:rPr lang="en-US" sz="2800" dirty="0"/>
              <a:t>   {</a:t>
            </a:r>
          </a:p>
          <a:p>
            <a:pPr marL="0" indent="0">
              <a:buNone/>
            </a:pPr>
            <a:r>
              <a:rPr lang="en-US" sz="2800" dirty="0"/>
              <a:t>	int </a:t>
            </a:r>
            <a:r>
              <a:rPr lang="en-US" sz="2800" dirty="0" err="1"/>
              <a:t>i</a:t>
            </a:r>
            <a:r>
              <a:rPr lang="en-US" sz="2800" dirty="0"/>
              <a:t>;                                                                       1</a:t>
            </a:r>
          </a:p>
          <a:p>
            <a:pPr marL="0" indent="0">
              <a:buNone/>
            </a:pPr>
            <a:r>
              <a:rPr lang="en-US" sz="2800" dirty="0"/>
              <a:t>	for (</a:t>
            </a:r>
            <a:r>
              <a:rPr lang="en-US" sz="2800" dirty="0" err="1"/>
              <a:t>i</a:t>
            </a:r>
            <a:r>
              <a:rPr lang="en-US" sz="2800" dirty="0"/>
              <a:t> = 0; </a:t>
            </a:r>
            <a:r>
              <a:rPr lang="en-US" sz="2800" dirty="0" err="1"/>
              <a:t>i</a:t>
            </a:r>
            <a:r>
              <a:rPr lang="en-US" sz="2800" dirty="0"/>
              <a:t> &lt; n &amp;&amp; a[</a:t>
            </a:r>
            <a:r>
              <a:rPr lang="en-US" sz="2800" dirty="0" err="1"/>
              <a:t>i</a:t>
            </a:r>
            <a:r>
              <a:rPr lang="en-US" sz="2800" dirty="0"/>
              <a:t>] != x; </a:t>
            </a:r>
            <a:r>
              <a:rPr lang="en-US" sz="2800" dirty="0" err="1"/>
              <a:t>i</a:t>
            </a:r>
            <a:r>
              <a:rPr lang="en-US" sz="2800" dirty="0"/>
              <a:t>++);                      n  </a:t>
            </a:r>
          </a:p>
          <a:p>
            <a:pPr marL="0" indent="0">
              <a:buNone/>
            </a:pPr>
            <a:r>
              <a:rPr lang="en-US" sz="2800" dirty="0"/>
              <a:t>	if (</a:t>
            </a:r>
            <a:r>
              <a:rPr lang="en-US" sz="2800" dirty="0" err="1"/>
              <a:t>i</a:t>
            </a:r>
            <a:r>
              <a:rPr lang="en-US" sz="2800" dirty="0"/>
              <a:t> == n) return -1;                                             1</a:t>
            </a:r>
          </a:p>
          <a:p>
            <a:pPr marL="0" indent="0">
              <a:buNone/>
            </a:pPr>
            <a:r>
              <a:rPr lang="en-US" sz="2800" dirty="0"/>
              <a:t>	else return </a:t>
            </a:r>
            <a:r>
              <a:rPr lang="en-US" sz="2800" dirty="0" err="1"/>
              <a:t>i</a:t>
            </a:r>
            <a:r>
              <a:rPr lang="en-US" sz="2800" dirty="0"/>
              <a:t>;                                                       1</a:t>
            </a:r>
          </a:p>
          <a:p>
            <a:pPr marL="0" indent="0">
              <a:buNone/>
            </a:pPr>
            <a:r>
              <a:rPr lang="en-US" sz="2800" dirty="0"/>
              <a:t>    }</a:t>
            </a:r>
          </a:p>
          <a:p>
            <a:r>
              <a:rPr lang="en-US" dirty="0"/>
              <a:t>                                                                                            n+3    o(n)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9C9C043-A7A4-4826-BC8D-127926AC580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31CBA4-1EAF-46A4-9177-6D3F28D7E13E}" type="datetime1">
              <a:rPr lang="en-US" smtClean="0"/>
              <a:t>1/11/2025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C2D4578-9D4B-4A9B-B192-819A84F56FD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ICT 2257 Design and Analysis of Algorithms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BF45C8D9-C2C7-46A0-BA0B-F26C969D4951}"/>
              </a:ext>
            </a:extLst>
          </p:cNvPr>
          <p:cNvSpPr txBox="1"/>
          <p:nvPr/>
        </p:nvSpPr>
        <p:spPr>
          <a:xfrm>
            <a:off x="8020879" y="2296340"/>
            <a:ext cx="2915479" cy="16312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/>
              <a:t>No. of steps</a:t>
            </a:r>
          </a:p>
          <a:p>
            <a:endParaRPr lang="en-US" sz="2800" dirty="0"/>
          </a:p>
          <a:p>
            <a:endParaRPr lang="en-US" sz="2200" dirty="0"/>
          </a:p>
          <a:p>
            <a:endParaRPr lang="en-US" sz="2200" dirty="0"/>
          </a:p>
        </p:txBody>
      </p:sp>
    </p:spTree>
    <p:extLst>
      <p:ext uri="{BB962C8B-B14F-4D97-AF65-F5344CB8AC3E}">
        <p14:creationId xmlns:p14="http://schemas.microsoft.com/office/powerpoint/2010/main" val="3580695228"/>
      </p:ext>
    </p:extLst>
  </p:cSld>
  <p:clrMapOvr>
    <a:masterClrMapping/>
  </p:clrMapOvr>
</p:sld>
</file>

<file path=ppt/slides/slide9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898FC5B-F53F-4ED6-BFF9-B64D569AE3F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4200" b="1" dirty="0"/>
              <a:t>Worst case for sequential search: Element not found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CBE47EA-5D49-4204-8BE9-5A532093AB9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sz="2800" dirty="0"/>
              <a:t>Int </a:t>
            </a:r>
            <a:r>
              <a:rPr lang="en-US" sz="2800" dirty="0" err="1"/>
              <a:t>SequentialSearch</a:t>
            </a:r>
            <a:r>
              <a:rPr lang="en-US" sz="2800" dirty="0"/>
              <a:t>(int a[], int n, const int&amp; x)</a:t>
            </a:r>
          </a:p>
          <a:p>
            <a:pPr marL="0" indent="0">
              <a:buNone/>
            </a:pPr>
            <a:r>
              <a:rPr lang="en-US" sz="2800" dirty="0"/>
              <a:t>   {</a:t>
            </a:r>
          </a:p>
          <a:p>
            <a:pPr marL="0" indent="0">
              <a:buNone/>
            </a:pPr>
            <a:r>
              <a:rPr lang="en-US" sz="2800" dirty="0"/>
              <a:t>	int </a:t>
            </a:r>
            <a:r>
              <a:rPr lang="en-US" sz="2800" dirty="0" err="1"/>
              <a:t>i</a:t>
            </a:r>
            <a:r>
              <a:rPr lang="en-US" sz="2800" dirty="0"/>
              <a:t>;                                                                       1</a:t>
            </a:r>
          </a:p>
          <a:p>
            <a:pPr marL="0" indent="0">
              <a:buNone/>
            </a:pPr>
            <a:r>
              <a:rPr lang="en-US" sz="2800" dirty="0"/>
              <a:t>	for (</a:t>
            </a:r>
            <a:r>
              <a:rPr lang="en-US" sz="2800" dirty="0" err="1"/>
              <a:t>i</a:t>
            </a:r>
            <a:r>
              <a:rPr lang="en-US" sz="2800" dirty="0"/>
              <a:t> = 0; </a:t>
            </a:r>
            <a:r>
              <a:rPr lang="en-US" sz="2800" dirty="0" err="1"/>
              <a:t>i</a:t>
            </a:r>
            <a:r>
              <a:rPr lang="en-US" sz="2800" dirty="0"/>
              <a:t> &lt; n &amp;&amp; a[</a:t>
            </a:r>
            <a:r>
              <a:rPr lang="en-US" sz="2800" dirty="0" err="1"/>
              <a:t>i</a:t>
            </a:r>
            <a:r>
              <a:rPr lang="en-US" sz="2800" dirty="0"/>
              <a:t>] != x; </a:t>
            </a:r>
            <a:r>
              <a:rPr lang="en-US" sz="2800" dirty="0" err="1"/>
              <a:t>i</a:t>
            </a:r>
            <a:r>
              <a:rPr lang="en-US" sz="2800" dirty="0"/>
              <a:t>++);                     n+1</a:t>
            </a:r>
          </a:p>
          <a:p>
            <a:pPr marL="0" indent="0">
              <a:buNone/>
            </a:pPr>
            <a:r>
              <a:rPr lang="en-US" sz="2800" dirty="0"/>
              <a:t>	if (</a:t>
            </a:r>
            <a:r>
              <a:rPr lang="en-US" sz="2800" dirty="0" err="1"/>
              <a:t>i</a:t>
            </a:r>
            <a:r>
              <a:rPr lang="en-US" sz="2800" dirty="0"/>
              <a:t> == n) return -1;                                             1</a:t>
            </a:r>
          </a:p>
          <a:p>
            <a:pPr marL="0" indent="0">
              <a:buNone/>
            </a:pPr>
            <a:r>
              <a:rPr lang="en-US" sz="2800" dirty="0"/>
              <a:t>	else return </a:t>
            </a:r>
            <a:r>
              <a:rPr lang="en-US" sz="2800" dirty="0" err="1"/>
              <a:t>i</a:t>
            </a:r>
            <a:r>
              <a:rPr lang="en-US" sz="2800" dirty="0"/>
              <a:t>;                                                       1</a:t>
            </a:r>
          </a:p>
          <a:p>
            <a:pPr marL="0" indent="0">
              <a:buNone/>
            </a:pPr>
            <a:r>
              <a:rPr lang="en-US" sz="2800" dirty="0"/>
              <a:t>    }</a:t>
            </a:r>
          </a:p>
          <a:p>
            <a:r>
              <a:rPr lang="en-US" dirty="0"/>
              <a:t>                                                                                            n+4    o(n)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9C9C043-A7A4-4826-BC8D-127926AC580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31CBA4-1EAF-46A4-9177-6D3F28D7E13E}" type="datetime1">
              <a:rPr lang="en-US" smtClean="0"/>
              <a:t>1/11/2025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C2D4578-9D4B-4A9B-B192-819A84F56FD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ICT 2257 Design and Analysis of Algorithms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BF45C8D9-C2C7-46A0-BA0B-F26C969D4951}"/>
              </a:ext>
            </a:extLst>
          </p:cNvPr>
          <p:cNvSpPr txBox="1"/>
          <p:nvPr/>
        </p:nvSpPr>
        <p:spPr>
          <a:xfrm>
            <a:off x="8020879" y="2296340"/>
            <a:ext cx="2915479" cy="264687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/>
              <a:t>No. of steps</a:t>
            </a:r>
          </a:p>
          <a:p>
            <a:endParaRPr lang="en-US" sz="2800" dirty="0"/>
          </a:p>
          <a:p>
            <a:endParaRPr lang="en-US" sz="2200" dirty="0"/>
          </a:p>
          <a:p>
            <a:endParaRPr lang="en-US" sz="2200" dirty="0"/>
          </a:p>
          <a:p>
            <a:endParaRPr lang="en-US" sz="2200" dirty="0"/>
          </a:p>
          <a:p>
            <a:endParaRPr lang="en-US" sz="2200" dirty="0"/>
          </a:p>
          <a:p>
            <a:endParaRPr lang="en-US" sz="2200" dirty="0"/>
          </a:p>
        </p:txBody>
      </p:sp>
    </p:spTree>
    <p:extLst>
      <p:ext uri="{BB962C8B-B14F-4D97-AF65-F5344CB8AC3E}">
        <p14:creationId xmlns:p14="http://schemas.microsoft.com/office/powerpoint/2010/main" val="3534162395"/>
      </p:ext>
    </p:extLst>
  </p:cSld>
  <p:clrMapOvr>
    <a:masterClrMapping/>
  </p:clrMapOvr>
</p:sld>
</file>

<file path=ppt/slides/slide9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898FC5B-F53F-4ED6-BFF9-B64D569AE3F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4200" b="1" dirty="0"/>
              <a:t>Worst case for sequential search: Element not found/element found at last place.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CBE47EA-5D49-4204-8BE9-5A532093AB9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sz="2800" dirty="0"/>
              <a:t>Int </a:t>
            </a:r>
            <a:r>
              <a:rPr lang="en-US" sz="2800" dirty="0" err="1"/>
              <a:t>SequentialSearch</a:t>
            </a:r>
            <a:r>
              <a:rPr lang="en-US" sz="2800" dirty="0"/>
              <a:t>(int a[], int n, const int&amp; x)</a:t>
            </a:r>
          </a:p>
          <a:p>
            <a:pPr marL="0" indent="0">
              <a:buNone/>
            </a:pPr>
            <a:r>
              <a:rPr lang="en-US" sz="2800" dirty="0"/>
              <a:t>   {</a:t>
            </a:r>
          </a:p>
          <a:p>
            <a:pPr marL="0" indent="0">
              <a:buNone/>
            </a:pPr>
            <a:r>
              <a:rPr lang="en-US" sz="2800" dirty="0"/>
              <a:t>	int </a:t>
            </a:r>
            <a:r>
              <a:rPr lang="en-US" sz="2800" dirty="0" err="1"/>
              <a:t>i</a:t>
            </a:r>
            <a:r>
              <a:rPr lang="en-US" sz="2800" dirty="0"/>
              <a:t>;</a:t>
            </a:r>
          </a:p>
          <a:p>
            <a:pPr marL="0" indent="0">
              <a:buNone/>
            </a:pPr>
            <a:r>
              <a:rPr lang="en-US" sz="2800" dirty="0"/>
              <a:t>	for (</a:t>
            </a:r>
            <a:r>
              <a:rPr lang="en-US" sz="2800" dirty="0" err="1"/>
              <a:t>i</a:t>
            </a:r>
            <a:r>
              <a:rPr lang="en-US" sz="2800" dirty="0"/>
              <a:t> = 0; </a:t>
            </a:r>
            <a:r>
              <a:rPr lang="en-US" sz="2800" dirty="0" err="1"/>
              <a:t>i</a:t>
            </a:r>
            <a:r>
              <a:rPr lang="en-US" sz="2800" dirty="0"/>
              <a:t> &lt; n &amp;&amp; a[</a:t>
            </a:r>
            <a:r>
              <a:rPr lang="en-US" sz="2800" dirty="0" err="1"/>
              <a:t>i</a:t>
            </a:r>
            <a:r>
              <a:rPr lang="en-US" sz="2800" dirty="0"/>
              <a:t>] != x; </a:t>
            </a:r>
            <a:r>
              <a:rPr lang="en-US" sz="2800" dirty="0" err="1"/>
              <a:t>i</a:t>
            </a:r>
            <a:r>
              <a:rPr lang="en-US" sz="2800" dirty="0"/>
              <a:t>++);</a:t>
            </a:r>
          </a:p>
          <a:p>
            <a:pPr marL="0" indent="0">
              <a:buNone/>
            </a:pPr>
            <a:r>
              <a:rPr lang="en-US" sz="2800" dirty="0"/>
              <a:t>	if (</a:t>
            </a:r>
            <a:r>
              <a:rPr lang="en-US" sz="2800" dirty="0" err="1"/>
              <a:t>i</a:t>
            </a:r>
            <a:r>
              <a:rPr lang="en-US" sz="2800" dirty="0"/>
              <a:t> == n) return -1;</a:t>
            </a:r>
          </a:p>
          <a:p>
            <a:pPr marL="0" indent="0">
              <a:buNone/>
            </a:pPr>
            <a:r>
              <a:rPr lang="en-US" sz="2800" dirty="0"/>
              <a:t>	else return </a:t>
            </a:r>
            <a:r>
              <a:rPr lang="en-US" sz="2800" dirty="0" err="1"/>
              <a:t>i</a:t>
            </a:r>
            <a:r>
              <a:rPr lang="en-US" sz="2800" dirty="0"/>
              <a:t>;</a:t>
            </a:r>
          </a:p>
          <a:p>
            <a:pPr marL="0" indent="0">
              <a:buNone/>
            </a:pPr>
            <a:r>
              <a:rPr lang="en-US" sz="2800" dirty="0"/>
              <a:t>    }</a:t>
            </a:r>
          </a:p>
          <a:p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9C9C043-A7A4-4826-BC8D-127926AC580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31CBA4-1EAF-46A4-9177-6D3F28D7E13E}" type="datetime1">
              <a:rPr lang="en-US" smtClean="0"/>
              <a:t>1/11/2025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C2D4578-9D4B-4A9B-B192-819A84F56FD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ICT 2257 Design and Analysis of Algorithms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BF45C8D9-C2C7-46A0-BA0B-F26C969D4951}"/>
              </a:ext>
            </a:extLst>
          </p:cNvPr>
          <p:cNvSpPr txBox="1"/>
          <p:nvPr/>
        </p:nvSpPr>
        <p:spPr>
          <a:xfrm>
            <a:off x="8020879" y="2296340"/>
            <a:ext cx="2915479" cy="264687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/>
              <a:t>No. of steps</a:t>
            </a:r>
          </a:p>
          <a:p>
            <a:endParaRPr lang="en-US" sz="2800" dirty="0"/>
          </a:p>
          <a:p>
            <a:endParaRPr lang="en-US" sz="2200" dirty="0"/>
          </a:p>
          <a:p>
            <a:endParaRPr lang="en-US" sz="2200" dirty="0"/>
          </a:p>
          <a:p>
            <a:endParaRPr lang="en-US" sz="2200" dirty="0"/>
          </a:p>
          <a:p>
            <a:endParaRPr lang="en-US" sz="2200" dirty="0"/>
          </a:p>
          <a:p>
            <a:endParaRPr lang="en-US" sz="2200" dirty="0"/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3">
            <p14:nvContentPartPr>
              <p14:cNvPr id="7" name="Ink 6">
                <a:extLst>
                  <a:ext uri="{FF2B5EF4-FFF2-40B4-BE49-F238E27FC236}">
                    <a16:creationId xmlns:a16="http://schemas.microsoft.com/office/drawing/2014/main" id="{7A598644-D022-4D7B-B9A2-1DF33DB66D77}"/>
                  </a:ext>
                </a:extLst>
              </p14:cNvPr>
              <p14:cNvContentPartPr/>
              <p14:nvPr/>
            </p14:nvContentPartPr>
            <p14:xfrm>
              <a:off x="4531320" y="3120840"/>
              <a:ext cx="5503680" cy="2020320"/>
            </p14:xfrm>
          </p:contentPart>
        </mc:Choice>
        <mc:Fallback xmlns="">
          <p:pic>
            <p:nvPicPr>
              <p:cNvPr id="7" name="Ink 6">
                <a:extLst>
                  <a:ext uri="{FF2B5EF4-FFF2-40B4-BE49-F238E27FC236}">
                    <a16:creationId xmlns:a16="http://schemas.microsoft.com/office/drawing/2014/main" id="{7A598644-D022-4D7B-B9A2-1DF33DB66D77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4521960" y="3111480"/>
                <a:ext cx="5522400" cy="203904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2320178304"/>
      </p:ext>
    </p:extLst>
  </p:cSld>
  <p:clrMapOvr>
    <a:masterClrMapping/>
  </p:clrMapOvr>
</p:sld>
</file>

<file path=ppt/slides/slide9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898FC5B-F53F-4ED6-BFF9-B64D569AE3F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4200" b="1" dirty="0"/>
              <a:t>Average case for sequential search: Element found at position j. (i.e., a[j]=x)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CBE47EA-5D49-4204-8BE9-5A532093AB9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sz="2800" dirty="0"/>
              <a:t>Int </a:t>
            </a:r>
            <a:r>
              <a:rPr lang="en-US" sz="2800" dirty="0" err="1"/>
              <a:t>SequentialSearch</a:t>
            </a:r>
            <a:r>
              <a:rPr lang="en-US" sz="2800" dirty="0"/>
              <a:t>(int a[], int n, const int&amp; x)</a:t>
            </a:r>
          </a:p>
          <a:p>
            <a:pPr marL="0" indent="0">
              <a:buNone/>
            </a:pPr>
            <a:r>
              <a:rPr lang="en-US" sz="2800" dirty="0"/>
              <a:t>   {</a:t>
            </a:r>
          </a:p>
          <a:p>
            <a:pPr marL="0" indent="0">
              <a:buNone/>
            </a:pPr>
            <a:r>
              <a:rPr lang="en-US" sz="2800" dirty="0"/>
              <a:t>	int </a:t>
            </a:r>
            <a:r>
              <a:rPr lang="en-US" sz="2800" dirty="0" err="1"/>
              <a:t>i</a:t>
            </a:r>
            <a:r>
              <a:rPr lang="en-US" sz="2800" dirty="0"/>
              <a:t>;</a:t>
            </a:r>
          </a:p>
          <a:p>
            <a:pPr marL="0" indent="0">
              <a:buNone/>
            </a:pPr>
            <a:r>
              <a:rPr lang="en-US" sz="2800" dirty="0"/>
              <a:t>	for (</a:t>
            </a:r>
            <a:r>
              <a:rPr lang="en-US" sz="2800" dirty="0" err="1"/>
              <a:t>i</a:t>
            </a:r>
            <a:r>
              <a:rPr lang="en-US" sz="2800" dirty="0"/>
              <a:t> = 0; </a:t>
            </a:r>
            <a:r>
              <a:rPr lang="en-US" sz="2800" dirty="0" err="1"/>
              <a:t>i</a:t>
            </a:r>
            <a:r>
              <a:rPr lang="en-US" sz="2800" dirty="0"/>
              <a:t> &lt; n &amp;&amp; a[</a:t>
            </a:r>
            <a:r>
              <a:rPr lang="en-US" sz="2800" dirty="0" err="1"/>
              <a:t>i</a:t>
            </a:r>
            <a:r>
              <a:rPr lang="en-US" sz="2800" dirty="0"/>
              <a:t>] != x; </a:t>
            </a:r>
            <a:r>
              <a:rPr lang="en-US" sz="2800" dirty="0" err="1"/>
              <a:t>i</a:t>
            </a:r>
            <a:r>
              <a:rPr lang="en-US" sz="2800" dirty="0"/>
              <a:t>++);</a:t>
            </a:r>
          </a:p>
          <a:p>
            <a:pPr marL="0" indent="0">
              <a:buNone/>
            </a:pPr>
            <a:r>
              <a:rPr lang="en-US" sz="2800" dirty="0"/>
              <a:t>	if (</a:t>
            </a:r>
            <a:r>
              <a:rPr lang="en-US" sz="2800" dirty="0" err="1"/>
              <a:t>i</a:t>
            </a:r>
            <a:r>
              <a:rPr lang="en-US" sz="2800" dirty="0"/>
              <a:t> == n) return -1;</a:t>
            </a:r>
          </a:p>
          <a:p>
            <a:pPr marL="0" indent="0">
              <a:buNone/>
            </a:pPr>
            <a:r>
              <a:rPr lang="en-US" sz="2800" dirty="0"/>
              <a:t>	else return </a:t>
            </a:r>
            <a:r>
              <a:rPr lang="en-US" sz="2800" dirty="0" err="1"/>
              <a:t>i</a:t>
            </a:r>
            <a:r>
              <a:rPr lang="en-US" sz="2800" dirty="0"/>
              <a:t>;</a:t>
            </a:r>
          </a:p>
          <a:p>
            <a:pPr marL="0" indent="0">
              <a:buNone/>
            </a:pPr>
            <a:r>
              <a:rPr lang="en-US" sz="2800" dirty="0"/>
              <a:t>    }</a:t>
            </a:r>
          </a:p>
          <a:p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9C9C043-A7A4-4826-BC8D-127926AC580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31CBA4-1EAF-46A4-9177-6D3F28D7E13E}" type="datetime1">
              <a:rPr lang="en-US" smtClean="0"/>
              <a:t>1/11/2025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C2D4578-9D4B-4A9B-B192-819A84F56FD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ICT 2257 Design and Analysis of Algorithms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50EAE23A-DB17-4624-9E6D-A7FD088F8324}"/>
              </a:ext>
            </a:extLst>
          </p:cNvPr>
          <p:cNvSpPr txBox="1"/>
          <p:nvPr/>
        </p:nvSpPr>
        <p:spPr>
          <a:xfrm>
            <a:off x="7795592" y="2296340"/>
            <a:ext cx="2915479" cy="264687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/>
              <a:t>No. of steps</a:t>
            </a:r>
          </a:p>
          <a:p>
            <a:endParaRPr lang="en-US" sz="2800" dirty="0"/>
          </a:p>
          <a:p>
            <a:endParaRPr lang="en-US" sz="2200" dirty="0"/>
          </a:p>
          <a:p>
            <a:endParaRPr lang="en-US" sz="2200" dirty="0"/>
          </a:p>
          <a:p>
            <a:endParaRPr lang="en-US" sz="2200" dirty="0"/>
          </a:p>
          <a:p>
            <a:endParaRPr lang="en-US" sz="2200" dirty="0"/>
          </a:p>
          <a:p>
            <a:endParaRPr lang="en-US" sz="2200" dirty="0"/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2">
            <p14:nvContentPartPr>
              <p14:cNvPr id="7" name="Ink 6">
                <a:extLst>
                  <a:ext uri="{FF2B5EF4-FFF2-40B4-BE49-F238E27FC236}">
                    <a16:creationId xmlns:a16="http://schemas.microsoft.com/office/drawing/2014/main" id="{F2A3A65A-C52D-41B2-9940-F75846246761}"/>
                  </a:ext>
                </a:extLst>
              </p14:cNvPr>
              <p14:cNvContentPartPr/>
              <p14:nvPr/>
            </p14:nvContentPartPr>
            <p14:xfrm>
              <a:off x="4593180" y="917460"/>
              <a:ext cx="7120440" cy="5023080"/>
            </p14:xfrm>
          </p:contentPart>
        </mc:Choice>
        <mc:Fallback xmlns="">
          <p:pic>
            <p:nvPicPr>
              <p:cNvPr id="7" name="Ink 6">
                <a:extLst>
                  <a:ext uri="{FF2B5EF4-FFF2-40B4-BE49-F238E27FC236}">
                    <a16:creationId xmlns:a16="http://schemas.microsoft.com/office/drawing/2014/main" id="{F2A3A65A-C52D-41B2-9940-F75846246761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4583820" y="908100"/>
                <a:ext cx="7139160" cy="5041800"/>
              </a:xfrm>
              <a:prstGeom prst="rect">
                <a:avLst/>
              </a:prstGeom>
            </p:spPr>
          </p:pic>
        </mc:Fallback>
      </mc:AlternateContent>
      <p:sp>
        <p:nvSpPr>
          <p:cNvPr id="8" name="TextBox 7">
            <a:extLst>
              <a:ext uri="{FF2B5EF4-FFF2-40B4-BE49-F238E27FC236}">
                <a16:creationId xmlns:a16="http://schemas.microsoft.com/office/drawing/2014/main" id="{D217096E-9898-40AE-AE43-21ABB7B2A781}"/>
              </a:ext>
            </a:extLst>
          </p:cNvPr>
          <p:cNvSpPr txBox="1"/>
          <p:nvPr/>
        </p:nvSpPr>
        <p:spPr>
          <a:xfrm>
            <a:off x="2252870" y="5353878"/>
            <a:ext cx="286246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= [0 + 1 + 2 +… +(n-1) + 4 n + (n+3)  ] / (n+1)</a:t>
            </a:r>
          </a:p>
        </p:txBody>
      </p:sp>
    </p:spTree>
    <p:extLst>
      <p:ext uri="{BB962C8B-B14F-4D97-AF65-F5344CB8AC3E}">
        <p14:creationId xmlns:p14="http://schemas.microsoft.com/office/powerpoint/2010/main" val="2600847923"/>
      </p:ext>
    </p:extLst>
  </p:cSld>
  <p:clrMapOvr>
    <a:masterClrMapping/>
  </p:clrMapOvr>
</p:sld>
</file>

<file path=ppt/slides/slide9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611831E-5D8C-4925-C1B2-6C99B875BF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273" y="0"/>
            <a:ext cx="10515600" cy="1325563"/>
          </a:xfrm>
        </p:spPr>
        <p:txBody>
          <a:bodyPr/>
          <a:lstStyle/>
          <a:p>
            <a:r>
              <a:rPr lang="en-US" dirty="0"/>
              <a:t>Average Case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C92293B-DA7C-86AA-449A-85EDB658D54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330036"/>
            <a:ext cx="10515600" cy="4846927"/>
          </a:xfrm>
        </p:spPr>
        <p:txBody>
          <a:bodyPr/>
          <a:lstStyle/>
          <a:p>
            <a:r>
              <a:rPr lang="en-US" sz="2200" dirty="0"/>
              <a:t>The standard assumptions are that</a:t>
            </a:r>
          </a:p>
          <a:p>
            <a:pPr lvl="1"/>
            <a:r>
              <a:rPr lang="en-US" sz="2200" dirty="0"/>
              <a:t>(a) the probability of a successful search is equal to p (0 ≤ p ≤ 1)</a:t>
            </a:r>
          </a:p>
          <a:p>
            <a:pPr lvl="1"/>
            <a:r>
              <a:rPr lang="en-US" sz="2200" dirty="0"/>
              <a:t>(b) the probability of the first match occurring in the </a:t>
            </a:r>
            <a:r>
              <a:rPr lang="en-US" sz="2200" dirty="0" err="1"/>
              <a:t>ith</a:t>
            </a:r>
            <a:r>
              <a:rPr lang="en-US" sz="2200" dirty="0"/>
              <a:t> position of the list is the same </a:t>
            </a:r>
            <a:r>
              <a:rPr lang="en-IN" sz="2200" dirty="0"/>
              <a:t>for every </a:t>
            </a:r>
            <a:r>
              <a:rPr lang="en-IN" sz="2200" dirty="0" err="1"/>
              <a:t>i</a:t>
            </a:r>
            <a:r>
              <a:rPr lang="en-IN" sz="2200" dirty="0"/>
              <a:t>.</a:t>
            </a:r>
            <a:endParaRPr lang="en-US" sz="2200" dirty="0"/>
          </a:p>
          <a:p>
            <a:pPr algn="just"/>
            <a:r>
              <a:rPr lang="en-US" sz="2200" dirty="0"/>
              <a:t>In the case of a successful search, the probability of the first match occurring in the </a:t>
            </a:r>
            <a:r>
              <a:rPr lang="en-US" sz="2200" i="1" dirty="0" err="1"/>
              <a:t>i</a:t>
            </a:r>
            <a:r>
              <a:rPr lang="en-US" sz="2200" dirty="0" err="1"/>
              <a:t>th</a:t>
            </a:r>
            <a:r>
              <a:rPr lang="en-US" sz="2200" dirty="0"/>
              <a:t> position of the list is </a:t>
            </a:r>
            <a:r>
              <a:rPr lang="en-US" sz="2200" i="1" dirty="0" err="1"/>
              <a:t>p/n</a:t>
            </a:r>
            <a:r>
              <a:rPr lang="en-US" sz="2200" i="1" dirty="0"/>
              <a:t> </a:t>
            </a:r>
            <a:r>
              <a:rPr lang="en-US" sz="2200" dirty="0"/>
              <a:t>for every </a:t>
            </a:r>
            <a:r>
              <a:rPr lang="en-US" sz="2200" i="1" dirty="0" err="1"/>
              <a:t>i</a:t>
            </a:r>
            <a:r>
              <a:rPr lang="en-US" sz="2200" dirty="0"/>
              <a:t>, and the number of comparisons made by the algorithm in such a situation is obviously </a:t>
            </a:r>
            <a:r>
              <a:rPr lang="en-US" sz="2200" i="1" dirty="0" err="1"/>
              <a:t>i</a:t>
            </a:r>
            <a:r>
              <a:rPr lang="en-US" sz="2200" dirty="0"/>
              <a:t>. </a:t>
            </a:r>
          </a:p>
          <a:p>
            <a:pPr algn="just"/>
            <a:r>
              <a:rPr lang="en-US" sz="2200" dirty="0"/>
              <a:t>In the case of an unsuccessful search, the number of comparisons will be </a:t>
            </a:r>
            <a:r>
              <a:rPr lang="en-US" sz="2200" i="1" dirty="0"/>
              <a:t>n </a:t>
            </a:r>
            <a:r>
              <a:rPr lang="en-US" sz="2200" dirty="0"/>
              <a:t>with the probability of such a search being </a:t>
            </a:r>
            <a:r>
              <a:rPr lang="en-US" sz="2200" i="1" dirty="0"/>
              <a:t>(</a:t>
            </a:r>
            <a:r>
              <a:rPr lang="en-US" sz="2200" dirty="0"/>
              <a:t>1− </a:t>
            </a:r>
            <a:r>
              <a:rPr lang="en-US" sz="2200" i="1" dirty="0"/>
              <a:t>p)</a:t>
            </a:r>
            <a:r>
              <a:rPr lang="en-US" sz="2200" dirty="0"/>
              <a:t>. Therefore,</a:t>
            </a:r>
            <a:endParaRPr lang="en-IN" sz="2200" dirty="0"/>
          </a:p>
          <a:p>
            <a:endParaRPr lang="en-IN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685E6035-7F89-498D-3C0B-E3C2AB7CFE5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734821" y="4406516"/>
            <a:ext cx="7868093" cy="245148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8007434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8561D63-253B-46A8-875D-CC6395D384A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Worst Case and Best Case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8063B2E-80C3-4B4C-865F-3403DCC29EB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dirty="0"/>
          </a:p>
          <a:p>
            <a:r>
              <a:rPr lang="en-US" dirty="0"/>
              <a:t>It guarantees that for any instance of size </a:t>
            </a:r>
            <a:r>
              <a:rPr lang="en-US" i="1" dirty="0"/>
              <a:t>n</a:t>
            </a:r>
            <a:r>
              <a:rPr lang="en-US" dirty="0"/>
              <a:t>, the running time will not exceed </a:t>
            </a:r>
            <a:r>
              <a:rPr lang="en-US" i="1" dirty="0" err="1"/>
              <a:t>C</a:t>
            </a:r>
            <a:r>
              <a:rPr lang="en-US" i="1" baseline="-25000" dirty="0" err="1"/>
              <a:t>worst</a:t>
            </a:r>
            <a:r>
              <a:rPr lang="en-US" i="1" dirty="0"/>
              <a:t>(n), </a:t>
            </a:r>
            <a:r>
              <a:rPr lang="en-US" dirty="0"/>
              <a:t>its running time on the worst-case inputs.</a:t>
            </a:r>
          </a:p>
          <a:p>
            <a:endParaRPr lang="en-US" dirty="0"/>
          </a:p>
          <a:p>
            <a:r>
              <a:rPr lang="en-US" dirty="0"/>
              <a:t>The best-case inputs for sequential search are lists of size </a:t>
            </a:r>
            <a:r>
              <a:rPr lang="en-US" i="1" dirty="0"/>
              <a:t>n </a:t>
            </a:r>
            <a:r>
              <a:rPr lang="en-US" dirty="0"/>
              <a:t>with their first element equal to a search key; accordingly, </a:t>
            </a:r>
            <a:r>
              <a:rPr lang="en-US" i="1" dirty="0" err="1"/>
              <a:t>C</a:t>
            </a:r>
            <a:r>
              <a:rPr lang="en-US" i="1" baseline="-25000" dirty="0" err="1"/>
              <a:t>best</a:t>
            </a:r>
            <a:r>
              <a:rPr lang="en-US" i="1" dirty="0"/>
              <a:t>(n) </a:t>
            </a:r>
            <a:r>
              <a:rPr lang="en-US" dirty="0"/>
              <a:t>= 1 </a:t>
            </a:r>
            <a:r>
              <a:rPr lang="en-IN" dirty="0"/>
              <a:t>for this algorithm</a:t>
            </a:r>
            <a:r>
              <a:rPr lang="en-IN" i="1" dirty="0"/>
              <a:t>.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522594820"/>
      </p:ext>
    </p:extLst>
  </p:cSld>
  <p:clrMapOvr>
    <a:masterClrMapping/>
  </p:clrMapOvr>
</p:sld>
</file>

<file path=ppt/slides/slide9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9607B8F-7B6A-4760-AEAE-174C616C615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What is the best, worst and average case time complexity of selection and bubble sort?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DA3057A-7D5B-4276-8094-B69A16B3F4F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31CBA4-1EAF-46A4-9177-6D3F28D7E13E}" type="datetime1">
              <a:rPr lang="en-US" smtClean="0"/>
              <a:t>1/11/2025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4229D1B-354F-4115-8C5E-D00F00A571C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ICT 2257 Design and Analysis of Algorithms</a:t>
            </a:r>
          </a:p>
        </p:txBody>
      </p:sp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56CCFA25-36B8-4405-8A85-DA453DECED68}"/>
              </a:ext>
            </a:extLst>
          </p:cNvPr>
          <p:cNvSpPr txBox="1">
            <a:spLocks/>
          </p:cNvSpPr>
          <p:nvPr/>
        </p:nvSpPr>
        <p:spPr>
          <a:xfrm>
            <a:off x="1338470" y="1752721"/>
            <a:ext cx="6029765" cy="4786191"/>
          </a:xfrm>
          <a:prstGeom prst="rect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vert="horz" lIns="91440" tIns="45720" rIns="91440" bIns="45720" rtlCol="0">
            <a:normAutofit fontScale="92500" lnSpcReduction="1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fr-FR" dirty="0">
                <a:latin typeface="Calibri (Body)"/>
              </a:rPr>
              <a:t>void </a:t>
            </a:r>
            <a:r>
              <a:rPr lang="fr-FR" dirty="0" err="1">
                <a:latin typeface="Calibri (Body)"/>
              </a:rPr>
              <a:t>bubbleSort</a:t>
            </a:r>
            <a:r>
              <a:rPr lang="fr-FR" dirty="0">
                <a:latin typeface="Calibri (Body)"/>
              </a:rPr>
              <a:t>(</a:t>
            </a:r>
            <a:r>
              <a:rPr lang="fr-FR" dirty="0" err="1">
                <a:latin typeface="Calibri (Body)"/>
              </a:rPr>
              <a:t>int</a:t>
            </a:r>
            <a:r>
              <a:rPr lang="fr-FR" dirty="0">
                <a:latin typeface="Calibri (Body)"/>
              </a:rPr>
              <a:t> a[], </a:t>
            </a:r>
            <a:r>
              <a:rPr lang="fr-FR" dirty="0" err="1">
                <a:latin typeface="Calibri (Body)"/>
              </a:rPr>
              <a:t>int</a:t>
            </a:r>
            <a:r>
              <a:rPr lang="fr-FR" dirty="0">
                <a:latin typeface="Calibri (Body)"/>
              </a:rPr>
              <a:t> n)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en-US" dirty="0">
                <a:latin typeface="Calibri (Body)"/>
              </a:rPr>
              <a:t>{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nn-NO" dirty="0">
                <a:latin typeface="Calibri (Body)"/>
              </a:rPr>
              <a:t>   for (int i = n; i &gt; 1; i--)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nn-NO" dirty="0">
                <a:latin typeface="Calibri (Body)"/>
              </a:rPr>
              <a:t>    {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en-US" dirty="0">
                <a:latin typeface="Calibri (Body)"/>
              </a:rPr>
              <a:t>      </a:t>
            </a:r>
            <a:r>
              <a:rPr lang="nn-NO" dirty="0">
                <a:latin typeface="Calibri (Body)"/>
              </a:rPr>
              <a:t>for (int j = 0; j &lt; i - 1; j++)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nn-NO" dirty="0">
                <a:latin typeface="Calibri (Body)"/>
              </a:rPr>
              <a:t>         {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en-US" dirty="0">
                <a:latin typeface="Calibri (Body)"/>
              </a:rPr>
              <a:t>     	 if (a[j] &gt; a[j+1]) swap(a[j], a[j + 1]);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en-US" dirty="0">
                <a:latin typeface="Calibri (Body)"/>
              </a:rPr>
              <a:t>         }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en-US" dirty="0">
                <a:latin typeface="Calibri (Body)"/>
              </a:rPr>
              <a:t>     }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en-US" dirty="0">
                <a:latin typeface="Calibri (Body)"/>
              </a:rPr>
              <a:t>}</a:t>
            </a:r>
          </a:p>
          <a:p>
            <a:endParaRPr lang="en-US" dirty="0"/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2">
            <p14:nvContentPartPr>
              <p14:cNvPr id="3" name="Ink 2">
                <a:extLst>
                  <a:ext uri="{FF2B5EF4-FFF2-40B4-BE49-F238E27FC236}">
                    <a16:creationId xmlns:a16="http://schemas.microsoft.com/office/drawing/2014/main" id="{3CC79604-3001-4F43-9E22-401E9647B2DA}"/>
                  </a:ext>
                </a:extLst>
              </p14:cNvPr>
              <p14:cNvContentPartPr/>
              <p14:nvPr/>
            </p14:nvContentPartPr>
            <p14:xfrm>
              <a:off x="792000" y="105840"/>
              <a:ext cx="11137320" cy="5606280"/>
            </p14:xfrm>
          </p:contentPart>
        </mc:Choice>
        <mc:Fallback xmlns="">
          <p:pic>
            <p:nvPicPr>
              <p:cNvPr id="3" name="Ink 2">
                <a:extLst>
                  <a:ext uri="{FF2B5EF4-FFF2-40B4-BE49-F238E27FC236}">
                    <a16:creationId xmlns:a16="http://schemas.microsoft.com/office/drawing/2014/main" id="{3CC79604-3001-4F43-9E22-401E9647B2DA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782640" y="96480"/>
                <a:ext cx="11156040" cy="5625000"/>
              </a:xfrm>
              <a:prstGeom prst="rect">
                <a:avLst/>
              </a:prstGeom>
            </p:spPr>
          </p:pic>
        </mc:Fallback>
      </mc:AlternateContent>
      <p:sp>
        <p:nvSpPr>
          <p:cNvPr id="7" name="TextBox 6">
            <a:extLst>
              <a:ext uri="{FF2B5EF4-FFF2-40B4-BE49-F238E27FC236}">
                <a16:creationId xmlns:a16="http://schemas.microsoft.com/office/drawing/2014/main" id="{6FE3F681-B0A0-4066-98E0-36970AC198F0}"/>
              </a:ext>
            </a:extLst>
          </p:cNvPr>
          <p:cNvSpPr txBox="1"/>
          <p:nvPr/>
        </p:nvSpPr>
        <p:spPr>
          <a:xfrm>
            <a:off x="2557671" y="5601853"/>
            <a:ext cx="5393633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For the given bubble </a:t>
            </a:r>
            <a:r>
              <a:rPr lang="en-US"/>
              <a:t>sort algorithm, it </a:t>
            </a:r>
            <a:r>
              <a:rPr lang="en-US" dirty="0"/>
              <a:t>takes O(n</a:t>
            </a:r>
            <a:r>
              <a:rPr lang="en-US" baseline="30000" dirty="0"/>
              <a:t>2</a:t>
            </a:r>
            <a:r>
              <a:rPr lang="en-US" dirty="0"/>
              <a:t>) time for best case.  But is it possible to make it O(n)  for best case scenario? think the modification! What if you keep count on swaps?</a:t>
            </a:r>
          </a:p>
        </p:txBody>
      </p:sp>
    </p:spTree>
    <p:extLst>
      <p:ext uri="{BB962C8B-B14F-4D97-AF65-F5344CB8AC3E}">
        <p14:creationId xmlns:p14="http://schemas.microsoft.com/office/powerpoint/2010/main" val="318872496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</p:bldLst>
  </p:timing>
</p:sld>
</file>

<file path=ppt/slides/slide9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CA4CBCB-F8F7-408A-A218-EB13A2D9CB7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Average Case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56D43F1-3EF6-4039-A20A-6E2724FDD20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570444"/>
            <a:ext cx="10515600" cy="4351338"/>
          </a:xfrm>
        </p:spPr>
        <p:txBody>
          <a:bodyPr>
            <a:normAutofit/>
          </a:bodyPr>
          <a:lstStyle/>
          <a:p>
            <a:r>
              <a:rPr lang="en-US" sz="2000" dirty="0"/>
              <a:t>The standard assumptions are that</a:t>
            </a:r>
          </a:p>
          <a:p>
            <a:pPr lvl="1"/>
            <a:r>
              <a:rPr lang="en-US" sz="1600" dirty="0"/>
              <a:t>(a) the probability of a successful search is equal to p (0 ≤ p ≤ 1)</a:t>
            </a:r>
          </a:p>
          <a:p>
            <a:pPr lvl="1"/>
            <a:r>
              <a:rPr lang="en-US" sz="1600" dirty="0"/>
              <a:t>(b) the probability of the first match occurring in the </a:t>
            </a:r>
            <a:r>
              <a:rPr lang="en-US" sz="1600" dirty="0" err="1"/>
              <a:t>ith</a:t>
            </a:r>
            <a:r>
              <a:rPr lang="en-US" sz="1600" dirty="0"/>
              <a:t> position of the list is the same </a:t>
            </a:r>
            <a:r>
              <a:rPr lang="en-IN" sz="1600" dirty="0"/>
              <a:t>for every </a:t>
            </a:r>
            <a:r>
              <a:rPr lang="en-IN" sz="1600" dirty="0" err="1"/>
              <a:t>i</a:t>
            </a:r>
            <a:r>
              <a:rPr lang="en-IN" sz="1600" dirty="0"/>
              <a:t>.</a:t>
            </a:r>
            <a:endParaRPr lang="en-US" sz="1600" dirty="0"/>
          </a:p>
          <a:p>
            <a:pPr algn="just"/>
            <a:r>
              <a:rPr lang="en-US" sz="2000" dirty="0"/>
              <a:t>In the case of a successful search, the probability of the first match occurring in the </a:t>
            </a:r>
            <a:r>
              <a:rPr lang="en-US" sz="2000" i="1" dirty="0" err="1"/>
              <a:t>i</a:t>
            </a:r>
            <a:r>
              <a:rPr lang="en-US" sz="2000" dirty="0" err="1"/>
              <a:t>th</a:t>
            </a:r>
            <a:r>
              <a:rPr lang="en-US" sz="2000" dirty="0"/>
              <a:t> position of the list is </a:t>
            </a:r>
            <a:r>
              <a:rPr lang="en-US" sz="2000" i="1" dirty="0" err="1"/>
              <a:t>p/n</a:t>
            </a:r>
            <a:r>
              <a:rPr lang="en-US" sz="2000" i="1" dirty="0"/>
              <a:t> </a:t>
            </a:r>
            <a:r>
              <a:rPr lang="en-US" sz="2000" dirty="0"/>
              <a:t>for every </a:t>
            </a:r>
            <a:r>
              <a:rPr lang="en-US" sz="2000" i="1" dirty="0" err="1"/>
              <a:t>i</a:t>
            </a:r>
            <a:r>
              <a:rPr lang="en-US" sz="2000" dirty="0"/>
              <a:t>, and the number of comparisons made by the algorithm in such a situation is obviously </a:t>
            </a:r>
            <a:r>
              <a:rPr lang="en-US" sz="2000" i="1" dirty="0" err="1"/>
              <a:t>i</a:t>
            </a:r>
            <a:r>
              <a:rPr lang="en-US" sz="2000" dirty="0"/>
              <a:t>. </a:t>
            </a:r>
          </a:p>
          <a:p>
            <a:pPr algn="just"/>
            <a:r>
              <a:rPr lang="en-US" sz="2000" dirty="0"/>
              <a:t>In the case of an unsuccessful search, the number of comparisons will be </a:t>
            </a:r>
            <a:r>
              <a:rPr lang="en-US" sz="2000" i="1" dirty="0"/>
              <a:t>n </a:t>
            </a:r>
            <a:r>
              <a:rPr lang="en-US" sz="2000" dirty="0"/>
              <a:t>with the probability of such a search being </a:t>
            </a:r>
            <a:r>
              <a:rPr lang="en-US" sz="2000" i="1" dirty="0"/>
              <a:t>(</a:t>
            </a:r>
            <a:r>
              <a:rPr lang="en-US" sz="2000" dirty="0"/>
              <a:t>1− </a:t>
            </a:r>
            <a:r>
              <a:rPr lang="en-US" sz="2000" i="1" dirty="0"/>
              <a:t>p)</a:t>
            </a:r>
            <a:r>
              <a:rPr lang="en-US" sz="2000" dirty="0"/>
              <a:t>. Therefore,</a:t>
            </a:r>
            <a:endParaRPr lang="en-IN" sz="2000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F86A06AA-926F-4AAE-A589-3F04FE1DD36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17403" y="4215122"/>
            <a:ext cx="7868093" cy="245148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60078274"/>
      </p:ext>
    </p:extLst>
  </p:cSld>
  <p:clrMapOvr>
    <a:masterClrMapping/>
  </p:clrMapOvr>
</p:sld>
</file>

<file path=ppt/slides/slide9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0F5B34D9-CC1C-44C1-8EB8-A6EC8CD7B4DE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702364" y="1631852"/>
                <a:ext cx="11016024" cy="5089623"/>
              </a:xfrm>
            </p:spPr>
            <p:txBody>
              <a:bodyPr>
                <a:normAutofit fontScale="92500" lnSpcReduction="20000"/>
              </a:bodyPr>
              <a:lstStyle/>
              <a:p>
                <a:pPr marL="514350" indent="-514350">
                  <a:buFont typeface="+mj-lt"/>
                  <a:buAutoNum type="arabicPeriod"/>
                </a:pPr>
                <a14:m>
                  <m:oMath xmlns:m="http://schemas.openxmlformats.org/officeDocument/2006/math">
                    <m:nary>
                      <m:naryPr>
                        <m:chr m:val="∑"/>
                        <m:subHide m:val="on"/>
                        <m:supHide m:val="on"/>
                        <m:ctrlP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naryPr>
                      <m:sub/>
                      <m:sup/>
                      <m:e>
                        <m:r>
                          <a:rPr lang="en-US" b="0" i="1" baseline="-2500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1</m:t>
                        </m:r>
                        <m:r>
                          <a:rPr lang="en-US" b="0" i="1" baseline="3000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𝑛</m:t>
                        </m:r>
                        <m:r>
                          <a:rPr lang="en-US" b="0" i="1" baseline="3000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    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𝑖</m:t>
                        </m:r>
                      </m:e>
                    </m:nary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</m:oMath>
                </a14:m>
                <a:r>
                  <a:rPr lang="en-US" dirty="0"/>
                  <a:t> </a:t>
                </a:r>
              </a:p>
              <a:p>
                <a:pPr marL="514350" indent="-514350">
                  <a:buFont typeface="+mj-lt"/>
                  <a:buAutoNum type="arabicPeriod"/>
                </a:pPr>
                <a:endParaRPr lang="en-US" b="0" i="1" dirty="0"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  <a:p>
                <a:pPr marL="514350" indent="-514350">
                  <a:buFont typeface="+mj-lt"/>
                  <a:buAutoNum type="arabicPeriod"/>
                </a:pPr>
                <a14:m>
                  <m:oMath xmlns:m="http://schemas.openxmlformats.org/officeDocument/2006/math">
                    <m:nary>
                      <m:naryPr>
                        <m:chr m:val="∑"/>
                        <m:subHide m:val="on"/>
                        <m:supHide m:val="on"/>
                        <m:ctrlP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naryPr>
                      <m:sub/>
                      <m:sup/>
                      <m:e>
                        <m:r>
                          <a:rPr lang="en-US" b="0" i="1" baseline="-2500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1</m:t>
                        </m:r>
                        <m:r>
                          <a:rPr lang="en-US" b="0" i="1" baseline="3000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𝑛</m:t>
                        </m:r>
                        <m:r>
                          <a:rPr lang="en-US" b="0" i="1" baseline="3000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 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𝑖</m:t>
                        </m:r>
                        <m:r>
                          <a:rPr lang="en-US" b="0" i="1" baseline="3000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2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=</m:t>
                        </m:r>
                      </m:e>
                    </m:nary>
                  </m:oMath>
                </a14:m>
                <a:r>
                  <a:rPr lang="en-US" baseline="30000" dirty="0"/>
                  <a:t>  </a:t>
                </a:r>
              </a:p>
              <a:p>
                <a:pPr marL="514350" indent="-514350">
                  <a:buFont typeface="+mj-lt"/>
                  <a:buAutoNum type="arabicPeriod"/>
                </a:pPr>
                <a:endParaRPr lang="en-US" baseline="30000" dirty="0"/>
              </a:p>
              <a:p>
                <a:pPr marL="514350" indent="-514350">
                  <a:buFont typeface="+mj-lt"/>
                  <a:buAutoNum type="arabicPeriod"/>
                </a:pPr>
                <a14:m>
                  <m:oMath xmlns:m="http://schemas.openxmlformats.org/officeDocument/2006/math">
                    <m:nary>
                      <m:naryPr>
                        <m:chr m:val="∑"/>
                        <m:subHide m:val="on"/>
                        <m:supHide m:val="on"/>
                        <m:ctrlP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naryPr>
                      <m:sub/>
                      <m:sup/>
                      <m:e>
                        <m:r>
                          <a:rPr lang="en-US" b="0" i="1" baseline="-2500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1</m:t>
                        </m:r>
                        <m:r>
                          <a:rPr lang="en-US" b="0" i="1" baseline="3000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𝑛</m:t>
                        </m:r>
                        <m:r>
                          <a:rPr lang="en-US" b="0" i="1" baseline="3000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 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𝑖</m:t>
                        </m:r>
                        <m:r>
                          <a:rPr lang="en-US" b="0" i="1" baseline="3000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3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=</m:t>
                        </m:r>
                      </m:e>
                    </m:nary>
                  </m:oMath>
                </a14:m>
                <a:endParaRPr lang="en-US" baseline="30000" dirty="0"/>
              </a:p>
              <a:p>
                <a:pPr marL="514350" indent="-514350">
                  <a:buFont typeface="+mj-lt"/>
                  <a:buAutoNum type="arabicPeriod"/>
                </a:pPr>
                <a:endParaRPr lang="en-US" dirty="0"/>
              </a:p>
              <a:p>
                <a:pPr marL="514350" indent="-514350">
                  <a:buFont typeface="+mj-lt"/>
                  <a:buAutoNum type="arabicPeriod"/>
                </a:pPr>
                <a:r>
                  <a:rPr lang="en-US" dirty="0"/>
                  <a:t>n!  </a:t>
                </a:r>
              </a:p>
              <a:p>
                <a:pPr marL="514350" indent="-514350">
                  <a:buFont typeface="+mj-lt"/>
                  <a:buAutoNum type="arabicPeriod"/>
                </a:pPr>
                <a:endParaRPr lang="en-US" dirty="0"/>
              </a:p>
              <a:p>
                <a:pPr marL="514350" indent="-514350">
                  <a:buFont typeface="+mj-lt"/>
                  <a:buAutoNum type="arabicPeriod"/>
                </a:pPr>
                <a:r>
                  <a:rPr lang="en-US" dirty="0"/>
                  <a:t>Express using Big Oh notation.</a:t>
                </a:r>
              </a:p>
              <a:p>
                <a:pPr marL="0" indent="0">
                  <a:buNone/>
                </a:pPr>
                <a:endParaRPr lang="en-US" dirty="0"/>
              </a:p>
              <a:p>
                <a:pPr marL="0" indent="0">
                  <a:buNone/>
                </a:pPr>
                <a:r>
                  <a:rPr lang="en-US" dirty="0"/>
                  <a:t> </a:t>
                </a:r>
              </a:p>
              <a:p>
                <a:pPr marL="0" indent="0">
                  <a:buNone/>
                </a:pPr>
                <a:r>
                  <a:rPr lang="en-US" dirty="0"/>
                  <a:t> </a:t>
                </a:r>
              </a:p>
              <a:p>
                <a:endParaRPr lang="en-US" dirty="0"/>
              </a:p>
              <a:p>
                <a:endParaRPr lang="en-US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0F5B34D9-CC1C-44C1-8EB8-A6EC8CD7B4DE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702364" y="1631852"/>
                <a:ext cx="11016024" cy="5089623"/>
              </a:xfrm>
              <a:blipFill>
                <a:blip r:embed="rId2"/>
                <a:stretch>
                  <a:fillRect l="-996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EF7FBB9-9126-4ED9-AD31-2EF1BE511B8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Department of I&amp;CT, MIT, Manipal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6B521AC1-4F1C-4CF7-8772-3C193D611C67}"/>
              </a:ext>
            </a:extLst>
          </p:cNvPr>
          <p:cNvSpPr txBox="1"/>
          <p:nvPr/>
        </p:nvSpPr>
        <p:spPr>
          <a:xfrm>
            <a:off x="702364" y="755374"/>
            <a:ext cx="9687339" cy="6001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300" b="1" dirty="0"/>
              <a:t>Find the asymptotic time complexity of the following 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FB7608AD-6DEC-4AD1-9572-688A31C488B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9491" y="5205046"/>
            <a:ext cx="7264154" cy="10499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49181930"/>
      </p:ext>
    </p:extLst>
  </p:cSld>
  <p:clrMapOvr>
    <a:masterClrMapping/>
  </p:clrMapOvr>
</p:sld>
</file>

<file path=ppt/slides/slide9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0F5B34D9-CC1C-44C1-8EB8-A6EC8CD7B4DE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38199" y="1789042"/>
                <a:ext cx="6225210" cy="5539410"/>
              </a:xfrm>
            </p:spPr>
            <p:txBody>
              <a:bodyPr>
                <a:normAutofit fontScale="62500" lnSpcReduction="20000"/>
              </a:bodyPr>
              <a:lstStyle/>
              <a:p>
                <a:pPr marL="514350" indent="-514350">
                  <a:buFont typeface="+mj-lt"/>
                  <a:buAutoNum type="arabicPeriod"/>
                </a:pPr>
                <a14:m>
                  <m:oMath xmlns:m="http://schemas.openxmlformats.org/officeDocument/2006/math">
                    <m:nary>
                      <m:naryPr>
                        <m:chr m:val="∑"/>
                        <m:subHide m:val="on"/>
                        <m:supHide m:val="on"/>
                        <m:ctrlPr>
                          <a:rPr lang="en-US" sz="3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naryPr>
                      <m:sub/>
                      <m:sup/>
                      <m:e>
                        <m:r>
                          <a:rPr lang="en-US" sz="3400" b="0" i="1" baseline="-2500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1</m:t>
                        </m:r>
                        <m:r>
                          <a:rPr lang="en-US" sz="3400" b="0" i="1" baseline="3000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𝑛</m:t>
                        </m:r>
                        <m:r>
                          <a:rPr lang="en-US" sz="3400" b="0" i="1" baseline="3000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    </m:t>
                        </m:r>
                        <m:r>
                          <a:rPr lang="en-US" sz="3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𝑖</m:t>
                        </m:r>
                      </m:e>
                    </m:nary>
                    <m:r>
                      <a:rPr lang="en-US" sz="3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sz="3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sz="3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𝑛</m:t>
                        </m:r>
                        <m:d>
                          <m:dPr>
                            <m:ctrlPr>
                              <a:rPr lang="en-US" sz="34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sz="34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𝑛</m:t>
                            </m:r>
                            <m:r>
                              <a:rPr lang="en-US" sz="34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+1</m:t>
                            </m:r>
                          </m:e>
                        </m:d>
                      </m:num>
                      <m:den>
                        <m:r>
                          <a:rPr lang="en-US" sz="3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lang="en-US" sz="3400" dirty="0"/>
                  <a:t>  </a:t>
                </a:r>
                <a:endParaRPr lang="en-US" sz="3400" b="0" i="1" dirty="0"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  <a:p>
                <a:pPr marL="514350" indent="-514350">
                  <a:buFont typeface="+mj-lt"/>
                  <a:buAutoNum type="arabicPeriod"/>
                </a:pPr>
                <a14:m>
                  <m:oMath xmlns:m="http://schemas.openxmlformats.org/officeDocument/2006/math">
                    <m:nary>
                      <m:naryPr>
                        <m:chr m:val="∑"/>
                        <m:subHide m:val="on"/>
                        <m:supHide m:val="on"/>
                        <m:ctrlPr>
                          <a:rPr lang="en-US" sz="3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naryPr>
                      <m:sub/>
                      <m:sup/>
                      <m:e>
                        <m:r>
                          <a:rPr lang="en-US" sz="3400" b="0" i="1" baseline="-2500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1</m:t>
                        </m:r>
                        <m:r>
                          <a:rPr lang="en-US" sz="3400" b="0" i="1" baseline="3000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𝑛</m:t>
                        </m:r>
                        <m:r>
                          <a:rPr lang="en-US" sz="3400" b="0" i="1" baseline="3000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 </m:t>
                        </m:r>
                        <m:r>
                          <a:rPr lang="en-US" sz="3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𝑖</m:t>
                        </m:r>
                        <m:r>
                          <a:rPr lang="en-US" sz="3400" b="0" i="1" baseline="3000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2</m:t>
                        </m:r>
                        <m:r>
                          <a:rPr lang="en-US" sz="3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=</m:t>
                        </m:r>
                        <m:f>
                          <m:fPr>
                            <m:ctrlPr>
                              <a:rPr lang="en-US" sz="34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sz="34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𝑛</m:t>
                            </m:r>
                            <m:d>
                              <m:dPr>
                                <m:ctrlPr>
                                  <a:rPr lang="en-US" sz="34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US" sz="34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𝑛</m:t>
                                </m:r>
                                <m:r>
                                  <a:rPr lang="en-US" sz="34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+1</m:t>
                                </m:r>
                              </m:e>
                            </m:d>
                            <m:d>
                              <m:dPr>
                                <m:ctrlPr>
                                  <a:rPr lang="en-US" sz="34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US" sz="34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2</m:t>
                                </m:r>
                                <m:r>
                                  <a:rPr lang="en-US" sz="34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𝑛</m:t>
                                </m:r>
                                <m:r>
                                  <a:rPr lang="en-US" sz="34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+1</m:t>
                                </m:r>
                              </m:e>
                            </m:d>
                          </m:num>
                          <m:den>
                            <m:r>
                              <a:rPr lang="en-US" sz="34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6</m:t>
                            </m:r>
                          </m:den>
                        </m:f>
                      </m:e>
                    </m:nary>
                  </m:oMath>
                </a14:m>
                <a:r>
                  <a:rPr lang="en-US" sz="3400" baseline="30000" dirty="0"/>
                  <a:t> </a:t>
                </a:r>
              </a:p>
              <a:p>
                <a:pPr marL="514350" indent="-514350">
                  <a:buFont typeface="+mj-lt"/>
                  <a:buAutoNum type="arabicPeriod"/>
                </a:pPr>
                <a:endParaRPr lang="en-US" sz="3400" baseline="30000" dirty="0"/>
              </a:p>
              <a:p>
                <a:pPr marL="514350" indent="-514350">
                  <a:buFont typeface="+mj-lt"/>
                  <a:buAutoNum type="arabicPeriod"/>
                </a:pPr>
                <a14:m>
                  <m:oMath xmlns:m="http://schemas.openxmlformats.org/officeDocument/2006/math">
                    <m:nary>
                      <m:naryPr>
                        <m:chr m:val="∑"/>
                        <m:subHide m:val="on"/>
                        <m:supHide m:val="on"/>
                        <m:ctrlPr>
                          <a:rPr lang="en-US" sz="3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naryPr>
                      <m:sub/>
                      <m:sup/>
                      <m:e>
                        <m:r>
                          <a:rPr lang="en-US" sz="3400" b="0" i="1" baseline="-2500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1</m:t>
                        </m:r>
                        <m:r>
                          <a:rPr lang="en-US" sz="3400" b="0" i="1" baseline="3000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𝑛</m:t>
                        </m:r>
                        <m:r>
                          <a:rPr lang="en-US" sz="3400" b="0" i="1" baseline="3000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 </m:t>
                        </m:r>
                        <m:r>
                          <a:rPr lang="en-US" sz="3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𝑖</m:t>
                        </m:r>
                        <m:r>
                          <a:rPr lang="en-US" sz="3400" b="0" i="1" baseline="3000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3</m:t>
                        </m:r>
                        <m:r>
                          <a:rPr lang="en-US" sz="3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=</m:t>
                        </m:r>
                        <m:f>
                          <m:fPr>
                            <m:ctrlPr>
                              <a:rPr lang="en-US" sz="34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sz="34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𝑛</m:t>
                            </m:r>
                            <m:r>
                              <a:rPr lang="en-US" sz="3400" b="0" i="1" baseline="30000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2</m:t>
                            </m:r>
                            <m:d>
                              <m:dPr>
                                <m:ctrlPr>
                                  <a:rPr lang="en-US" sz="34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US" sz="34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𝑛</m:t>
                                </m:r>
                                <m:r>
                                  <a:rPr lang="en-US" sz="34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+1</m:t>
                                </m:r>
                              </m:e>
                            </m:d>
                            <m:r>
                              <a:rPr lang="en-US" sz="3400" b="0" i="1" baseline="30000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2</m:t>
                            </m:r>
                          </m:num>
                          <m:den>
                            <m:r>
                              <a:rPr lang="en-US" sz="34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4</m:t>
                            </m:r>
                          </m:den>
                        </m:f>
                      </m:e>
                    </m:nary>
                  </m:oMath>
                </a14:m>
                <a:endParaRPr lang="en-US" sz="3400" baseline="30000" dirty="0"/>
              </a:p>
              <a:p>
                <a:pPr marL="514350" indent="-514350">
                  <a:buFont typeface="+mj-lt"/>
                  <a:buAutoNum type="arabicPeriod"/>
                </a:pPr>
                <a:endParaRPr lang="en-US" sz="3400" dirty="0"/>
              </a:p>
              <a:p>
                <a:pPr marL="514350" indent="-514350">
                  <a:buFont typeface="+mj-lt"/>
                  <a:buAutoNum type="arabicPeriod"/>
                </a:pPr>
                <a:r>
                  <a:rPr lang="en-US" sz="3400" dirty="0"/>
                  <a:t>n! </a:t>
                </a:r>
              </a:p>
              <a:p>
                <a:pPr marL="514350" indent="-514350">
                  <a:buFont typeface="+mj-lt"/>
                  <a:buAutoNum type="arabicPeriod"/>
                </a:pPr>
                <a:endParaRPr lang="en-US" sz="3400" dirty="0"/>
              </a:p>
              <a:p>
                <a:pPr marL="514350" indent="-514350">
                  <a:buFont typeface="+mj-lt"/>
                  <a:buAutoNum type="arabicPeriod"/>
                </a:pPr>
                <a:r>
                  <a:rPr lang="en-US" sz="3400" dirty="0"/>
                  <a:t>O(max{mn</a:t>
                </a:r>
                <a:r>
                  <a:rPr lang="en-US" sz="3400" baseline="30000" dirty="0"/>
                  <a:t>2</a:t>
                </a:r>
                <a:r>
                  <a:rPr lang="en-US" sz="3400" dirty="0"/>
                  <a:t>, m</a:t>
                </a:r>
                <a:r>
                  <a:rPr lang="en-US" sz="3400" baseline="30000" dirty="0"/>
                  <a:t>2</a:t>
                </a:r>
                <a:r>
                  <a:rPr lang="en-US" sz="3400" dirty="0"/>
                  <a:t>n})  = O(m</a:t>
                </a:r>
                <a:r>
                  <a:rPr lang="en-US" sz="3400" baseline="30000" dirty="0"/>
                  <a:t>3</a:t>
                </a:r>
                <a:r>
                  <a:rPr lang="en-US" sz="3400" dirty="0"/>
                  <a:t>) if m &gt; n else O(n</a:t>
                </a:r>
                <a:r>
                  <a:rPr lang="en-US" sz="3400" baseline="30000" dirty="0"/>
                  <a:t>3</a:t>
                </a:r>
                <a:r>
                  <a:rPr lang="en-US" sz="3400" dirty="0"/>
                  <a:t>)</a:t>
                </a:r>
              </a:p>
              <a:p>
                <a:pPr marL="514350" indent="-514350">
                  <a:buFont typeface="+mj-lt"/>
                  <a:buAutoNum type="arabicPeriod"/>
                </a:pPr>
                <a:endParaRPr lang="en-US" sz="3400" dirty="0"/>
              </a:p>
              <a:p>
                <a:pPr marL="514350" indent="-514350">
                  <a:buFont typeface="+mj-lt"/>
                  <a:buAutoNum type="arabicPeriod"/>
                </a:pPr>
                <a:endParaRPr lang="en-US" sz="3400" dirty="0"/>
              </a:p>
              <a:p>
                <a:pPr marL="0" indent="0">
                  <a:buNone/>
                </a:pPr>
                <a:endParaRPr lang="en-US" dirty="0"/>
              </a:p>
              <a:p>
                <a:pPr marL="0" indent="0">
                  <a:buNone/>
                </a:pPr>
                <a:r>
                  <a:rPr lang="en-US" dirty="0"/>
                  <a:t>                                                                                  .</a:t>
                </a:r>
              </a:p>
              <a:p>
                <a:pPr marL="514350" indent="-514350">
                  <a:buFont typeface="+mj-lt"/>
                  <a:buAutoNum type="arabicPeriod"/>
                </a:pPr>
                <a:endParaRPr lang="en-US" dirty="0"/>
              </a:p>
              <a:p>
                <a:pPr marL="0" indent="0">
                  <a:buNone/>
                </a:pPr>
                <a:r>
                  <a:rPr lang="en-US" dirty="0"/>
                  <a:t> </a:t>
                </a:r>
              </a:p>
              <a:p>
                <a:endParaRPr lang="en-US" dirty="0"/>
              </a:p>
              <a:p>
                <a:endParaRPr lang="en-US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0F5B34D9-CC1C-44C1-8EB8-A6EC8CD7B4DE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199" y="1789042"/>
                <a:ext cx="6225210" cy="5539410"/>
              </a:xfrm>
              <a:blipFill>
                <a:blip r:embed="rId2"/>
                <a:stretch>
                  <a:fillRect l="-1174" t="-440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EF7FBB9-9126-4ED9-AD31-2EF1BE511B8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Department of I&amp;CT, MIT, Manipal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6B521AC1-4F1C-4CF7-8772-3C193D611C67}"/>
              </a:ext>
            </a:extLst>
          </p:cNvPr>
          <p:cNvSpPr txBox="1"/>
          <p:nvPr/>
        </p:nvSpPr>
        <p:spPr>
          <a:xfrm>
            <a:off x="702364" y="755374"/>
            <a:ext cx="9687339" cy="6001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300" b="1" dirty="0"/>
              <a:t>Find the asymptotic time complexity of the following </a:t>
            </a:r>
          </a:p>
        </p:txBody>
      </p:sp>
    </p:spTree>
    <p:extLst>
      <p:ext uri="{BB962C8B-B14F-4D97-AF65-F5344CB8AC3E}">
        <p14:creationId xmlns:p14="http://schemas.microsoft.com/office/powerpoint/2010/main" val="2902025348"/>
      </p:ext>
    </p:extLst>
  </p:cSld>
  <p:clrMapOvr>
    <a:masterClrMapping/>
  </p:clrMapOvr>
</p:sld>
</file>

<file path=ppt/slides/slide9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56281DA-DB8D-4267-8FE3-3A53262FD9B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Problem: What is the time complexity of recursive function for finding n factorial?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14BB11D-1B7D-458F-A4A0-A1331D94DC3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31CBA4-1EAF-46A4-9177-6D3F28D7E13E}" type="datetime1">
              <a:rPr lang="en-US" smtClean="0"/>
              <a:t>1/11/2025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E045ADE-F965-4F7E-92E0-17D6FBA551E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ICT 2257 Design and Analysis of Algorithms</a:t>
            </a:r>
          </a:p>
        </p:txBody>
      </p:sp>
    </p:spTree>
    <p:extLst>
      <p:ext uri="{BB962C8B-B14F-4D97-AF65-F5344CB8AC3E}">
        <p14:creationId xmlns:p14="http://schemas.microsoft.com/office/powerpoint/2010/main" val="179590809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1110</TotalTime>
  <Words>7798</Words>
  <Application>Microsoft Office PowerPoint</Application>
  <PresentationFormat>Widescreen</PresentationFormat>
  <Paragraphs>1053</Paragraphs>
  <Slides>99</Slides>
  <Notes>38</Notes>
  <HiddenSlides>0</HiddenSlides>
  <MMClips>0</MMClips>
  <ScaleCrop>false</ScaleCrop>
  <HeadingPairs>
    <vt:vector size="8" baseType="variant">
      <vt:variant>
        <vt:lpstr>Fonts Used</vt:lpstr>
      </vt:variant>
      <vt:variant>
        <vt:i4>10</vt:i4>
      </vt:variant>
      <vt:variant>
        <vt:lpstr>Theme</vt:lpstr>
      </vt:variant>
      <vt:variant>
        <vt:i4>1</vt:i4>
      </vt:variant>
      <vt:variant>
        <vt:lpstr>Embedded OLE Servers</vt:lpstr>
      </vt:variant>
      <vt:variant>
        <vt:i4>1</vt:i4>
      </vt:variant>
      <vt:variant>
        <vt:lpstr>Slide Titles</vt:lpstr>
      </vt:variant>
      <vt:variant>
        <vt:i4>99</vt:i4>
      </vt:variant>
    </vt:vector>
  </HeadingPairs>
  <TitlesOfParts>
    <vt:vector size="111" baseType="lpstr">
      <vt:lpstr>Arial</vt:lpstr>
      <vt:lpstr>Calibri</vt:lpstr>
      <vt:lpstr>Calibri (Body)</vt:lpstr>
      <vt:lpstr>Calibri Light</vt:lpstr>
      <vt:lpstr>Cambria Math</vt:lpstr>
      <vt:lpstr>Courier New</vt:lpstr>
      <vt:lpstr>Monotype Sorts</vt:lpstr>
      <vt:lpstr>Söhne</vt:lpstr>
      <vt:lpstr>Symbol</vt:lpstr>
      <vt:lpstr>Wingdings</vt:lpstr>
      <vt:lpstr>Office Theme</vt:lpstr>
      <vt:lpstr>Document</vt:lpstr>
      <vt:lpstr>Chapter 2 Analysis of Algorithms Efficiency </vt:lpstr>
      <vt:lpstr>Concept Covers in this Chapter </vt:lpstr>
      <vt:lpstr>The Analysis Framework</vt:lpstr>
      <vt:lpstr>Asymptotic Notations</vt:lpstr>
      <vt:lpstr>Big-Oh (O)</vt:lpstr>
      <vt:lpstr>Examples </vt:lpstr>
      <vt:lpstr>Example 1: </vt:lpstr>
      <vt:lpstr>Examples 1: </vt:lpstr>
      <vt:lpstr>Example 2: </vt:lpstr>
      <vt:lpstr>Examples 2: </vt:lpstr>
      <vt:lpstr>Example 3: </vt:lpstr>
      <vt:lpstr>Examples 2: </vt:lpstr>
      <vt:lpstr>Big Oh Ratio Theorem</vt:lpstr>
      <vt:lpstr>Big Oh Ratio Theorem</vt:lpstr>
      <vt:lpstr>PowerPoint Presentation</vt:lpstr>
      <vt:lpstr>PowerPoint Presentation</vt:lpstr>
      <vt:lpstr>PowerPoint Presentation</vt:lpstr>
      <vt:lpstr>PowerPoint Presentation</vt:lpstr>
      <vt:lpstr>Omega Notation (Ω)</vt:lpstr>
      <vt:lpstr>Examples </vt:lpstr>
      <vt:lpstr>PowerPoint Presentation</vt:lpstr>
      <vt:lpstr>PowerPoint Presentation</vt:lpstr>
      <vt:lpstr>PowerPoint Presentation</vt:lpstr>
      <vt:lpstr>Omega Ratio Theorem</vt:lpstr>
      <vt:lpstr>Theta Notation (θ)</vt:lpstr>
      <vt:lpstr>PowerPoint Presentation</vt:lpstr>
      <vt:lpstr>PowerPoint Presentation</vt:lpstr>
      <vt:lpstr>Small Oh (o)</vt:lpstr>
      <vt:lpstr>Small Omega (w)</vt:lpstr>
      <vt:lpstr>PowerPoint Presentation</vt:lpstr>
      <vt:lpstr>Space and Time Complexity</vt:lpstr>
      <vt:lpstr>Measuring an Input Size</vt:lpstr>
      <vt:lpstr>Size of the input ?</vt:lpstr>
      <vt:lpstr>Space Complexity</vt:lpstr>
      <vt:lpstr>Space Complexity Contd…</vt:lpstr>
      <vt:lpstr>In C++ data size</vt:lpstr>
      <vt:lpstr>Space Complexity Example:  Sequential or Linear Search</vt:lpstr>
      <vt:lpstr>Space Complexity Example: Recursive Sequential Search</vt:lpstr>
      <vt:lpstr>PowerPoint Presentation</vt:lpstr>
      <vt:lpstr>Data Space Examples </vt:lpstr>
      <vt:lpstr>Tutorial  (Solve and upload in class file section tutorial week1 folder)</vt:lpstr>
      <vt:lpstr>Time complexity</vt:lpstr>
      <vt:lpstr>Units for Measuring Running Time </vt:lpstr>
      <vt:lpstr>Units for Measuring Running Time </vt:lpstr>
      <vt:lpstr>Basic Operations </vt:lpstr>
      <vt:lpstr>Running time of a Program</vt:lpstr>
      <vt:lpstr>PowerPoint Presentation</vt:lpstr>
      <vt:lpstr>PowerPoint Presentation</vt:lpstr>
      <vt:lpstr>Order of Growth</vt:lpstr>
      <vt:lpstr>Practical Complexities</vt:lpstr>
      <vt:lpstr>Impractical Complexities</vt:lpstr>
      <vt:lpstr>Faster Computer Vs Better Algorithm</vt:lpstr>
      <vt:lpstr>Operation Count Method</vt:lpstr>
      <vt:lpstr>Matrix Multiplication</vt:lpstr>
      <vt:lpstr>Matrix Multiplication</vt:lpstr>
      <vt:lpstr>Polynomial Evaluation: p(x)=cnxn+ cn-1xn-1 + . . . + c1 x + c0 </vt:lpstr>
      <vt:lpstr>Polynomial Evaluation: p(x)=cnxn+ cn-1xn-1 + . . . + c1 x + c0 </vt:lpstr>
      <vt:lpstr>Rank of an Element in a Sequence</vt:lpstr>
      <vt:lpstr>Rank of an Element in a Sequence</vt:lpstr>
      <vt:lpstr>Rank Sort</vt:lpstr>
      <vt:lpstr>Insertion sort</vt:lpstr>
      <vt:lpstr>Insertion Sort</vt:lpstr>
      <vt:lpstr>Insertion Sort</vt:lpstr>
      <vt:lpstr>Insertion Sort</vt:lpstr>
      <vt:lpstr>Insertion Sort</vt:lpstr>
      <vt:lpstr>Insertion Sort</vt:lpstr>
      <vt:lpstr>Insertion Sort</vt:lpstr>
      <vt:lpstr>Insertion Sort</vt:lpstr>
      <vt:lpstr>Insertion Sort</vt:lpstr>
      <vt:lpstr>PowerPoint Presentation</vt:lpstr>
      <vt:lpstr>Time Complexity : Step Count Method</vt:lpstr>
      <vt:lpstr>PowerPoint Presentation</vt:lpstr>
      <vt:lpstr>Calculate the total steps for </vt:lpstr>
      <vt:lpstr>PowerPoint Presentation</vt:lpstr>
      <vt:lpstr>PowerPoint Presentation</vt:lpstr>
      <vt:lpstr>PowerPoint Presentation</vt:lpstr>
      <vt:lpstr>Time complexity: Recursive and Non Recursive method Examples for   Best, Worst and Average case time complexity</vt:lpstr>
      <vt:lpstr>Step Count Method: Few more examples</vt:lpstr>
      <vt:lpstr>Step Count Method: Few more examples</vt:lpstr>
      <vt:lpstr>Recursive Algorithms</vt:lpstr>
      <vt:lpstr>Recursive Algorithms</vt:lpstr>
      <vt:lpstr>Find the time complexity:</vt:lpstr>
      <vt:lpstr>Find the time complexity:</vt:lpstr>
      <vt:lpstr>PowerPoint Presentation</vt:lpstr>
      <vt:lpstr>Recursive Algorithm Contd.</vt:lpstr>
      <vt:lpstr>Worst-Case, Best-Case, and Average-Case Efficiencies</vt:lpstr>
      <vt:lpstr>Best case for sequential search: Element found at first place.</vt:lpstr>
      <vt:lpstr>Worst case for sequential search: Element not found/element found at last place.</vt:lpstr>
      <vt:lpstr>Worst case for sequential search: element found at last place.</vt:lpstr>
      <vt:lpstr>Worst case for sequential search: Element not found</vt:lpstr>
      <vt:lpstr>Worst case for sequential search: Element not found/element found at last place.</vt:lpstr>
      <vt:lpstr>Average case for sequential search: Element found at position j. (i.e., a[j]=x)</vt:lpstr>
      <vt:lpstr>Average Case</vt:lpstr>
      <vt:lpstr>Worst Case and Best Case</vt:lpstr>
      <vt:lpstr>What is the best, worst and average case time complexity of selection and bubble sort?</vt:lpstr>
      <vt:lpstr>Average Case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Chapter 2 Analysis of Algorithms Efficiency </dc:title>
  <dc:creator>Raghavendra S [MAHE-MIT]</dc:creator>
  <cp:lastModifiedBy>Ramyashree [MAHE-MIT]</cp:lastModifiedBy>
  <cp:revision>66</cp:revision>
  <dcterms:created xsi:type="dcterms:W3CDTF">2024-01-06T09:47:27Z</dcterms:created>
  <dcterms:modified xsi:type="dcterms:W3CDTF">2025-01-11T03:04:32Z</dcterms:modified>
</cp:coreProperties>
</file>