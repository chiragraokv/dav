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61" r:id="rId5"/>
    <p:sldId id="258" r:id="rId6"/>
    <p:sldId id="25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61140-C116-29E4-2FAD-D1D3E9AEDB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E6DBCB-9864-621B-A718-3820476CB0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15DCC-0548-6600-A657-3A169A21F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461A6-5170-455A-98BB-C1E9B0D54444}" type="datetimeFigureOut">
              <a:rPr lang="en-IN" smtClean="0"/>
              <a:t>13-02-2024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F1C0EB-7E7A-8E65-B97A-C7DE8C3B6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809D9-C765-37C6-9094-4A8A64B25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8FE73-1AD6-408F-97F0-2AEC7B4F90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0408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06B6D-52C8-DE2B-71F2-D90E2827A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015BA7-74DB-3348-3D9B-88BBB02C4A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50AC52-082A-CA4E-4BBA-1DF5CAFB1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461A6-5170-455A-98BB-C1E9B0D54444}" type="datetimeFigureOut">
              <a:rPr lang="en-IN" smtClean="0"/>
              <a:t>13-02-2024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0BDDDF-5CDC-7D40-D4FF-9347E395B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7367CA-26E2-76A7-EA7B-2B915AFCC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8FE73-1AD6-408F-97F0-2AEC7B4F90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1337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62E94-97CE-ED0B-CFBC-2A39DDA60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E4D774-4C1D-7942-0288-329750D206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810495-F111-D6F7-520F-10C644828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461A6-5170-455A-98BB-C1E9B0D54444}" type="datetimeFigureOut">
              <a:rPr lang="en-IN" smtClean="0"/>
              <a:t>13-02-2024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F96F59-130C-D3A6-DF97-E36641A0C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E55002-D2B6-5FAC-B72B-524B47CB0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8FE73-1AD6-408F-97F0-2AEC7B4F90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675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86C81-8BB4-343E-4326-0E2D421FB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BEC6D3-D096-7887-947D-E9E51F7BD4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4FE365-A8D1-D1ED-9119-F9919D2210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68C9F7-121F-D93A-6B35-C584B9620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461A6-5170-455A-98BB-C1E9B0D54444}" type="datetimeFigureOut">
              <a:rPr lang="en-IN" smtClean="0"/>
              <a:t>13-02-2024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C77331-B1AB-0785-6A9C-6323C6B79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F4B9C1-4DAC-ACC8-B9C0-34AFB39DB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8FE73-1AD6-408F-97F0-2AEC7B4F90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4544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087E7-55F6-4546-22FD-3E37526C8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AA21FA-D562-EC2B-6D06-B0C2C00E01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3EE568-E8B0-F60A-4F30-E2AA3A3F78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EE9C83-4A1C-3F43-4816-0A32963FC0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B1AF9C-1EF1-3689-A38C-A7C85C12B9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50CCF6-29EE-EC90-F3AA-26B0FF6CE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461A6-5170-455A-98BB-C1E9B0D54444}" type="datetimeFigureOut">
              <a:rPr lang="en-IN" smtClean="0"/>
              <a:t>13-02-2024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92D1A7-7267-129B-DEE1-8F51FF71B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6F3DD5-4C38-8E15-384B-A37B7BFFA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8FE73-1AD6-408F-97F0-2AEC7B4F90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5230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24C10-C367-911A-F27D-503CD4232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1C79C4-E2E9-CF51-A01C-9177022F0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461A6-5170-455A-98BB-C1E9B0D54444}" type="datetimeFigureOut">
              <a:rPr lang="en-IN" smtClean="0"/>
              <a:t>13-02-2024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3A3D8C-A9B8-68E5-174C-0B41910CB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34A6E9-DD38-D829-A625-208A139D6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8FE73-1AD6-408F-97F0-2AEC7B4F90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2861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A448B1-B5D0-3EDE-BD74-DF425F7CF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461A6-5170-455A-98BB-C1E9B0D54444}" type="datetimeFigureOut">
              <a:rPr lang="en-IN" smtClean="0"/>
              <a:t>13-02-2024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F8D3EA-DA4A-20A7-1176-9E227BFDD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598DF4-3785-E8D5-563E-4C54AD7FB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8FE73-1AD6-408F-97F0-2AEC7B4F90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69639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E95DC-6561-7E2F-FC70-8D70EC7CA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2A7A7F-FC13-BD58-5215-CCB6DB94E4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69EF96-1170-3EDF-DA2C-40D5D62787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05131-8570-4C4B-46B1-0E3D4C746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461A6-5170-455A-98BB-C1E9B0D54444}" type="datetimeFigureOut">
              <a:rPr lang="en-IN" smtClean="0"/>
              <a:t>13-02-2024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71B78F-5E59-CD07-E118-BE7F3205A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AF037C-D7F0-D50B-506B-93EEE52B2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8FE73-1AD6-408F-97F0-2AEC7B4F90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33422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82169-B1D2-88DE-2E08-940122531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0123FE-3815-FF28-A0EB-B56227DAD2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1CC63C-8978-B694-1C35-448F7B5288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9A3E94-3A53-95B5-258C-70128308D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461A6-5170-455A-98BB-C1E9B0D54444}" type="datetimeFigureOut">
              <a:rPr lang="en-IN" smtClean="0"/>
              <a:t>13-02-2024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2AAA6F-25DB-0824-75DA-E52514E50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776A97-33BA-A3CA-36EC-D44F75B7A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8FE73-1AD6-408F-97F0-2AEC7B4F90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06588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A3B93-429B-DDEA-D69D-C9DB54A20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11A3EA-A4F7-78E3-954C-B972F7710A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CA12BE-EE7D-072E-E803-42AA1DBF6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461A6-5170-455A-98BB-C1E9B0D54444}" type="datetimeFigureOut">
              <a:rPr lang="en-IN" smtClean="0"/>
              <a:t>13-02-2024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62C053-2F15-7CF1-6570-F462A8286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6925F9-9948-6B5B-794C-3B771BF56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8FE73-1AD6-408F-97F0-2AEC7B4F90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4047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DABC70-1724-68F7-45DC-AB4F532274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B959CA-CFF3-ABE8-7E5D-12C38342B0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227F28-C507-5660-C437-5CC0B6528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461A6-5170-455A-98BB-C1E9B0D54444}" type="datetimeFigureOut">
              <a:rPr lang="en-IN" smtClean="0"/>
              <a:t>13-02-2024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1032B-8FF0-2BFF-EB5E-5FE9A3CC5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4800B7-6783-7496-AF49-589DB64CC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8FE73-1AD6-408F-97F0-2AEC7B4F90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3186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C34C04-6005-E224-A5E2-9FF223F7C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195973-CC8B-7216-5BB8-D712651741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4073CC-29B0-D70A-A606-CD2EA30D6B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3461A6-5170-455A-98BB-C1E9B0D54444}" type="datetimeFigureOut">
              <a:rPr lang="en-IN" smtClean="0"/>
              <a:t>13-02-2024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659807-4E51-58BD-AEC1-089A8006D0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3DF886-D77B-248C-C194-BF86716C62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A8FE73-1AD6-408F-97F0-2AEC7B4F90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6225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2FFDE-2918-255E-028C-0A0FA2F0F79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Quick sort Average case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685EA9-5470-7B6C-7C5B-50FDA999A0D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79166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AE6DF-530E-5F5F-CFB9-2D8C9FA83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AC31CF2-9004-FA70-6C94-BBD65DE086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08549" y="190048"/>
            <a:ext cx="12300549" cy="6302827"/>
          </a:xfrm>
        </p:spPr>
      </p:pic>
    </p:spTree>
    <p:extLst>
      <p:ext uri="{BB962C8B-B14F-4D97-AF65-F5344CB8AC3E}">
        <p14:creationId xmlns:p14="http://schemas.microsoft.com/office/powerpoint/2010/main" val="3141349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E245B-CCCF-BAB0-BD4A-9D5522647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Content Placeholder 4" descr="Text, letter&#10;&#10;Description automatically generated">
            <a:extLst>
              <a:ext uri="{FF2B5EF4-FFF2-40B4-BE49-F238E27FC236}">
                <a16:creationId xmlns:a16="http://schemas.microsoft.com/office/drawing/2014/main" id="{91B30CCE-9994-4502-FBD9-38F4D6475F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4514" y="-2883"/>
            <a:ext cx="8654143" cy="6860883"/>
          </a:xfrm>
        </p:spPr>
      </p:pic>
    </p:spTree>
    <p:extLst>
      <p:ext uri="{BB962C8B-B14F-4D97-AF65-F5344CB8AC3E}">
        <p14:creationId xmlns:p14="http://schemas.microsoft.com/office/powerpoint/2010/main" val="18201364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09C4A-9EF8-7816-5456-191A25442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1CD194D-B416-86D4-B309-F681B82483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70201" y="562188"/>
            <a:ext cx="5562599" cy="4889287"/>
          </a:xfrm>
        </p:spPr>
      </p:pic>
    </p:spTree>
    <p:extLst>
      <p:ext uri="{BB962C8B-B14F-4D97-AF65-F5344CB8AC3E}">
        <p14:creationId xmlns:p14="http://schemas.microsoft.com/office/powerpoint/2010/main" val="22835806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8DF7F-48A6-8F8C-C684-DDE8E07CF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 descr="Text&#10;&#10;Description automatically generated">
            <a:extLst>
              <a:ext uri="{FF2B5EF4-FFF2-40B4-BE49-F238E27FC236}">
                <a16:creationId xmlns:a16="http://schemas.microsoft.com/office/drawing/2014/main" id="{7A661F88-625E-1DC1-70F4-6D30FAA022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4102" y="87087"/>
            <a:ext cx="8119612" cy="6640126"/>
          </a:xfrm>
        </p:spPr>
      </p:pic>
    </p:spTree>
    <p:extLst>
      <p:ext uri="{BB962C8B-B14F-4D97-AF65-F5344CB8AC3E}">
        <p14:creationId xmlns:p14="http://schemas.microsoft.com/office/powerpoint/2010/main" val="12812012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30537-BC91-8F7D-5951-1C7926A24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9" name="Content Placeholder 8" descr="Text, letter&#10;&#10;Description automatically generated">
            <a:extLst>
              <a:ext uri="{FF2B5EF4-FFF2-40B4-BE49-F238E27FC236}">
                <a16:creationId xmlns:a16="http://schemas.microsoft.com/office/drawing/2014/main" id="{1D94B760-CE97-8D97-DBC9-DD2330FA5C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8831" y="0"/>
            <a:ext cx="4804825" cy="6705403"/>
          </a:xfrm>
        </p:spPr>
      </p:pic>
    </p:spTree>
    <p:extLst>
      <p:ext uri="{BB962C8B-B14F-4D97-AF65-F5344CB8AC3E}">
        <p14:creationId xmlns:p14="http://schemas.microsoft.com/office/powerpoint/2010/main" val="41831982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4</Words>
  <Application>Microsoft Office PowerPoint</Application>
  <PresentationFormat>Widescreen</PresentationFormat>
  <Paragraphs>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Quick sort Average case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Quick sort Average case </dc:title>
  <dc:creator>Ramyashree [MAHE-MIT]</dc:creator>
  <cp:lastModifiedBy>Ramyashree [MAHE-MIT]</cp:lastModifiedBy>
  <cp:revision>3</cp:revision>
  <dcterms:created xsi:type="dcterms:W3CDTF">2023-03-06T10:05:08Z</dcterms:created>
  <dcterms:modified xsi:type="dcterms:W3CDTF">2024-02-13T10:39:57Z</dcterms:modified>
</cp:coreProperties>
</file>